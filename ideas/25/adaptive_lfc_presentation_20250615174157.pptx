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7142"/>
  <p:notesSz cx="12192000" cy="69151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0053A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333333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0053A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300" b="0" i="0">
                <a:solidFill>
                  <a:srgbClr val="333333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0053A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650" b="1" i="0">
                <a:solidFill>
                  <a:srgbClr val="0053A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825355" cy="92710"/>
          </a:xfrm>
          <a:custGeom>
            <a:avLst/>
            <a:gdLst/>
            <a:ahLst/>
            <a:cxnLst/>
            <a:rect l="l" t="t" r="r" b="b"/>
            <a:pathLst>
              <a:path w="9825355" h="92710">
                <a:moveTo>
                  <a:pt x="9825215" y="92111"/>
                </a:moveTo>
                <a:lnTo>
                  <a:pt x="0" y="92111"/>
                </a:lnTo>
                <a:lnTo>
                  <a:pt x="0" y="0"/>
                </a:lnTo>
                <a:lnTo>
                  <a:pt x="9825215" y="0"/>
                </a:lnTo>
                <a:lnTo>
                  <a:pt x="9825215" y="92111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92111"/>
            <a:ext cx="9825355" cy="468630"/>
          </a:xfrm>
          <a:custGeom>
            <a:avLst/>
            <a:gdLst/>
            <a:ahLst/>
            <a:cxnLst/>
            <a:rect l="l" t="t" r="r" b="b"/>
            <a:pathLst>
              <a:path w="9825355" h="468630">
                <a:moveTo>
                  <a:pt x="9825215" y="468232"/>
                </a:moveTo>
                <a:lnTo>
                  <a:pt x="0" y="468232"/>
                </a:lnTo>
                <a:lnTo>
                  <a:pt x="0" y="0"/>
                </a:lnTo>
                <a:lnTo>
                  <a:pt x="9825215" y="0"/>
                </a:lnTo>
                <a:lnTo>
                  <a:pt x="9825215" y="468232"/>
                </a:lnTo>
                <a:close/>
              </a:path>
            </a:pathLst>
          </a:custGeom>
          <a:solidFill>
            <a:srgbClr val="0053A6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552668"/>
            <a:ext cx="9825355" cy="8255"/>
          </a:xfrm>
          <a:custGeom>
            <a:avLst/>
            <a:gdLst/>
            <a:ahLst/>
            <a:cxnLst/>
            <a:rect l="l" t="t" r="r" b="b"/>
            <a:pathLst>
              <a:path w="9825355" h="8254">
                <a:moveTo>
                  <a:pt x="9825215" y="7675"/>
                </a:moveTo>
                <a:lnTo>
                  <a:pt x="0" y="7675"/>
                </a:lnTo>
                <a:lnTo>
                  <a:pt x="0" y="0"/>
                </a:lnTo>
                <a:lnTo>
                  <a:pt x="9825215" y="0"/>
                </a:lnTo>
                <a:lnTo>
                  <a:pt x="9825215" y="7675"/>
                </a:lnTo>
                <a:close/>
              </a:path>
            </a:pathLst>
          </a:custGeom>
          <a:solidFill>
            <a:srgbClr val="0053A6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114299"/>
            <a:ext cx="12192000" cy="581025"/>
          </a:xfrm>
          <a:custGeom>
            <a:avLst/>
            <a:gdLst/>
            <a:ahLst/>
            <a:cxnLst/>
            <a:rect l="l" t="t" r="r" b="b"/>
            <a:pathLst>
              <a:path w="12192000" h="581025">
                <a:moveTo>
                  <a:pt x="12191999" y="581024"/>
                </a:moveTo>
                <a:lnTo>
                  <a:pt x="0" y="5810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581024"/>
                </a:lnTo>
                <a:close/>
              </a:path>
            </a:pathLst>
          </a:custGeom>
          <a:solidFill>
            <a:srgbClr val="0053A6">
              <a:alpha val="50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85799"/>
            <a:ext cx="12192000" cy="9525"/>
          </a:xfrm>
          <a:custGeom>
            <a:avLst/>
            <a:gdLst/>
            <a:ahLst/>
            <a:cxnLst/>
            <a:rect l="l" t="t" r="r" b="b"/>
            <a:pathLst>
              <a:path w="12192000" h="9525">
                <a:moveTo>
                  <a:pt x="12191999" y="9524"/>
                </a:moveTo>
                <a:lnTo>
                  <a:pt x="0" y="9524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9524"/>
                </a:lnTo>
                <a:close/>
              </a:path>
            </a:pathLst>
          </a:custGeom>
          <a:solidFill>
            <a:srgbClr val="0053A6">
              <a:alpha val="19999"/>
            </a:srgbClr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44500" y="242093"/>
            <a:ext cx="5222875" cy="2800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50" b="1" i="0">
                <a:solidFill>
                  <a:srgbClr val="0053A6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96899" y="2865754"/>
            <a:ext cx="5059045" cy="2581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300" b="0" i="0">
                <a:solidFill>
                  <a:srgbClr val="333333"/>
                </a:solidFill>
                <a:latin typeface="Roboto"/>
                <a:cs typeface="Roboto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0833000" y="6445249"/>
            <a:ext cx="1066800" cy="183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bg1"/>
                </a:solidFill>
                <a:latin typeface="Roboto"/>
                <a:cs typeface="Roboto"/>
              </a:defRPr>
            </a:lvl1pPr>
          </a:lstStyle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Relationship Id="rId10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image" Target="../media/image41.png"/><Relationship Id="rId10" Type="http://schemas.openxmlformats.org/officeDocument/2006/relationships/image" Target="../media/image42.png"/><Relationship Id="rId11" Type="http://schemas.openxmlformats.org/officeDocument/2006/relationships/image" Target="../media/image43.png"/><Relationship Id="rId12" Type="http://schemas.openxmlformats.org/officeDocument/2006/relationships/image" Target="../media/image44.png"/><Relationship Id="rId13" Type="http://schemas.openxmlformats.org/officeDocument/2006/relationships/image" Target="../media/image45.png"/><Relationship Id="rId14" Type="http://schemas.openxmlformats.org/officeDocument/2006/relationships/image" Target="../media/image46.png"/><Relationship Id="rId15" Type="http://schemas.openxmlformats.org/officeDocument/2006/relationships/image" Target="../media/image47.png"/><Relationship Id="rId16" Type="http://schemas.openxmlformats.org/officeDocument/2006/relationships/image" Target="../media/image48.png"/><Relationship Id="rId17" Type="http://schemas.openxmlformats.org/officeDocument/2006/relationships/image" Target="../media/image49.png"/><Relationship Id="rId18" Type="http://schemas.openxmlformats.org/officeDocument/2006/relationships/image" Target="../media/image50.png"/><Relationship Id="rId19" Type="http://schemas.openxmlformats.org/officeDocument/2006/relationships/image" Target="../media/image51.png"/><Relationship Id="rId20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Relationship Id="rId5" Type="http://schemas.openxmlformats.org/officeDocument/2006/relationships/image" Target="../media/image55.png"/><Relationship Id="rId6" Type="http://schemas.openxmlformats.org/officeDocument/2006/relationships/image" Target="../media/image56.png"/><Relationship Id="rId7" Type="http://schemas.openxmlformats.org/officeDocument/2006/relationships/image" Target="../media/image57.png"/><Relationship Id="rId8" Type="http://schemas.openxmlformats.org/officeDocument/2006/relationships/image" Target="../media/image58.png"/><Relationship Id="rId9" Type="http://schemas.openxmlformats.org/officeDocument/2006/relationships/image" Target="../media/image59.png"/><Relationship Id="rId10" Type="http://schemas.openxmlformats.org/officeDocument/2006/relationships/image" Target="../media/image60.png"/><Relationship Id="rId11" Type="http://schemas.openxmlformats.org/officeDocument/2006/relationships/image" Target="../media/image61.png"/><Relationship Id="rId12" Type="http://schemas.openxmlformats.org/officeDocument/2006/relationships/image" Target="../media/image62.png"/><Relationship Id="rId13" Type="http://schemas.openxmlformats.org/officeDocument/2006/relationships/image" Target="../media/image63.png"/><Relationship Id="rId1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56.png"/><Relationship Id="rId5" Type="http://schemas.openxmlformats.org/officeDocument/2006/relationships/image" Target="../media/image66.png"/><Relationship Id="rId6" Type="http://schemas.openxmlformats.org/officeDocument/2006/relationships/image" Target="../media/image67.png"/><Relationship Id="rId7" Type="http://schemas.openxmlformats.org/officeDocument/2006/relationships/image" Target="../media/image68.png"/><Relationship Id="rId8" Type="http://schemas.openxmlformats.org/officeDocument/2006/relationships/image" Target="../media/image69.png"/><Relationship Id="rId9" Type="http://schemas.openxmlformats.org/officeDocument/2006/relationships/image" Target="../media/image70.png"/><Relationship Id="rId10" Type="http://schemas.openxmlformats.org/officeDocument/2006/relationships/image" Target="../media/image71.png"/><Relationship Id="rId11" Type="http://schemas.openxmlformats.org/officeDocument/2006/relationships/image" Target="../media/image72.png"/><Relationship Id="rId1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Relationship Id="rId8" Type="http://schemas.openxmlformats.org/officeDocument/2006/relationships/image" Target="../media/image79.png"/><Relationship Id="rId9" Type="http://schemas.openxmlformats.org/officeDocument/2006/relationships/image" Target="../media/image80.png"/><Relationship Id="rId10" Type="http://schemas.openxmlformats.org/officeDocument/2006/relationships/image" Target="../media/image81.png"/><Relationship Id="rId11" Type="http://schemas.openxmlformats.org/officeDocument/2006/relationships/image" Target="../media/image82.png"/><Relationship Id="rId1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3.png"/><Relationship Id="rId3" Type="http://schemas.openxmlformats.org/officeDocument/2006/relationships/image" Target="../media/image84.png"/><Relationship Id="rId4" Type="http://schemas.openxmlformats.org/officeDocument/2006/relationships/image" Target="../media/image85.png"/><Relationship Id="rId5" Type="http://schemas.openxmlformats.org/officeDocument/2006/relationships/image" Target="../media/image86.png"/><Relationship Id="rId6" Type="http://schemas.openxmlformats.org/officeDocument/2006/relationships/image" Target="../media/image87.png"/><Relationship Id="rId7" Type="http://schemas.openxmlformats.org/officeDocument/2006/relationships/image" Target="../media/image88.png"/><Relationship Id="rId8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 descr=""/>
            <p:cNvSpPr/>
            <p:nvPr/>
          </p:nvSpPr>
          <p:spPr>
            <a:xfrm>
              <a:off x="4200524" y="1076324"/>
              <a:ext cx="1123950" cy="1123950"/>
            </a:xfrm>
            <a:custGeom>
              <a:avLst/>
              <a:gdLst/>
              <a:ahLst/>
              <a:cxnLst/>
              <a:rect l="l" t="t" r="r" b="b"/>
              <a:pathLst>
                <a:path w="1123950" h="1123950">
                  <a:moveTo>
                    <a:pt x="561974" y="1123949"/>
                  </a:moveTo>
                  <a:lnTo>
                    <a:pt x="520637" y="1122427"/>
                  </a:lnTo>
                  <a:lnTo>
                    <a:pt x="479516" y="1117867"/>
                  </a:lnTo>
                  <a:lnTo>
                    <a:pt x="438841" y="1110294"/>
                  </a:lnTo>
                  <a:lnTo>
                    <a:pt x="398842" y="1099751"/>
                  </a:lnTo>
                  <a:lnTo>
                    <a:pt x="359726" y="1086295"/>
                  </a:lnTo>
                  <a:lnTo>
                    <a:pt x="321699" y="1069994"/>
                  </a:lnTo>
                  <a:lnTo>
                    <a:pt x="284974" y="1050940"/>
                  </a:lnTo>
                  <a:lnTo>
                    <a:pt x="249757" y="1029239"/>
                  </a:lnTo>
                  <a:lnTo>
                    <a:pt x="216232" y="1005008"/>
                  </a:lnTo>
                  <a:lnTo>
                    <a:pt x="184575" y="978371"/>
                  </a:lnTo>
                  <a:lnTo>
                    <a:pt x="154963" y="949476"/>
                  </a:lnTo>
                  <a:lnTo>
                    <a:pt x="127562" y="918488"/>
                  </a:lnTo>
                  <a:lnTo>
                    <a:pt x="102514" y="885568"/>
                  </a:lnTo>
                  <a:lnTo>
                    <a:pt x="79952" y="850887"/>
                  </a:lnTo>
                  <a:lnTo>
                    <a:pt x="60002" y="814641"/>
                  </a:lnTo>
                  <a:lnTo>
                    <a:pt x="42777" y="777033"/>
                  </a:lnTo>
                  <a:lnTo>
                    <a:pt x="28364" y="738260"/>
                  </a:lnTo>
                  <a:lnTo>
                    <a:pt x="16841" y="698523"/>
                  </a:lnTo>
                  <a:lnTo>
                    <a:pt x="8272" y="658047"/>
                  </a:lnTo>
                  <a:lnTo>
                    <a:pt x="2705" y="617058"/>
                  </a:lnTo>
                  <a:lnTo>
                    <a:pt x="169" y="575770"/>
                  </a:lnTo>
                  <a:lnTo>
                    <a:pt x="0" y="561974"/>
                  </a:lnTo>
                  <a:lnTo>
                    <a:pt x="169" y="548179"/>
                  </a:lnTo>
                  <a:lnTo>
                    <a:pt x="2705" y="506891"/>
                  </a:lnTo>
                  <a:lnTo>
                    <a:pt x="8272" y="465902"/>
                  </a:lnTo>
                  <a:lnTo>
                    <a:pt x="16840" y="425426"/>
                  </a:lnTo>
                  <a:lnTo>
                    <a:pt x="28364" y="385689"/>
                  </a:lnTo>
                  <a:lnTo>
                    <a:pt x="42777" y="346916"/>
                  </a:lnTo>
                  <a:lnTo>
                    <a:pt x="60002" y="309308"/>
                  </a:lnTo>
                  <a:lnTo>
                    <a:pt x="79952" y="273061"/>
                  </a:lnTo>
                  <a:lnTo>
                    <a:pt x="102514" y="238381"/>
                  </a:lnTo>
                  <a:lnTo>
                    <a:pt x="127562" y="205461"/>
                  </a:lnTo>
                  <a:lnTo>
                    <a:pt x="154963" y="174473"/>
                  </a:lnTo>
                  <a:lnTo>
                    <a:pt x="184575" y="145578"/>
                  </a:lnTo>
                  <a:lnTo>
                    <a:pt x="216233" y="118941"/>
                  </a:lnTo>
                  <a:lnTo>
                    <a:pt x="249757" y="94709"/>
                  </a:lnTo>
                  <a:lnTo>
                    <a:pt x="284974" y="73009"/>
                  </a:lnTo>
                  <a:lnTo>
                    <a:pt x="321699" y="53955"/>
                  </a:lnTo>
                  <a:lnTo>
                    <a:pt x="359726" y="37654"/>
                  </a:lnTo>
                  <a:lnTo>
                    <a:pt x="398842" y="24198"/>
                  </a:lnTo>
                  <a:lnTo>
                    <a:pt x="438841" y="13655"/>
                  </a:lnTo>
                  <a:lnTo>
                    <a:pt x="479516" y="6082"/>
                  </a:lnTo>
                  <a:lnTo>
                    <a:pt x="520637" y="1522"/>
                  </a:lnTo>
                  <a:lnTo>
                    <a:pt x="561974" y="0"/>
                  </a:lnTo>
                  <a:lnTo>
                    <a:pt x="575770" y="169"/>
                  </a:lnTo>
                  <a:lnTo>
                    <a:pt x="617058" y="2706"/>
                  </a:lnTo>
                  <a:lnTo>
                    <a:pt x="658046" y="8272"/>
                  </a:lnTo>
                  <a:lnTo>
                    <a:pt x="698523" y="16841"/>
                  </a:lnTo>
                  <a:lnTo>
                    <a:pt x="738259" y="28364"/>
                  </a:lnTo>
                  <a:lnTo>
                    <a:pt x="777032" y="42777"/>
                  </a:lnTo>
                  <a:lnTo>
                    <a:pt x="814641" y="60003"/>
                  </a:lnTo>
                  <a:lnTo>
                    <a:pt x="850887" y="79952"/>
                  </a:lnTo>
                  <a:lnTo>
                    <a:pt x="885568" y="102514"/>
                  </a:lnTo>
                  <a:lnTo>
                    <a:pt x="918488" y="127562"/>
                  </a:lnTo>
                  <a:lnTo>
                    <a:pt x="949476" y="154963"/>
                  </a:lnTo>
                  <a:lnTo>
                    <a:pt x="978371" y="184575"/>
                  </a:lnTo>
                  <a:lnTo>
                    <a:pt x="1005008" y="216233"/>
                  </a:lnTo>
                  <a:lnTo>
                    <a:pt x="1029239" y="249758"/>
                  </a:lnTo>
                  <a:lnTo>
                    <a:pt x="1050940" y="284974"/>
                  </a:lnTo>
                  <a:lnTo>
                    <a:pt x="1069994" y="321699"/>
                  </a:lnTo>
                  <a:lnTo>
                    <a:pt x="1086294" y="359726"/>
                  </a:lnTo>
                  <a:lnTo>
                    <a:pt x="1099750" y="398842"/>
                  </a:lnTo>
                  <a:lnTo>
                    <a:pt x="1110294" y="438841"/>
                  </a:lnTo>
                  <a:lnTo>
                    <a:pt x="1117868" y="479516"/>
                  </a:lnTo>
                  <a:lnTo>
                    <a:pt x="1122428" y="520637"/>
                  </a:lnTo>
                  <a:lnTo>
                    <a:pt x="1123949" y="561974"/>
                  </a:lnTo>
                  <a:lnTo>
                    <a:pt x="1123781" y="575770"/>
                  </a:lnTo>
                  <a:lnTo>
                    <a:pt x="1121244" y="617058"/>
                  </a:lnTo>
                  <a:lnTo>
                    <a:pt x="1115677" y="658047"/>
                  </a:lnTo>
                  <a:lnTo>
                    <a:pt x="1107108" y="698523"/>
                  </a:lnTo>
                  <a:lnTo>
                    <a:pt x="1095584" y="738260"/>
                  </a:lnTo>
                  <a:lnTo>
                    <a:pt x="1081171" y="777033"/>
                  </a:lnTo>
                  <a:lnTo>
                    <a:pt x="1063946" y="814641"/>
                  </a:lnTo>
                  <a:lnTo>
                    <a:pt x="1043997" y="850887"/>
                  </a:lnTo>
                  <a:lnTo>
                    <a:pt x="1021434" y="885568"/>
                  </a:lnTo>
                  <a:lnTo>
                    <a:pt x="996387" y="918488"/>
                  </a:lnTo>
                  <a:lnTo>
                    <a:pt x="968986" y="949476"/>
                  </a:lnTo>
                  <a:lnTo>
                    <a:pt x="939374" y="978371"/>
                  </a:lnTo>
                  <a:lnTo>
                    <a:pt x="907716" y="1005008"/>
                  </a:lnTo>
                  <a:lnTo>
                    <a:pt x="874191" y="1029239"/>
                  </a:lnTo>
                  <a:lnTo>
                    <a:pt x="838974" y="1050940"/>
                  </a:lnTo>
                  <a:lnTo>
                    <a:pt x="802250" y="1069994"/>
                  </a:lnTo>
                  <a:lnTo>
                    <a:pt x="764223" y="1086295"/>
                  </a:lnTo>
                  <a:lnTo>
                    <a:pt x="725106" y="1099751"/>
                  </a:lnTo>
                  <a:lnTo>
                    <a:pt x="685108" y="1110294"/>
                  </a:lnTo>
                  <a:lnTo>
                    <a:pt x="644433" y="1117867"/>
                  </a:lnTo>
                  <a:lnTo>
                    <a:pt x="603312" y="1122427"/>
                  </a:lnTo>
                  <a:lnTo>
                    <a:pt x="561974" y="11239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4200524" y="1076324"/>
              <a:ext cx="1123950" cy="1123950"/>
            </a:xfrm>
            <a:custGeom>
              <a:avLst/>
              <a:gdLst/>
              <a:ahLst/>
              <a:cxnLst/>
              <a:rect l="l" t="t" r="r" b="b"/>
              <a:pathLst>
                <a:path w="1123950" h="1123950">
                  <a:moveTo>
                    <a:pt x="1123949" y="561974"/>
                  </a:moveTo>
                  <a:lnTo>
                    <a:pt x="1122428" y="603312"/>
                  </a:lnTo>
                  <a:lnTo>
                    <a:pt x="1117868" y="644433"/>
                  </a:lnTo>
                  <a:lnTo>
                    <a:pt x="1110294" y="685108"/>
                  </a:lnTo>
                  <a:lnTo>
                    <a:pt x="1099751" y="725107"/>
                  </a:lnTo>
                  <a:lnTo>
                    <a:pt x="1086294" y="764223"/>
                  </a:lnTo>
                  <a:lnTo>
                    <a:pt x="1069994" y="802250"/>
                  </a:lnTo>
                  <a:lnTo>
                    <a:pt x="1050940" y="838975"/>
                  </a:lnTo>
                  <a:lnTo>
                    <a:pt x="1029239" y="874191"/>
                  </a:lnTo>
                  <a:lnTo>
                    <a:pt x="1005008" y="907716"/>
                  </a:lnTo>
                  <a:lnTo>
                    <a:pt x="978371" y="939374"/>
                  </a:lnTo>
                  <a:lnTo>
                    <a:pt x="949476" y="968986"/>
                  </a:lnTo>
                  <a:lnTo>
                    <a:pt x="918488" y="996387"/>
                  </a:lnTo>
                  <a:lnTo>
                    <a:pt x="885568" y="1021434"/>
                  </a:lnTo>
                  <a:lnTo>
                    <a:pt x="850887" y="1043997"/>
                  </a:lnTo>
                  <a:lnTo>
                    <a:pt x="814641" y="1063946"/>
                  </a:lnTo>
                  <a:lnTo>
                    <a:pt x="777033" y="1081171"/>
                  </a:lnTo>
                  <a:lnTo>
                    <a:pt x="738259" y="1095584"/>
                  </a:lnTo>
                  <a:lnTo>
                    <a:pt x="698523" y="1107108"/>
                  </a:lnTo>
                  <a:lnTo>
                    <a:pt x="658046" y="1115677"/>
                  </a:lnTo>
                  <a:lnTo>
                    <a:pt x="617058" y="1121243"/>
                  </a:lnTo>
                  <a:lnTo>
                    <a:pt x="575770" y="1123780"/>
                  </a:lnTo>
                  <a:lnTo>
                    <a:pt x="561974" y="1123949"/>
                  </a:lnTo>
                  <a:lnTo>
                    <a:pt x="548179" y="1123780"/>
                  </a:lnTo>
                  <a:lnTo>
                    <a:pt x="506891" y="1121243"/>
                  </a:lnTo>
                  <a:lnTo>
                    <a:pt x="465902" y="1115677"/>
                  </a:lnTo>
                  <a:lnTo>
                    <a:pt x="425426" y="1107108"/>
                  </a:lnTo>
                  <a:lnTo>
                    <a:pt x="385689" y="1095584"/>
                  </a:lnTo>
                  <a:lnTo>
                    <a:pt x="346915" y="1081171"/>
                  </a:lnTo>
                  <a:lnTo>
                    <a:pt x="309307" y="1063946"/>
                  </a:lnTo>
                  <a:lnTo>
                    <a:pt x="273061" y="1043997"/>
                  </a:lnTo>
                  <a:lnTo>
                    <a:pt x="238380" y="1021434"/>
                  </a:lnTo>
                  <a:lnTo>
                    <a:pt x="205461" y="996387"/>
                  </a:lnTo>
                  <a:lnTo>
                    <a:pt x="174473" y="968986"/>
                  </a:lnTo>
                  <a:lnTo>
                    <a:pt x="145578" y="939374"/>
                  </a:lnTo>
                  <a:lnTo>
                    <a:pt x="118941" y="907716"/>
                  </a:lnTo>
                  <a:lnTo>
                    <a:pt x="94709" y="874191"/>
                  </a:lnTo>
                  <a:lnTo>
                    <a:pt x="73009" y="838975"/>
                  </a:lnTo>
                  <a:lnTo>
                    <a:pt x="53954" y="802250"/>
                  </a:lnTo>
                  <a:lnTo>
                    <a:pt x="37654" y="764223"/>
                  </a:lnTo>
                  <a:lnTo>
                    <a:pt x="24197" y="725107"/>
                  </a:lnTo>
                  <a:lnTo>
                    <a:pt x="13655" y="685108"/>
                  </a:lnTo>
                  <a:lnTo>
                    <a:pt x="6082" y="644433"/>
                  </a:lnTo>
                  <a:lnTo>
                    <a:pt x="1522" y="603312"/>
                  </a:lnTo>
                  <a:lnTo>
                    <a:pt x="0" y="561974"/>
                  </a:lnTo>
                  <a:lnTo>
                    <a:pt x="169" y="548179"/>
                  </a:lnTo>
                  <a:lnTo>
                    <a:pt x="2705" y="506891"/>
                  </a:lnTo>
                  <a:lnTo>
                    <a:pt x="8272" y="465902"/>
                  </a:lnTo>
                  <a:lnTo>
                    <a:pt x="16840" y="425426"/>
                  </a:lnTo>
                  <a:lnTo>
                    <a:pt x="28364" y="385689"/>
                  </a:lnTo>
                  <a:lnTo>
                    <a:pt x="42777" y="346916"/>
                  </a:lnTo>
                  <a:lnTo>
                    <a:pt x="60002" y="309308"/>
                  </a:lnTo>
                  <a:lnTo>
                    <a:pt x="79952" y="273061"/>
                  </a:lnTo>
                  <a:lnTo>
                    <a:pt x="102514" y="238381"/>
                  </a:lnTo>
                  <a:lnTo>
                    <a:pt x="127562" y="205461"/>
                  </a:lnTo>
                  <a:lnTo>
                    <a:pt x="154963" y="174473"/>
                  </a:lnTo>
                  <a:lnTo>
                    <a:pt x="184575" y="145578"/>
                  </a:lnTo>
                  <a:lnTo>
                    <a:pt x="216233" y="118941"/>
                  </a:lnTo>
                  <a:lnTo>
                    <a:pt x="249757" y="94709"/>
                  </a:lnTo>
                  <a:lnTo>
                    <a:pt x="284974" y="73009"/>
                  </a:lnTo>
                  <a:lnTo>
                    <a:pt x="321699" y="53955"/>
                  </a:lnTo>
                  <a:lnTo>
                    <a:pt x="359726" y="37654"/>
                  </a:lnTo>
                  <a:lnTo>
                    <a:pt x="398842" y="24198"/>
                  </a:lnTo>
                  <a:lnTo>
                    <a:pt x="438841" y="13655"/>
                  </a:lnTo>
                  <a:lnTo>
                    <a:pt x="479516" y="6082"/>
                  </a:lnTo>
                  <a:lnTo>
                    <a:pt x="520637" y="1522"/>
                  </a:lnTo>
                  <a:lnTo>
                    <a:pt x="561974" y="0"/>
                  </a:lnTo>
                  <a:lnTo>
                    <a:pt x="575770" y="169"/>
                  </a:lnTo>
                  <a:lnTo>
                    <a:pt x="617058" y="2706"/>
                  </a:lnTo>
                  <a:lnTo>
                    <a:pt x="658046" y="8272"/>
                  </a:lnTo>
                  <a:lnTo>
                    <a:pt x="698523" y="16841"/>
                  </a:lnTo>
                  <a:lnTo>
                    <a:pt x="738259" y="28364"/>
                  </a:lnTo>
                  <a:lnTo>
                    <a:pt x="777032" y="42777"/>
                  </a:lnTo>
                  <a:lnTo>
                    <a:pt x="814641" y="60003"/>
                  </a:lnTo>
                  <a:lnTo>
                    <a:pt x="850887" y="79952"/>
                  </a:lnTo>
                  <a:lnTo>
                    <a:pt x="885568" y="102514"/>
                  </a:lnTo>
                  <a:lnTo>
                    <a:pt x="918488" y="127562"/>
                  </a:lnTo>
                  <a:lnTo>
                    <a:pt x="949476" y="154963"/>
                  </a:lnTo>
                  <a:lnTo>
                    <a:pt x="978371" y="184575"/>
                  </a:lnTo>
                  <a:lnTo>
                    <a:pt x="1005008" y="216233"/>
                  </a:lnTo>
                  <a:lnTo>
                    <a:pt x="1029239" y="249758"/>
                  </a:lnTo>
                  <a:lnTo>
                    <a:pt x="1050940" y="284974"/>
                  </a:lnTo>
                  <a:lnTo>
                    <a:pt x="1069994" y="321699"/>
                  </a:lnTo>
                  <a:lnTo>
                    <a:pt x="1086294" y="359726"/>
                  </a:lnTo>
                  <a:lnTo>
                    <a:pt x="1099750" y="398842"/>
                  </a:lnTo>
                  <a:lnTo>
                    <a:pt x="1110294" y="438841"/>
                  </a:lnTo>
                  <a:lnTo>
                    <a:pt x="1117868" y="479516"/>
                  </a:lnTo>
                  <a:lnTo>
                    <a:pt x="1122428" y="520637"/>
                  </a:lnTo>
                  <a:lnTo>
                    <a:pt x="1123949" y="561974"/>
                  </a:lnTo>
                  <a:close/>
                </a:path>
              </a:pathLst>
            </a:custGeom>
            <a:ln w="19049">
              <a:solidFill>
                <a:srgbClr val="0053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4582716" y="1400198"/>
              <a:ext cx="357505" cy="476250"/>
            </a:xfrm>
            <a:custGeom>
              <a:avLst/>
              <a:gdLst/>
              <a:ahLst/>
              <a:cxnLst/>
              <a:rect l="l" t="t" r="r" b="b"/>
              <a:pathLst>
                <a:path w="357504" h="476250">
                  <a:moveTo>
                    <a:pt x="90644" y="476203"/>
                  </a:moveTo>
                  <a:lnTo>
                    <a:pt x="59590" y="444561"/>
                  </a:lnTo>
                  <a:lnTo>
                    <a:pt x="61948" y="434740"/>
                  </a:lnTo>
                  <a:lnTo>
                    <a:pt x="133478" y="267867"/>
                  </a:lnTo>
                  <a:lnTo>
                    <a:pt x="29764" y="267867"/>
                  </a:lnTo>
                  <a:lnTo>
                    <a:pt x="0" y="239674"/>
                  </a:lnTo>
                  <a:lnTo>
                    <a:pt x="870" y="230846"/>
                  </a:lnTo>
                  <a:lnTo>
                    <a:pt x="248262" y="7325"/>
                  </a:lnTo>
                  <a:lnTo>
                    <a:pt x="266540" y="0"/>
                  </a:lnTo>
                  <a:lnTo>
                    <a:pt x="276307" y="1177"/>
                  </a:lnTo>
                  <a:lnTo>
                    <a:pt x="285376" y="5650"/>
                  </a:lnTo>
                  <a:lnTo>
                    <a:pt x="292437" y="12907"/>
                  </a:lnTo>
                  <a:lnTo>
                    <a:pt x="296585" y="21847"/>
                  </a:lnTo>
                  <a:lnTo>
                    <a:pt x="297593" y="31641"/>
                  </a:lnTo>
                  <a:lnTo>
                    <a:pt x="295236" y="41462"/>
                  </a:lnTo>
                  <a:lnTo>
                    <a:pt x="223705" y="208429"/>
                  </a:lnTo>
                  <a:lnTo>
                    <a:pt x="327420" y="208429"/>
                  </a:lnTo>
                  <a:lnTo>
                    <a:pt x="357184" y="236529"/>
                  </a:lnTo>
                  <a:lnTo>
                    <a:pt x="356314" y="245357"/>
                  </a:lnTo>
                  <a:lnTo>
                    <a:pt x="352879" y="253557"/>
                  </a:lnTo>
                  <a:lnTo>
                    <a:pt x="347047" y="260518"/>
                  </a:lnTo>
                  <a:lnTo>
                    <a:pt x="108922" y="468878"/>
                  </a:lnTo>
                  <a:lnTo>
                    <a:pt x="100271" y="474136"/>
                  </a:lnTo>
                  <a:lnTo>
                    <a:pt x="90644" y="476203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5534024" y="1076324"/>
              <a:ext cx="1123950" cy="1123950"/>
            </a:xfrm>
            <a:custGeom>
              <a:avLst/>
              <a:gdLst/>
              <a:ahLst/>
              <a:cxnLst/>
              <a:rect l="l" t="t" r="r" b="b"/>
              <a:pathLst>
                <a:path w="1123950" h="1123950">
                  <a:moveTo>
                    <a:pt x="561974" y="1123949"/>
                  </a:moveTo>
                  <a:lnTo>
                    <a:pt x="520637" y="1122427"/>
                  </a:lnTo>
                  <a:lnTo>
                    <a:pt x="479515" y="1117867"/>
                  </a:lnTo>
                  <a:lnTo>
                    <a:pt x="438840" y="1110294"/>
                  </a:lnTo>
                  <a:lnTo>
                    <a:pt x="398841" y="1099751"/>
                  </a:lnTo>
                  <a:lnTo>
                    <a:pt x="359726" y="1086295"/>
                  </a:lnTo>
                  <a:lnTo>
                    <a:pt x="321699" y="1069994"/>
                  </a:lnTo>
                  <a:lnTo>
                    <a:pt x="284974" y="1050940"/>
                  </a:lnTo>
                  <a:lnTo>
                    <a:pt x="249757" y="1029239"/>
                  </a:lnTo>
                  <a:lnTo>
                    <a:pt x="216233" y="1005008"/>
                  </a:lnTo>
                  <a:lnTo>
                    <a:pt x="184575" y="978371"/>
                  </a:lnTo>
                  <a:lnTo>
                    <a:pt x="154963" y="949476"/>
                  </a:lnTo>
                  <a:lnTo>
                    <a:pt x="127562" y="918488"/>
                  </a:lnTo>
                  <a:lnTo>
                    <a:pt x="102514" y="885568"/>
                  </a:lnTo>
                  <a:lnTo>
                    <a:pt x="79952" y="850887"/>
                  </a:lnTo>
                  <a:lnTo>
                    <a:pt x="60002" y="814641"/>
                  </a:lnTo>
                  <a:lnTo>
                    <a:pt x="42777" y="777033"/>
                  </a:lnTo>
                  <a:lnTo>
                    <a:pt x="28364" y="738260"/>
                  </a:lnTo>
                  <a:lnTo>
                    <a:pt x="16840" y="698523"/>
                  </a:lnTo>
                  <a:lnTo>
                    <a:pt x="8272" y="658047"/>
                  </a:lnTo>
                  <a:lnTo>
                    <a:pt x="2705" y="617058"/>
                  </a:lnTo>
                  <a:lnTo>
                    <a:pt x="169" y="575770"/>
                  </a:lnTo>
                  <a:lnTo>
                    <a:pt x="0" y="561974"/>
                  </a:lnTo>
                  <a:lnTo>
                    <a:pt x="169" y="548179"/>
                  </a:lnTo>
                  <a:lnTo>
                    <a:pt x="2705" y="506891"/>
                  </a:lnTo>
                  <a:lnTo>
                    <a:pt x="8272" y="465902"/>
                  </a:lnTo>
                  <a:lnTo>
                    <a:pt x="16840" y="425426"/>
                  </a:lnTo>
                  <a:lnTo>
                    <a:pt x="28364" y="385689"/>
                  </a:lnTo>
                  <a:lnTo>
                    <a:pt x="42777" y="346916"/>
                  </a:lnTo>
                  <a:lnTo>
                    <a:pt x="60003" y="309308"/>
                  </a:lnTo>
                  <a:lnTo>
                    <a:pt x="79952" y="273061"/>
                  </a:lnTo>
                  <a:lnTo>
                    <a:pt x="102514" y="238381"/>
                  </a:lnTo>
                  <a:lnTo>
                    <a:pt x="127562" y="205461"/>
                  </a:lnTo>
                  <a:lnTo>
                    <a:pt x="154963" y="174473"/>
                  </a:lnTo>
                  <a:lnTo>
                    <a:pt x="184575" y="145578"/>
                  </a:lnTo>
                  <a:lnTo>
                    <a:pt x="216233" y="118941"/>
                  </a:lnTo>
                  <a:lnTo>
                    <a:pt x="249757" y="94709"/>
                  </a:lnTo>
                  <a:lnTo>
                    <a:pt x="284974" y="73009"/>
                  </a:lnTo>
                  <a:lnTo>
                    <a:pt x="321699" y="53955"/>
                  </a:lnTo>
                  <a:lnTo>
                    <a:pt x="359726" y="37654"/>
                  </a:lnTo>
                  <a:lnTo>
                    <a:pt x="398841" y="24198"/>
                  </a:lnTo>
                  <a:lnTo>
                    <a:pt x="438840" y="13655"/>
                  </a:lnTo>
                  <a:lnTo>
                    <a:pt x="479515" y="6082"/>
                  </a:lnTo>
                  <a:lnTo>
                    <a:pt x="520637" y="1522"/>
                  </a:lnTo>
                  <a:lnTo>
                    <a:pt x="561974" y="0"/>
                  </a:lnTo>
                  <a:lnTo>
                    <a:pt x="575770" y="169"/>
                  </a:lnTo>
                  <a:lnTo>
                    <a:pt x="617058" y="2706"/>
                  </a:lnTo>
                  <a:lnTo>
                    <a:pt x="658046" y="8272"/>
                  </a:lnTo>
                  <a:lnTo>
                    <a:pt x="698523" y="16841"/>
                  </a:lnTo>
                  <a:lnTo>
                    <a:pt x="738259" y="28364"/>
                  </a:lnTo>
                  <a:lnTo>
                    <a:pt x="777032" y="42777"/>
                  </a:lnTo>
                  <a:lnTo>
                    <a:pt x="814641" y="60003"/>
                  </a:lnTo>
                  <a:lnTo>
                    <a:pt x="850887" y="79952"/>
                  </a:lnTo>
                  <a:lnTo>
                    <a:pt x="885567" y="102514"/>
                  </a:lnTo>
                  <a:lnTo>
                    <a:pt x="918487" y="127562"/>
                  </a:lnTo>
                  <a:lnTo>
                    <a:pt x="949476" y="154963"/>
                  </a:lnTo>
                  <a:lnTo>
                    <a:pt x="978370" y="184575"/>
                  </a:lnTo>
                  <a:lnTo>
                    <a:pt x="1005007" y="216233"/>
                  </a:lnTo>
                  <a:lnTo>
                    <a:pt x="1029238" y="249758"/>
                  </a:lnTo>
                  <a:lnTo>
                    <a:pt x="1050939" y="284974"/>
                  </a:lnTo>
                  <a:lnTo>
                    <a:pt x="1069993" y="321699"/>
                  </a:lnTo>
                  <a:lnTo>
                    <a:pt x="1086294" y="359726"/>
                  </a:lnTo>
                  <a:lnTo>
                    <a:pt x="1099750" y="398842"/>
                  </a:lnTo>
                  <a:lnTo>
                    <a:pt x="1110294" y="438841"/>
                  </a:lnTo>
                  <a:lnTo>
                    <a:pt x="1117867" y="479516"/>
                  </a:lnTo>
                  <a:lnTo>
                    <a:pt x="1122427" y="520637"/>
                  </a:lnTo>
                  <a:lnTo>
                    <a:pt x="1123949" y="561974"/>
                  </a:lnTo>
                  <a:lnTo>
                    <a:pt x="1123780" y="575770"/>
                  </a:lnTo>
                  <a:lnTo>
                    <a:pt x="1121243" y="617058"/>
                  </a:lnTo>
                  <a:lnTo>
                    <a:pt x="1115676" y="658047"/>
                  </a:lnTo>
                  <a:lnTo>
                    <a:pt x="1107108" y="698523"/>
                  </a:lnTo>
                  <a:lnTo>
                    <a:pt x="1095584" y="738260"/>
                  </a:lnTo>
                  <a:lnTo>
                    <a:pt x="1081171" y="777033"/>
                  </a:lnTo>
                  <a:lnTo>
                    <a:pt x="1063945" y="814641"/>
                  </a:lnTo>
                  <a:lnTo>
                    <a:pt x="1043996" y="850887"/>
                  </a:lnTo>
                  <a:lnTo>
                    <a:pt x="1021433" y="885568"/>
                  </a:lnTo>
                  <a:lnTo>
                    <a:pt x="996387" y="918488"/>
                  </a:lnTo>
                  <a:lnTo>
                    <a:pt x="968986" y="949476"/>
                  </a:lnTo>
                  <a:lnTo>
                    <a:pt x="939374" y="978371"/>
                  </a:lnTo>
                  <a:lnTo>
                    <a:pt x="907716" y="1005008"/>
                  </a:lnTo>
                  <a:lnTo>
                    <a:pt x="874190" y="1029239"/>
                  </a:lnTo>
                  <a:lnTo>
                    <a:pt x="838974" y="1050940"/>
                  </a:lnTo>
                  <a:lnTo>
                    <a:pt x="802249" y="1069994"/>
                  </a:lnTo>
                  <a:lnTo>
                    <a:pt x="764222" y="1086295"/>
                  </a:lnTo>
                  <a:lnTo>
                    <a:pt x="725106" y="1099751"/>
                  </a:lnTo>
                  <a:lnTo>
                    <a:pt x="685107" y="1110294"/>
                  </a:lnTo>
                  <a:lnTo>
                    <a:pt x="644433" y="1117867"/>
                  </a:lnTo>
                  <a:lnTo>
                    <a:pt x="603312" y="1122427"/>
                  </a:lnTo>
                  <a:lnTo>
                    <a:pt x="561974" y="11239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5534024" y="1076324"/>
              <a:ext cx="1123950" cy="1123950"/>
            </a:xfrm>
            <a:custGeom>
              <a:avLst/>
              <a:gdLst/>
              <a:ahLst/>
              <a:cxnLst/>
              <a:rect l="l" t="t" r="r" b="b"/>
              <a:pathLst>
                <a:path w="1123950" h="1123950">
                  <a:moveTo>
                    <a:pt x="1123949" y="561974"/>
                  </a:moveTo>
                  <a:lnTo>
                    <a:pt x="1122427" y="603312"/>
                  </a:lnTo>
                  <a:lnTo>
                    <a:pt x="1117867" y="644433"/>
                  </a:lnTo>
                  <a:lnTo>
                    <a:pt x="1110294" y="685108"/>
                  </a:lnTo>
                  <a:lnTo>
                    <a:pt x="1099750" y="725107"/>
                  </a:lnTo>
                  <a:lnTo>
                    <a:pt x="1086294" y="764223"/>
                  </a:lnTo>
                  <a:lnTo>
                    <a:pt x="1069993" y="802250"/>
                  </a:lnTo>
                  <a:lnTo>
                    <a:pt x="1050939" y="838975"/>
                  </a:lnTo>
                  <a:lnTo>
                    <a:pt x="1029238" y="874191"/>
                  </a:lnTo>
                  <a:lnTo>
                    <a:pt x="1005007" y="907716"/>
                  </a:lnTo>
                  <a:lnTo>
                    <a:pt x="978370" y="939374"/>
                  </a:lnTo>
                  <a:lnTo>
                    <a:pt x="949476" y="968986"/>
                  </a:lnTo>
                  <a:lnTo>
                    <a:pt x="918487" y="996387"/>
                  </a:lnTo>
                  <a:lnTo>
                    <a:pt x="885567" y="1021434"/>
                  </a:lnTo>
                  <a:lnTo>
                    <a:pt x="850887" y="1043997"/>
                  </a:lnTo>
                  <a:lnTo>
                    <a:pt x="814641" y="1063946"/>
                  </a:lnTo>
                  <a:lnTo>
                    <a:pt x="777032" y="1081171"/>
                  </a:lnTo>
                  <a:lnTo>
                    <a:pt x="738259" y="1095584"/>
                  </a:lnTo>
                  <a:lnTo>
                    <a:pt x="698523" y="1107108"/>
                  </a:lnTo>
                  <a:lnTo>
                    <a:pt x="658046" y="1115677"/>
                  </a:lnTo>
                  <a:lnTo>
                    <a:pt x="617058" y="1121243"/>
                  </a:lnTo>
                  <a:lnTo>
                    <a:pt x="575770" y="1123780"/>
                  </a:lnTo>
                  <a:lnTo>
                    <a:pt x="561974" y="1123949"/>
                  </a:lnTo>
                  <a:lnTo>
                    <a:pt x="548179" y="1123780"/>
                  </a:lnTo>
                  <a:lnTo>
                    <a:pt x="506891" y="1121243"/>
                  </a:lnTo>
                  <a:lnTo>
                    <a:pt x="465902" y="1115677"/>
                  </a:lnTo>
                  <a:lnTo>
                    <a:pt x="425425" y="1107108"/>
                  </a:lnTo>
                  <a:lnTo>
                    <a:pt x="385689" y="1095584"/>
                  </a:lnTo>
                  <a:lnTo>
                    <a:pt x="346915" y="1081171"/>
                  </a:lnTo>
                  <a:lnTo>
                    <a:pt x="309307" y="1063946"/>
                  </a:lnTo>
                  <a:lnTo>
                    <a:pt x="273061" y="1043997"/>
                  </a:lnTo>
                  <a:lnTo>
                    <a:pt x="238381" y="1021434"/>
                  </a:lnTo>
                  <a:lnTo>
                    <a:pt x="205461" y="996387"/>
                  </a:lnTo>
                  <a:lnTo>
                    <a:pt x="174472" y="968986"/>
                  </a:lnTo>
                  <a:lnTo>
                    <a:pt x="145578" y="939374"/>
                  </a:lnTo>
                  <a:lnTo>
                    <a:pt x="118941" y="907716"/>
                  </a:lnTo>
                  <a:lnTo>
                    <a:pt x="94709" y="874191"/>
                  </a:lnTo>
                  <a:lnTo>
                    <a:pt x="73009" y="838975"/>
                  </a:lnTo>
                  <a:lnTo>
                    <a:pt x="53954" y="802250"/>
                  </a:lnTo>
                  <a:lnTo>
                    <a:pt x="37654" y="764223"/>
                  </a:lnTo>
                  <a:lnTo>
                    <a:pt x="24197" y="725107"/>
                  </a:lnTo>
                  <a:lnTo>
                    <a:pt x="13655" y="685108"/>
                  </a:lnTo>
                  <a:lnTo>
                    <a:pt x="6082" y="644433"/>
                  </a:lnTo>
                  <a:lnTo>
                    <a:pt x="1521" y="603312"/>
                  </a:lnTo>
                  <a:lnTo>
                    <a:pt x="0" y="561974"/>
                  </a:lnTo>
                  <a:lnTo>
                    <a:pt x="169" y="548179"/>
                  </a:lnTo>
                  <a:lnTo>
                    <a:pt x="2705" y="506891"/>
                  </a:lnTo>
                  <a:lnTo>
                    <a:pt x="8272" y="465902"/>
                  </a:lnTo>
                  <a:lnTo>
                    <a:pt x="16840" y="425426"/>
                  </a:lnTo>
                  <a:lnTo>
                    <a:pt x="28364" y="385689"/>
                  </a:lnTo>
                  <a:lnTo>
                    <a:pt x="42777" y="346916"/>
                  </a:lnTo>
                  <a:lnTo>
                    <a:pt x="60003" y="309308"/>
                  </a:lnTo>
                  <a:lnTo>
                    <a:pt x="79952" y="273061"/>
                  </a:lnTo>
                  <a:lnTo>
                    <a:pt x="102514" y="238381"/>
                  </a:lnTo>
                  <a:lnTo>
                    <a:pt x="127562" y="205461"/>
                  </a:lnTo>
                  <a:lnTo>
                    <a:pt x="154963" y="174473"/>
                  </a:lnTo>
                  <a:lnTo>
                    <a:pt x="184575" y="145578"/>
                  </a:lnTo>
                  <a:lnTo>
                    <a:pt x="216233" y="118941"/>
                  </a:lnTo>
                  <a:lnTo>
                    <a:pt x="249757" y="94709"/>
                  </a:lnTo>
                  <a:lnTo>
                    <a:pt x="284974" y="73009"/>
                  </a:lnTo>
                  <a:lnTo>
                    <a:pt x="321699" y="53955"/>
                  </a:lnTo>
                  <a:lnTo>
                    <a:pt x="359726" y="37654"/>
                  </a:lnTo>
                  <a:lnTo>
                    <a:pt x="398841" y="24198"/>
                  </a:lnTo>
                  <a:lnTo>
                    <a:pt x="438840" y="13655"/>
                  </a:lnTo>
                  <a:lnTo>
                    <a:pt x="479515" y="6082"/>
                  </a:lnTo>
                  <a:lnTo>
                    <a:pt x="520637" y="1522"/>
                  </a:lnTo>
                  <a:lnTo>
                    <a:pt x="561974" y="0"/>
                  </a:lnTo>
                  <a:lnTo>
                    <a:pt x="575770" y="169"/>
                  </a:lnTo>
                  <a:lnTo>
                    <a:pt x="617058" y="2706"/>
                  </a:lnTo>
                  <a:lnTo>
                    <a:pt x="658046" y="8272"/>
                  </a:lnTo>
                  <a:lnTo>
                    <a:pt x="698523" y="16841"/>
                  </a:lnTo>
                  <a:lnTo>
                    <a:pt x="738259" y="28364"/>
                  </a:lnTo>
                  <a:lnTo>
                    <a:pt x="777032" y="42777"/>
                  </a:lnTo>
                  <a:lnTo>
                    <a:pt x="814641" y="60003"/>
                  </a:lnTo>
                  <a:lnTo>
                    <a:pt x="850887" y="79952"/>
                  </a:lnTo>
                  <a:lnTo>
                    <a:pt x="885567" y="102514"/>
                  </a:lnTo>
                  <a:lnTo>
                    <a:pt x="918487" y="127562"/>
                  </a:lnTo>
                  <a:lnTo>
                    <a:pt x="949476" y="154963"/>
                  </a:lnTo>
                  <a:lnTo>
                    <a:pt x="978370" y="184575"/>
                  </a:lnTo>
                  <a:lnTo>
                    <a:pt x="1005007" y="216233"/>
                  </a:lnTo>
                  <a:lnTo>
                    <a:pt x="1029238" y="249758"/>
                  </a:lnTo>
                  <a:lnTo>
                    <a:pt x="1050939" y="284974"/>
                  </a:lnTo>
                  <a:lnTo>
                    <a:pt x="1069993" y="321699"/>
                  </a:lnTo>
                  <a:lnTo>
                    <a:pt x="1086294" y="359726"/>
                  </a:lnTo>
                  <a:lnTo>
                    <a:pt x="1099750" y="398842"/>
                  </a:lnTo>
                  <a:lnTo>
                    <a:pt x="1110294" y="438841"/>
                  </a:lnTo>
                  <a:lnTo>
                    <a:pt x="1117867" y="479516"/>
                  </a:lnTo>
                  <a:lnTo>
                    <a:pt x="1122427" y="520637"/>
                  </a:lnTo>
                  <a:lnTo>
                    <a:pt x="1123949" y="561974"/>
                  </a:lnTo>
                  <a:close/>
                </a:path>
              </a:pathLst>
            </a:custGeom>
            <a:ln w="19049">
              <a:solidFill>
                <a:srgbClr val="0053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5857874" y="140017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109388" y="431601"/>
                  </a:moveTo>
                  <a:lnTo>
                    <a:pt x="104179" y="431601"/>
                  </a:lnTo>
                  <a:lnTo>
                    <a:pt x="81025" y="426917"/>
                  </a:lnTo>
                  <a:lnTo>
                    <a:pt x="62100" y="414149"/>
                  </a:lnTo>
                  <a:lnTo>
                    <a:pt x="49332" y="395224"/>
                  </a:lnTo>
                  <a:lnTo>
                    <a:pt x="44648" y="372070"/>
                  </a:lnTo>
                  <a:lnTo>
                    <a:pt x="44648" y="365187"/>
                  </a:lnTo>
                  <a:lnTo>
                    <a:pt x="45857" y="358489"/>
                  </a:lnTo>
                  <a:lnTo>
                    <a:pt x="47997" y="352350"/>
                  </a:lnTo>
                  <a:lnTo>
                    <a:pt x="28646" y="341479"/>
                  </a:lnTo>
                  <a:lnTo>
                    <a:pt x="13464" y="325515"/>
                  </a:lnTo>
                  <a:lnTo>
                    <a:pt x="3549" y="305574"/>
                  </a:lnTo>
                  <a:lnTo>
                    <a:pt x="0" y="282773"/>
                  </a:lnTo>
                  <a:lnTo>
                    <a:pt x="3111" y="261421"/>
                  </a:lnTo>
                  <a:lnTo>
                    <a:pt x="11848" y="242485"/>
                  </a:lnTo>
                  <a:lnTo>
                    <a:pt x="25310" y="226880"/>
                  </a:lnTo>
                  <a:lnTo>
                    <a:pt x="42602" y="215521"/>
                  </a:lnTo>
                  <a:lnTo>
                    <a:pt x="37182" y="207436"/>
                  </a:lnTo>
                  <a:lnTo>
                    <a:pt x="33149" y="198487"/>
                  </a:lnTo>
                  <a:lnTo>
                    <a:pt x="30633" y="188824"/>
                  </a:lnTo>
                  <a:lnTo>
                    <a:pt x="29765" y="178593"/>
                  </a:lnTo>
                  <a:lnTo>
                    <a:pt x="33323" y="158272"/>
                  </a:lnTo>
                  <a:lnTo>
                    <a:pt x="43160" y="140968"/>
                  </a:lnTo>
                  <a:lnTo>
                    <a:pt x="58019" y="127919"/>
                  </a:lnTo>
                  <a:lnTo>
                    <a:pt x="76646" y="120364"/>
                  </a:lnTo>
                  <a:lnTo>
                    <a:pt x="75158" y="115248"/>
                  </a:lnTo>
                  <a:lnTo>
                    <a:pt x="74414" y="109760"/>
                  </a:lnTo>
                  <a:lnTo>
                    <a:pt x="74414" y="104179"/>
                  </a:lnTo>
                  <a:lnTo>
                    <a:pt x="77810" y="84336"/>
                  </a:lnTo>
                  <a:lnTo>
                    <a:pt x="87215" y="67309"/>
                  </a:lnTo>
                  <a:lnTo>
                    <a:pt x="101451" y="54277"/>
                  </a:lnTo>
                  <a:lnTo>
                    <a:pt x="119341" y="46415"/>
                  </a:lnTo>
                  <a:lnTo>
                    <a:pt x="124833" y="28175"/>
                  </a:lnTo>
                  <a:lnTo>
                    <a:pt x="136212" y="13441"/>
                  </a:lnTo>
                  <a:lnTo>
                    <a:pt x="152108" y="3589"/>
                  </a:lnTo>
                  <a:lnTo>
                    <a:pt x="171152" y="0"/>
                  </a:lnTo>
                  <a:lnTo>
                    <a:pt x="191417" y="4097"/>
                  </a:lnTo>
                  <a:lnTo>
                    <a:pt x="207975" y="15266"/>
                  </a:lnTo>
                  <a:lnTo>
                    <a:pt x="219145" y="31825"/>
                  </a:lnTo>
                  <a:lnTo>
                    <a:pt x="223242" y="52089"/>
                  </a:lnTo>
                  <a:lnTo>
                    <a:pt x="223242" y="424160"/>
                  </a:lnTo>
                  <a:lnTo>
                    <a:pt x="222132" y="429648"/>
                  </a:lnTo>
                  <a:lnTo>
                    <a:pt x="119341" y="429648"/>
                  </a:lnTo>
                  <a:lnTo>
                    <a:pt x="114504" y="430950"/>
                  </a:lnTo>
                  <a:lnTo>
                    <a:pt x="109388" y="431601"/>
                  </a:lnTo>
                  <a:close/>
                </a:path>
                <a:path w="476250" h="476250">
                  <a:moveTo>
                    <a:pt x="171152" y="476250"/>
                  </a:moveTo>
                  <a:lnTo>
                    <a:pt x="152108" y="472657"/>
                  </a:lnTo>
                  <a:lnTo>
                    <a:pt x="136212" y="462785"/>
                  </a:lnTo>
                  <a:lnTo>
                    <a:pt x="124833" y="447995"/>
                  </a:lnTo>
                  <a:lnTo>
                    <a:pt x="119341" y="429648"/>
                  </a:lnTo>
                  <a:lnTo>
                    <a:pt x="222132" y="429648"/>
                  </a:lnTo>
                  <a:lnTo>
                    <a:pt x="219145" y="444424"/>
                  </a:lnTo>
                  <a:lnTo>
                    <a:pt x="207975" y="460983"/>
                  </a:lnTo>
                  <a:lnTo>
                    <a:pt x="191417" y="472152"/>
                  </a:lnTo>
                  <a:lnTo>
                    <a:pt x="171152" y="476250"/>
                  </a:lnTo>
                  <a:close/>
                </a:path>
                <a:path w="476250" h="476250">
                  <a:moveTo>
                    <a:pt x="305097" y="476250"/>
                  </a:moveTo>
                  <a:lnTo>
                    <a:pt x="284832" y="472152"/>
                  </a:lnTo>
                  <a:lnTo>
                    <a:pt x="268274" y="460983"/>
                  </a:lnTo>
                  <a:lnTo>
                    <a:pt x="257104" y="444424"/>
                  </a:lnTo>
                  <a:lnTo>
                    <a:pt x="253007" y="424160"/>
                  </a:lnTo>
                  <a:lnTo>
                    <a:pt x="253007" y="52089"/>
                  </a:lnTo>
                  <a:lnTo>
                    <a:pt x="257104" y="31825"/>
                  </a:lnTo>
                  <a:lnTo>
                    <a:pt x="268274" y="15266"/>
                  </a:lnTo>
                  <a:lnTo>
                    <a:pt x="284832" y="4097"/>
                  </a:lnTo>
                  <a:lnTo>
                    <a:pt x="305097" y="0"/>
                  </a:lnTo>
                  <a:lnTo>
                    <a:pt x="324128" y="3589"/>
                  </a:lnTo>
                  <a:lnTo>
                    <a:pt x="340002" y="13441"/>
                  </a:lnTo>
                  <a:lnTo>
                    <a:pt x="351376" y="28175"/>
                  </a:lnTo>
                  <a:lnTo>
                    <a:pt x="356908" y="46415"/>
                  </a:lnTo>
                  <a:lnTo>
                    <a:pt x="374837" y="54264"/>
                  </a:lnTo>
                  <a:lnTo>
                    <a:pt x="389069" y="67274"/>
                  </a:lnTo>
                  <a:lnTo>
                    <a:pt x="398452" y="84297"/>
                  </a:lnTo>
                  <a:lnTo>
                    <a:pt x="401835" y="104179"/>
                  </a:lnTo>
                  <a:lnTo>
                    <a:pt x="401835" y="109760"/>
                  </a:lnTo>
                  <a:lnTo>
                    <a:pt x="401091" y="115248"/>
                  </a:lnTo>
                  <a:lnTo>
                    <a:pt x="399603" y="120364"/>
                  </a:lnTo>
                  <a:lnTo>
                    <a:pt x="418230" y="127880"/>
                  </a:lnTo>
                  <a:lnTo>
                    <a:pt x="433089" y="140933"/>
                  </a:lnTo>
                  <a:lnTo>
                    <a:pt x="442926" y="158259"/>
                  </a:lnTo>
                  <a:lnTo>
                    <a:pt x="446484" y="178593"/>
                  </a:lnTo>
                  <a:lnTo>
                    <a:pt x="445616" y="188824"/>
                  </a:lnTo>
                  <a:lnTo>
                    <a:pt x="443100" y="198487"/>
                  </a:lnTo>
                  <a:lnTo>
                    <a:pt x="439067" y="207436"/>
                  </a:lnTo>
                  <a:lnTo>
                    <a:pt x="433647" y="215521"/>
                  </a:lnTo>
                  <a:lnTo>
                    <a:pt x="450939" y="226880"/>
                  </a:lnTo>
                  <a:lnTo>
                    <a:pt x="464401" y="242485"/>
                  </a:lnTo>
                  <a:lnTo>
                    <a:pt x="473138" y="261421"/>
                  </a:lnTo>
                  <a:lnTo>
                    <a:pt x="476250" y="282773"/>
                  </a:lnTo>
                  <a:lnTo>
                    <a:pt x="472700" y="305574"/>
                  </a:lnTo>
                  <a:lnTo>
                    <a:pt x="462785" y="325515"/>
                  </a:lnTo>
                  <a:lnTo>
                    <a:pt x="447603" y="341479"/>
                  </a:lnTo>
                  <a:lnTo>
                    <a:pt x="428252" y="352350"/>
                  </a:lnTo>
                  <a:lnTo>
                    <a:pt x="430392" y="358489"/>
                  </a:lnTo>
                  <a:lnTo>
                    <a:pt x="431601" y="365187"/>
                  </a:lnTo>
                  <a:lnTo>
                    <a:pt x="431601" y="372070"/>
                  </a:lnTo>
                  <a:lnTo>
                    <a:pt x="426917" y="395224"/>
                  </a:lnTo>
                  <a:lnTo>
                    <a:pt x="414149" y="414149"/>
                  </a:lnTo>
                  <a:lnTo>
                    <a:pt x="395224" y="426917"/>
                  </a:lnTo>
                  <a:lnTo>
                    <a:pt x="381725" y="429648"/>
                  </a:lnTo>
                  <a:lnTo>
                    <a:pt x="356908" y="429648"/>
                  </a:lnTo>
                  <a:lnTo>
                    <a:pt x="351416" y="447995"/>
                  </a:lnTo>
                  <a:lnTo>
                    <a:pt x="340037" y="462785"/>
                  </a:lnTo>
                  <a:lnTo>
                    <a:pt x="324141" y="472657"/>
                  </a:lnTo>
                  <a:lnTo>
                    <a:pt x="305097" y="476250"/>
                  </a:lnTo>
                  <a:close/>
                </a:path>
                <a:path w="476250" h="476250">
                  <a:moveTo>
                    <a:pt x="372070" y="431601"/>
                  </a:moveTo>
                  <a:lnTo>
                    <a:pt x="366861" y="431601"/>
                  </a:lnTo>
                  <a:lnTo>
                    <a:pt x="361745" y="430950"/>
                  </a:lnTo>
                  <a:lnTo>
                    <a:pt x="356908" y="429648"/>
                  </a:lnTo>
                  <a:lnTo>
                    <a:pt x="381725" y="429648"/>
                  </a:lnTo>
                  <a:lnTo>
                    <a:pt x="372070" y="431601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6867524" y="1076324"/>
              <a:ext cx="1123950" cy="1123950"/>
            </a:xfrm>
            <a:custGeom>
              <a:avLst/>
              <a:gdLst/>
              <a:ahLst/>
              <a:cxnLst/>
              <a:rect l="l" t="t" r="r" b="b"/>
              <a:pathLst>
                <a:path w="1123950" h="1123950">
                  <a:moveTo>
                    <a:pt x="561974" y="1123949"/>
                  </a:moveTo>
                  <a:lnTo>
                    <a:pt x="520637" y="1122427"/>
                  </a:lnTo>
                  <a:lnTo>
                    <a:pt x="479515" y="1117867"/>
                  </a:lnTo>
                  <a:lnTo>
                    <a:pt x="438840" y="1110294"/>
                  </a:lnTo>
                  <a:lnTo>
                    <a:pt x="398841" y="1099751"/>
                  </a:lnTo>
                  <a:lnTo>
                    <a:pt x="359725" y="1086295"/>
                  </a:lnTo>
                  <a:lnTo>
                    <a:pt x="321698" y="1069994"/>
                  </a:lnTo>
                  <a:lnTo>
                    <a:pt x="284973" y="1050940"/>
                  </a:lnTo>
                  <a:lnTo>
                    <a:pt x="249757" y="1029239"/>
                  </a:lnTo>
                  <a:lnTo>
                    <a:pt x="216232" y="1005008"/>
                  </a:lnTo>
                  <a:lnTo>
                    <a:pt x="184574" y="978371"/>
                  </a:lnTo>
                  <a:lnTo>
                    <a:pt x="154962" y="949476"/>
                  </a:lnTo>
                  <a:lnTo>
                    <a:pt x="127561" y="918488"/>
                  </a:lnTo>
                  <a:lnTo>
                    <a:pt x="102514" y="885568"/>
                  </a:lnTo>
                  <a:lnTo>
                    <a:pt x="79951" y="850887"/>
                  </a:lnTo>
                  <a:lnTo>
                    <a:pt x="60002" y="814641"/>
                  </a:lnTo>
                  <a:lnTo>
                    <a:pt x="42777" y="777033"/>
                  </a:lnTo>
                  <a:lnTo>
                    <a:pt x="28364" y="738260"/>
                  </a:lnTo>
                  <a:lnTo>
                    <a:pt x="16841" y="698523"/>
                  </a:lnTo>
                  <a:lnTo>
                    <a:pt x="8272" y="658047"/>
                  </a:lnTo>
                  <a:lnTo>
                    <a:pt x="2706" y="617058"/>
                  </a:lnTo>
                  <a:lnTo>
                    <a:pt x="169" y="575770"/>
                  </a:lnTo>
                  <a:lnTo>
                    <a:pt x="0" y="561974"/>
                  </a:lnTo>
                  <a:lnTo>
                    <a:pt x="169" y="548179"/>
                  </a:lnTo>
                  <a:lnTo>
                    <a:pt x="2706" y="506891"/>
                  </a:lnTo>
                  <a:lnTo>
                    <a:pt x="8273" y="465902"/>
                  </a:lnTo>
                  <a:lnTo>
                    <a:pt x="16841" y="425426"/>
                  </a:lnTo>
                  <a:lnTo>
                    <a:pt x="28365" y="385689"/>
                  </a:lnTo>
                  <a:lnTo>
                    <a:pt x="42777" y="346916"/>
                  </a:lnTo>
                  <a:lnTo>
                    <a:pt x="60002" y="309308"/>
                  </a:lnTo>
                  <a:lnTo>
                    <a:pt x="79952" y="273061"/>
                  </a:lnTo>
                  <a:lnTo>
                    <a:pt x="102514" y="238381"/>
                  </a:lnTo>
                  <a:lnTo>
                    <a:pt x="127561" y="205461"/>
                  </a:lnTo>
                  <a:lnTo>
                    <a:pt x="154962" y="174473"/>
                  </a:lnTo>
                  <a:lnTo>
                    <a:pt x="184574" y="145578"/>
                  </a:lnTo>
                  <a:lnTo>
                    <a:pt x="216232" y="118941"/>
                  </a:lnTo>
                  <a:lnTo>
                    <a:pt x="249757" y="94709"/>
                  </a:lnTo>
                  <a:lnTo>
                    <a:pt x="284974" y="73009"/>
                  </a:lnTo>
                  <a:lnTo>
                    <a:pt x="321698" y="53955"/>
                  </a:lnTo>
                  <a:lnTo>
                    <a:pt x="359725" y="37654"/>
                  </a:lnTo>
                  <a:lnTo>
                    <a:pt x="398841" y="24198"/>
                  </a:lnTo>
                  <a:lnTo>
                    <a:pt x="438840" y="13655"/>
                  </a:lnTo>
                  <a:lnTo>
                    <a:pt x="479515" y="6082"/>
                  </a:lnTo>
                  <a:lnTo>
                    <a:pt x="520637" y="1522"/>
                  </a:lnTo>
                  <a:lnTo>
                    <a:pt x="561974" y="0"/>
                  </a:lnTo>
                  <a:lnTo>
                    <a:pt x="575770" y="169"/>
                  </a:lnTo>
                  <a:lnTo>
                    <a:pt x="617058" y="2706"/>
                  </a:lnTo>
                  <a:lnTo>
                    <a:pt x="658047" y="8272"/>
                  </a:lnTo>
                  <a:lnTo>
                    <a:pt x="698523" y="16841"/>
                  </a:lnTo>
                  <a:lnTo>
                    <a:pt x="738259" y="28364"/>
                  </a:lnTo>
                  <a:lnTo>
                    <a:pt x="777032" y="42777"/>
                  </a:lnTo>
                  <a:lnTo>
                    <a:pt x="814641" y="60003"/>
                  </a:lnTo>
                  <a:lnTo>
                    <a:pt x="850887" y="79952"/>
                  </a:lnTo>
                  <a:lnTo>
                    <a:pt x="885567" y="102514"/>
                  </a:lnTo>
                  <a:lnTo>
                    <a:pt x="918488" y="127562"/>
                  </a:lnTo>
                  <a:lnTo>
                    <a:pt x="949475" y="154963"/>
                  </a:lnTo>
                  <a:lnTo>
                    <a:pt x="978370" y="184575"/>
                  </a:lnTo>
                  <a:lnTo>
                    <a:pt x="1005008" y="216233"/>
                  </a:lnTo>
                  <a:lnTo>
                    <a:pt x="1029238" y="249758"/>
                  </a:lnTo>
                  <a:lnTo>
                    <a:pt x="1050939" y="284974"/>
                  </a:lnTo>
                  <a:lnTo>
                    <a:pt x="1069994" y="321699"/>
                  </a:lnTo>
                  <a:lnTo>
                    <a:pt x="1086294" y="359726"/>
                  </a:lnTo>
                  <a:lnTo>
                    <a:pt x="1099750" y="398842"/>
                  </a:lnTo>
                  <a:lnTo>
                    <a:pt x="1110293" y="438841"/>
                  </a:lnTo>
                  <a:lnTo>
                    <a:pt x="1117867" y="479516"/>
                  </a:lnTo>
                  <a:lnTo>
                    <a:pt x="1122427" y="520637"/>
                  </a:lnTo>
                  <a:lnTo>
                    <a:pt x="1123949" y="561974"/>
                  </a:lnTo>
                  <a:lnTo>
                    <a:pt x="1123781" y="575770"/>
                  </a:lnTo>
                  <a:lnTo>
                    <a:pt x="1121243" y="617058"/>
                  </a:lnTo>
                  <a:lnTo>
                    <a:pt x="1115676" y="658047"/>
                  </a:lnTo>
                  <a:lnTo>
                    <a:pt x="1107108" y="698523"/>
                  </a:lnTo>
                  <a:lnTo>
                    <a:pt x="1095583" y="738260"/>
                  </a:lnTo>
                  <a:lnTo>
                    <a:pt x="1081171" y="777033"/>
                  </a:lnTo>
                  <a:lnTo>
                    <a:pt x="1063946" y="814641"/>
                  </a:lnTo>
                  <a:lnTo>
                    <a:pt x="1043996" y="850887"/>
                  </a:lnTo>
                  <a:lnTo>
                    <a:pt x="1021434" y="885568"/>
                  </a:lnTo>
                  <a:lnTo>
                    <a:pt x="996386" y="918488"/>
                  </a:lnTo>
                  <a:lnTo>
                    <a:pt x="968986" y="949476"/>
                  </a:lnTo>
                  <a:lnTo>
                    <a:pt x="939373" y="978371"/>
                  </a:lnTo>
                  <a:lnTo>
                    <a:pt x="907715" y="1005008"/>
                  </a:lnTo>
                  <a:lnTo>
                    <a:pt x="874190" y="1029239"/>
                  </a:lnTo>
                  <a:lnTo>
                    <a:pt x="838974" y="1050940"/>
                  </a:lnTo>
                  <a:lnTo>
                    <a:pt x="802250" y="1069994"/>
                  </a:lnTo>
                  <a:lnTo>
                    <a:pt x="764222" y="1086295"/>
                  </a:lnTo>
                  <a:lnTo>
                    <a:pt x="725107" y="1099751"/>
                  </a:lnTo>
                  <a:lnTo>
                    <a:pt x="685108" y="1110294"/>
                  </a:lnTo>
                  <a:lnTo>
                    <a:pt x="644433" y="1117867"/>
                  </a:lnTo>
                  <a:lnTo>
                    <a:pt x="603312" y="1122427"/>
                  </a:lnTo>
                  <a:lnTo>
                    <a:pt x="561974" y="11239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867524" y="1076324"/>
              <a:ext cx="1123950" cy="1123950"/>
            </a:xfrm>
            <a:custGeom>
              <a:avLst/>
              <a:gdLst/>
              <a:ahLst/>
              <a:cxnLst/>
              <a:rect l="l" t="t" r="r" b="b"/>
              <a:pathLst>
                <a:path w="1123950" h="1123950">
                  <a:moveTo>
                    <a:pt x="1123949" y="561974"/>
                  </a:moveTo>
                  <a:lnTo>
                    <a:pt x="1122427" y="603312"/>
                  </a:lnTo>
                  <a:lnTo>
                    <a:pt x="1117867" y="644433"/>
                  </a:lnTo>
                  <a:lnTo>
                    <a:pt x="1110294" y="685108"/>
                  </a:lnTo>
                  <a:lnTo>
                    <a:pt x="1099750" y="725107"/>
                  </a:lnTo>
                  <a:lnTo>
                    <a:pt x="1086294" y="764223"/>
                  </a:lnTo>
                  <a:lnTo>
                    <a:pt x="1069994" y="802250"/>
                  </a:lnTo>
                  <a:lnTo>
                    <a:pt x="1050939" y="838975"/>
                  </a:lnTo>
                  <a:lnTo>
                    <a:pt x="1029238" y="874191"/>
                  </a:lnTo>
                  <a:lnTo>
                    <a:pt x="1005008" y="907716"/>
                  </a:lnTo>
                  <a:lnTo>
                    <a:pt x="978370" y="939374"/>
                  </a:lnTo>
                  <a:lnTo>
                    <a:pt x="949475" y="968986"/>
                  </a:lnTo>
                  <a:lnTo>
                    <a:pt x="918487" y="996387"/>
                  </a:lnTo>
                  <a:lnTo>
                    <a:pt x="885567" y="1021434"/>
                  </a:lnTo>
                  <a:lnTo>
                    <a:pt x="850887" y="1043997"/>
                  </a:lnTo>
                  <a:lnTo>
                    <a:pt x="814641" y="1063946"/>
                  </a:lnTo>
                  <a:lnTo>
                    <a:pt x="777032" y="1081171"/>
                  </a:lnTo>
                  <a:lnTo>
                    <a:pt x="738259" y="1095584"/>
                  </a:lnTo>
                  <a:lnTo>
                    <a:pt x="698523" y="1107108"/>
                  </a:lnTo>
                  <a:lnTo>
                    <a:pt x="658047" y="1115677"/>
                  </a:lnTo>
                  <a:lnTo>
                    <a:pt x="617058" y="1121243"/>
                  </a:lnTo>
                  <a:lnTo>
                    <a:pt x="575770" y="1123780"/>
                  </a:lnTo>
                  <a:lnTo>
                    <a:pt x="561974" y="1123949"/>
                  </a:lnTo>
                  <a:lnTo>
                    <a:pt x="548179" y="1123780"/>
                  </a:lnTo>
                  <a:lnTo>
                    <a:pt x="506891" y="1121243"/>
                  </a:lnTo>
                  <a:lnTo>
                    <a:pt x="465901" y="1115677"/>
                  </a:lnTo>
                  <a:lnTo>
                    <a:pt x="425425" y="1107108"/>
                  </a:lnTo>
                  <a:lnTo>
                    <a:pt x="385688" y="1095584"/>
                  </a:lnTo>
                  <a:lnTo>
                    <a:pt x="346915" y="1081171"/>
                  </a:lnTo>
                  <a:lnTo>
                    <a:pt x="309307" y="1063946"/>
                  </a:lnTo>
                  <a:lnTo>
                    <a:pt x="273061" y="1043997"/>
                  </a:lnTo>
                  <a:lnTo>
                    <a:pt x="238381" y="1021434"/>
                  </a:lnTo>
                  <a:lnTo>
                    <a:pt x="205461" y="996387"/>
                  </a:lnTo>
                  <a:lnTo>
                    <a:pt x="174472" y="968986"/>
                  </a:lnTo>
                  <a:lnTo>
                    <a:pt x="145578" y="939374"/>
                  </a:lnTo>
                  <a:lnTo>
                    <a:pt x="118940" y="907716"/>
                  </a:lnTo>
                  <a:lnTo>
                    <a:pt x="94708" y="874191"/>
                  </a:lnTo>
                  <a:lnTo>
                    <a:pt x="73009" y="838975"/>
                  </a:lnTo>
                  <a:lnTo>
                    <a:pt x="53954" y="802250"/>
                  </a:lnTo>
                  <a:lnTo>
                    <a:pt x="37654" y="764223"/>
                  </a:lnTo>
                  <a:lnTo>
                    <a:pt x="24198" y="725107"/>
                  </a:lnTo>
                  <a:lnTo>
                    <a:pt x="13655" y="685108"/>
                  </a:lnTo>
                  <a:lnTo>
                    <a:pt x="6082" y="644433"/>
                  </a:lnTo>
                  <a:lnTo>
                    <a:pt x="1522" y="603312"/>
                  </a:lnTo>
                  <a:lnTo>
                    <a:pt x="0" y="561974"/>
                  </a:lnTo>
                  <a:lnTo>
                    <a:pt x="169" y="548179"/>
                  </a:lnTo>
                  <a:lnTo>
                    <a:pt x="2706" y="506891"/>
                  </a:lnTo>
                  <a:lnTo>
                    <a:pt x="8273" y="465902"/>
                  </a:lnTo>
                  <a:lnTo>
                    <a:pt x="16841" y="425426"/>
                  </a:lnTo>
                  <a:lnTo>
                    <a:pt x="28365" y="385689"/>
                  </a:lnTo>
                  <a:lnTo>
                    <a:pt x="42777" y="346916"/>
                  </a:lnTo>
                  <a:lnTo>
                    <a:pt x="60002" y="309308"/>
                  </a:lnTo>
                  <a:lnTo>
                    <a:pt x="79952" y="273061"/>
                  </a:lnTo>
                  <a:lnTo>
                    <a:pt x="102514" y="238381"/>
                  </a:lnTo>
                  <a:lnTo>
                    <a:pt x="127561" y="205461"/>
                  </a:lnTo>
                  <a:lnTo>
                    <a:pt x="154962" y="174473"/>
                  </a:lnTo>
                  <a:lnTo>
                    <a:pt x="184574" y="145578"/>
                  </a:lnTo>
                  <a:lnTo>
                    <a:pt x="216232" y="118941"/>
                  </a:lnTo>
                  <a:lnTo>
                    <a:pt x="249757" y="94709"/>
                  </a:lnTo>
                  <a:lnTo>
                    <a:pt x="284974" y="73009"/>
                  </a:lnTo>
                  <a:lnTo>
                    <a:pt x="321698" y="53955"/>
                  </a:lnTo>
                  <a:lnTo>
                    <a:pt x="359725" y="37654"/>
                  </a:lnTo>
                  <a:lnTo>
                    <a:pt x="398841" y="24198"/>
                  </a:lnTo>
                  <a:lnTo>
                    <a:pt x="438840" y="13655"/>
                  </a:lnTo>
                  <a:lnTo>
                    <a:pt x="479515" y="6082"/>
                  </a:lnTo>
                  <a:lnTo>
                    <a:pt x="520637" y="1522"/>
                  </a:lnTo>
                  <a:lnTo>
                    <a:pt x="561974" y="0"/>
                  </a:lnTo>
                  <a:lnTo>
                    <a:pt x="575770" y="169"/>
                  </a:lnTo>
                  <a:lnTo>
                    <a:pt x="617058" y="2706"/>
                  </a:lnTo>
                  <a:lnTo>
                    <a:pt x="658047" y="8272"/>
                  </a:lnTo>
                  <a:lnTo>
                    <a:pt x="698523" y="16841"/>
                  </a:lnTo>
                  <a:lnTo>
                    <a:pt x="738259" y="28364"/>
                  </a:lnTo>
                  <a:lnTo>
                    <a:pt x="777032" y="42777"/>
                  </a:lnTo>
                  <a:lnTo>
                    <a:pt x="814641" y="60003"/>
                  </a:lnTo>
                  <a:lnTo>
                    <a:pt x="850887" y="79952"/>
                  </a:lnTo>
                  <a:lnTo>
                    <a:pt x="885567" y="102514"/>
                  </a:lnTo>
                  <a:lnTo>
                    <a:pt x="918488" y="127562"/>
                  </a:lnTo>
                  <a:lnTo>
                    <a:pt x="949475" y="154963"/>
                  </a:lnTo>
                  <a:lnTo>
                    <a:pt x="978370" y="184575"/>
                  </a:lnTo>
                  <a:lnTo>
                    <a:pt x="1005008" y="216233"/>
                  </a:lnTo>
                  <a:lnTo>
                    <a:pt x="1029238" y="249758"/>
                  </a:lnTo>
                  <a:lnTo>
                    <a:pt x="1050939" y="284974"/>
                  </a:lnTo>
                  <a:lnTo>
                    <a:pt x="1069994" y="321699"/>
                  </a:lnTo>
                  <a:lnTo>
                    <a:pt x="1086294" y="359726"/>
                  </a:lnTo>
                  <a:lnTo>
                    <a:pt x="1099750" y="398842"/>
                  </a:lnTo>
                  <a:lnTo>
                    <a:pt x="1110293" y="438841"/>
                  </a:lnTo>
                  <a:lnTo>
                    <a:pt x="1117867" y="479516"/>
                  </a:lnTo>
                  <a:lnTo>
                    <a:pt x="1122427" y="520637"/>
                  </a:lnTo>
                  <a:lnTo>
                    <a:pt x="1123949" y="561974"/>
                  </a:lnTo>
                  <a:close/>
                </a:path>
              </a:pathLst>
            </a:custGeom>
            <a:ln w="19049">
              <a:solidFill>
                <a:srgbClr val="0053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7191375" y="1400174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327421" y="178593"/>
                  </a:moveTo>
                  <a:lnTo>
                    <a:pt x="29765" y="178593"/>
                  </a:lnTo>
                  <a:lnTo>
                    <a:pt x="18168" y="176258"/>
                  </a:lnTo>
                  <a:lnTo>
                    <a:pt x="8708" y="169884"/>
                  </a:lnTo>
                  <a:lnTo>
                    <a:pt x="2335" y="160424"/>
                  </a:lnTo>
                  <a:lnTo>
                    <a:pt x="0" y="148828"/>
                  </a:lnTo>
                  <a:lnTo>
                    <a:pt x="2335" y="137231"/>
                  </a:lnTo>
                  <a:lnTo>
                    <a:pt x="8708" y="127771"/>
                  </a:lnTo>
                  <a:lnTo>
                    <a:pt x="18168" y="121398"/>
                  </a:lnTo>
                  <a:lnTo>
                    <a:pt x="29765" y="119062"/>
                  </a:lnTo>
                  <a:lnTo>
                    <a:pt x="327421" y="119062"/>
                  </a:lnTo>
                  <a:lnTo>
                    <a:pt x="339018" y="116726"/>
                  </a:lnTo>
                  <a:lnTo>
                    <a:pt x="348478" y="110353"/>
                  </a:lnTo>
                  <a:lnTo>
                    <a:pt x="354851" y="100893"/>
                  </a:lnTo>
                  <a:lnTo>
                    <a:pt x="357187" y="89296"/>
                  </a:lnTo>
                  <a:lnTo>
                    <a:pt x="354851" y="77700"/>
                  </a:lnTo>
                  <a:lnTo>
                    <a:pt x="348478" y="68240"/>
                  </a:lnTo>
                  <a:lnTo>
                    <a:pt x="339018" y="61866"/>
                  </a:lnTo>
                  <a:lnTo>
                    <a:pt x="327421" y="59531"/>
                  </a:lnTo>
                  <a:lnTo>
                    <a:pt x="297656" y="59531"/>
                  </a:lnTo>
                  <a:lnTo>
                    <a:pt x="286059" y="57195"/>
                  </a:lnTo>
                  <a:lnTo>
                    <a:pt x="276599" y="50822"/>
                  </a:lnTo>
                  <a:lnTo>
                    <a:pt x="270226" y="41362"/>
                  </a:lnTo>
                  <a:lnTo>
                    <a:pt x="267890" y="29765"/>
                  </a:lnTo>
                  <a:lnTo>
                    <a:pt x="270226" y="18168"/>
                  </a:lnTo>
                  <a:lnTo>
                    <a:pt x="276599" y="8708"/>
                  </a:lnTo>
                  <a:lnTo>
                    <a:pt x="286059" y="2335"/>
                  </a:lnTo>
                  <a:lnTo>
                    <a:pt x="297656" y="0"/>
                  </a:lnTo>
                  <a:lnTo>
                    <a:pt x="327421" y="0"/>
                  </a:lnTo>
                  <a:lnTo>
                    <a:pt x="362172" y="7019"/>
                  </a:lnTo>
                  <a:lnTo>
                    <a:pt x="390557" y="26161"/>
                  </a:lnTo>
                  <a:lnTo>
                    <a:pt x="409698" y="54546"/>
                  </a:lnTo>
                  <a:lnTo>
                    <a:pt x="416718" y="89296"/>
                  </a:lnTo>
                  <a:lnTo>
                    <a:pt x="409698" y="124047"/>
                  </a:lnTo>
                  <a:lnTo>
                    <a:pt x="390557" y="152432"/>
                  </a:lnTo>
                  <a:lnTo>
                    <a:pt x="362172" y="171573"/>
                  </a:lnTo>
                  <a:lnTo>
                    <a:pt x="327421" y="178593"/>
                  </a:lnTo>
                  <a:close/>
                </a:path>
                <a:path w="476250" h="476250">
                  <a:moveTo>
                    <a:pt x="386953" y="386953"/>
                  </a:moveTo>
                  <a:lnTo>
                    <a:pt x="357187" y="386953"/>
                  </a:lnTo>
                  <a:lnTo>
                    <a:pt x="345590" y="384617"/>
                  </a:lnTo>
                  <a:lnTo>
                    <a:pt x="336130" y="378244"/>
                  </a:lnTo>
                  <a:lnTo>
                    <a:pt x="329757" y="368784"/>
                  </a:lnTo>
                  <a:lnTo>
                    <a:pt x="327421" y="357187"/>
                  </a:lnTo>
                  <a:lnTo>
                    <a:pt x="329757" y="345590"/>
                  </a:lnTo>
                  <a:lnTo>
                    <a:pt x="336130" y="336130"/>
                  </a:lnTo>
                  <a:lnTo>
                    <a:pt x="345590" y="329757"/>
                  </a:lnTo>
                  <a:lnTo>
                    <a:pt x="357187" y="327421"/>
                  </a:lnTo>
                  <a:lnTo>
                    <a:pt x="386953" y="327421"/>
                  </a:lnTo>
                  <a:lnTo>
                    <a:pt x="398549" y="325086"/>
                  </a:lnTo>
                  <a:lnTo>
                    <a:pt x="408009" y="318713"/>
                  </a:lnTo>
                  <a:lnTo>
                    <a:pt x="414383" y="309252"/>
                  </a:lnTo>
                  <a:lnTo>
                    <a:pt x="416718" y="297656"/>
                  </a:lnTo>
                  <a:lnTo>
                    <a:pt x="414383" y="286059"/>
                  </a:lnTo>
                  <a:lnTo>
                    <a:pt x="408009" y="276599"/>
                  </a:lnTo>
                  <a:lnTo>
                    <a:pt x="398549" y="270226"/>
                  </a:lnTo>
                  <a:lnTo>
                    <a:pt x="386953" y="267890"/>
                  </a:lnTo>
                  <a:lnTo>
                    <a:pt x="29765" y="267890"/>
                  </a:lnTo>
                  <a:lnTo>
                    <a:pt x="18168" y="265555"/>
                  </a:lnTo>
                  <a:lnTo>
                    <a:pt x="8708" y="259181"/>
                  </a:lnTo>
                  <a:lnTo>
                    <a:pt x="2335" y="249721"/>
                  </a:lnTo>
                  <a:lnTo>
                    <a:pt x="0" y="238125"/>
                  </a:lnTo>
                  <a:lnTo>
                    <a:pt x="2335" y="226528"/>
                  </a:lnTo>
                  <a:lnTo>
                    <a:pt x="8708" y="217068"/>
                  </a:lnTo>
                  <a:lnTo>
                    <a:pt x="18168" y="210694"/>
                  </a:lnTo>
                  <a:lnTo>
                    <a:pt x="29765" y="208359"/>
                  </a:lnTo>
                  <a:lnTo>
                    <a:pt x="386953" y="208359"/>
                  </a:lnTo>
                  <a:lnTo>
                    <a:pt x="421703" y="215379"/>
                  </a:lnTo>
                  <a:lnTo>
                    <a:pt x="450088" y="234520"/>
                  </a:lnTo>
                  <a:lnTo>
                    <a:pt x="469230" y="262905"/>
                  </a:lnTo>
                  <a:lnTo>
                    <a:pt x="476250" y="297656"/>
                  </a:lnTo>
                  <a:lnTo>
                    <a:pt x="469230" y="332407"/>
                  </a:lnTo>
                  <a:lnTo>
                    <a:pt x="450088" y="360791"/>
                  </a:lnTo>
                  <a:lnTo>
                    <a:pt x="421703" y="379933"/>
                  </a:lnTo>
                  <a:lnTo>
                    <a:pt x="386953" y="386953"/>
                  </a:lnTo>
                  <a:close/>
                </a:path>
                <a:path w="476250" h="476250">
                  <a:moveTo>
                    <a:pt x="148828" y="476250"/>
                  </a:moveTo>
                  <a:lnTo>
                    <a:pt x="119062" y="476250"/>
                  </a:lnTo>
                  <a:lnTo>
                    <a:pt x="107465" y="473914"/>
                  </a:lnTo>
                  <a:lnTo>
                    <a:pt x="98005" y="467541"/>
                  </a:lnTo>
                  <a:lnTo>
                    <a:pt x="91632" y="458081"/>
                  </a:lnTo>
                  <a:lnTo>
                    <a:pt x="89296" y="446484"/>
                  </a:lnTo>
                  <a:lnTo>
                    <a:pt x="91632" y="434887"/>
                  </a:lnTo>
                  <a:lnTo>
                    <a:pt x="98005" y="425427"/>
                  </a:lnTo>
                  <a:lnTo>
                    <a:pt x="107465" y="419054"/>
                  </a:lnTo>
                  <a:lnTo>
                    <a:pt x="119062" y="416718"/>
                  </a:lnTo>
                  <a:lnTo>
                    <a:pt x="148828" y="416718"/>
                  </a:lnTo>
                  <a:lnTo>
                    <a:pt x="160424" y="414383"/>
                  </a:lnTo>
                  <a:lnTo>
                    <a:pt x="169884" y="408009"/>
                  </a:lnTo>
                  <a:lnTo>
                    <a:pt x="176258" y="398549"/>
                  </a:lnTo>
                  <a:lnTo>
                    <a:pt x="178593" y="386953"/>
                  </a:lnTo>
                  <a:lnTo>
                    <a:pt x="176258" y="375356"/>
                  </a:lnTo>
                  <a:lnTo>
                    <a:pt x="169884" y="365896"/>
                  </a:lnTo>
                  <a:lnTo>
                    <a:pt x="160424" y="359523"/>
                  </a:lnTo>
                  <a:lnTo>
                    <a:pt x="148828" y="357187"/>
                  </a:lnTo>
                  <a:lnTo>
                    <a:pt x="29765" y="357187"/>
                  </a:lnTo>
                  <a:lnTo>
                    <a:pt x="18168" y="354851"/>
                  </a:lnTo>
                  <a:lnTo>
                    <a:pt x="8708" y="348478"/>
                  </a:lnTo>
                  <a:lnTo>
                    <a:pt x="2335" y="339018"/>
                  </a:lnTo>
                  <a:lnTo>
                    <a:pt x="0" y="327421"/>
                  </a:lnTo>
                  <a:lnTo>
                    <a:pt x="2335" y="315825"/>
                  </a:lnTo>
                  <a:lnTo>
                    <a:pt x="8708" y="306365"/>
                  </a:lnTo>
                  <a:lnTo>
                    <a:pt x="18168" y="299991"/>
                  </a:lnTo>
                  <a:lnTo>
                    <a:pt x="29765" y="297656"/>
                  </a:lnTo>
                  <a:lnTo>
                    <a:pt x="148828" y="297656"/>
                  </a:lnTo>
                  <a:lnTo>
                    <a:pt x="183578" y="304676"/>
                  </a:lnTo>
                  <a:lnTo>
                    <a:pt x="211963" y="323817"/>
                  </a:lnTo>
                  <a:lnTo>
                    <a:pt x="231105" y="352202"/>
                  </a:lnTo>
                  <a:lnTo>
                    <a:pt x="238125" y="386953"/>
                  </a:lnTo>
                  <a:lnTo>
                    <a:pt x="231105" y="421703"/>
                  </a:lnTo>
                  <a:lnTo>
                    <a:pt x="211963" y="450088"/>
                  </a:lnTo>
                  <a:lnTo>
                    <a:pt x="183578" y="469230"/>
                  </a:lnTo>
                  <a:lnTo>
                    <a:pt x="148828" y="476250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xfrm>
            <a:off x="1326753" y="2425223"/>
            <a:ext cx="9538335" cy="864235"/>
          </a:xfrm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3357879" marR="5080" indent="-3345815">
              <a:lnSpc>
                <a:spcPts val="3000"/>
              </a:lnSpc>
              <a:spcBef>
                <a:spcPts val="700"/>
              </a:spcBef>
            </a:pPr>
            <a:r>
              <a:rPr dirty="0" sz="3000" spc="-170"/>
              <a:t>Adaptive</a:t>
            </a:r>
            <a:r>
              <a:rPr dirty="0" sz="3000" spc="-40"/>
              <a:t> </a:t>
            </a:r>
            <a:r>
              <a:rPr dirty="0" sz="3000" spc="-145"/>
              <a:t>Multi-</a:t>
            </a:r>
            <a:r>
              <a:rPr dirty="0" sz="3000" spc="-175"/>
              <a:t>Layer</a:t>
            </a:r>
            <a:r>
              <a:rPr dirty="0" sz="3000" spc="-40"/>
              <a:t> </a:t>
            </a:r>
            <a:r>
              <a:rPr dirty="0" sz="3000" spc="-185"/>
              <a:t>RL</a:t>
            </a:r>
            <a:r>
              <a:rPr dirty="0" sz="3000" spc="-40"/>
              <a:t> </a:t>
            </a:r>
            <a:r>
              <a:rPr dirty="0" sz="3000" spc="-204"/>
              <a:t>&amp;</a:t>
            </a:r>
            <a:r>
              <a:rPr dirty="0" sz="3000" spc="-40"/>
              <a:t> </a:t>
            </a:r>
            <a:r>
              <a:rPr dirty="0" sz="3000" spc="-180"/>
              <a:t>Neuro-Fuzzy</a:t>
            </a:r>
            <a:r>
              <a:rPr dirty="0" sz="3000" spc="-40"/>
              <a:t> </a:t>
            </a:r>
            <a:r>
              <a:rPr dirty="0" sz="3000" spc="-155"/>
              <a:t>Coordination</a:t>
            </a:r>
            <a:r>
              <a:rPr dirty="0" sz="3000" spc="-40"/>
              <a:t> </a:t>
            </a:r>
            <a:r>
              <a:rPr dirty="0" sz="3000" spc="-140"/>
              <a:t>for</a:t>
            </a:r>
            <a:r>
              <a:rPr dirty="0" sz="3000" spc="-40"/>
              <a:t> </a:t>
            </a:r>
            <a:r>
              <a:rPr dirty="0" sz="3000" spc="-90"/>
              <a:t>Load </a:t>
            </a:r>
            <a:r>
              <a:rPr dirty="0" sz="3000" spc="-180"/>
              <a:t>Frequency</a:t>
            </a:r>
            <a:r>
              <a:rPr dirty="0" sz="3000" spc="-15"/>
              <a:t> </a:t>
            </a:r>
            <a:r>
              <a:rPr dirty="0" sz="3000" spc="-10"/>
              <a:t>Control</a:t>
            </a:r>
            <a:endParaRPr sz="3000"/>
          </a:p>
        </p:txBody>
      </p:sp>
      <p:sp>
        <p:nvSpPr>
          <p:cNvPr id="14" name="object 14" descr=""/>
          <p:cNvSpPr txBox="1"/>
          <p:nvPr/>
        </p:nvSpPr>
        <p:spPr>
          <a:xfrm>
            <a:off x="2893317" y="3466782"/>
            <a:ext cx="64052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0" b="0">
                <a:solidFill>
                  <a:srgbClr val="545454"/>
                </a:solidFill>
                <a:latin typeface="Roboto Light"/>
                <a:cs typeface="Roboto Light"/>
              </a:rPr>
              <a:t>Advanced</a:t>
            </a:r>
            <a:r>
              <a:rPr dirty="0" sz="2000" spc="-10" b="0">
                <a:solidFill>
                  <a:srgbClr val="545454"/>
                </a:solidFill>
                <a:latin typeface="Roboto Light"/>
                <a:cs typeface="Roboto Light"/>
              </a:rPr>
              <a:t> </a:t>
            </a:r>
            <a:r>
              <a:rPr dirty="0" sz="2000" spc="-105" b="0">
                <a:solidFill>
                  <a:srgbClr val="545454"/>
                </a:solidFill>
                <a:latin typeface="Roboto Light"/>
                <a:cs typeface="Roboto Light"/>
              </a:rPr>
              <a:t>Control</a:t>
            </a:r>
            <a:r>
              <a:rPr dirty="0" sz="2000" spc="-10" b="0">
                <a:solidFill>
                  <a:srgbClr val="545454"/>
                </a:solidFill>
                <a:latin typeface="Roboto Light"/>
                <a:cs typeface="Roboto Light"/>
              </a:rPr>
              <a:t> </a:t>
            </a:r>
            <a:r>
              <a:rPr dirty="0" sz="2000" spc="-95" b="0">
                <a:solidFill>
                  <a:srgbClr val="545454"/>
                </a:solidFill>
                <a:latin typeface="Roboto Light"/>
                <a:cs typeface="Roboto Light"/>
              </a:rPr>
              <a:t>Solutions</a:t>
            </a:r>
            <a:r>
              <a:rPr dirty="0" sz="2000" spc="-5" b="0">
                <a:solidFill>
                  <a:srgbClr val="545454"/>
                </a:solidFill>
                <a:latin typeface="Roboto Light"/>
                <a:cs typeface="Roboto Light"/>
              </a:rPr>
              <a:t> </a:t>
            </a:r>
            <a:r>
              <a:rPr dirty="0" sz="2000" spc="-90" b="0">
                <a:solidFill>
                  <a:srgbClr val="545454"/>
                </a:solidFill>
                <a:latin typeface="Roboto Light"/>
                <a:cs typeface="Roboto Light"/>
              </a:rPr>
              <a:t>for</a:t>
            </a:r>
            <a:r>
              <a:rPr dirty="0" sz="2000" spc="-10" b="0">
                <a:solidFill>
                  <a:srgbClr val="545454"/>
                </a:solidFill>
                <a:latin typeface="Roboto Light"/>
                <a:cs typeface="Roboto Light"/>
              </a:rPr>
              <a:t> </a:t>
            </a:r>
            <a:r>
              <a:rPr dirty="0" sz="2000" spc="-110" b="0">
                <a:solidFill>
                  <a:srgbClr val="545454"/>
                </a:solidFill>
                <a:latin typeface="Roboto Light"/>
                <a:cs typeface="Roboto Light"/>
              </a:rPr>
              <a:t>Renewable-</a:t>
            </a:r>
            <a:r>
              <a:rPr dirty="0" sz="2000" spc="-105" b="0">
                <a:solidFill>
                  <a:srgbClr val="545454"/>
                </a:solidFill>
                <a:latin typeface="Roboto Light"/>
                <a:cs typeface="Roboto Light"/>
              </a:rPr>
              <a:t>Rich</a:t>
            </a:r>
            <a:r>
              <a:rPr dirty="0" sz="2000" spc="-10" b="0">
                <a:solidFill>
                  <a:srgbClr val="545454"/>
                </a:solidFill>
                <a:latin typeface="Roboto Light"/>
                <a:cs typeface="Roboto Light"/>
              </a:rPr>
              <a:t> </a:t>
            </a:r>
            <a:r>
              <a:rPr dirty="0" sz="2000" spc="-130" b="0">
                <a:solidFill>
                  <a:srgbClr val="545454"/>
                </a:solidFill>
                <a:latin typeface="Roboto Light"/>
                <a:cs typeface="Roboto Light"/>
              </a:rPr>
              <a:t>Power</a:t>
            </a:r>
            <a:r>
              <a:rPr dirty="0" sz="2000" spc="-5" b="0">
                <a:solidFill>
                  <a:srgbClr val="545454"/>
                </a:solidFill>
                <a:latin typeface="Roboto Light"/>
                <a:cs typeface="Roboto Light"/>
              </a:rPr>
              <a:t> </a:t>
            </a:r>
            <a:r>
              <a:rPr dirty="0" sz="2000" spc="-95" b="0">
                <a:solidFill>
                  <a:srgbClr val="545454"/>
                </a:solidFill>
                <a:latin typeface="Roboto Light"/>
                <a:cs typeface="Roboto Light"/>
              </a:rPr>
              <a:t>Systems</a:t>
            </a:r>
            <a:endParaRPr sz="2000">
              <a:latin typeface="Roboto Light"/>
              <a:cs typeface="Roboto Ligh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391024" y="4571999"/>
            <a:ext cx="3409950" cy="1333500"/>
            <a:chOff x="4391024" y="4571999"/>
            <a:chExt cx="3409950" cy="1333500"/>
          </a:xfrm>
        </p:grpSpPr>
        <p:sp>
          <p:nvSpPr>
            <p:cNvPr id="16" name="object 16" descr=""/>
            <p:cNvSpPr/>
            <p:nvPr/>
          </p:nvSpPr>
          <p:spPr>
            <a:xfrm>
              <a:off x="4410074" y="4571999"/>
              <a:ext cx="3390900" cy="1333500"/>
            </a:xfrm>
            <a:custGeom>
              <a:avLst/>
              <a:gdLst/>
              <a:ahLst/>
              <a:cxnLst/>
              <a:rect l="l" t="t" r="r" b="b"/>
              <a:pathLst>
                <a:path w="3390900" h="1333500">
                  <a:moveTo>
                    <a:pt x="3319702" y="1333499"/>
                  </a:moveTo>
                  <a:lnTo>
                    <a:pt x="53397" y="1333499"/>
                  </a:lnTo>
                  <a:lnTo>
                    <a:pt x="49680" y="1333012"/>
                  </a:lnTo>
                  <a:lnTo>
                    <a:pt x="14084" y="1307643"/>
                  </a:lnTo>
                  <a:lnTo>
                    <a:pt x="365" y="1267258"/>
                  </a:lnTo>
                  <a:lnTo>
                    <a:pt x="0" y="1262303"/>
                  </a:lnTo>
                  <a:lnTo>
                    <a:pt x="0" y="1257299"/>
                  </a:lnTo>
                  <a:lnTo>
                    <a:pt x="0" y="71196"/>
                  </a:lnTo>
                  <a:lnTo>
                    <a:pt x="11715" y="29704"/>
                  </a:lnTo>
                  <a:lnTo>
                    <a:pt x="42319" y="2439"/>
                  </a:lnTo>
                  <a:lnTo>
                    <a:pt x="53397" y="0"/>
                  </a:lnTo>
                  <a:lnTo>
                    <a:pt x="3319702" y="0"/>
                  </a:lnTo>
                  <a:lnTo>
                    <a:pt x="3361192" y="15621"/>
                  </a:lnTo>
                  <a:lnTo>
                    <a:pt x="3387012" y="51661"/>
                  </a:lnTo>
                  <a:lnTo>
                    <a:pt x="3390899" y="71196"/>
                  </a:lnTo>
                  <a:lnTo>
                    <a:pt x="3390899" y="1262303"/>
                  </a:lnTo>
                  <a:lnTo>
                    <a:pt x="3375276" y="1303794"/>
                  </a:lnTo>
                  <a:lnTo>
                    <a:pt x="3339236" y="1329614"/>
                  </a:lnTo>
                  <a:lnTo>
                    <a:pt x="3324657" y="1333012"/>
                  </a:lnTo>
                  <a:lnTo>
                    <a:pt x="3319702" y="1333499"/>
                  </a:lnTo>
                  <a:close/>
                </a:path>
              </a:pathLst>
            </a:custGeom>
            <a:solidFill>
              <a:srgbClr val="FFFFFF">
                <a:alpha val="799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391024" y="4572277"/>
              <a:ext cx="70485" cy="1333500"/>
            </a:xfrm>
            <a:custGeom>
              <a:avLst/>
              <a:gdLst/>
              <a:ahLst/>
              <a:cxnLst/>
              <a:rect l="l" t="t" r="r" b="b"/>
              <a:pathLst>
                <a:path w="70485" h="1333500">
                  <a:moveTo>
                    <a:pt x="70449" y="1332944"/>
                  </a:moveTo>
                  <a:lnTo>
                    <a:pt x="33857" y="1320391"/>
                  </a:lnTo>
                  <a:lnTo>
                    <a:pt x="5800" y="1286182"/>
                  </a:lnTo>
                  <a:lnTo>
                    <a:pt x="0" y="12570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257022"/>
                  </a:lnTo>
                  <a:lnTo>
                    <a:pt x="44514" y="1299364"/>
                  </a:lnTo>
                  <a:lnTo>
                    <a:pt x="66287" y="1331288"/>
                  </a:lnTo>
                  <a:lnTo>
                    <a:pt x="70449" y="133294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4717206" y="4712151"/>
            <a:ext cx="2795905" cy="939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 marL="12065" marR="5080">
              <a:lnSpc>
                <a:spcPct val="133300"/>
              </a:lnSpc>
              <a:spcBef>
                <a:spcPts val="95"/>
              </a:spcBef>
            </a:pPr>
            <a:r>
              <a:rPr dirty="0" sz="1500" spc="-75" b="1">
                <a:latin typeface="Roboto"/>
                <a:cs typeface="Roboto"/>
              </a:rPr>
              <a:t>Presenters:</a:t>
            </a:r>
            <a:r>
              <a:rPr dirty="0" sz="1500" spc="-15" b="1">
                <a:latin typeface="Roboto"/>
                <a:cs typeface="Roboto"/>
              </a:rPr>
              <a:t> </a:t>
            </a:r>
            <a:r>
              <a:rPr dirty="0" sz="1450" spc="-70">
                <a:latin typeface="Roboto"/>
                <a:cs typeface="Roboto"/>
              </a:rPr>
              <a:t>[Your</a:t>
            </a:r>
            <a:r>
              <a:rPr dirty="0" sz="1450">
                <a:latin typeface="Roboto"/>
                <a:cs typeface="Roboto"/>
              </a:rPr>
              <a:t> </a:t>
            </a:r>
            <a:r>
              <a:rPr dirty="0" sz="1450" spc="-10">
                <a:latin typeface="Roboto"/>
                <a:cs typeface="Roboto"/>
              </a:rPr>
              <a:t>Name(s)] </a:t>
            </a:r>
            <a:r>
              <a:rPr dirty="0" sz="1500" spc="-75" b="1">
                <a:latin typeface="Roboto"/>
                <a:cs typeface="Roboto"/>
              </a:rPr>
              <a:t>Affiliation:</a:t>
            </a:r>
            <a:r>
              <a:rPr dirty="0" sz="1500" spc="-20" b="1">
                <a:latin typeface="Roboto"/>
                <a:cs typeface="Roboto"/>
              </a:rPr>
              <a:t> </a:t>
            </a:r>
            <a:r>
              <a:rPr dirty="0" sz="1450" spc="-45">
                <a:latin typeface="Roboto"/>
                <a:cs typeface="Roboto"/>
              </a:rPr>
              <a:t>[Institute</a:t>
            </a:r>
            <a:r>
              <a:rPr dirty="0" sz="1450">
                <a:latin typeface="Roboto"/>
                <a:cs typeface="Roboto"/>
              </a:rPr>
              <a:t> </a:t>
            </a:r>
            <a:r>
              <a:rPr dirty="0" sz="1450" spc="-45">
                <a:latin typeface="Roboto"/>
                <a:cs typeface="Roboto"/>
              </a:rPr>
              <a:t>or</a:t>
            </a:r>
            <a:r>
              <a:rPr dirty="0" sz="1450">
                <a:latin typeface="Roboto"/>
                <a:cs typeface="Roboto"/>
              </a:rPr>
              <a:t> </a:t>
            </a:r>
            <a:r>
              <a:rPr dirty="0" sz="1450" spc="-50">
                <a:latin typeface="Roboto"/>
                <a:cs typeface="Roboto"/>
              </a:rPr>
              <a:t>Organization] </a:t>
            </a:r>
            <a:r>
              <a:rPr dirty="0" sz="1500" spc="-80" b="1">
                <a:latin typeface="Roboto"/>
                <a:cs typeface="Roboto"/>
              </a:rPr>
              <a:t>Date:</a:t>
            </a:r>
            <a:r>
              <a:rPr dirty="0" sz="1500" spc="5" b="1">
                <a:latin typeface="Roboto"/>
                <a:cs typeface="Roboto"/>
              </a:rPr>
              <a:t> </a:t>
            </a:r>
            <a:r>
              <a:rPr dirty="0" sz="1450" spc="-55">
                <a:latin typeface="Roboto"/>
                <a:cs typeface="Roboto"/>
              </a:rPr>
              <a:t>[Presentation</a:t>
            </a:r>
            <a:r>
              <a:rPr dirty="0" sz="1450" spc="25">
                <a:latin typeface="Roboto"/>
                <a:cs typeface="Roboto"/>
              </a:rPr>
              <a:t> </a:t>
            </a:r>
            <a:r>
              <a:rPr dirty="0" sz="1450" spc="-10">
                <a:latin typeface="Roboto"/>
                <a:cs typeface="Roboto"/>
              </a:rPr>
              <a:t>Date]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20" name="object 20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2" name="object 22" descr=""/>
          <p:cNvSpPr txBox="1"/>
          <p:nvPr/>
        </p:nvSpPr>
        <p:spPr>
          <a:xfrm>
            <a:off x="10833000" y="6403816"/>
            <a:ext cx="1066800" cy="1784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7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10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10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0899140" cy="758190"/>
            <a:chOff x="0" y="0"/>
            <a:chExt cx="10899140" cy="758190"/>
          </a:xfrm>
        </p:grpSpPr>
        <p:sp>
          <p:nvSpPr>
            <p:cNvPr id="3" name="object 3" descr=""/>
            <p:cNvSpPr/>
            <p:nvPr/>
          </p:nvSpPr>
          <p:spPr>
            <a:xfrm>
              <a:off x="0" y="0"/>
              <a:ext cx="10899140" cy="102235"/>
            </a:xfrm>
            <a:custGeom>
              <a:avLst/>
              <a:gdLst/>
              <a:ahLst/>
              <a:cxnLst/>
              <a:rect l="l" t="t" r="r" b="b"/>
              <a:pathLst>
                <a:path w="10899140" h="102235">
                  <a:moveTo>
                    <a:pt x="10898689" y="102175"/>
                  </a:moveTo>
                  <a:lnTo>
                    <a:pt x="0" y="102175"/>
                  </a:lnTo>
                  <a:lnTo>
                    <a:pt x="0" y="0"/>
                  </a:lnTo>
                  <a:lnTo>
                    <a:pt x="10898689" y="0"/>
                  </a:lnTo>
                  <a:lnTo>
                    <a:pt x="10898689" y="102175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 descr=""/>
            <p:cNvSpPr/>
            <p:nvPr/>
          </p:nvSpPr>
          <p:spPr>
            <a:xfrm>
              <a:off x="0" y="102175"/>
              <a:ext cx="10899140" cy="655955"/>
            </a:xfrm>
            <a:custGeom>
              <a:avLst/>
              <a:gdLst/>
              <a:ahLst/>
              <a:cxnLst/>
              <a:rect l="l" t="t" r="r" b="b"/>
              <a:pathLst>
                <a:path w="10899140" h="655955">
                  <a:moveTo>
                    <a:pt x="10898689" y="655624"/>
                  </a:moveTo>
                  <a:lnTo>
                    <a:pt x="0" y="655624"/>
                  </a:lnTo>
                  <a:lnTo>
                    <a:pt x="0" y="0"/>
                  </a:lnTo>
                  <a:lnTo>
                    <a:pt x="10898689" y="0"/>
                  </a:lnTo>
                  <a:lnTo>
                    <a:pt x="10898689" y="655624"/>
                  </a:lnTo>
                  <a:close/>
                </a:path>
              </a:pathLst>
            </a:custGeom>
            <a:solidFill>
              <a:srgbClr val="0053A6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0" y="749284"/>
              <a:ext cx="10899140" cy="8890"/>
            </a:xfrm>
            <a:custGeom>
              <a:avLst/>
              <a:gdLst/>
              <a:ahLst/>
              <a:cxnLst/>
              <a:rect l="l" t="t" r="r" b="b"/>
              <a:pathLst>
                <a:path w="10899140" h="8890">
                  <a:moveTo>
                    <a:pt x="10898689" y="8514"/>
                  </a:moveTo>
                  <a:lnTo>
                    <a:pt x="0" y="8514"/>
                  </a:lnTo>
                  <a:lnTo>
                    <a:pt x="0" y="0"/>
                  </a:lnTo>
                  <a:lnTo>
                    <a:pt x="10898689" y="0"/>
                  </a:lnTo>
                  <a:lnTo>
                    <a:pt x="10898689" y="8514"/>
                  </a:lnTo>
                  <a:close/>
                </a:path>
              </a:pathLst>
            </a:custGeom>
            <a:solidFill>
              <a:srgbClr val="0053A6">
                <a:alpha val="19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396000" y="283182"/>
            <a:ext cx="4671695" cy="25336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500" spc="-95"/>
              <a:t>Adaptive</a:t>
            </a:r>
            <a:r>
              <a:rPr dirty="0" sz="1500"/>
              <a:t> </a:t>
            </a:r>
            <a:r>
              <a:rPr dirty="0" sz="1500" spc="-80"/>
              <a:t>Multi-</a:t>
            </a:r>
            <a:r>
              <a:rPr dirty="0" sz="1500" spc="-90"/>
              <a:t>Layer</a:t>
            </a:r>
            <a:r>
              <a:rPr dirty="0" sz="1500" spc="5"/>
              <a:t> </a:t>
            </a:r>
            <a:r>
              <a:rPr dirty="0" sz="1500" spc="-100"/>
              <a:t>RL</a:t>
            </a:r>
            <a:r>
              <a:rPr dirty="0" sz="1500" spc="5"/>
              <a:t> </a:t>
            </a:r>
            <a:r>
              <a:rPr dirty="0" sz="1500" spc="-114"/>
              <a:t>&amp;</a:t>
            </a:r>
            <a:r>
              <a:rPr dirty="0" sz="1500"/>
              <a:t> </a:t>
            </a:r>
            <a:r>
              <a:rPr dirty="0" sz="1500" spc="-95"/>
              <a:t>Neuro-Fuzzy</a:t>
            </a:r>
            <a:r>
              <a:rPr dirty="0" sz="1500" spc="5"/>
              <a:t> </a:t>
            </a:r>
            <a:r>
              <a:rPr dirty="0" sz="1500" spc="-85"/>
              <a:t>Coordination</a:t>
            </a:r>
            <a:r>
              <a:rPr dirty="0" sz="1500" spc="5"/>
              <a:t> </a:t>
            </a:r>
            <a:r>
              <a:rPr dirty="0" sz="1500" spc="-80"/>
              <a:t>for</a:t>
            </a:r>
            <a:r>
              <a:rPr dirty="0" sz="1500"/>
              <a:t> </a:t>
            </a:r>
            <a:r>
              <a:rPr dirty="0" sz="1500" spc="-65"/>
              <a:t>LFC</a:t>
            </a:r>
            <a:endParaRPr sz="1500"/>
          </a:p>
        </p:txBody>
      </p:sp>
      <p:sp>
        <p:nvSpPr>
          <p:cNvPr id="7" name="object 7" descr=""/>
          <p:cNvSpPr txBox="1"/>
          <p:nvPr/>
        </p:nvSpPr>
        <p:spPr>
          <a:xfrm>
            <a:off x="10124065" y="308604"/>
            <a:ext cx="379095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60">
                <a:solidFill>
                  <a:srgbClr val="545454"/>
                </a:solidFill>
                <a:latin typeface="Futura Lt BT"/>
                <a:cs typeface="Futura Lt BT"/>
              </a:rPr>
              <a:t>2 /</a:t>
            </a:r>
            <a:r>
              <a:rPr dirty="0" sz="1150" spc="-5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150" spc="-35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150">
              <a:latin typeface="Futura Lt BT"/>
              <a:cs typeface="Futura Lt BT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1268675"/>
            <a:ext cx="238409" cy="238408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3881931" y="1270731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1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4176483" y="1266164"/>
            <a:ext cx="1570990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70" b="0">
                <a:solidFill>
                  <a:srgbClr val="333333"/>
                </a:solidFill>
                <a:latin typeface="Roboto Medium"/>
                <a:cs typeface="Roboto Medium"/>
              </a:rPr>
              <a:t>Introduction</a:t>
            </a:r>
            <a:r>
              <a:rPr dirty="0" sz="1200" spc="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200" spc="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60" b="0">
                <a:solidFill>
                  <a:srgbClr val="333333"/>
                </a:solidFill>
                <a:latin typeface="Roboto Medium"/>
                <a:cs typeface="Roboto Medium"/>
              </a:rPr>
              <a:t>Motivation</a:t>
            </a:r>
            <a:endParaRPr sz="1200">
              <a:latin typeface="Roboto Medium"/>
              <a:cs typeface="Roboto Medium"/>
            </a:endParaRPr>
          </a:p>
        </p:txBody>
      </p:sp>
      <p:pic>
        <p:nvPicPr>
          <p:cNvPr id="11" name="object 1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1915785"/>
            <a:ext cx="238409" cy="238408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3881931" y="1917841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2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4176483" y="1913274"/>
            <a:ext cx="1836420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80" b="0">
                <a:solidFill>
                  <a:srgbClr val="333333"/>
                </a:solidFill>
                <a:latin typeface="Roboto Medium"/>
                <a:cs typeface="Roboto Medium"/>
              </a:rPr>
              <a:t>Background</a:t>
            </a:r>
            <a:r>
              <a:rPr dirty="0" sz="12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2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85" b="0">
                <a:solidFill>
                  <a:srgbClr val="333333"/>
                </a:solidFill>
                <a:latin typeface="Roboto Medium"/>
                <a:cs typeface="Roboto Medium"/>
              </a:rPr>
              <a:t>Core</a:t>
            </a:r>
            <a:r>
              <a:rPr dirty="0" sz="12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55" b="0">
                <a:solidFill>
                  <a:srgbClr val="333333"/>
                </a:solidFill>
                <a:latin typeface="Roboto Medium"/>
                <a:cs typeface="Roboto Medium"/>
              </a:rPr>
              <a:t>Principles</a:t>
            </a:r>
            <a:endParaRPr sz="1200">
              <a:latin typeface="Roboto Medium"/>
              <a:cs typeface="Roboto Medium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2562894"/>
            <a:ext cx="238409" cy="238408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3881931" y="2564950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3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4176483" y="2560383"/>
            <a:ext cx="217614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80" b="0">
                <a:solidFill>
                  <a:srgbClr val="333333"/>
                </a:solidFill>
                <a:latin typeface="Roboto Medium"/>
                <a:cs typeface="Roboto Medium"/>
              </a:rPr>
              <a:t>Proposed</a:t>
            </a:r>
            <a:r>
              <a:rPr dirty="0" sz="1200" spc="-2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80" b="0">
                <a:solidFill>
                  <a:srgbClr val="333333"/>
                </a:solidFill>
                <a:latin typeface="Roboto Medium"/>
                <a:cs typeface="Roboto Medium"/>
              </a:rPr>
              <a:t>Method</a:t>
            </a:r>
            <a:r>
              <a:rPr dirty="0" sz="12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2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75" b="0">
                <a:solidFill>
                  <a:srgbClr val="333333"/>
                </a:solidFill>
                <a:latin typeface="Roboto Medium"/>
                <a:cs typeface="Roboto Medium"/>
              </a:rPr>
              <a:t>System</a:t>
            </a:r>
            <a:r>
              <a:rPr dirty="0" sz="12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55" b="0">
                <a:solidFill>
                  <a:srgbClr val="333333"/>
                </a:solidFill>
                <a:latin typeface="Roboto Medium"/>
                <a:cs typeface="Roboto Medium"/>
              </a:rPr>
              <a:t>Design</a:t>
            </a:r>
            <a:endParaRPr sz="1200">
              <a:latin typeface="Roboto Medium"/>
              <a:cs typeface="Roboto Medium"/>
            </a:endParaRPr>
          </a:p>
        </p:txBody>
      </p:sp>
      <p:pic>
        <p:nvPicPr>
          <p:cNvPr id="17" name="object 17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3210004"/>
            <a:ext cx="238409" cy="238408"/>
          </a:xfrm>
          <a:prstGeom prst="rect">
            <a:avLst/>
          </a:prstGeom>
        </p:spPr>
      </p:pic>
      <p:sp>
        <p:nvSpPr>
          <p:cNvPr id="18" name="object 18" descr=""/>
          <p:cNvSpPr txBox="1"/>
          <p:nvPr/>
        </p:nvSpPr>
        <p:spPr>
          <a:xfrm>
            <a:off x="3881931" y="3212060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4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176483" y="3207493"/>
            <a:ext cx="141287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65" b="0">
                <a:solidFill>
                  <a:srgbClr val="333333"/>
                </a:solidFill>
                <a:latin typeface="Roboto Medium"/>
                <a:cs typeface="Roboto Medium"/>
              </a:rPr>
              <a:t>Results</a:t>
            </a:r>
            <a:r>
              <a:rPr dirty="0" sz="12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2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Key</a:t>
            </a:r>
            <a:r>
              <a:rPr dirty="0" sz="12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60" b="0">
                <a:solidFill>
                  <a:srgbClr val="333333"/>
                </a:solidFill>
                <a:latin typeface="Roboto Medium"/>
                <a:cs typeface="Roboto Medium"/>
              </a:rPr>
              <a:t>Findings</a:t>
            </a:r>
            <a:endParaRPr sz="1200">
              <a:latin typeface="Roboto Medium"/>
              <a:cs typeface="Roboto Medium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3857114"/>
            <a:ext cx="238409" cy="238408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3881931" y="3859170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5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4176483" y="3854603"/>
            <a:ext cx="160083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70" b="0">
                <a:solidFill>
                  <a:srgbClr val="333333"/>
                </a:solidFill>
                <a:latin typeface="Roboto Medium"/>
                <a:cs typeface="Roboto Medium"/>
              </a:rPr>
              <a:t>Discussion</a:t>
            </a:r>
            <a:r>
              <a:rPr dirty="0" sz="12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2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65" b="0">
                <a:solidFill>
                  <a:srgbClr val="333333"/>
                </a:solidFill>
                <a:latin typeface="Roboto Medium"/>
                <a:cs typeface="Roboto Medium"/>
              </a:rPr>
              <a:t>Implications</a:t>
            </a:r>
            <a:endParaRPr sz="1200">
              <a:latin typeface="Roboto Medium"/>
              <a:cs typeface="Roboto Medium"/>
            </a:endParaRPr>
          </a:p>
        </p:txBody>
      </p:sp>
      <p:pic>
        <p:nvPicPr>
          <p:cNvPr id="23" name="object 2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4504223"/>
            <a:ext cx="238409" cy="238408"/>
          </a:xfrm>
          <a:prstGeom prst="rect">
            <a:avLst/>
          </a:prstGeom>
        </p:spPr>
      </p:pic>
      <p:sp>
        <p:nvSpPr>
          <p:cNvPr id="24" name="object 24" descr=""/>
          <p:cNvSpPr txBox="1"/>
          <p:nvPr/>
        </p:nvSpPr>
        <p:spPr>
          <a:xfrm>
            <a:off x="3881931" y="4506279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6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4176483" y="4501712"/>
            <a:ext cx="1595755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70" b="0">
                <a:solidFill>
                  <a:srgbClr val="333333"/>
                </a:solidFill>
                <a:latin typeface="Roboto Medium"/>
                <a:cs typeface="Roboto Medium"/>
              </a:rPr>
              <a:t>Challenges</a:t>
            </a:r>
            <a:r>
              <a:rPr dirty="0" sz="1200" spc="-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200" spc="-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80" b="0">
                <a:solidFill>
                  <a:srgbClr val="333333"/>
                </a:solidFill>
                <a:latin typeface="Roboto Medium"/>
                <a:cs typeface="Roboto Medium"/>
              </a:rPr>
              <a:t>Future</a:t>
            </a:r>
            <a:r>
              <a:rPr dirty="0" sz="120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60" b="0">
                <a:solidFill>
                  <a:srgbClr val="333333"/>
                </a:solidFill>
                <a:latin typeface="Roboto Medium"/>
                <a:cs typeface="Roboto Medium"/>
              </a:rPr>
              <a:t>Work</a:t>
            </a:r>
            <a:endParaRPr sz="1200">
              <a:latin typeface="Roboto Medium"/>
              <a:cs typeface="Roboto Medium"/>
            </a:endParaRPr>
          </a:p>
        </p:txBody>
      </p:sp>
      <p:pic>
        <p:nvPicPr>
          <p:cNvPr id="26" name="object 26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5151333"/>
            <a:ext cx="238409" cy="238408"/>
          </a:xfrm>
          <a:prstGeom prst="rect">
            <a:avLst/>
          </a:prstGeom>
        </p:spPr>
      </p:pic>
      <p:sp>
        <p:nvSpPr>
          <p:cNvPr id="27" name="object 27" descr=""/>
          <p:cNvSpPr txBox="1"/>
          <p:nvPr/>
        </p:nvSpPr>
        <p:spPr>
          <a:xfrm>
            <a:off x="3881931" y="5153389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7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28" name="object 28" descr=""/>
          <p:cNvSpPr txBox="1"/>
          <p:nvPr/>
        </p:nvSpPr>
        <p:spPr>
          <a:xfrm>
            <a:off x="4176483" y="5148822"/>
            <a:ext cx="1790700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70" b="0">
                <a:solidFill>
                  <a:srgbClr val="333333"/>
                </a:solidFill>
                <a:latin typeface="Roboto Medium"/>
                <a:cs typeface="Roboto Medium"/>
              </a:rPr>
              <a:t>Conclusion</a:t>
            </a:r>
            <a:r>
              <a:rPr dirty="0" sz="1200" spc="-2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90" b="0">
                <a:solidFill>
                  <a:srgbClr val="333333"/>
                </a:solidFill>
                <a:latin typeface="Roboto Medium"/>
                <a:cs typeface="Roboto Medium"/>
              </a:rPr>
              <a:t>&amp;</a:t>
            </a:r>
            <a:r>
              <a:rPr dirty="0" sz="1200" spc="-2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85" b="0">
                <a:solidFill>
                  <a:srgbClr val="333333"/>
                </a:solidFill>
                <a:latin typeface="Roboto Medium"/>
                <a:cs typeface="Roboto Medium"/>
              </a:rPr>
              <a:t>Key</a:t>
            </a:r>
            <a:r>
              <a:rPr dirty="0" sz="1200" spc="-5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200" spc="-80" b="0">
                <a:solidFill>
                  <a:srgbClr val="333333"/>
                </a:solidFill>
                <a:latin typeface="Roboto Medium"/>
                <a:cs typeface="Roboto Medium"/>
              </a:rPr>
              <a:t>Takeaways</a:t>
            </a:r>
            <a:endParaRPr sz="1200">
              <a:latin typeface="Roboto Medium"/>
              <a:cs typeface="Roboto Medium"/>
            </a:endParaRPr>
          </a:p>
        </p:txBody>
      </p:sp>
      <p:pic>
        <p:nvPicPr>
          <p:cNvPr id="29" name="object 29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4541" y="5798443"/>
            <a:ext cx="238409" cy="238408"/>
          </a:xfrm>
          <a:prstGeom prst="rect">
            <a:avLst/>
          </a:prstGeom>
        </p:spPr>
      </p:pic>
      <p:sp>
        <p:nvSpPr>
          <p:cNvPr id="30" name="object 30" descr=""/>
          <p:cNvSpPr txBox="1"/>
          <p:nvPr/>
        </p:nvSpPr>
        <p:spPr>
          <a:xfrm>
            <a:off x="3881931" y="5800499"/>
            <a:ext cx="104139" cy="2019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50" spc="-50" b="1">
                <a:solidFill>
                  <a:srgbClr val="FFFFFF"/>
                </a:solidFill>
                <a:latin typeface="Arial Nova"/>
                <a:cs typeface="Arial Nova"/>
              </a:rPr>
              <a:t>8</a:t>
            </a:r>
            <a:endParaRPr sz="1150">
              <a:latin typeface="Arial Nova"/>
              <a:cs typeface="Arial Nov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176483" y="5795931"/>
            <a:ext cx="297180" cy="20764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200" spc="-75" b="0">
                <a:solidFill>
                  <a:srgbClr val="333333"/>
                </a:solidFill>
                <a:latin typeface="Roboto Medium"/>
                <a:cs typeface="Roboto Medium"/>
              </a:rPr>
              <a:t>Q&amp;A</a:t>
            </a:r>
            <a:endParaRPr sz="1200">
              <a:latin typeface="Roboto Medium"/>
              <a:cs typeface="Roboto Medium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0" y="757799"/>
            <a:ext cx="10899140" cy="6096635"/>
            <a:chOff x="0" y="757799"/>
            <a:chExt cx="10899140" cy="6096635"/>
          </a:xfrm>
        </p:grpSpPr>
        <p:sp>
          <p:nvSpPr>
            <p:cNvPr id="33" name="object 33" descr=""/>
            <p:cNvSpPr/>
            <p:nvPr/>
          </p:nvSpPr>
          <p:spPr>
            <a:xfrm>
              <a:off x="0" y="6752078"/>
              <a:ext cx="10899140" cy="102235"/>
            </a:xfrm>
            <a:custGeom>
              <a:avLst/>
              <a:gdLst/>
              <a:ahLst/>
              <a:cxnLst/>
              <a:rect l="l" t="t" r="r" b="b"/>
              <a:pathLst>
                <a:path w="10899140" h="102234">
                  <a:moveTo>
                    <a:pt x="10898689" y="102175"/>
                  </a:moveTo>
                  <a:lnTo>
                    <a:pt x="0" y="102175"/>
                  </a:lnTo>
                  <a:lnTo>
                    <a:pt x="0" y="0"/>
                  </a:lnTo>
                  <a:lnTo>
                    <a:pt x="10898689" y="0"/>
                  </a:lnTo>
                  <a:lnTo>
                    <a:pt x="10898689" y="102175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757799"/>
              <a:ext cx="3269606" cy="5994279"/>
            </a:xfrm>
            <a:prstGeom prst="rect">
              <a:avLst/>
            </a:prstGeom>
          </p:spPr>
        </p:pic>
        <p:sp>
          <p:nvSpPr>
            <p:cNvPr id="35" name="object 35" descr=""/>
            <p:cNvSpPr/>
            <p:nvPr/>
          </p:nvSpPr>
          <p:spPr>
            <a:xfrm>
              <a:off x="2179737" y="5389742"/>
              <a:ext cx="817880" cy="1089660"/>
            </a:xfrm>
            <a:custGeom>
              <a:avLst/>
              <a:gdLst/>
              <a:ahLst/>
              <a:cxnLst/>
              <a:rect l="l" t="t" r="r" b="b"/>
              <a:pathLst>
                <a:path w="817880" h="1089660">
                  <a:moveTo>
                    <a:pt x="601343" y="135889"/>
                  </a:moveTo>
                  <a:lnTo>
                    <a:pt x="216057" y="135889"/>
                  </a:lnTo>
                  <a:lnTo>
                    <a:pt x="238258" y="91439"/>
                  </a:lnTo>
                  <a:lnTo>
                    <a:pt x="270289" y="53339"/>
                  </a:lnTo>
                  <a:lnTo>
                    <a:pt x="310483" y="24129"/>
                  </a:lnTo>
                  <a:lnTo>
                    <a:pt x="357175" y="6349"/>
                  </a:lnTo>
                  <a:lnTo>
                    <a:pt x="408700" y="0"/>
                  </a:lnTo>
                  <a:lnTo>
                    <a:pt x="460226" y="6349"/>
                  </a:lnTo>
                  <a:lnTo>
                    <a:pt x="506918" y="24129"/>
                  </a:lnTo>
                  <a:lnTo>
                    <a:pt x="547112" y="53339"/>
                  </a:lnTo>
                  <a:lnTo>
                    <a:pt x="579142" y="91439"/>
                  </a:lnTo>
                  <a:lnTo>
                    <a:pt x="601343" y="135889"/>
                  </a:lnTo>
                  <a:close/>
                </a:path>
                <a:path w="817880" h="1089660">
                  <a:moveTo>
                    <a:pt x="681168" y="1089659"/>
                  </a:moveTo>
                  <a:lnTo>
                    <a:pt x="136233" y="1089659"/>
                  </a:lnTo>
                  <a:lnTo>
                    <a:pt x="93211" y="1082039"/>
                  </a:lnTo>
                  <a:lnTo>
                    <a:pt x="55818" y="1062989"/>
                  </a:lnTo>
                  <a:lnTo>
                    <a:pt x="26313" y="1033779"/>
                  </a:lnTo>
                  <a:lnTo>
                    <a:pt x="6954" y="995679"/>
                  </a:lnTo>
                  <a:lnTo>
                    <a:pt x="0" y="952499"/>
                  </a:lnTo>
                  <a:lnTo>
                    <a:pt x="0" y="271779"/>
                  </a:lnTo>
                  <a:lnTo>
                    <a:pt x="6954" y="228599"/>
                  </a:lnTo>
                  <a:lnTo>
                    <a:pt x="26313" y="191769"/>
                  </a:lnTo>
                  <a:lnTo>
                    <a:pt x="55818" y="161289"/>
                  </a:lnTo>
                  <a:lnTo>
                    <a:pt x="93211" y="142239"/>
                  </a:lnTo>
                  <a:lnTo>
                    <a:pt x="136233" y="135889"/>
                  </a:lnTo>
                  <a:lnTo>
                    <a:pt x="399798" y="135889"/>
                  </a:lnTo>
                  <a:lnTo>
                    <a:pt x="391025" y="137159"/>
                  </a:lnTo>
                  <a:lnTo>
                    <a:pt x="386765" y="139699"/>
                  </a:lnTo>
                  <a:lnTo>
                    <a:pt x="354548" y="162559"/>
                  </a:lnTo>
                  <a:lnTo>
                    <a:pt x="340584" y="199389"/>
                  </a:lnTo>
                  <a:lnTo>
                    <a:pt x="340584" y="208279"/>
                  </a:lnTo>
                  <a:lnTo>
                    <a:pt x="354548" y="245109"/>
                  </a:lnTo>
                  <a:lnTo>
                    <a:pt x="391025" y="269239"/>
                  </a:lnTo>
                  <a:lnTo>
                    <a:pt x="399798" y="271779"/>
                  </a:lnTo>
                  <a:lnTo>
                    <a:pt x="817401" y="271779"/>
                  </a:lnTo>
                  <a:lnTo>
                    <a:pt x="817401" y="527049"/>
                  </a:lnTo>
                  <a:lnTo>
                    <a:pt x="197673" y="527049"/>
                  </a:lnTo>
                  <a:lnTo>
                    <a:pt x="163736" y="547369"/>
                  </a:lnTo>
                  <a:lnTo>
                    <a:pt x="158435" y="556259"/>
                  </a:lnTo>
                  <a:lnTo>
                    <a:pt x="155867" y="561339"/>
                  </a:lnTo>
                  <a:lnTo>
                    <a:pt x="154898" y="565149"/>
                  </a:lnTo>
                  <a:lnTo>
                    <a:pt x="153590" y="571499"/>
                  </a:lnTo>
                  <a:lnTo>
                    <a:pt x="153262" y="575309"/>
                  </a:lnTo>
                  <a:lnTo>
                    <a:pt x="153262" y="581659"/>
                  </a:lnTo>
                  <a:lnTo>
                    <a:pt x="170597" y="617219"/>
                  </a:lnTo>
                  <a:lnTo>
                    <a:pt x="173178" y="618489"/>
                  </a:lnTo>
                  <a:lnTo>
                    <a:pt x="178756" y="622299"/>
                  </a:lnTo>
                  <a:lnTo>
                    <a:pt x="181700" y="624839"/>
                  </a:lnTo>
                  <a:lnTo>
                    <a:pt x="187899" y="627379"/>
                  </a:lnTo>
                  <a:lnTo>
                    <a:pt x="191093" y="627379"/>
                  </a:lnTo>
                  <a:lnTo>
                    <a:pt x="197673" y="628649"/>
                  </a:lnTo>
                  <a:lnTo>
                    <a:pt x="200995" y="629919"/>
                  </a:lnTo>
                  <a:lnTo>
                    <a:pt x="817401" y="629919"/>
                  </a:lnTo>
                  <a:lnTo>
                    <a:pt x="817401" y="731519"/>
                  </a:lnTo>
                  <a:lnTo>
                    <a:pt x="197673" y="731519"/>
                  </a:lnTo>
                  <a:lnTo>
                    <a:pt x="191093" y="732789"/>
                  </a:lnTo>
                  <a:lnTo>
                    <a:pt x="160008" y="756919"/>
                  </a:lnTo>
                  <a:lnTo>
                    <a:pt x="153262" y="779779"/>
                  </a:lnTo>
                  <a:lnTo>
                    <a:pt x="153262" y="786129"/>
                  </a:lnTo>
                  <a:lnTo>
                    <a:pt x="160008" y="807719"/>
                  </a:lnTo>
                  <a:lnTo>
                    <a:pt x="163736" y="814069"/>
                  </a:lnTo>
                  <a:lnTo>
                    <a:pt x="165854" y="816609"/>
                  </a:lnTo>
                  <a:lnTo>
                    <a:pt x="170597" y="821689"/>
                  </a:lnTo>
                  <a:lnTo>
                    <a:pt x="173178" y="822959"/>
                  </a:lnTo>
                  <a:lnTo>
                    <a:pt x="178756" y="826769"/>
                  </a:lnTo>
                  <a:lnTo>
                    <a:pt x="181700" y="828039"/>
                  </a:lnTo>
                  <a:lnTo>
                    <a:pt x="187899" y="830579"/>
                  </a:lnTo>
                  <a:lnTo>
                    <a:pt x="191093" y="831849"/>
                  </a:lnTo>
                  <a:lnTo>
                    <a:pt x="197673" y="833119"/>
                  </a:lnTo>
                  <a:lnTo>
                    <a:pt x="200995" y="834389"/>
                  </a:lnTo>
                  <a:lnTo>
                    <a:pt x="817401" y="834389"/>
                  </a:lnTo>
                  <a:lnTo>
                    <a:pt x="817401" y="952499"/>
                  </a:lnTo>
                  <a:lnTo>
                    <a:pt x="810446" y="995679"/>
                  </a:lnTo>
                  <a:lnTo>
                    <a:pt x="791088" y="1033779"/>
                  </a:lnTo>
                  <a:lnTo>
                    <a:pt x="761583" y="1062989"/>
                  </a:lnTo>
                  <a:lnTo>
                    <a:pt x="724190" y="1082039"/>
                  </a:lnTo>
                  <a:lnTo>
                    <a:pt x="681168" y="1089659"/>
                  </a:lnTo>
                  <a:close/>
                </a:path>
                <a:path w="817880" h="1089660">
                  <a:moveTo>
                    <a:pt x="817401" y="271779"/>
                  </a:moveTo>
                  <a:lnTo>
                    <a:pt x="417603" y="271779"/>
                  </a:lnTo>
                  <a:lnTo>
                    <a:pt x="426376" y="269239"/>
                  </a:lnTo>
                  <a:lnTo>
                    <a:pt x="438900" y="265429"/>
                  </a:lnTo>
                  <a:lnTo>
                    <a:pt x="467822" y="237489"/>
                  </a:lnTo>
                  <a:lnTo>
                    <a:pt x="476817" y="208279"/>
                  </a:lnTo>
                  <a:lnTo>
                    <a:pt x="476817" y="199389"/>
                  </a:lnTo>
                  <a:lnTo>
                    <a:pt x="462853" y="162559"/>
                  </a:lnTo>
                  <a:lnTo>
                    <a:pt x="430635" y="139699"/>
                  </a:lnTo>
                  <a:lnTo>
                    <a:pt x="426376" y="137159"/>
                  </a:lnTo>
                  <a:lnTo>
                    <a:pt x="417603" y="135889"/>
                  </a:lnTo>
                  <a:lnTo>
                    <a:pt x="681168" y="135889"/>
                  </a:lnTo>
                  <a:lnTo>
                    <a:pt x="724190" y="142239"/>
                  </a:lnTo>
                  <a:lnTo>
                    <a:pt x="761583" y="161289"/>
                  </a:lnTo>
                  <a:lnTo>
                    <a:pt x="791088" y="191769"/>
                  </a:lnTo>
                  <a:lnTo>
                    <a:pt x="810446" y="228599"/>
                  </a:lnTo>
                  <a:lnTo>
                    <a:pt x="817401" y="271779"/>
                  </a:lnTo>
                  <a:close/>
                </a:path>
                <a:path w="817880" h="1089660">
                  <a:moveTo>
                    <a:pt x="817401" y="629919"/>
                  </a:moveTo>
                  <a:lnTo>
                    <a:pt x="207704" y="629919"/>
                  </a:lnTo>
                  <a:lnTo>
                    <a:pt x="211027" y="628649"/>
                  </a:lnTo>
                  <a:lnTo>
                    <a:pt x="217607" y="627379"/>
                  </a:lnTo>
                  <a:lnTo>
                    <a:pt x="220801" y="627379"/>
                  </a:lnTo>
                  <a:lnTo>
                    <a:pt x="226999" y="624839"/>
                  </a:lnTo>
                  <a:lnTo>
                    <a:pt x="229944" y="622299"/>
                  </a:lnTo>
                  <a:lnTo>
                    <a:pt x="235522" y="618489"/>
                  </a:lnTo>
                  <a:lnTo>
                    <a:pt x="238102" y="617219"/>
                  </a:lnTo>
                  <a:lnTo>
                    <a:pt x="242846" y="612139"/>
                  </a:lnTo>
                  <a:lnTo>
                    <a:pt x="255438" y="581659"/>
                  </a:lnTo>
                  <a:lnTo>
                    <a:pt x="255438" y="575309"/>
                  </a:lnTo>
                  <a:lnTo>
                    <a:pt x="255110" y="571499"/>
                  </a:lnTo>
                  <a:lnTo>
                    <a:pt x="253801" y="565149"/>
                  </a:lnTo>
                  <a:lnTo>
                    <a:pt x="252832" y="561339"/>
                  </a:lnTo>
                  <a:lnTo>
                    <a:pt x="250265" y="556259"/>
                  </a:lnTo>
                  <a:lnTo>
                    <a:pt x="248691" y="552449"/>
                  </a:lnTo>
                  <a:lnTo>
                    <a:pt x="217607" y="528319"/>
                  </a:lnTo>
                  <a:lnTo>
                    <a:pt x="211027" y="527049"/>
                  </a:lnTo>
                  <a:lnTo>
                    <a:pt x="817401" y="527049"/>
                  </a:lnTo>
                  <a:lnTo>
                    <a:pt x="817401" y="544829"/>
                  </a:lnTo>
                  <a:lnTo>
                    <a:pt x="374642" y="544829"/>
                  </a:lnTo>
                  <a:lnTo>
                    <a:pt x="361418" y="547369"/>
                  </a:lnTo>
                  <a:lnTo>
                    <a:pt x="350588" y="553719"/>
                  </a:lnTo>
                  <a:lnTo>
                    <a:pt x="343271" y="565149"/>
                  </a:lnTo>
                  <a:lnTo>
                    <a:pt x="340584" y="577849"/>
                  </a:lnTo>
                  <a:lnTo>
                    <a:pt x="343271" y="591819"/>
                  </a:lnTo>
                  <a:lnTo>
                    <a:pt x="350588" y="601979"/>
                  </a:lnTo>
                  <a:lnTo>
                    <a:pt x="361418" y="609599"/>
                  </a:lnTo>
                  <a:lnTo>
                    <a:pt x="374642" y="612139"/>
                  </a:lnTo>
                  <a:lnTo>
                    <a:pt x="817401" y="612139"/>
                  </a:lnTo>
                  <a:lnTo>
                    <a:pt x="817401" y="629919"/>
                  </a:lnTo>
                  <a:close/>
                </a:path>
                <a:path w="817880" h="1089660">
                  <a:moveTo>
                    <a:pt x="817401" y="612139"/>
                  </a:moveTo>
                  <a:lnTo>
                    <a:pt x="647109" y="612139"/>
                  </a:lnTo>
                  <a:lnTo>
                    <a:pt x="660333" y="609599"/>
                  </a:lnTo>
                  <a:lnTo>
                    <a:pt x="671163" y="601979"/>
                  </a:lnTo>
                  <a:lnTo>
                    <a:pt x="678480" y="591819"/>
                  </a:lnTo>
                  <a:lnTo>
                    <a:pt x="681168" y="577849"/>
                  </a:lnTo>
                  <a:lnTo>
                    <a:pt x="678480" y="565149"/>
                  </a:lnTo>
                  <a:lnTo>
                    <a:pt x="671163" y="553719"/>
                  </a:lnTo>
                  <a:lnTo>
                    <a:pt x="660333" y="547369"/>
                  </a:lnTo>
                  <a:lnTo>
                    <a:pt x="647109" y="544829"/>
                  </a:lnTo>
                  <a:lnTo>
                    <a:pt x="817401" y="544829"/>
                  </a:lnTo>
                  <a:lnTo>
                    <a:pt x="817401" y="612139"/>
                  </a:lnTo>
                  <a:close/>
                </a:path>
                <a:path w="817880" h="1089660">
                  <a:moveTo>
                    <a:pt x="817401" y="834389"/>
                  </a:moveTo>
                  <a:lnTo>
                    <a:pt x="207704" y="834389"/>
                  </a:lnTo>
                  <a:lnTo>
                    <a:pt x="211027" y="833119"/>
                  </a:lnTo>
                  <a:lnTo>
                    <a:pt x="217607" y="831849"/>
                  </a:lnTo>
                  <a:lnTo>
                    <a:pt x="220801" y="830579"/>
                  </a:lnTo>
                  <a:lnTo>
                    <a:pt x="226999" y="828039"/>
                  </a:lnTo>
                  <a:lnTo>
                    <a:pt x="229944" y="826769"/>
                  </a:lnTo>
                  <a:lnTo>
                    <a:pt x="235522" y="822959"/>
                  </a:lnTo>
                  <a:lnTo>
                    <a:pt x="238102" y="821689"/>
                  </a:lnTo>
                  <a:lnTo>
                    <a:pt x="242846" y="816609"/>
                  </a:lnTo>
                  <a:lnTo>
                    <a:pt x="244964" y="814069"/>
                  </a:lnTo>
                  <a:lnTo>
                    <a:pt x="248691" y="807719"/>
                  </a:lnTo>
                  <a:lnTo>
                    <a:pt x="250265" y="805179"/>
                  </a:lnTo>
                  <a:lnTo>
                    <a:pt x="252832" y="798829"/>
                  </a:lnTo>
                  <a:lnTo>
                    <a:pt x="253801" y="796289"/>
                  </a:lnTo>
                  <a:lnTo>
                    <a:pt x="255110" y="789939"/>
                  </a:lnTo>
                  <a:lnTo>
                    <a:pt x="255438" y="786129"/>
                  </a:lnTo>
                  <a:lnTo>
                    <a:pt x="255438" y="779779"/>
                  </a:lnTo>
                  <a:lnTo>
                    <a:pt x="238102" y="744219"/>
                  </a:lnTo>
                  <a:lnTo>
                    <a:pt x="211027" y="731519"/>
                  </a:lnTo>
                  <a:lnTo>
                    <a:pt x="817401" y="731519"/>
                  </a:lnTo>
                  <a:lnTo>
                    <a:pt x="817401" y="748029"/>
                  </a:lnTo>
                  <a:lnTo>
                    <a:pt x="374642" y="748029"/>
                  </a:lnTo>
                  <a:lnTo>
                    <a:pt x="361418" y="751839"/>
                  </a:lnTo>
                  <a:lnTo>
                    <a:pt x="350588" y="758189"/>
                  </a:lnTo>
                  <a:lnTo>
                    <a:pt x="343271" y="769619"/>
                  </a:lnTo>
                  <a:lnTo>
                    <a:pt x="340584" y="782319"/>
                  </a:lnTo>
                  <a:lnTo>
                    <a:pt x="343271" y="796289"/>
                  </a:lnTo>
                  <a:lnTo>
                    <a:pt x="350588" y="806449"/>
                  </a:lnTo>
                  <a:lnTo>
                    <a:pt x="361418" y="814069"/>
                  </a:lnTo>
                  <a:lnTo>
                    <a:pt x="374642" y="816609"/>
                  </a:lnTo>
                  <a:lnTo>
                    <a:pt x="817401" y="816609"/>
                  </a:lnTo>
                  <a:lnTo>
                    <a:pt x="817401" y="834389"/>
                  </a:lnTo>
                  <a:close/>
                </a:path>
                <a:path w="817880" h="1089660">
                  <a:moveTo>
                    <a:pt x="817401" y="816609"/>
                  </a:moveTo>
                  <a:lnTo>
                    <a:pt x="647109" y="816609"/>
                  </a:lnTo>
                  <a:lnTo>
                    <a:pt x="660333" y="814069"/>
                  </a:lnTo>
                  <a:lnTo>
                    <a:pt x="671163" y="806449"/>
                  </a:lnTo>
                  <a:lnTo>
                    <a:pt x="678480" y="796289"/>
                  </a:lnTo>
                  <a:lnTo>
                    <a:pt x="681168" y="782319"/>
                  </a:lnTo>
                  <a:lnTo>
                    <a:pt x="678480" y="769619"/>
                  </a:lnTo>
                  <a:lnTo>
                    <a:pt x="671163" y="758189"/>
                  </a:lnTo>
                  <a:lnTo>
                    <a:pt x="660333" y="751839"/>
                  </a:lnTo>
                  <a:lnTo>
                    <a:pt x="647109" y="748029"/>
                  </a:lnTo>
                  <a:lnTo>
                    <a:pt x="817401" y="748029"/>
                  </a:lnTo>
                  <a:lnTo>
                    <a:pt x="817401" y="816609"/>
                  </a:lnTo>
                  <a:close/>
                </a:path>
              </a:pathLst>
            </a:custGeom>
            <a:solidFill>
              <a:srgbClr val="FFFFFF">
                <a:alpha val="1499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259767" y="3032121"/>
            <a:ext cx="1432560" cy="5715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50" spc="-190" b="1">
                <a:solidFill>
                  <a:srgbClr val="FFFFFF"/>
                </a:solidFill>
                <a:latin typeface="Roboto"/>
                <a:cs typeface="Roboto"/>
              </a:rPr>
              <a:t>Agenda</a:t>
            </a:r>
            <a:endParaRPr sz="355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259767" y="3923488"/>
            <a:ext cx="2075814" cy="2374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50" spc="-40" b="0">
                <a:solidFill>
                  <a:srgbClr val="FFFFFF"/>
                </a:solidFill>
                <a:latin typeface="Roboto Light"/>
                <a:cs typeface="Roboto Light"/>
              </a:rPr>
              <a:t>Overview </a:t>
            </a:r>
            <a:r>
              <a:rPr dirty="0" sz="1350" spc="-10" b="0">
                <a:solidFill>
                  <a:srgbClr val="FFFFFF"/>
                </a:solidFill>
                <a:latin typeface="Roboto Light"/>
                <a:cs typeface="Roboto Light"/>
              </a:rPr>
              <a:t>of</a:t>
            </a:r>
            <a:r>
              <a:rPr dirty="0" sz="1350" spc="-35" b="0">
                <a:solidFill>
                  <a:srgbClr val="FFFFFF"/>
                </a:solidFill>
                <a:latin typeface="Roboto Light"/>
                <a:cs typeface="Roboto Light"/>
              </a:rPr>
              <a:t> our </a:t>
            </a:r>
            <a:r>
              <a:rPr dirty="0" sz="1350" spc="-20" b="0">
                <a:solidFill>
                  <a:srgbClr val="FFFFFF"/>
                </a:solidFill>
                <a:latin typeface="Roboto Light"/>
                <a:cs typeface="Roboto Light"/>
              </a:rPr>
              <a:t>presentation</a:t>
            </a:r>
            <a:endParaRPr sz="1350">
              <a:latin typeface="Roboto Light"/>
              <a:cs typeface="Roboto Light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9425663" y="6394465"/>
            <a:ext cx="1303020" cy="289560"/>
            <a:chOff x="9425663" y="6394465"/>
            <a:chExt cx="1303020" cy="289560"/>
          </a:xfrm>
        </p:grpSpPr>
        <p:sp>
          <p:nvSpPr>
            <p:cNvPr id="39" name="object 39" descr=""/>
            <p:cNvSpPr/>
            <p:nvPr/>
          </p:nvSpPr>
          <p:spPr>
            <a:xfrm>
              <a:off x="9425663" y="6394465"/>
              <a:ext cx="1303020" cy="289560"/>
            </a:xfrm>
            <a:custGeom>
              <a:avLst/>
              <a:gdLst/>
              <a:ahLst/>
              <a:cxnLst/>
              <a:rect l="l" t="t" r="r" b="b"/>
              <a:pathLst>
                <a:path w="1303020" h="289559">
                  <a:moveTo>
                    <a:pt x="1273191" y="289496"/>
                  </a:moveTo>
                  <a:lnTo>
                    <a:pt x="29541" y="289496"/>
                  </a:lnTo>
                  <a:lnTo>
                    <a:pt x="25197" y="288632"/>
                  </a:lnTo>
                  <a:lnTo>
                    <a:pt x="0" y="259954"/>
                  </a:lnTo>
                  <a:lnTo>
                    <a:pt x="0" y="255438"/>
                  </a:lnTo>
                  <a:lnTo>
                    <a:pt x="0" y="29541"/>
                  </a:lnTo>
                  <a:lnTo>
                    <a:pt x="25197" y="864"/>
                  </a:lnTo>
                  <a:lnTo>
                    <a:pt x="29541" y="0"/>
                  </a:lnTo>
                  <a:lnTo>
                    <a:pt x="1273191" y="0"/>
                  </a:lnTo>
                  <a:lnTo>
                    <a:pt x="1301869" y="25197"/>
                  </a:lnTo>
                  <a:lnTo>
                    <a:pt x="1302733" y="29541"/>
                  </a:lnTo>
                  <a:lnTo>
                    <a:pt x="1302733" y="259954"/>
                  </a:lnTo>
                  <a:lnTo>
                    <a:pt x="1277536" y="288632"/>
                  </a:lnTo>
                  <a:lnTo>
                    <a:pt x="1273191" y="28949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0" name="object 4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27838" y="6479611"/>
              <a:ext cx="119204" cy="119204"/>
            </a:xfrm>
            <a:prstGeom prst="rect">
              <a:avLst/>
            </a:prstGeom>
          </p:spPr>
        </p:pic>
      </p:grpSp>
      <p:sp>
        <p:nvSpPr>
          <p:cNvPr id="41" name="object 41" descr=""/>
          <p:cNvSpPr txBox="1"/>
          <p:nvPr/>
        </p:nvSpPr>
        <p:spPr>
          <a:xfrm>
            <a:off x="9682503" y="6446901"/>
            <a:ext cx="956310" cy="1619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00" spc="-65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9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900" spc="-5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90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900" spc="-45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9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Adaptive</a:t>
            </a:r>
            <a:r>
              <a:rPr dirty="0"/>
              <a:t> </a:t>
            </a:r>
            <a:r>
              <a:rPr dirty="0" spc="-80"/>
              <a:t>Multi-</a:t>
            </a:r>
            <a:r>
              <a:rPr dirty="0" spc="-90"/>
              <a:t>Layer</a:t>
            </a:r>
            <a:r>
              <a:rPr dirty="0"/>
              <a:t> </a:t>
            </a:r>
            <a:r>
              <a:rPr dirty="0" spc="-105"/>
              <a:t>RL</a:t>
            </a:r>
            <a:r>
              <a:rPr dirty="0" spc="5"/>
              <a:t> </a:t>
            </a:r>
            <a:r>
              <a:rPr dirty="0" spc="-114"/>
              <a:t>&amp;</a:t>
            </a:r>
            <a:r>
              <a:rPr dirty="0"/>
              <a:t> </a:t>
            </a:r>
            <a:r>
              <a:rPr dirty="0" spc="-95"/>
              <a:t>Neuro-Fuzzy</a:t>
            </a:r>
            <a:r>
              <a:rPr dirty="0" spc="5"/>
              <a:t> </a:t>
            </a:r>
            <a:r>
              <a:rPr dirty="0" spc="-80"/>
              <a:t>Coordination</a:t>
            </a:r>
            <a:r>
              <a:rPr dirty="0"/>
              <a:t> </a:t>
            </a:r>
            <a:r>
              <a:rPr dirty="0" spc="-80"/>
              <a:t>for</a:t>
            </a:r>
            <a:r>
              <a:rPr dirty="0"/>
              <a:t> </a:t>
            </a:r>
            <a:r>
              <a:rPr dirty="0" spc="-25"/>
              <a:t>LFC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26960" y="270532"/>
            <a:ext cx="4210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3 </a:t>
            </a:r>
            <a:r>
              <a:rPr dirty="0" sz="1300" spc="-70">
                <a:solidFill>
                  <a:srgbClr val="545454"/>
                </a:solidFill>
                <a:latin typeface="Futura Lt BT"/>
                <a:cs typeface="Futura Lt BT"/>
              </a:rPr>
              <a:t>/</a:t>
            </a: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300" spc="-40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30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199" y="1381124"/>
            <a:ext cx="6581775" cy="19050"/>
          </a:xfrm>
          <a:custGeom>
            <a:avLst/>
            <a:gdLst/>
            <a:ahLst/>
            <a:cxnLst/>
            <a:rect l="l" t="t" r="r" b="b"/>
            <a:pathLst>
              <a:path w="6581775" h="19050">
                <a:moveTo>
                  <a:pt x="6581774" y="19049"/>
                </a:moveTo>
                <a:lnTo>
                  <a:pt x="0" y="19049"/>
                </a:lnTo>
                <a:lnTo>
                  <a:pt x="0" y="0"/>
                </a:lnTo>
                <a:lnTo>
                  <a:pt x="6581774" y="0"/>
                </a:lnTo>
                <a:lnTo>
                  <a:pt x="6581774" y="1904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57199" y="3486149"/>
            <a:ext cx="6581775" cy="1409700"/>
            <a:chOff x="457199" y="3486149"/>
            <a:chExt cx="6581775" cy="14097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3486149"/>
              <a:ext cx="6543674" cy="14096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199" y="3486427"/>
              <a:ext cx="70485" cy="1409700"/>
            </a:xfrm>
            <a:custGeom>
              <a:avLst/>
              <a:gdLst/>
              <a:ahLst/>
              <a:cxnLst/>
              <a:rect l="l" t="t" r="r" b="b"/>
              <a:pathLst>
                <a:path w="70484" h="1409700">
                  <a:moveTo>
                    <a:pt x="70450" y="1409144"/>
                  </a:moveTo>
                  <a:lnTo>
                    <a:pt x="33857" y="1396591"/>
                  </a:lnTo>
                  <a:lnTo>
                    <a:pt x="5800" y="1362382"/>
                  </a:lnTo>
                  <a:lnTo>
                    <a:pt x="0" y="13332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333222"/>
                  </a:lnTo>
                  <a:lnTo>
                    <a:pt x="44515" y="1375564"/>
                  </a:lnTo>
                  <a:lnTo>
                    <a:pt x="66287" y="1407488"/>
                  </a:lnTo>
                  <a:lnTo>
                    <a:pt x="70450" y="140914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4032" y="3762374"/>
              <a:ext cx="171185" cy="171449"/>
            </a:xfrm>
            <a:prstGeom prst="rect">
              <a:avLst/>
            </a:prstGeom>
          </p:spPr>
        </p:pic>
      </p:grpSp>
      <p:pic>
        <p:nvPicPr>
          <p:cNvPr id="9" name="object 9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065" y="1666540"/>
            <a:ext cx="191169" cy="191169"/>
          </a:xfrm>
          <a:prstGeom prst="rect">
            <a:avLst/>
          </a:prstGeom>
        </p:spPr>
      </p:pic>
      <p:pic>
        <p:nvPicPr>
          <p:cNvPr id="10" name="object 10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400" y="2382663"/>
            <a:ext cx="190537" cy="168622"/>
          </a:xfrm>
          <a:prstGeom prst="rect">
            <a:avLst/>
          </a:prstGeom>
        </p:spPr>
      </p:pic>
      <p:pic>
        <p:nvPicPr>
          <p:cNvPr id="11" name="object 11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2730" y="3088481"/>
            <a:ext cx="191839" cy="166687"/>
          </a:xfrm>
          <a:prstGeom prst="rect">
            <a:avLst/>
          </a:prstGeom>
        </p:spPr>
      </p:pic>
      <p:sp>
        <p:nvSpPr>
          <p:cNvPr id="12" name="object 12" descr=""/>
          <p:cNvSpPr txBox="1"/>
          <p:nvPr/>
        </p:nvSpPr>
        <p:spPr>
          <a:xfrm>
            <a:off x="444500" y="961707"/>
            <a:ext cx="6116955" cy="29946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3468370">
              <a:lnSpc>
                <a:spcPct val="100000"/>
              </a:lnSpc>
              <a:spcBef>
                <a:spcPts val="100"/>
              </a:spcBef>
            </a:pPr>
            <a:r>
              <a:rPr dirty="0" sz="2000" spc="-100" b="1">
                <a:solidFill>
                  <a:srgbClr val="0053A6"/>
                </a:solidFill>
                <a:latin typeface="Roboto"/>
                <a:cs typeface="Roboto"/>
              </a:rPr>
              <a:t>Introduction</a:t>
            </a:r>
            <a:r>
              <a:rPr dirty="0" sz="2000" spc="-4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50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2000" spc="-4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80" b="1">
                <a:solidFill>
                  <a:srgbClr val="0053A6"/>
                </a:solidFill>
                <a:latin typeface="Roboto"/>
                <a:cs typeface="Roboto"/>
              </a:rPr>
              <a:t>Motivation</a:t>
            </a:r>
            <a:endParaRPr sz="2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800">
              <a:latin typeface="Roboto"/>
              <a:cs typeface="Roboto"/>
            </a:endParaRPr>
          </a:p>
          <a:p>
            <a:pPr marL="431165" marR="243840">
              <a:lnSpc>
                <a:spcPct val="112500"/>
              </a:lnSpc>
            </a:pP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The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rise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renewables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systems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introduces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new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challenges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for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stability.</a:t>
            </a:r>
            <a:endParaRPr sz="1500">
              <a:latin typeface="Roboto"/>
              <a:cs typeface="Roboto"/>
            </a:endParaRPr>
          </a:p>
          <a:p>
            <a:pPr marL="431165" marR="5080">
              <a:lnSpc>
                <a:spcPct val="112500"/>
              </a:lnSpc>
              <a:spcBef>
                <a:spcPts val="1500"/>
              </a:spcBef>
            </a:pP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Load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(LFC)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65">
                <a:solidFill>
                  <a:srgbClr val="333333"/>
                </a:solidFill>
                <a:latin typeface="Roboto"/>
                <a:cs typeface="Roboto"/>
              </a:rPr>
              <a:t>is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Roboto"/>
                <a:cs typeface="Roboto"/>
              </a:rPr>
              <a:t>more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complex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due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uncertainty,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33333"/>
                </a:solidFill>
                <a:latin typeface="Roboto"/>
                <a:cs typeface="Roboto"/>
              </a:rPr>
              <a:t>reduced </a:t>
            </a:r>
            <a:r>
              <a:rPr dirty="0" sz="1500" spc="-55">
                <a:solidFill>
                  <a:srgbClr val="333333"/>
                </a:solidFill>
                <a:latin typeface="Roboto"/>
                <a:cs typeface="Roboto"/>
              </a:rPr>
              <a:t>inertia,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variability.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350">
              <a:latin typeface="Roboto"/>
              <a:cs typeface="Roboto"/>
            </a:endParaRPr>
          </a:p>
          <a:p>
            <a:pPr marL="431165">
              <a:lnSpc>
                <a:spcPct val="100000"/>
              </a:lnSpc>
            </a:pP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Traditional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controllers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show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limitations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under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high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renewable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penetration.</a:t>
            </a:r>
            <a:endParaRPr sz="1500">
              <a:latin typeface="Roboto"/>
              <a:cs typeface="Roboto"/>
            </a:endParaRPr>
          </a:p>
          <a:p>
            <a:pPr>
              <a:lnSpc>
                <a:spcPct val="100000"/>
              </a:lnSpc>
            </a:pPr>
            <a:endParaRPr sz="135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endParaRPr sz="1350">
              <a:latin typeface="Roboto"/>
              <a:cs typeface="Roboto"/>
            </a:endParaRPr>
          </a:p>
          <a:p>
            <a:pPr algn="ctr" marR="3491865">
              <a:lnSpc>
                <a:spcPct val="100000"/>
              </a:lnSpc>
            </a:pPr>
            <a:r>
              <a:rPr dirty="0" sz="1500" spc="-85" b="1">
                <a:solidFill>
                  <a:srgbClr val="0053A6"/>
                </a:solidFill>
                <a:latin typeface="Roboto"/>
                <a:cs typeface="Roboto"/>
              </a:rPr>
              <a:t>Research</a:t>
            </a:r>
            <a:r>
              <a:rPr dirty="0" sz="1500" spc="-2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10" b="1">
                <a:solidFill>
                  <a:srgbClr val="0053A6"/>
                </a:solidFill>
                <a:latin typeface="Roboto"/>
                <a:cs typeface="Roboto"/>
              </a:rPr>
              <a:t>Objective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11199" y="4083097"/>
            <a:ext cx="5687695" cy="558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6700"/>
              </a:lnSpc>
              <a:spcBef>
                <a:spcPts val="100"/>
              </a:spcBef>
            </a:pPr>
            <a:r>
              <a:rPr dirty="0" sz="1500" spc="-85">
                <a:latin typeface="Roboto"/>
                <a:cs typeface="Roboto"/>
              </a:rPr>
              <a:t>Develop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100">
                <a:latin typeface="Roboto"/>
                <a:cs typeface="Roboto"/>
              </a:rPr>
              <a:t>an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60">
                <a:latin typeface="Roboto"/>
                <a:cs typeface="Roboto"/>
              </a:rPr>
              <a:t>intelligent,</a:t>
            </a:r>
            <a:r>
              <a:rPr dirty="0" sz="1500" spc="-5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robust,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100">
                <a:latin typeface="Roboto"/>
                <a:cs typeface="Roboto"/>
              </a:rPr>
              <a:t>and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85">
                <a:latin typeface="Roboto"/>
                <a:cs typeface="Roboto"/>
              </a:rPr>
              <a:t>adaptive</a:t>
            </a:r>
            <a:r>
              <a:rPr dirty="0" sz="1500" spc="-5">
                <a:latin typeface="Roboto"/>
                <a:cs typeface="Roboto"/>
              </a:rPr>
              <a:t> </a:t>
            </a:r>
            <a:r>
              <a:rPr dirty="0" sz="1500" spc="-95">
                <a:latin typeface="Roboto"/>
                <a:cs typeface="Roboto"/>
              </a:rPr>
              <a:t>LFC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75">
                <a:latin typeface="Roboto"/>
                <a:cs typeface="Roboto"/>
              </a:rPr>
              <a:t>solution</a:t>
            </a:r>
            <a:r>
              <a:rPr dirty="0" sz="1500" spc="-10">
                <a:latin typeface="Roboto"/>
                <a:cs typeface="Roboto"/>
              </a:rPr>
              <a:t> </a:t>
            </a:r>
            <a:r>
              <a:rPr dirty="0" sz="1500" spc="-70">
                <a:latin typeface="Roboto"/>
                <a:cs typeface="Roboto"/>
              </a:rPr>
              <a:t>for</a:t>
            </a:r>
            <a:r>
              <a:rPr dirty="0" sz="1500" spc="-5">
                <a:latin typeface="Roboto"/>
                <a:cs typeface="Roboto"/>
              </a:rPr>
              <a:t> </a:t>
            </a:r>
            <a:r>
              <a:rPr dirty="0" sz="1500" spc="-85">
                <a:latin typeface="Roboto"/>
                <a:cs typeface="Roboto"/>
              </a:rPr>
              <a:t>renewable-</a:t>
            </a:r>
            <a:r>
              <a:rPr dirty="0" sz="1500" spc="-20">
                <a:latin typeface="Roboto"/>
                <a:cs typeface="Roboto"/>
              </a:rPr>
              <a:t>rich </a:t>
            </a:r>
            <a:r>
              <a:rPr dirty="0" sz="1500" spc="-10">
                <a:latin typeface="Roboto"/>
                <a:cs typeface="Roboto"/>
              </a:rPr>
              <a:t>grids.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43774" y="1000124"/>
            <a:ext cx="4391025" cy="5438773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751416" y="4408804"/>
            <a:ext cx="1844039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5" b="0">
                <a:solidFill>
                  <a:srgbClr val="FFFFFF"/>
                </a:solidFill>
                <a:latin typeface="Roboto Medium"/>
                <a:cs typeface="Roboto Medium"/>
              </a:rPr>
              <a:t>Intelligent</a:t>
            </a:r>
            <a:r>
              <a:rPr dirty="0" sz="1300" spc="1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300" spc="-65" b="0">
                <a:solidFill>
                  <a:srgbClr val="FFFFFF"/>
                </a:solidFill>
                <a:latin typeface="Roboto Medium"/>
                <a:cs typeface="Roboto Medium"/>
              </a:rPr>
              <a:t>Control</a:t>
            </a:r>
            <a:r>
              <a:rPr dirty="0" sz="1300" spc="1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300" spc="-45" b="0">
                <a:solidFill>
                  <a:srgbClr val="FFFFFF"/>
                </a:solidFill>
                <a:latin typeface="Roboto Medium"/>
                <a:cs typeface="Roboto Medium"/>
              </a:rPr>
              <a:t>Solution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16" name="object 16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 descr=""/>
          <p:cNvGrpSpPr/>
          <p:nvPr/>
        </p:nvGrpSpPr>
        <p:grpSpPr>
          <a:xfrm>
            <a:off x="7905749" y="2981324"/>
            <a:ext cx="4095750" cy="3686175"/>
            <a:chOff x="7905749" y="2981324"/>
            <a:chExt cx="4095750" cy="3686175"/>
          </a:xfrm>
        </p:grpSpPr>
        <p:sp>
          <p:nvSpPr>
            <p:cNvPr id="18" name="object 18" descr=""/>
            <p:cNvSpPr/>
            <p:nvPr/>
          </p:nvSpPr>
          <p:spPr>
            <a:xfrm>
              <a:off x="7905737" y="2981324"/>
              <a:ext cx="3362325" cy="190500"/>
            </a:xfrm>
            <a:custGeom>
              <a:avLst/>
              <a:gdLst/>
              <a:ahLst/>
              <a:cxnLst/>
              <a:rect l="l" t="t" r="r" b="b"/>
              <a:pathLst>
                <a:path w="3362325" h="190500">
                  <a:moveTo>
                    <a:pt x="3362325" y="95250"/>
                  </a:moveTo>
                  <a:lnTo>
                    <a:pt x="3267075" y="0"/>
                  </a:lnTo>
                  <a:lnTo>
                    <a:pt x="3267075" y="76200"/>
                  </a:lnTo>
                  <a:lnTo>
                    <a:pt x="0" y="76200"/>
                  </a:lnTo>
                  <a:lnTo>
                    <a:pt x="0" y="114300"/>
                  </a:lnTo>
                  <a:lnTo>
                    <a:pt x="3267075" y="114300"/>
                  </a:lnTo>
                  <a:lnTo>
                    <a:pt x="3267075" y="190500"/>
                  </a:lnTo>
                  <a:lnTo>
                    <a:pt x="3362325" y="95250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Adaptive</a:t>
            </a:r>
            <a:r>
              <a:rPr dirty="0"/>
              <a:t> </a:t>
            </a:r>
            <a:r>
              <a:rPr dirty="0" spc="-80"/>
              <a:t>Multi-</a:t>
            </a:r>
            <a:r>
              <a:rPr dirty="0" spc="-90"/>
              <a:t>Layer</a:t>
            </a:r>
            <a:r>
              <a:rPr dirty="0"/>
              <a:t> </a:t>
            </a:r>
            <a:r>
              <a:rPr dirty="0" spc="-105"/>
              <a:t>RL</a:t>
            </a:r>
            <a:r>
              <a:rPr dirty="0" spc="5"/>
              <a:t> </a:t>
            </a:r>
            <a:r>
              <a:rPr dirty="0" spc="-114"/>
              <a:t>&amp;</a:t>
            </a:r>
            <a:r>
              <a:rPr dirty="0"/>
              <a:t> </a:t>
            </a:r>
            <a:r>
              <a:rPr dirty="0" spc="-95"/>
              <a:t>Neuro-Fuzzy</a:t>
            </a:r>
            <a:r>
              <a:rPr dirty="0" spc="5"/>
              <a:t> </a:t>
            </a:r>
            <a:r>
              <a:rPr dirty="0" spc="-80"/>
              <a:t>Coordination</a:t>
            </a:r>
            <a:r>
              <a:rPr dirty="0"/>
              <a:t> </a:t>
            </a:r>
            <a:r>
              <a:rPr dirty="0" spc="-80"/>
              <a:t>for</a:t>
            </a:r>
            <a:r>
              <a:rPr dirty="0"/>
              <a:t> </a:t>
            </a:r>
            <a:r>
              <a:rPr dirty="0" spc="-25"/>
              <a:t>LFC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26960" y="270564"/>
            <a:ext cx="4210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4 </a:t>
            </a:r>
            <a:r>
              <a:rPr dirty="0" sz="1300" spc="-70">
                <a:solidFill>
                  <a:srgbClr val="545454"/>
                </a:solidFill>
                <a:latin typeface="Futura Lt BT"/>
                <a:cs typeface="Futura Lt BT"/>
              </a:rPr>
              <a:t>/</a:t>
            </a: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300" spc="-40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30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199" y="1381124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5486399" y="19049"/>
                </a:moveTo>
                <a:lnTo>
                  <a:pt x="0" y="19049"/>
                </a:lnTo>
                <a:lnTo>
                  <a:pt x="0" y="0"/>
                </a:lnTo>
                <a:lnTo>
                  <a:pt x="5486399" y="0"/>
                </a:lnTo>
                <a:lnTo>
                  <a:pt x="5486399" y="1904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57199" y="1628774"/>
            <a:ext cx="5486400" cy="1219200"/>
            <a:chOff x="457199" y="1628774"/>
            <a:chExt cx="5486400" cy="12192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1628774"/>
              <a:ext cx="5448299" cy="12191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199" y="1629052"/>
              <a:ext cx="70485" cy="1219200"/>
            </a:xfrm>
            <a:custGeom>
              <a:avLst/>
              <a:gdLst/>
              <a:ahLst/>
              <a:cxnLst/>
              <a:rect l="l" t="t" r="r" b="b"/>
              <a:pathLst>
                <a:path w="70484" h="1219200">
                  <a:moveTo>
                    <a:pt x="70449" y="1218644"/>
                  </a:moveTo>
                  <a:lnTo>
                    <a:pt x="33857" y="1206091"/>
                  </a:lnTo>
                  <a:lnTo>
                    <a:pt x="5800" y="1171882"/>
                  </a:lnTo>
                  <a:lnTo>
                    <a:pt x="0" y="11427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142722"/>
                  </a:lnTo>
                  <a:lnTo>
                    <a:pt x="44515" y="1185064"/>
                  </a:lnTo>
                  <a:lnTo>
                    <a:pt x="66287" y="1216988"/>
                  </a:lnTo>
                  <a:lnTo>
                    <a:pt x="70449" y="121864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230" y="1866899"/>
              <a:ext cx="215082" cy="171449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457199" y="3076574"/>
            <a:ext cx="5486400" cy="2247900"/>
            <a:chOff x="457199" y="3076574"/>
            <a:chExt cx="5486400" cy="2247900"/>
          </a:xfrm>
        </p:grpSpPr>
        <p:sp>
          <p:nvSpPr>
            <p:cNvPr id="10" name="object 10" descr=""/>
            <p:cNvSpPr/>
            <p:nvPr/>
          </p:nvSpPr>
          <p:spPr>
            <a:xfrm>
              <a:off x="457199" y="3076574"/>
              <a:ext cx="5486400" cy="2247900"/>
            </a:xfrm>
            <a:custGeom>
              <a:avLst/>
              <a:gdLst/>
              <a:ahLst/>
              <a:cxnLst/>
              <a:rect l="l" t="t" r="r" b="b"/>
              <a:pathLst>
                <a:path w="5486400" h="2247900">
                  <a:moveTo>
                    <a:pt x="5415202" y="2247899"/>
                  </a:moveTo>
                  <a:lnTo>
                    <a:pt x="71196" y="2247899"/>
                  </a:lnTo>
                  <a:lnTo>
                    <a:pt x="66241" y="2247411"/>
                  </a:lnTo>
                  <a:lnTo>
                    <a:pt x="29705" y="2232277"/>
                  </a:lnTo>
                  <a:lnTo>
                    <a:pt x="3885" y="2196237"/>
                  </a:lnTo>
                  <a:lnTo>
                    <a:pt x="0" y="2176703"/>
                  </a:lnTo>
                  <a:lnTo>
                    <a:pt x="0" y="21716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5415202" y="0"/>
                  </a:lnTo>
                  <a:lnTo>
                    <a:pt x="5456693" y="15621"/>
                  </a:lnTo>
                  <a:lnTo>
                    <a:pt x="5482513" y="51661"/>
                  </a:lnTo>
                  <a:lnTo>
                    <a:pt x="5486399" y="71196"/>
                  </a:lnTo>
                  <a:lnTo>
                    <a:pt x="5486399" y="2176703"/>
                  </a:lnTo>
                  <a:lnTo>
                    <a:pt x="5470777" y="2218193"/>
                  </a:lnTo>
                  <a:lnTo>
                    <a:pt x="5434737" y="2244013"/>
                  </a:lnTo>
                  <a:lnTo>
                    <a:pt x="5420157" y="2247411"/>
                  </a:lnTo>
                  <a:lnTo>
                    <a:pt x="5415202" y="22478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91157" y="3352799"/>
              <a:ext cx="117865" cy="171449"/>
            </a:xfrm>
            <a:prstGeom prst="rect">
              <a:avLst/>
            </a:prstGeom>
          </p:spPr>
        </p:pic>
      </p:grpSp>
      <p:sp>
        <p:nvSpPr>
          <p:cNvPr id="12" name="object 12" descr=""/>
          <p:cNvSpPr txBox="1"/>
          <p:nvPr/>
        </p:nvSpPr>
        <p:spPr>
          <a:xfrm>
            <a:off x="444500" y="961621"/>
            <a:ext cx="309118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0" b="1">
                <a:solidFill>
                  <a:srgbClr val="0053A6"/>
                </a:solidFill>
                <a:latin typeface="Roboto"/>
                <a:cs typeface="Roboto"/>
              </a:rPr>
              <a:t>Background</a:t>
            </a:r>
            <a:r>
              <a:rPr dirty="0" sz="2000" spc="-4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50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2000" spc="-3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25" b="1">
                <a:solidFill>
                  <a:srgbClr val="0053A6"/>
                </a:solidFill>
                <a:latin typeface="Roboto"/>
                <a:cs typeface="Roboto"/>
              </a:rPr>
              <a:t>Core</a:t>
            </a:r>
            <a:r>
              <a:rPr dirty="0" sz="2000" spc="-3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75" b="1">
                <a:solidFill>
                  <a:srgbClr val="0053A6"/>
                </a:solidFill>
                <a:latin typeface="Roboto"/>
                <a:cs typeface="Roboto"/>
              </a:rPr>
              <a:t>Principles</a:t>
            </a:r>
            <a:endParaRPr sz="2000">
              <a:latin typeface="Roboto"/>
              <a:cs typeface="Roboto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1001712" y="1806336"/>
            <a:ext cx="231648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5" b="1">
                <a:solidFill>
                  <a:srgbClr val="0053A6"/>
                </a:solidFill>
                <a:latin typeface="Roboto"/>
                <a:cs typeface="Roboto"/>
              </a:rPr>
              <a:t>Load</a:t>
            </a:r>
            <a:r>
              <a:rPr dirty="0" sz="1500" spc="-2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0053A6"/>
                </a:solidFill>
                <a:latin typeface="Roboto"/>
                <a:cs typeface="Roboto"/>
              </a:rPr>
              <a:t>Frequency</a:t>
            </a:r>
            <a:r>
              <a:rPr dirty="0" sz="1500" spc="-2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80" b="1">
                <a:solidFill>
                  <a:srgbClr val="0053A6"/>
                </a:solidFill>
                <a:latin typeface="Roboto"/>
                <a:cs typeface="Roboto"/>
              </a:rPr>
              <a:t>Control</a:t>
            </a:r>
            <a:r>
              <a:rPr dirty="0" sz="1500" spc="-2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0053A6"/>
                </a:solidFill>
                <a:latin typeface="Roboto"/>
                <a:cs typeface="Roboto"/>
              </a:rPr>
              <a:t>(LFC)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673099" y="2154808"/>
            <a:ext cx="477710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15399"/>
              </a:lnSpc>
              <a:spcBef>
                <a:spcPts val="90"/>
              </a:spcBef>
            </a:pPr>
            <a:r>
              <a:rPr dirty="0" sz="1300" spc="-65">
                <a:latin typeface="Roboto"/>
                <a:cs typeface="Roboto"/>
              </a:rPr>
              <a:t>Ensures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power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system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frequency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and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tie-line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power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exchanges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remain </a:t>
            </a:r>
            <a:r>
              <a:rPr dirty="0" sz="1300" spc="-50">
                <a:latin typeface="Roboto"/>
                <a:cs typeface="Roboto"/>
              </a:rPr>
              <a:t>within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operational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limits,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maintaining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generation-load</a:t>
            </a:r>
            <a:r>
              <a:rPr dirty="0" sz="1300" spc="10">
                <a:latin typeface="Roboto"/>
                <a:cs typeface="Roboto"/>
              </a:rPr>
              <a:t> </a:t>
            </a:r>
            <a:r>
              <a:rPr dirty="0" sz="1300" spc="-10">
                <a:latin typeface="Roboto"/>
                <a:cs typeface="Roboto"/>
              </a:rPr>
              <a:t>balance.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915987" y="3297948"/>
            <a:ext cx="1160780" cy="2476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50" spc="-60" b="1">
                <a:solidFill>
                  <a:srgbClr val="FFFFFF"/>
                </a:solidFill>
                <a:latin typeface="Roboto"/>
                <a:cs typeface="Roboto"/>
              </a:rPr>
              <a:t>Core</a:t>
            </a:r>
            <a:r>
              <a:rPr dirty="0" sz="1450" spc="-3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450" spc="-55" b="1">
                <a:solidFill>
                  <a:srgbClr val="FFFFFF"/>
                </a:solidFill>
                <a:latin typeface="Roboto"/>
                <a:cs typeface="Roboto"/>
              </a:rPr>
              <a:t>Concepts</a:t>
            </a:r>
            <a:endParaRPr sz="1450">
              <a:latin typeface="Roboto"/>
              <a:cs typeface="Roboto"/>
            </a:endParaRPr>
          </a:p>
        </p:txBody>
      </p:sp>
      <p:grpSp>
        <p:nvGrpSpPr>
          <p:cNvPr id="16" name="object 16" descr=""/>
          <p:cNvGrpSpPr/>
          <p:nvPr/>
        </p:nvGrpSpPr>
        <p:grpSpPr>
          <a:xfrm>
            <a:off x="685799" y="3800474"/>
            <a:ext cx="76200" cy="1104900"/>
            <a:chOff x="685799" y="3800474"/>
            <a:chExt cx="76200" cy="1104900"/>
          </a:xfrm>
        </p:grpSpPr>
        <p:pic>
          <p:nvPicPr>
            <p:cNvPr id="17" name="object 17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799" y="3800474"/>
              <a:ext cx="76200" cy="76199"/>
            </a:xfrm>
            <a:prstGeom prst="rect">
              <a:avLst/>
            </a:prstGeom>
          </p:spPr>
        </p:pic>
        <p:pic>
          <p:nvPicPr>
            <p:cNvPr id="18" name="object 1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799" y="4143374"/>
              <a:ext cx="76200" cy="7619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799" y="4486274"/>
              <a:ext cx="76200" cy="76199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85799" y="4829174"/>
              <a:ext cx="76200" cy="76199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901700" y="3703954"/>
            <a:ext cx="3190240" cy="9150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Frequency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deviation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FFFFFF"/>
                </a:solidFill>
                <a:latin typeface="Roboto"/>
                <a:cs typeface="Roboto"/>
              </a:rPr>
              <a:t>Area</a:t>
            </a:r>
            <a:r>
              <a:rPr dirty="0" sz="130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Control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Error</a:t>
            </a:r>
            <a:r>
              <a:rPr dirty="0" sz="1300" spc="-1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(ACE)</a:t>
            </a:r>
            <a:endParaRPr sz="1300">
              <a:latin typeface="Roboto"/>
              <a:cs typeface="Roboto"/>
            </a:endParaRPr>
          </a:p>
          <a:p>
            <a:pPr marL="12700" marR="685800">
              <a:lnSpc>
                <a:spcPct val="173100"/>
              </a:lnSpc>
            </a:pP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Tie-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line</a:t>
            </a:r>
            <a:r>
              <a:rPr dirty="0" sz="1300" spc="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Roboto"/>
                <a:cs typeface="Roboto"/>
              </a:rPr>
              <a:t>power</a:t>
            </a:r>
            <a:r>
              <a:rPr dirty="0" sz="1300" spc="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Roboto"/>
                <a:cs typeface="Roboto"/>
              </a:rPr>
              <a:t>flows</a:t>
            </a:r>
            <a:r>
              <a:rPr dirty="0" sz="1300" spc="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Roboto"/>
                <a:cs typeface="Roboto"/>
              </a:rPr>
              <a:t>between</a:t>
            </a:r>
            <a:r>
              <a:rPr dirty="0" sz="1300" spc="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areas </a:t>
            </a:r>
            <a:r>
              <a:rPr dirty="0" sz="1300" spc="-65">
                <a:solidFill>
                  <a:srgbClr val="FFFFFF"/>
                </a:solidFill>
                <a:latin typeface="Roboto"/>
                <a:cs typeface="Roboto"/>
              </a:rPr>
              <a:t>System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FFFFFF"/>
                </a:solidFill>
                <a:latin typeface="Roboto"/>
                <a:cs typeface="Roboto"/>
              </a:rPr>
              <a:t>inertia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13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FFFFFF"/>
                </a:solidFill>
                <a:latin typeface="Roboto"/>
                <a:cs typeface="Roboto"/>
              </a:rPr>
              <a:t>damping</a:t>
            </a:r>
            <a:r>
              <a:rPr dirty="0" sz="13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FFFFFF"/>
                </a:solidFill>
                <a:latin typeface="Roboto"/>
                <a:cs typeface="Roboto"/>
              </a:rPr>
              <a:t>coefficient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901700" y="4732654"/>
            <a:ext cx="266763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Predictive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FFFFFF"/>
                </a:solidFill>
                <a:latin typeface="Roboto"/>
                <a:cs typeface="Roboto"/>
              </a:rPr>
              <a:t>&amp;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adaptive</a:t>
            </a:r>
            <a:r>
              <a:rPr dirty="0" sz="13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FFFFFF"/>
                </a:solidFill>
                <a:latin typeface="Roboto"/>
                <a:cs typeface="Roboto"/>
              </a:rPr>
              <a:t>control</a:t>
            </a:r>
            <a:r>
              <a:rPr dirty="0" sz="1300" spc="-2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FFFFFF"/>
                </a:solidFill>
                <a:latin typeface="Roboto"/>
                <a:cs typeface="Roboto"/>
              </a:rPr>
              <a:t>strategies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6235699" y="1806336"/>
            <a:ext cx="343407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90" b="1">
                <a:solidFill>
                  <a:srgbClr val="374050"/>
                </a:solidFill>
                <a:latin typeface="Roboto"/>
                <a:cs typeface="Roboto"/>
              </a:rPr>
              <a:t>Major</a:t>
            </a:r>
            <a:r>
              <a:rPr dirty="0" sz="150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90" b="1">
                <a:solidFill>
                  <a:srgbClr val="374050"/>
                </a:solidFill>
                <a:latin typeface="Roboto"/>
                <a:cs typeface="Roboto"/>
              </a:rPr>
              <a:t>Challenges</a:t>
            </a:r>
            <a:r>
              <a:rPr dirty="0" sz="150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374050"/>
                </a:solidFill>
                <a:latin typeface="Roboto"/>
                <a:cs typeface="Roboto"/>
              </a:rPr>
              <a:t>in</a:t>
            </a:r>
            <a:r>
              <a:rPr dirty="0" sz="150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374050"/>
                </a:solidFill>
                <a:latin typeface="Roboto"/>
                <a:cs typeface="Roboto"/>
              </a:rPr>
              <a:t>Modern</a:t>
            </a:r>
            <a:r>
              <a:rPr dirty="0" sz="1500" spc="15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100" b="1">
                <a:solidFill>
                  <a:srgbClr val="374050"/>
                </a:solidFill>
                <a:latin typeface="Roboto"/>
                <a:cs typeface="Roboto"/>
              </a:rPr>
              <a:t>Power</a:t>
            </a:r>
            <a:r>
              <a:rPr dirty="0" sz="1500" spc="10" b="1">
                <a:solidFill>
                  <a:srgbClr val="374050"/>
                </a:solidFill>
                <a:latin typeface="Roboto"/>
                <a:cs typeface="Roboto"/>
              </a:rPr>
              <a:t> </a:t>
            </a:r>
            <a:r>
              <a:rPr dirty="0" sz="1500" spc="-70" b="1">
                <a:solidFill>
                  <a:srgbClr val="374050"/>
                </a:solidFill>
                <a:latin typeface="Roboto"/>
                <a:cs typeface="Roboto"/>
              </a:rPr>
              <a:t>Systems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343774" y="2505075"/>
            <a:ext cx="476250" cy="476250"/>
            <a:chOff x="7343774" y="2505075"/>
            <a:chExt cx="476250" cy="476250"/>
          </a:xfrm>
        </p:grpSpPr>
        <p:sp>
          <p:nvSpPr>
            <p:cNvPr id="25" name="object 25" descr=""/>
            <p:cNvSpPr/>
            <p:nvPr/>
          </p:nvSpPr>
          <p:spPr>
            <a:xfrm>
              <a:off x="7343774" y="25050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4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6" y="184019"/>
                  </a:lnTo>
                  <a:lnTo>
                    <a:pt x="21109" y="139792"/>
                  </a:lnTo>
                  <a:lnTo>
                    <a:pt x="44463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8" y="6096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8" y="75259"/>
                  </a:lnTo>
                  <a:lnTo>
                    <a:pt x="440451" y="112314"/>
                  </a:lnTo>
                  <a:lnTo>
                    <a:pt x="461107" y="154203"/>
                  </a:lnTo>
                  <a:lnTo>
                    <a:pt x="473195" y="199318"/>
                  </a:lnTo>
                  <a:lnTo>
                    <a:pt x="476250" y="230325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5"/>
                  </a:lnTo>
                  <a:lnTo>
                    <a:pt x="431784" y="376904"/>
                  </a:lnTo>
                  <a:lnTo>
                    <a:pt x="400989" y="412018"/>
                  </a:lnTo>
                  <a:lnTo>
                    <a:pt x="363934" y="440451"/>
                  </a:lnTo>
                  <a:lnTo>
                    <a:pt x="322045" y="461107"/>
                  </a:lnTo>
                  <a:lnTo>
                    <a:pt x="276930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67599" y="2628899"/>
              <a:ext cx="228600" cy="228600"/>
            </a:xfrm>
            <a:prstGeom prst="rect">
              <a:avLst/>
            </a:prstGeom>
          </p:spPr>
        </p:pic>
      </p:grpSp>
      <p:sp>
        <p:nvSpPr>
          <p:cNvPr id="27" name="object 27" descr=""/>
          <p:cNvSpPr txBox="1"/>
          <p:nvPr/>
        </p:nvSpPr>
        <p:spPr>
          <a:xfrm>
            <a:off x="6424711" y="2986193"/>
            <a:ext cx="2314575" cy="76263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300" spc="-60" b="0">
                <a:solidFill>
                  <a:srgbClr val="0053A6"/>
                </a:solidFill>
                <a:latin typeface="Roboto Medium"/>
                <a:cs typeface="Roboto Medium"/>
              </a:rPr>
              <a:t>Renewable</a:t>
            </a:r>
            <a:r>
              <a:rPr dirty="0" sz="1300" spc="-30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0053A6"/>
                </a:solidFill>
                <a:latin typeface="Roboto Medium"/>
                <a:cs typeface="Roboto Medium"/>
              </a:rPr>
              <a:t>Intermittency</a:t>
            </a:r>
            <a:endParaRPr sz="1300">
              <a:latin typeface="Roboto Medium"/>
              <a:cs typeface="Roboto Medium"/>
            </a:endParaRPr>
          </a:p>
          <a:p>
            <a:pPr algn="ctr" marL="12700" marR="5080" indent="-635">
              <a:lnSpc>
                <a:spcPts val="1420"/>
              </a:lnSpc>
              <a:spcBef>
                <a:spcPts val="705"/>
              </a:spcBef>
            </a:pPr>
            <a:r>
              <a:rPr dirty="0" sz="1200" spc="-60">
                <a:solidFill>
                  <a:srgbClr val="545454"/>
                </a:solidFill>
                <a:latin typeface="Roboto"/>
                <a:cs typeface="Roboto"/>
              </a:rPr>
              <a:t>Fluctuating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75">
                <a:solidFill>
                  <a:srgbClr val="545454"/>
                </a:solidFill>
                <a:latin typeface="Roboto"/>
                <a:cs typeface="Roboto"/>
              </a:rPr>
              <a:t>wind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80">
                <a:solidFill>
                  <a:srgbClr val="545454"/>
                </a:solidFill>
                <a:latin typeface="Roboto"/>
                <a:cs typeface="Roboto"/>
              </a:rPr>
              <a:t>and</a:t>
            </a:r>
            <a:r>
              <a:rPr dirty="0" sz="12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545454"/>
                </a:solidFill>
                <a:latin typeface="Roboto"/>
                <a:cs typeface="Roboto"/>
              </a:rPr>
              <a:t>solar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55">
                <a:solidFill>
                  <a:srgbClr val="545454"/>
                </a:solidFill>
                <a:latin typeface="Roboto"/>
                <a:cs typeface="Roboto"/>
              </a:rPr>
              <a:t>generation </a:t>
            </a:r>
            <a:r>
              <a:rPr dirty="0" sz="1200" spc="-65">
                <a:solidFill>
                  <a:srgbClr val="545454"/>
                </a:solidFill>
                <a:latin typeface="Roboto"/>
                <a:cs typeface="Roboto"/>
              </a:rPr>
              <a:t>create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545454"/>
                </a:solidFill>
                <a:latin typeface="Roboto"/>
                <a:cs typeface="Roboto"/>
              </a:rPr>
              <a:t>unpredictable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80">
                <a:solidFill>
                  <a:srgbClr val="545454"/>
                </a:solidFill>
                <a:latin typeface="Roboto"/>
                <a:cs typeface="Roboto"/>
              </a:rPr>
              <a:t>power</a:t>
            </a:r>
            <a:r>
              <a:rPr dirty="0" sz="12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45">
                <a:solidFill>
                  <a:srgbClr val="545454"/>
                </a:solidFill>
                <a:latin typeface="Roboto"/>
                <a:cs typeface="Roboto"/>
              </a:rPr>
              <a:t>variations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28" name="object 28" descr=""/>
          <p:cNvGrpSpPr/>
          <p:nvPr/>
        </p:nvGrpSpPr>
        <p:grpSpPr>
          <a:xfrm>
            <a:off x="10163172" y="2505075"/>
            <a:ext cx="476250" cy="476250"/>
            <a:chOff x="10163172" y="2505075"/>
            <a:chExt cx="476250" cy="476250"/>
          </a:xfrm>
        </p:grpSpPr>
        <p:sp>
          <p:nvSpPr>
            <p:cNvPr id="29" name="object 29" descr=""/>
            <p:cNvSpPr/>
            <p:nvPr/>
          </p:nvSpPr>
          <p:spPr>
            <a:xfrm>
              <a:off x="10163172" y="25050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4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1" y="470152"/>
                  </a:lnTo>
                  <a:lnTo>
                    <a:pt x="139792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0" y="322045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5"/>
                  </a:lnTo>
                  <a:lnTo>
                    <a:pt x="6097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60" y="64230"/>
                  </a:lnTo>
                  <a:lnTo>
                    <a:pt x="112315" y="35798"/>
                  </a:lnTo>
                  <a:lnTo>
                    <a:pt x="154203" y="15141"/>
                  </a:lnTo>
                  <a:lnTo>
                    <a:pt x="199319" y="3053"/>
                  </a:lnTo>
                  <a:lnTo>
                    <a:pt x="230326" y="0"/>
                  </a:lnTo>
                  <a:lnTo>
                    <a:pt x="245924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6" y="44463"/>
                  </a:lnTo>
                  <a:lnTo>
                    <a:pt x="412020" y="75259"/>
                  </a:lnTo>
                  <a:lnTo>
                    <a:pt x="440452" y="112314"/>
                  </a:lnTo>
                  <a:lnTo>
                    <a:pt x="461109" y="154203"/>
                  </a:lnTo>
                  <a:lnTo>
                    <a:pt x="473196" y="199318"/>
                  </a:lnTo>
                  <a:lnTo>
                    <a:pt x="476252" y="230325"/>
                  </a:lnTo>
                  <a:lnTo>
                    <a:pt x="476251" y="238124"/>
                  </a:lnTo>
                  <a:lnTo>
                    <a:pt x="476252" y="245923"/>
                  </a:lnTo>
                  <a:lnTo>
                    <a:pt x="470152" y="292229"/>
                  </a:lnTo>
                  <a:lnTo>
                    <a:pt x="455139" y="336455"/>
                  </a:lnTo>
                  <a:lnTo>
                    <a:pt x="431786" y="376904"/>
                  </a:lnTo>
                  <a:lnTo>
                    <a:pt x="400990" y="412018"/>
                  </a:lnTo>
                  <a:lnTo>
                    <a:pt x="363935" y="440451"/>
                  </a:lnTo>
                  <a:lnTo>
                    <a:pt x="322045" y="461107"/>
                  </a:lnTo>
                  <a:lnTo>
                    <a:pt x="276933" y="473195"/>
                  </a:lnTo>
                  <a:lnTo>
                    <a:pt x="253705" y="475867"/>
                  </a:lnTo>
                  <a:lnTo>
                    <a:pt x="245924" y="4762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286999" y="2628899"/>
              <a:ext cx="228599" cy="228599"/>
            </a:xfrm>
            <a:prstGeom prst="rect">
              <a:avLst/>
            </a:prstGeom>
          </p:spPr>
        </p:pic>
      </p:grpSp>
      <p:sp>
        <p:nvSpPr>
          <p:cNvPr id="31" name="object 31" descr=""/>
          <p:cNvSpPr txBox="1"/>
          <p:nvPr/>
        </p:nvSpPr>
        <p:spPr>
          <a:xfrm>
            <a:off x="9396065" y="2986193"/>
            <a:ext cx="2010410" cy="76263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300" spc="-50" b="0">
                <a:solidFill>
                  <a:srgbClr val="0053A6"/>
                </a:solidFill>
                <a:latin typeface="Roboto Medium"/>
                <a:cs typeface="Roboto Medium"/>
              </a:rPr>
              <a:t>Uncertain</a:t>
            </a:r>
            <a:r>
              <a:rPr dirty="0" sz="1300" spc="-15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0053A6"/>
                </a:solidFill>
                <a:latin typeface="Roboto Medium"/>
                <a:cs typeface="Roboto Medium"/>
              </a:rPr>
              <a:t>Generation/Load</a:t>
            </a:r>
            <a:endParaRPr sz="1300">
              <a:latin typeface="Roboto Medium"/>
              <a:cs typeface="Roboto Medium"/>
            </a:endParaRPr>
          </a:p>
          <a:p>
            <a:pPr algn="ctr" marL="12700" marR="5080">
              <a:lnSpc>
                <a:spcPts val="1420"/>
              </a:lnSpc>
              <a:spcBef>
                <a:spcPts val="705"/>
              </a:spcBef>
            </a:pPr>
            <a:r>
              <a:rPr dirty="0" sz="1200" spc="-65">
                <a:solidFill>
                  <a:srgbClr val="545454"/>
                </a:solidFill>
                <a:latin typeface="Roboto"/>
                <a:cs typeface="Roboto"/>
              </a:rPr>
              <a:t>Stochastic</a:t>
            </a:r>
            <a:r>
              <a:rPr dirty="0" sz="1200" spc="-2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545454"/>
                </a:solidFill>
                <a:latin typeface="Roboto"/>
                <a:cs typeface="Roboto"/>
              </a:rPr>
              <a:t>behavior</a:t>
            </a:r>
            <a:r>
              <a:rPr dirty="0" sz="1200" spc="-2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60">
                <a:solidFill>
                  <a:srgbClr val="545454"/>
                </a:solidFill>
                <a:latin typeface="Roboto"/>
                <a:cs typeface="Roboto"/>
              </a:rPr>
              <a:t>complicates prediction</a:t>
            </a:r>
            <a:r>
              <a:rPr dirty="0" sz="120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80">
                <a:solidFill>
                  <a:srgbClr val="545454"/>
                </a:solidFill>
                <a:latin typeface="Roboto"/>
                <a:cs typeface="Roboto"/>
              </a:rPr>
              <a:t>and</a:t>
            </a:r>
            <a:r>
              <a:rPr dirty="0" sz="1200" spc="-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2" name="object 32" descr=""/>
          <p:cNvGrpSpPr/>
          <p:nvPr/>
        </p:nvGrpSpPr>
        <p:grpSpPr>
          <a:xfrm>
            <a:off x="7343774" y="4219575"/>
            <a:ext cx="476250" cy="476250"/>
            <a:chOff x="7343774" y="4219575"/>
            <a:chExt cx="476250" cy="476250"/>
          </a:xfrm>
        </p:grpSpPr>
        <p:sp>
          <p:nvSpPr>
            <p:cNvPr id="33" name="object 33" descr=""/>
            <p:cNvSpPr/>
            <p:nvPr/>
          </p:nvSpPr>
          <p:spPr>
            <a:xfrm>
              <a:off x="7343774" y="42195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0" y="470152"/>
                  </a:lnTo>
                  <a:lnTo>
                    <a:pt x="139793" y="455138"/>
                  </a:lnTo>
                  <a:lnTo>
                    <a:pt x="99344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0" y="322045"/>
                  </a:lnTo>
                  <a:lnTo>
                    <a:pt x="3053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19"/>
                  </a:lnTo>
                  <a:lnTo>
                    <a:pt x="21109" y="139792"/>
                  </a:lnTo>
                  <a:lnTo>
                    <a:pt x="44463" y="99344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3"/>
                  </a:lnTo>
                  <a:lnTo>
                    <a:pt x="230326" y="0"/>
                  </a:lnTo>
                  <a:lnTo>
                    <a:pt x="245923" y="0"/>
                  </a:lnTo>
                  <a:lnTo>
                    <a:pt x="292228" y="6097"/>
                  </a:lnTo>
                  <a:lnTo>
                    <a:pt x="336456" y="21110"/>
                  </a:lnTo>
                  <a:lnTo>
                    <a:pt x="376904" y="44463"/>
                  </a:lnTo>
                  <a:lnTo>
                    <a:pt x="412018" y="75259"/>
                  </a:lnTo>
                  <a:lnTo>
                    <a:pt x="440451" y="112313"/>
                  </a:lnTo>
                  <a:lnTo>
                    <a:pt x="461107" y="154203"/>
                  </a:lnTo>
                  <a:lnTo>
                    <a:pt x="473195" y="199317"/>
                  </a:lnTo>
                  <a:lnTo>
                    <a:pt x="476250" y="230326"/>
                  </a:lnTo>
                  <a:lnTo>
                    <a:pt x="476249" y="238124"/>
                  </a:lnTo>
                  <a:lnTo>
                    <a:pt x="476250" y="245923"/>
                  </a:lnTo>
                  <a:lnTo>
                    <a:pt x="470152" y="292229"/>
                  </a:lnTo>
                  <a:lnTo>
                    <a:pt x="455139" y="336455"/>
                  </a:lnTo>
                  <a:lnTo>
                    <a:pt x="431784" y="376904"/>
                  </a:lnTo>
                  <a:lnTo>
                    <a:pt x="400989" y="412018"/>
                  </a:lnTo>
                  <a:lnTo>
                    <a:pt x="363934" y="440451"/>
                  </a:lnTo>
                  <a:lnTo>
                    <a:pt x="322045" y="461107"/>
                  </a:lnTo>
                  <a:lnTo>
                    <a:pt x="276930" y="473195"/>
                  </a:lnTo>
                  <a:lnTo>
                    <a:pt x="253704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67723" y="4343399"/>
              <a:ext cx="228352" cy="228599"/>
            </a:xfrm>
            <a:prstGeom prst="rect">
              <a:avLst/>
            </a:prstGeom>
          </p:spPr>
        </p:pic>
      </p:grpSp>
      <p:sp>
        <p:nvSpPr>
          <p:cNvPr id="35" name="object 35" descr=""/>
          <p:cNvSpPr txBox="1"/>
          <p:nvPr/>
        </p:nvSpPr>
        <p:spPr>
          <a:xfrm>
            <a:off x="6571753" y="4700693"/>
            <a:ext cx="2020570" cy="75311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300" spc="-70" b="0">
                <a:solidFill>
                  <a:srgbClr val="0053A6"/>
                </a:solidFill>
                <a:latin typeface="Roboto Medium"/>
                <a:cs typeface="Roboto Medium"/>
              </a:rPr>
              <a:t>Reduced</a:t>
            </a:r>
            <a:r>
              <a:rPr dirty="0" sz="1300" spc="25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70" b="0">
                <a:solidFill>
                  <a:srgbClr val="0053A6"/>
                </a:solidFill>
                <a:latin typeface="Roboto Medium"/>
                <a:cs typeface="Roboto Medium"/>
              </a:rPr>
              <a:t>System</a:t>
            </a:r>
            <a:r>
              <a:rPr dirty="0" sz="1300" spc="30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0053A6"/>
                </a:solidFill>
                <a:latin typeface="Roboto Medium"/>
                <a:cs typeface="Roboto Medium"/>
              </a:rPr>
              <a:t>Inertia</a:t>
            </a:r>
            <a:endParaRPr sz="1300">
              <a:latin typeface="Roboto Medium"/>
              <a:cs typeface="Roboto Medium"/>
            </a:endParaRPr>
          </a:p>
          <a:p>
            <a:pPr algn="ctr" marL="12700" marR="5080">
              <a:lnSpc>
                <a:spcPts val="1350"/>
              </a:lnSpc>
              <a:spcBef>
                <a:spcPts val="760"/>
              </a:spcBef>
            </a:pPr>
            <a:r>
              <a:rPr dirty="0" sz="1200" spc="-60">
                <a:solidFill>
                  <a:srgbClr val="545454"/>
                </a:solidFill>
                <a:latin typeface="Roboto"/>
                <a:cs typeface="Roboto"/>
              </a:rPr>
              <a:t>Inverter-</a:t>
            </a:r>
            <a:r>
              <a:rPr dirty="0" sz="1200" spc="-80">
                <a:solidFill>
                  <a:srgbClr val="545454"/>
                </a:solidFill>
                <a:latin typeface="Roboto"/>
                <a:cs typeface="Roboto"/>
              </a:rPr>
              <a:t>based</a:t>
            </a:r>
            <a:r>
              <a:rPr dirty="0" sz="1200" spc="3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545454"/>
                </a:solidFill>
                <a:latin typeface="Roboto"/>
                <a:cs typeface="Roboto"/>
              </a:rPr>
              <a:t>resources</a:t>
            </a:r>
            <a:r>
              <a:rPr dirty="0" sz="1200" spc="4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50">
                <a:solidFill>
                  <a:srgbClr val="545454"/>
                </a:solidFill>
                <a:latin typeface="Roboto"/>
                <a:cs typeface="Roboto"/>
              </a:rPr>
              <a:t>provide </a:t>
            </a:r>
            <a:r>
              <a:rPr dirty="0" sz="1200" spc="-60">
                <a:solidFill>
                  <a:srgbClr val="545454"/>
                </a:solidFill>
                <a:latin typeface="Roboto"/>
                <a:cs typeface="Roboto"/>
              </a:rPr>
              <a:t>limited</a:t>
            </a:r>
            <a:r>
              <a:rPr dirty="0" sz="120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545454"/>
                </a:solidFill>
                <a:latin typeface="Roboto"/>
                <a:cs typeface="Roboto"/>
              </a:rPr>
              <a:t>natural</a:t>
            </a:r>
            <a:r>
              <a:rPr dirty="0" sz="120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10">
                <a:solidFill>
                  <a:srgbClr val="545454"/>
                </a:solidFill>
                <a:latin typeface="Roboto"/>
                <a:cs typeface="Roboto"/>
              </a:rPr>
              <a:t>inertia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6" name="object 36" descr=""/>
          <p:cNvGrpSpPr/>
          <p:nvPr/>
        </p:nvGrpSpPr>
        <p:grpSpPr>
          <a:xfrm>
            <a:off x="10163172" y="4219575"/>
            <a:ext cx="476250" cy="476250"/>
            <a:chOff x="10163172" y="4219575"/>
            <a:chExt cx="476250" cy="476250"/>
          </a:xfrm>
        </p:grpSpPr>
        <p:sp>
          <p:nvSpPr>
            <p:cNvPr id="37" name="object 37" descr=""/>
            <p:cNvSpPr/>
            <p:nvPr/>
          </p:nvSpPr>
          <p:spPr>
            <a:xfrm>
              <a:off x="10163172" y="42195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4" y="476249"/>
                  </a:moveTo>
                  <a:lnTo>
                    <a:pt x="230326" y="476249"/>
                  </a:lnTo>
                  <a:lnTo>
                    <a:pt x="222546" y="475867"/>
                  </a:lnTo>
                  <a:lnTo>
                    <a:pt x="184021" y="470152"/>
                  </a:lnTo>
                  <a:lnTo>
                    <a:pt x="139792" y="455138"/>
                  </a:lnTo>
                  <a:lnTo>
                    <a:pt x="99345" y="431785"/>
                  </a:lnTo>
                  <a:lnTo>
                    <a:pt x="64230" y="400989"/>
                  </a:lnTo>
                  <a:lnTo>
                    <a:pt x="35797" y="363935"/>
                  </a:lnTo>
                  <a:lnTo>
                    <a:pt x="15140" y="322045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7" y="184019"/>
                  </a:lnTo>
                  <a:lnTo>
                    <a:pt x="21110" y="139792"/>
                  </a:lnTo>
                  <a:lnTo>
                    <a:pt x="44464" y="99344"/>
                  </a:lnTo>
                  <a:lnTo>
                    <a:pt x="75260" y="64230"/>
                  </a:lnTo>
                  <a:lnTo>
                    <a:pt x="112315" y="35798"/>
                  </a:lnTo>
                  <a:lnTo>
                    <a:pt x="154203" y="15141"/>
                  </a:lnTo>
                  <a:lnTo>
                    <a:pt x="199319" y="3053"/>
                  </a:lnTo>
                  <a:lnTo>
                    <a:pt x="230326" y="0"/>
                  </a:lnTo>
                  <a:lnTo>
                    <a:pt x="245924" y="0"/>
                  </a:lnTo>
                  <a:lnTo>
                    <a:pt x="292229" y="6097"/>
                  </a:lnTo>
                  <a:lnTo>
                    <a:pt x="336456" y="21110"/>
                  </a:lnTo>
                  <a:lnTo>
                    <a:pt x="376906" y="44463"/>
                  </a:lnTo>
                  <a:lnTo>
                    <a:pt x="412020" y="75259"/>
                  </a:lnTo>
                  <a:lnTo>
                    <a:pt x="440452" y="112313"/>
                  </a:lnTo>
                  <a:lnTo>
                    <a:pt x="461109" y="154203"/>
                  </a:lnTo>
                  <a:lnTo>
                    <a:pt x="473196" y="199317"/>
                  </a:lnTo>
                  <a:lnTo>
                    <a:pt x="476252" y="230326"/>
                  </a:lnTo>
                  <a:lnTo>
                    <a:pt x="476251" y="238124"/>
                  </a:lnTo>
                  <a:lnTo>
                    <a:pt x="476252" y="245923"/>
                  </a:lnTo>
                  <a:lnTo>
                    <a:pt x="470152" y="292229"/>
                  </a:lnTo>
                  <a:lnTo>
                    <a:pt x="455139" y="336455"/>
                  </a:lnTo>
                  <a:lnTo>
                    <a:pt x="431786" y="376904"/>
                  </a:lnTo>
                  <a:lnTo>
                    <a:pt x="400990" y="412018"/>
                  </a:lnTo>
                  <a:lnTo>
                    <a:pt x="363935" y="440451"/>
                  </a:lnTo>
                  <a:lnTo>
                    <a:pt x="322045" y="461107"/>
                  </a:lnTo>
                  <a:lnTo>
                    <a:pt x="276933" y="473195"/>
                  </a:lnTo>
                  <a:lnTo>
                    <a:pt x="253705" y="475867"/>
                  </a:lnTo>
                  <a:lnTo>
                    <a:pt x="245924" y="4762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319131" y="4342194"/>
              <a:ext cx="173861" cy="231010"/>
            </a:xfrm>
            <a:prstGeom prst="rect">
              <a:avLst/>
            </a:prstGeom>
          </p:spPr>
        </p:pic>
      </p:grpSp>
      <p:sp>
        <p:nvSpPr>
          <p:cNvPr id="39" name="object 39" descr=""/>
          <p:cNvSpPr txBox="1"/>
          <p:nvPr/>
        </p:nvSpPr>
        <p:spPr>
          <a:xfrm>
            <a:off x="9222829" y="4700693"/>
            <a:ext cx="2357120" cy="75311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835"/>
              </a:spcBef>
            </a:pPr>
            <a:r>
              <a:rPr dirty="0" sz="1300" spc="-65" b="0">
                <a:solidFill>
                  <a:srgbClr val="0053A6"/>
                </a:solidFill>
                <a:latin typeface="Roboto Medium"/>
                <a:cs typeface="Roboto Medium"/>
              </a:rPr>
              <a:t>Faster</a:t>
            </a:r>
            <a:r>
              <a:rPr dirty="0" sz="1300" spc="20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0053A6"/>
                </a:solidFill>
                <a:latin typeface="Roboto Medium"/>
                <a:cs typeface="Roboto Medium"/>
              </a:rPr>
              <a:t>Dynamics</a:t>
            </a:r>
            <a:endParaRPr sz="1300">
              <a:latin typeface="Roboto Medium"/>
              <a:cs typeface="Roboto Medium"/>
            </a:endParaRPr>
          </a:p>
          <a:p>
            <a:pPr algn="ctr" marL="12065" marR="5080">
              <a:lnSpc>
                <a:spcPts val="1350"/>
              </a:lnSpc>
              <a:spcBef>
                <a:spcPts val="760"/>
              </a:spcBef>
            </a:pPr>
            <a:r>
              <a:rPr dirty="0" sz="1200" spc="-70">
                <a:solidFill>
                  <a:srgbClr val="545454"/>
                </a:solidFill>
                <a:latin typeface="Roboto"/>
                <a:cs typeface="Roboto"/>
              </a:rPr>
              <a:t>Quicker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545454"/>
                </a:solidFill>
                <a:latin typeface="Roboto"/>
                <a:cs typeface="Roboto"/>
              </a:rPr>
              <a:t>frequency</a:t>
            </a:r>
            <a:r>
              <a:rPr dirty="0" sz="12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65">
                <a:solidFill>
                  <a:srgbClr val="545454"/>
                </a:solidFill>
                <a:latin typeface="Roboto"/>
                <a:cs typeface="Roboto"/>
              </a:rPr>
              <a:t>deviations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45">
                <a:solidFill>
                  <a:srgbClr val="545454"/>
                </a:solidFill>
                <a:latin typeface="Roboto"/>
                <a:cs typeface="Roboto"/>
              </a:rPr>
              <a:t>requiring </a:t>
            </a:r>
            <a:r>
              <a:rPr dirty="0" sz="1200" spc="-65">
                <a:solidFill>
                  <a:srgbClr val="545454"/>
                </a:solidFill>
                <a:latin typeface="Roboto"/>
                <a:cs typeface="Roboto"/>
              </a:rPr>
              <a:t>faster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70">
                <a:solidFill>
                  <a:srgbClr val="545454"/>
                </a:solidFill>
                <a:latin typeface="Roboto"/>
                <a:cs typeface="Roboto"/>
              </a:rPr>
              <a:t>response</a:t>
            </a:r>
            <a:r>
              <a:rPr dirty="0" sz="1200" spc="-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200" spc="-20">
                <a:solidFill>
                  <a:srgbClr val="545454"/>
                </a:solidFill>
                <a:latin typeface="Roboto"/>
                <a:cs typeface="Roboto"/>
              </a:rPr>
              <a:t>times</a:t>
            </a:r>
            <a:endParaRPr sz="1200">
              <a:latin typeface="Roboto"/>
              <a:cs typeface="Roboto"/>
            </a:endParaRPr>
          </a:p>
        </p:txBody>
      </p:sp>
      <p:sp>
        <p:nvSpPr>
          <p:cNvPr id="40" name="object 40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1" name="object 41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42" name="object 42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44" name="object 44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Adaptive</a:t>
            </a:r>
            <a:r>
              <a:rPr dirty="0"/>
              <a:t> </a:t>
            </a:r>
            <a:r>
              <a:rPr dirty="0" spc="-80"/>
              <a:t>Multi-</a:t>
            </a:r>
            <a:r>
              <a:rPr dirty="0" spc="-90"/>
              <a:t>Layer</a:t>
            </a:r>
            <a:r>
              <a:rPr dirty="0"/>
              <a:t> </a:t>
            </a:r>
            <a:r>
              <a:rPr dirty="0" spc="-105"/>
              <a:t>RL</a:t>
            </a:r>
            <a:r>
              <a:rPr dirty="0" spc="5"/>
              <a:t> </a:t>
            </a:r>
            <a:r>
              <a:rPr dirty="0" spc="-114"/>
              <a:t>&amp;</a:t>
            </a:r>
            <a:r>
              <a:rPr dirty="0"/>
              <a:t> </a:t>
            </a:r>
            <a:r>
              <a:rPr dirty="0" spc="-95"/>
              <a:t>Neuro-Fuzzy</a:t>
            </a:r>
            <a:r>
              <a:rPr dirty="0" spc="5"/>
              <a:t> </a:t>
            </a:r>
            <a:r>
              <a:rPr dirty="0" spc="-80"/>
              <a:t>Coordination</a:t>
            </a:r>
            <a:r>
              <a:rPr dirty="0"/>
              <a:t> </a:t>
            </a:r>
            <a:r>
              <a:rPr dirty="0" spc="-80"/>
              <a:t>for</a:t>
            </a:r>
            <a:r>
              <a:rPr dirty="0"/>
              <a:t> </a:t>
            </a:r>
            <a:r>
              <a:rPr dirty="0" spc="-25"/>
              <a:t>LFC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26960" y="270564"/>
            <a:ext cx="4210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5 </a:t>
            </a:r>
            <a:r>
              <a:rPr dirty="0" sz="1300" spc="-70">
                <a:solidFill>
                  <a:srgbClr val="545454"/>
                </a:solidFill>
                <a:latin typeface="Futura Lt BT"/>
                <a:cs typeface="Futura Lt BT"/>
              </a:rPr>
              <a:t>/</a:t>
            </a: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300" spc="-40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30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199" y="1304924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5486399" y="19049"/>
                </a:moveTo>
                <a:lnTo>
                  <a:pt x="0" y="19049"/>
                </a:lnTo>
                <a:lnTo>
                  <a:pt x="0" y="0"/>
                </a:lnTo>
                <a:lnTo>
                  <a:pt x="5486399" y="0"/>
                </a:lnTo>
                <a:lnTo>
                  <a:pt x="5486399" y="1904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761999" y="2495549"/>
            <a:ext cx="5181600" cy="1143000"/>
            <a:chOff x="761999" y="2495549"/>
            <a:chExt cx="5181600" cy="1143000"/>
          </a:xfrm>
        </p:grpSpPr>
        <p:sp>
          <p:nvSpPr>
            <p:cNvPr id="6" name="object 6" descr=""/>
            <p:cNvSpPr/>
            <p:nvPr/>
          </p:nvSpPr>
          <p:spPr>
            <a:xfrm>
              <a:off x="781049" y="2495549"/>
              <a:ext cx="5162550" cy="1143000"/>
            </a:xfrm>
            <a:custGeom>
              <a:avLst/>
              <a:gdLst/>
              <a:ahLst/>
              <a:cxnLst/>
              <a:rect l="l" t="t" r="r" b="b"/>
              <a:pathLst>
                <a:path w="5162550" h="1143000">
                  <a:moveTo>
                    <a:pt x="5129501" y="1142999"/>
                  </a:moveTo>
                  <a:lnTo>
                    <a:pt x="16523" y="1142999"/>
                  </a:lnTo>
                  <a:lnTo>
                    <a:pt x="14093" y="1142032"/>
                  </a:lnTo>
                  <a:lnTo>
                    <a:pt x="0" y="1109952"/>
                  </a:lnTo>
                  <a:lnTo>
                    <a:pt x="0" y="1104899"/>
                  </a:lnTo>
                  <a:lnTo>
                    <a:pt x="0" y="33047"/>
                  </a:lnTo>
                  <a:lnTo>
                    <a:pt x="16523" y="0"/>
                  </a:lnTo>
                  <a:lnTo>
                    <a:pt x="5129501" y="0"/>
                  </a:lnTo>
                  <a:lnTo>
                    <a:pt x="5161581" y="28187"/>
                  </a:lnTo>
                  <a:lnTo>
                    <a:pt x="5162549" y="33047"/>
                  </a:lnTo>
                  <a:lnTo>
                    <a:pt x="5162549" y="1109952"/>
                  </a:lnTo>
                  <a:lnTo>
                    <a:pt x="5134361" y="1142032"/>
                  </a:lnTo>
                  <a:lnTo>
                    <a:pt x="5129501" y="1142999"/>
                  </a:lnTo>
                  <a:close/>
                </a:path>
              </a:pathLst>
            </a:custGeom>
            <a:solidFill>
              <a:srgbClr val="0053A6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761999" y="2495549"/>
              <a:ext cx="38100" cy="1143000"/>
            </a:xfrm>
            <a:custGeom>
              <a:avLst/>
              <a:gdLst/>
              <a:ahLst/>
              <a:cxnLst/>
              <a:rect l="l" t="t" r="r" b="b"/>
              <a:pathLst>
                <a:path w="38100" h="1143000">
                  <a:moveTo>
                    <a:pt x="38099" y="1142999"/>
                  </a:moveTo>
                  <a:lnTo>
                    <a:pt x="2789" y="1119525"/>
                  </a:lnTo>
                  <a:lnTo>
                    <a:pt x="0" y="11048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8099" y="11429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52499" y="2609849"/>
              <a:ext cx="152399" cy="15239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44500" y="885507"/>
            <a:ext cx="365442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25" b="1">
                <a:solidFill>
                  <a:srgbClr val="0053A6"/>
                </a:solidFill>
                <a:latin typeface="Roboto"/>
                <a:cs typeface="Roboto"/>
              </a:rPr>
              <a:t>Proposed</a:t>
            </a:r>
            <a:r>
              <a:rPr dirty="0" sz="2000" spc="-2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25" b="1">
                <a:solidFill>
                  <a:srgbClr val="0053A6"/>
                </a:solidFill>
                <a:latin typeface="Roboto"/>
                <a:cs typeface="Roboto"/>
              </a:rPr>
              <a:t>Method</a:t>
            </a:r>
            <a:r>
              <a:rPr dirty="0" sz="2000" spc="-1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50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2000" spc="-1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30" b="1">
                <a:solidFill>
                  <a:srgbClr val="0053A6"/>
                </a:solidFill>
                <a:latin typeface="Roboto"/>
                <a:cs typeface="Roboto"/>
              </a:rPr>
              <a:t>System</a:t>
            </a:r>
            <a:r>
              <a:rPr dirty="0" sz="2000" spc="-1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65" b="1">
                <a:solidFill>
                  <a:srgbClr val="0053A6"/>
                </a:solidFill>
                <a:latin typeface="Roboto"/>
                <a:cs typeface="Roboto"/>
              </a:rPr>
              <a:t>Design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3983" y="1590112"/>
            <a:ext cx="169333" cy="17045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27881" y="1522730"/>
            <a:ext cx="4641850" cy="438784"/>
          </a:xfrm>
          <a:prstGeom prst="rect">
            <a:avLst/>
          </a:prstGeom>
        </p:spPr>
        <p:txBody>
          <a:bodyPr wrap="square" lIns="0" tIns="5715" rIns="0" bIns="0" rtlCol="0" vert="horz">
            <a:spAutoFit/>
          </a:bodyPr>
          <a:lstStyle/>
          <a:p>
            <a:pPr marL="12700" marR="5080">
              <a:lnSpc>
                <a:spcPct val="105800"/>
              </a:lnSpc>
              <a:spcBef>
                <a:spcPts val="45"/>
              </a:spcBef>
            </a:pP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Multi-layer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architecture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combining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complementary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intelligent</a:t>
            </a:r>
            <a:r>
              <a:rPr dirty="0" sz="13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33333"/>
                </a:solidFill>
                <a:latin typeface="Roboto"/>
                <a:cs typeface="Roboto"/>
              </a:rPr>
              <a:t>control 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techniques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2182283"/>
            <a:ext cx="190499" cy="14816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27881" y="2103754"/>
            <a:ext cx="4180204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Hierarchical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coordination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robust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response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5">
                <a:solidFill>
                  <a:srgbClr val="333333"/>
                </a:solidFill>
                <a:latin typeface="Roboto"/>
                <a:cs typeface="Roboto"/>
              </a:rPr>
              <a:t>disturbances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1168399" y="2589529"/>
            <a:ext cx="39116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80">
                <a:latin typeface="Roboto"/>
                <a:cs typeface="Roboto"/>
              </a:rPr>
              <a:t>DDPG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for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online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policy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optimization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and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adaptive</a:t>
            </a:r>
            <a:r>
              <a:rPr dirty="0" sz="1300" spc="-15">
                <a:latin typeface="Roboto"/>
                <a:cs typeface="Roboto"/>
              </a:rPr>
              <a:t> </a:t>
            </a:r>
            <a:r>
              <a:rPr dirty="0" sz="1300" spc="-25">
                <a:latin typeface="Roboto"/>
                <a:cs typeface="Roboto"/>
              </a:rPr>
              <a:t>learning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952500" y="2919412"/>
            <a:ext cx="152400" cy="443230"/>
            <a:chOff x="952500" y="2919412"/>
            <a:chExt cx="152400" cy="443230"/>
          </a:xfrm>
        </p:grpSpPr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2500" y="2919412"/>
              <a:ext cx="152399" cy="142874"/>
            </a:xfrm>
            <a:prstGeom prst="rect">
              <a:avLst/>
            </a:prstGeom>
          </p:spPr>
        </p:pic>
        <p:pic>
          <p:nvPicPr>
            <p:cNvPr id="17" name="object 17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52500" y="3228974"/>
              <a:ext cx="152399" cy="133349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1168399" y="2894329"/>
            <a:ext cx="358394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latin typeface="Roboto"/>
                <a:cs typeface="Roboto"/>
              </a:rPr>
              <a:t>IT2FLC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for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real-</a:t>
            </a:r>
            <a:r>
              <a:rPr dirty="0" sz="1300" spc="-55">
                <a:latin typeface="Roboto"/>
                <a:cs typeface="Roboto"/>
              </a:rPr>
              <a:t>time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45">
                <a:latin typeface="Roboto"/>
                <a:cs typeface="Roboto"/>
              </a:rPr>
              <a:t>uncertainty</a:t>
            </a:r>
            <a:r>
              <a:rPr dirty="0" sz="1300" spc="-10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handling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and</a:t>
            </a:r>
            <a:r>
              <a:rPr dirty="0" sz="1300" spc="-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control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1168399" y="3199129"/>
            <a:ext cx="3605529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latin typeface="Roboto"/>
                <a:cs typeface="Roboto"/>
              </a:rPr>
              <a:t>CNN-</a:t>
            </a:r>
            <a:r>
              <a:rPr dirty="0" sz="1300" spc="-75">
                <a:latin typeface="Roboto"/>
                <a:cs typeface="Roboto"/>
              </a:rPr>
              <a:t>LSTM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for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predictive</a:t>
            </a:r>
            <a:r>
              <a:rPr dirty="0" sz="1300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load/renewable</a:t>
            </a:r>
            <a:r>
              <a:rPr dirty="0" sz="1300" spc="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forecasting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20" name="object 20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8757" y="3839752"/>
            <a:ext cx="160734" cy="150043"/>
          </a:xfrm>
          <a:prstGeom prst="rect">
            <a:avLst/>
          </a:prstGeom>
        </p:spPr>
      </p:pic>
      <p:sp>
        <p:nvSpPr>
          <p:cNvPr id="21" name="object 21" descr=""/>
          <p:cNvSpPr txBox="1"/>
          <p:nvPr/>
        </p:nvSpPr>
        <p:spPr>
          <a:xfrm>
            <a:off x="806449" y="3761104"/>
            <a:ext cx="475107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adaptation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changing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system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conditions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disturbances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8278217" y="1056005"/>
            <a:ext cx="142684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 b="1">
                <a:solidFill>
                  <a:srgbClr val="0053A6"/>
                </a:solidFill>
                <a:latin typeface="Roboto"/>
                <a:cs typeface="Roboto"/>
              </a:rPr>
              <a:t>System</a:t>
            </a:r>
            <a:r>
              <a:rPr dirty="0" sz="1300" spc="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6"/>
                </a:solidFill>
                <a:latin typeface="Roboto"/>
                <a:cs typeface="Roboto"/>
              </a:rPr>
              <a:t>Architecture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4" name="object 24" descr=""/>
          <p:cNvGrpSpPr/>
          <p:nvPr/>
        </p:nvGrpSpPr>
        <p:grpSpPr>
          <a:xfrm>
            <a:off x="6400798" y="4038599"/>
            <a:ext cx="5181600" cy="476250"/>
            <a:chOff x="6400798" y="4038599"/>
            <a:chExt cx="5181600" cy="476250"/>
          </a:xfrm>
        </p:grpSpPr>
        <p:sp>
          <p:nvSpPr>
            <p:cNvPr id="25" name="object 25" descr=""/>
            <p:cNvSpPr/>
            <p:nvPr/>
          </p:nvSpPr>
          <p:spPr>
            <a:xfrm>
              <a:off x="6400798" y="4038599"/>
              <a:ext cx="5181600" cy="476250"/>
            </a:xfrm>
            <a:custGeom>
              <a:avLst/>
              <a:gdLst/>
              <a:ahLst/>
              <a:cxnLst/>
              <a:rect l="l" t="t" r="r" b="b"/>
              <a:pathLst>
                <a:path w="5181600" h="476250">
                  <a:moveTo>
                    <a:pt x="5132027" y="476249"/>
                  </a:moveTo>
                  <a:lnTo>
                    <a:pt x="49571" y="476249"/>
                  </a:lnTo>
                  <a:lnTo>
                    <a:pt x="42281" y="474799"/>
                  </a:lnTo>
                  <a:lnTo>
                    <a:pt x="7250" y="447971"/>
                  </a:lnTo>
                  <a:lnTo>
                    <a:pt x="0" y="426678"/>
                  </a:lnTo>
                  <a:lnTo>
                    <a:pt x="0" y="49570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32027" y="0"/>
                  </a:lnTo>
                  <a:lnTo>
                    <a:pt x="5170219" y="22097"/>
                  </a:lnTo>
                  <a:lnTo>
                    <a:pt x="5181599" y="49570"/>
                  </a:lnTo>
                  <a:lnTo>
                    <a:pt x="5181599" y="426678"/>
                  </a:lnTo>
                  <a:lnTo>
                    <a:pt x="5159500" y="464869"/>
                  </a:lnTo>
                  <a:lnTo>
                    <a:pt x="5132027" y="47624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 descr=""/>
            <p:cNvSpPr/>
            <p:nvPr/>
          </p:nvSpPr>
          <p:spPr>
            <a:xfrm>
              <a:off x="6400787" y="4038599"/>
              <a:ext cx="5181600" cy="476250"/>
            </a:xfrm>
            <a:custGeom>
              <a:avLst/>
              <a:gdLst/>
              <a:ahLst/>
              <a:cxnLst/>
              <a:rect l="l" t="t" r="r" b="b"/>
              <a:pathLst>
                <a:path w="5181600" h="476250">
                  <a:moveTo>
                    <a:pt x="9525" y="377113"/>
                  </a:moveTo>
                  <a:lnTo>
                    <a:pt x="0" y="377113"/>
                  </a:lnTo>
                  <a:lnTo>
                    <a:pt x="0" y="405688"/>
                  </a:lnTo>
                  <a:lnTo>
                    <a:pt x="9525" y="405688"/>
                  </a:lnTo>
                  <a:lnTo>
                    <a:pt x="9525" y="377113"/>
                  </a:lnTo>
                  <a:close/>
                </a:path>
                <a:path w="5181600" h="476250">
                  <a:moveTo>
                    <a:pt x="9525" y="329450"/>
                  </a:moveTo>
                  <a:lnTo>
                    <a:pt x="0" y="329450"/>
                  </a:lnTo>
                  <a:lnTo>
                    <a:pt x="0" y="358025"/>
                  </a:lnTo>
                  <a:lnTo>
                    <a:pt x="9525" y="358025"/>
                  </a:lnTo>
                  <a:lnTo>
                    <a:pt x="9525" y="329450"/>
                  </a:lnTo>
                  <a:close/>
                </a:path>
                <a:path w="5181600" h="476250">
                  <a:moveTo>
                    <a:pt x="9525" y="281787"/>
                  </a:moveTo>
                  <a:lnTo>
                    <a:pt x="0" y="281787"/>
                  </a:lnTo>
                  <a:lnTo>
                    <a:pt x="0" y="310362"/>
                  </a:lnTo>
                  <a:lnTo>
                    <a:pt x="9525" y="310362"/>
                  </a:lnTo>
                  <a:lnTo>
                    <a:pt x="9525" y="281787"/>
                  </a:lnTo>
                  <a:close/>
                </a:path>
                <a:path w="5181600" h="476250">
                  <a:moveTo>
                    <a:pt x="9525" y="234111"/>
                  </a:moveTo>
                  <a:lnTo>
                    <a:pt x="0" y="234111"/>
                  </a:lnTo>
                  <a:lnTo>
                    <a:pt x="0" y="262686"/>
                  </a:lnTo>
                  <a:lnTo>
                    <a:pt x="9525" y="262686"/>
                  </a:lnTo>
                  <a:lnTo>
                    <a:pt x="9525" y="234111"/>
                  </a:lnTo>
                  <a:close/>
                </a:path>
                <a:path w="5181600" h="476250">
                  <a:moveTo>
                    <a:pt x="9525" y="186448"/>
                  </a:moveTo>
                  <a:lnTo>
                    <a:pt x="0" y="186448"/>
                  </a:lnTo>
                  <a:lnTo>
                    <a:pt x="0" y="215023"/>
                  </a:lnTo>
                  <a:lnTo>
                    <a:pt x="9525" y="215023"/>
                  </a:lnTo>
                  <a:lnTo>
                    <a:pt x="9525" y="186448"/>
                  </a:lnTo>
                  <a:close/>
                </a:path>
                <a:path w="5181600" h="476250">
                  <a:moveTo>
                    <a:pt x="9525" y="138785"/>
                  </a:moveTo>
                  <a:lnTo>
                    <a:pt x="0" y="138785"/>
                  </a:lnTo>
                  <a:lnTo>
                    <a:pt x="0" y="167360"/>
                  </a:lnTo>
                  <a:lnTo>
                    <a:pt x="9525" y="167360"/>
                  </a:lnTo>
                  <a:lnTo>
                    <a:pt x="9525" y="138785"/>
                  </a:lnTo>
                  <a:close/>
                </a:path>
                <a:path w="5181600" h="476250">
                  <a:moveTo>
                    <a:pt x="9525" y="91122"/>
                  </a:moveTo>
                  <a:lnTo>
                    <a:pt x="0" y="91122"/>
                  </a:lnTo>
                  <a:lnTo>
                    <a:pt x="0" y="119697"/>
                  </a:lnTo>
                  <a:lnTo>
                    <a:pt x="9525" y="119697"/>
                  </a:lnTo>
                  <a:lnTo>
                    <a:pt x="9525" y="91122"/>
                  </a:lnTo>
                  <a:close/>
                </a:path>
                <a:path w="5181600" h="476250">
                  <a:moveTo>
                    <a:pt x="10820" y="46253"/>
                  </a:moveTo>
                  <a:lnTo>
                    <a:pt x="1117" y="43967"/>
                  </a:lnTo>
                  <a:lnTo>
                    <a:pt x="0" y="49580"/>
                  </a:lnTo>
                  <a:lnTo>
                    <a:pt x="0" y="72034"/>
                  </a:lnTo>
                  <a:lnTo>
                    <a:pt x="9525" y="72034"/>
                  </a:lnTo>
                  <a:lnTo>
                    <a:pt x="9525" y="57150"/>
                  </a:lnTo>
                  <a:lnTo>
                    <a:pt x="10401" y="47650"/>
                  </a:lnTo>
                  <a:lnTo>
                    <a:pt x="10820" y="46253"/>
                  </a:lnTo>
                  <a:close/>
                </a:path>
                <a:path w="5181600" h="476250">
                  <a:moveTo>
                    <a:pt x="18021" y="446227"/>
                  </a:moveTo>
                  <a:lnTo>
                    <a:pt x="17373" y="445452"/>
                  </a:lnTo>
                  <a:lnTo>
                    <a:pt x="13017" y="437388"/>
                  </a:lnTo>
                  <a:lnTo>
                    <a:pt x="10401" y="428612"/>
                  </a:lnTo>
                  <a:lnTo>
                    <a:pt x="9931" y="423532"/>
                  </a:lnTo>
                  <a:lnTo>
                    <a:pt x="0" y="424459"/>
                  </a:lnTo>
                  <a:lnTo>
                    <a:pt x="0" y="426681"/>
                  </a:lnTo>
                  <a:lnTo>
                    <a:pt x="1460" y="433971"/>
                  </a:lnTo>
                  <a:lnTo>
                    <a:pt x="7251" y="447979"/>
                  </a:lnTo>
                  <a:lnTo>
                    <a:pt x="9867" y="451878"/>
                  </a:lnTo>
                  <a:lnTo>
                    <a:pt x="18021" y="446227"/>
                  </a:lnTo>
                  <a:close/>
                </a:path>
                <a:path w="5181600" h="476250">
                  <a:moveTo>
                    <a:pt x="36271" y="14427"/>
                  </a:moveTo>
                  <a:lnTo>
                    <a:pt x="32016" y="5715"/>
                  </a:lnTo>
                  <a:lnTo>
                    <a:pt x="28282" y="7251"/>
                  </a:lnTo>
                  <a:lnTo>
                    <a:pt x="22098" y="11391"/>
                  </a:lnTo>
                  <a:lnTo>
                    <a:pt x="16738" y="16738"/>
                  </a:lnTo>
                  <a:lnTo>
                    <a:pt x="11379" y="22098"/>
                  </a:lnTo>
                  <a:lnTo>
                    <a:pt x="8991" y="25679"/>
                  </a:lnTo>
                  <a:lnTo>
                    <a:pt x="17233" y="31076"/>
                  </a:lnTo>
                  <a:lnTo>
                    <a:pt x="17373" y="30810"/>
                  </a:lnTo>
                  <a:lnTo>
                    <a:pt x="23482" y="23482"/>
                  </a:lnTo>
                  <a:lnTo>
                    <a:pt x="30810" y="17373"/>
                  </a:lnTo>
                  <a:lnTo>
                    <a:pt x="36271" y="14427"/>
                  </a:lnTo>
                  <a:close/>
                </a:path>
                <a:path w="5181600" h="476250">
                  <a:moveTo>
                    <a:pt x="52819" y="466331"/>
                  </a:moveTo>
                  <a:lnTo>
                    <a:pt x="47650" y="465861"/>
                  </a:lnTo>
                  <a:lnTo>
                    <a:pt x="38874" y="463245"/>
                  </a:lnTo>
                  <a:lnTo>
                    <a:pt x="30810" y="458889"/>
                  </a:lnTo>
                  <a:lnTo>
                    <a:pt x="30111" y="458292"/>
                  </a:lnTo>
                  <a:lnTo>
                    <a:pt x="24561" y="466331"/>
                  </a:lnTo>
                  <a:lnTo>
                    <a:pt x="24282" y="466331"/>
                  </a:lnTo>
                  <a:lnTo>
                    <a:pt x="28282" y="469011"/>
                  </a:lnTo>
                  <a:lnTo>
                    <a:pt x="42291" y="474802"/>
                  </a:lnTo>
                  <a:lnTo>
                    <a:pt x="49580" y="476250"/>
                  </a:lnTo>
                  <a:lnTo>
                    <a:pt x="51904" y="476250"/>
                  </a:lnTo>
                  <a:lnTo>
                    <a:pt x="52819" y="466331"/>
                  </a:lnTo>
                  <a:close/>
                </a:path>
                <a:path w="5181600" h="476250">
                  <a:moveTo>
                    <a:pt x="85725" y="0"/>
                  </a:moveTo>
                  <a:lnTo>
                    <a:pt x="50482" y="0"/>
                  </a:lnTo>
                  <a:lnTo>
                    <a:pt x="51663" y="10033"/>
                  </a:lnTo>
                  <a:lnTo>
                    <a:pt x="57150" y="9525"/>
                  </a:lnTo>
                  <a:lnTo>
                    <a:pt x="85725" y="9525"/>
                  </a:lnTo>
                  <a:lnTo>
                    <a:pt x="85725" y="0"/>
                  </a:lnTo>
                  <a:close/>
                </a:path>
                <a:path w="5181600" h="476250">
                  <a:moveTo>
                    <a:pt x="99250" y="466725"/>
                  </a:moveTo>
                  <a:lnTo>
                    <a:pt x="70675" y="466725"/>
                  </a:lnTo>
                  <a:lnTo>
                    <a:pt x="70675" y="476250"/>
                  </a:lnTo>
                  <a:lnTo>
                    <a:pt x="99250" y="476250"/>
                  </a:lnTo>
                  <a:lnTo>
                    <a:pt x="99250" y="466725"/>
                  </a:lnTo>
                  <a:close/>
                </a:path>
                <a:path w="5181600" h="476250">
                  <a:moveTo>
                    <a:pt x="133400" y="0"/>
                  </a:moveTo>
                  <a:lnTo>
                    <a:pt x="104825" y="0"/>
                  </a:lnTo>
                  <a:lnTo>
                    <a:pt x="104825" y="9525"/>
                  </a:lnTo>
                  <a:lnTo>
                    <a:pt x="133400" y="9525"/>
                  </a:lnTo>
                  <a:lnTo>
                    <a:pt x="133400" y="0"/>
                  </a:lnTo>
                  <a:close/>
                </a:path>
                <a:path w="5181600" h="476250">
                  <a:moveTo>
                    <a:pt x="146913" y="466725"/>
                  </a:moveTo>
                  <a:lnTo>
                    <a:pt x="118338" y="466725"/>
                  </a:lnTo>
                  <a:lnTo>
                    <a:pt x="118338" y="476250"/>
                  </a:lnTo>
                  <a:lnTo>
                    <a:pt x="146913" y="476250"/>
                  </a:lnTo>
                  <a:lnTo>
                    <a:pt x="146913" y="466725"/>
                  </a:lnTo>
                  <a:close/>
                </a:path>
                <a:path w="5181600" h="476250">
                  <a:moveTo>
                    <a:pt x="181063" y="0"/>
                  </a:moveTo>
                  <a:lnTo>
                    <a:pt x="152488" y="0"/>
                  </a:lnTo>
                  <a:lnTo>
                    <a:pt x="152488" y="9525"/>
                  </a:lnTo>
                  <a:lnTo>
                    <a:pt x="181063" y="9525"/>
                  </a:lnTo>
                  <a:lnTo>
                    <a:pt x="181063" y="0"/>
                  </a:lnTo>
                  <a:close/>
                </a:path>
                <a:path w="5181600" h="476250">
                  <a:moveTo>
                    <a:pt x="194589" y="466725"/>
                  </a:moveTo>
                  <a:lnTo>
                    <a:pt x="166014" y="466725"/>
                  </a:lnTo>
                  <a:lnTo>
                    <a:pt x="166014" y="476250"/>
                  </a:lnTo>
                  <a:lnTo>
                    <a:pt x="194589" y="476250"/>
                  </a:lnTo>
                  <a:lnTo>
                    <a:pt x="194589" y="466725"/>
                  </a:lnTo>
                  <a:close/>
                </a:path>
                <a:path w="5181600" h="476250">
                  <a:moveTo>
                    <a:pt x="228727" y="0"/>
                  </a:moveTo>
                  <a:lnTo>
                    <a:pt x="200152" y="0"/>
                  </a:lnTo>
                  <a:lnTo>
                    <a:pt x="200152" y="9525"/>
                  </a:lnTo>
                  <a:lnTo>
                    <a:pt x="228727" y="9525"/>
                  </a:lnTo>
                  <a:lnTo>
                    <a:pt x="228727" y="0"/>
                  </a:lnTo>
                  <a:close/>
                </a:path>
                <a:path w="5181600" h="476250">
                  <a:moveTo>
                    <a:pt x="242252" y="466725"/>
                  </a:moveTo>
                  <a:lnTo>
                    <a:pt x="213677" y="466725"/>
                  </a:lnTo>
                  <a:lnTo>
                    <a:pt x="213677" y="476250"/>
                  </a:lnTo>
                  <a:lnTo>
                    <a:pt x="242252" y="476250"/>
                  </a:lnTo>
                  <a:lnTo>
                    <a:pt x="242252" y="466725"/>
                  </a:lnTo>
                  <a:close/>
                </a:path>
                <a:path w="5181600" h="476250">
                  <a:moveTo>
                    <a:pt x="276390" y="0"/>
                  </a:moveTo>
                  <a:lnTo>
                    <a:pt x="247815" y="0"/>
                  </a:lnTo>
                  <a:lnTo>
                    <a:pt x="247815" y="9525"/>
                  </a:lnTo>
                  <a:lnTo>
                    <a:pt x="276390" y="9525"/>
                  </a:lnTo>
                  <a:lnTo>
                    <a:pt x="276390" y="0"/>
                  </a:lnTo>
                  <a:close/>
                </a:path>
                <a:path w="5181600" h="476250">
                  <a:moveTo>
                    <a:pt x="289915" y="466725"/>
                  </a:moveTo>
                  <a:lnTo>
                    <a:pt x="261340" y="466725"/>
                  </a:lnTo>
                  <a:lnTo>
                    <a:pt x="261340" y="476250"/>
                  </a:lnTo>
                  <a:lnTo>
                    <a:pt x="289915" y="476250"/>
                  </a:lnTo>
                  <a:lnTo>
                    <a:pt x="289915" y="466725"/>
                  </a:lnTo>
                  <a:close/>
                </a:path>
                <a:path w="5181600" h="476250">
                  <a:moveTo>
                    <a:pt x="324053" y="0"/>
                  </a:moveTo>
                  <a:lnTo>
                    <a:pt x="295478" y="0"/>
                  </a:lnTo>
                  <a:lnTo>
                    <a:pt x="295478" y="9525"/>
                  </a:lnTo>
                  <a:lnTo>
                    <a:pt x="324053" y="9525"/>
                  </a:lnTo>
                  <a:lnTo>
                    <a:pt x="324053" y="0"/>
                  </a:lnTo>
                  <a:close/>
                </a:path>
                <a:path w="5181600" h="476250">
                  <a:moveTo>
                    <a:pt x="337578" y="466725"/>
                  </a:moveTo>
                  <a:lnTo>
                    <a:pt x="309003" y="466725"/>
                  </a:lnTo>
                  <a:lnTo>
                    <a:pt x="309003" y="476250"/>
                  </a:lnTo>
                  <a:lnTo>
                    <a:pt x="337578" y="476250"/>
                  </a:lnTo>
                  <a:lnTo>
                    <a:pt x="337578" y="466725"/>
                  </a:lnTo>
                  <a:close/>
                </a:path>
                <a:path w="5181600" h="476250">
                  <a:moveTo>
                    <a:pt x="371729" y="0"/>
                  </a:moveTo>
                  <a:lnTo>
                    <a:pt x="343154" y="0"/>
                  </a:lnTo>
                  <a:lnTo>
                    <a:pt x="343154" y="9525"/>
                  </a:lnTo>
                  <a:lnTo>
                    <a:pt x="371729" y="9525"/>
                  </a:lnTo>
                  <a:lnTo>
                    <a:pt x="371729" y="0"/>
                  </a:lnTo>
                  <a:close/>
                </a:path>
                <a:path w="5181600" h="476250">
                  <a:moveTo>
                    <a:pt x="385241" y="466725"/>
                  </a:moveTo>
                  <a:lnTo>
                    <a:pt x="356666" y="466725"/>
                  </a:lnTo>
                  <a:lnTo>
                    <a:pt x="356666" y="476250"/>
                  </a:lnTo>
                  <a:lnTo>
                    <a:pt x="385241" y="476250"/>
                  </a:lnTo>
                  <a:lnTo>
                    <a:pt x="385241" y="466725"/>
                  </a:lnTo>
                  <a:close/>
                </a:path>
                <a:path w="5181600" h="476250">
                  <a:moveTo>
                    <a:pt x="419392" y="0"/>
                  </a:moveTo>
                  <a:lnTo>
                    <a:pt x="390817" y="0"/>
                  </a:lnTo>
                  <a:lnTo>
                    <a:pt x="390817" y="9525"/>
                  </a:lnTo>
                  <a:lnTo>
                    <a:pt x="419392" y="9525"/>
                  </a:lnTo>
                  <a:lnTo>
                    <a:pt x="419392" y="0"/>
                  </a:lnTo>
                  <a:close/>
                </a:path>
                <a:path w="5181600" h="476250">
                  <a:moveTo>
                    <a:pt x="432917" y="466725"/>
                  </a:moveTo>
                  <a:lnTo>
                    <a:pt x="404342" y="466725"/>
                  </a:lnTo>
                  <a:lnTo>
                    <a:pt x="404342" y="476250"/>
                  </a:lnTo>
                  <a:lnTo>
                    <a:pt x="432917" y="476250"/>
                  </a:lnTo>
                  <a:lnTo>
                    <a:pt x="432917" y="466725"/>
                  </a:lnTo>
                  <a:close/>
                </a:path>
                <a:path w="5181600" h="476250">
                  <a:moveTo>
                    <a:pt x="467055" y="0"/>
                  </a:moveTo>
                  <a:lnTo>
                    <a:pt x="438480" y="0"/>
                  </a:lnTo>
                  <a:lnTo>
                    <a:pt x="438480" y="9525"/>
                  </a:lnTo>
                  <a:lnTo>
                    <a:pt x="467055" y="9525"/>
                  </a:lnTo>
                  <a:lnTo>
                    <a:pt x="467055" y="0"/>
                  </a:lnTo>
                  <a:close/>
                </a:path>
                <a:path w="5181600" h="476250">
                  <a:moveTo>
                    <a:pt x="480580" y="466725"/>
                  </a:moveTo>
                  <a:lnTo>
                    <a:pt x="452005" y="466725"/>
                  </a:lnTo>
                  <a:lnTo>
                    <a:pt x="452005" y="476250"/>
                  </a:lnTo>
                  <a:lnTo>
                    <a:pt x="480580" y="476250"/>
                  </a:lnTo>
                  <a:lnTo>
                    <a:pt x="480580" y="466725"/>
                  </a:lnTo>
                  <a:close/>
                </a:path>
                <a:path w="5181600" h="476250">
                  <a:moveTo>
                    <a:pt x="514718" y="0"/>
                  </a:moveTo>
                  <a:lnTo>
                    <a:pt x="486143" y="0"/>
                  </a:lnTo>
                  <a:lnTo>
                    <a:pt x="486143" y="9525"/>
                  </a:lnTo>
                  <a:lnTo>
                    <a:pt x="514718" y="9525"/>
                  </a:lnTo>
                  <a:lnTo>
                    <a:pt x="514718" y="0"/>
                  </a:lnTo>
                  <a:close/>
                </a:path>
                <a:path w="5181600" h="476250">
                  <a:moveTo>
                    <a:pt x="528243" y="466725"/>
                  </a:moveTo>
                  <a:lnTo>
                    <a:pt x="499668" y="466725"/>
                  </a:lnTo>
                  <a:lnTo>
                    <a:pt x="499668" y="476250"/>
                  </a:lnTo>
                  <a:lnTo>
                    <a:pt x="528243" y="476250"/>
                  </a:lnTo>
                  <a:lnTo>
                    <a:pt x="528243" y="466725"/>
                  </a:lnTo>
                  <a:close/>
                </a:path>
                <a:path w="5181600" h="476250">
                  <a:moveTo>
                    <a:pt x="562381" y="0"/>
                  </a:moveTo>
                  <a:lnTo>
                    <a:pt x="533806" y="0"/>
                  </a:lnTo>
                  <a:lnTo>
                    <a:pt x="533806" y="9525"/>
                  </a:lnTo>
                  <a:lnTo>
                    <a:pt x="562381" y="9525"/>
                  </a:lnTo>
                  <a:lnTo>
                    <a:pt x="562381" y="0"/>
                  </a:lnTo>
                  <a:close/>
                </a:path>
                <a:path w="5181600" h="476250">
                  <a:moveTo>
                    <a:pt x="575906" y="466725"/>
                  </a:moveTo>
                  <a:lnTo>
                    <a:pt x="547331" y="466725"/>
                  </a:lnTo>
                  <a:lnTo>
                    <a:pt x="547331" y="476250"/>
                  </a:lnTo>
                  <a:lnTo>
                    <a:pt x="575906" y="476250"/>
                  </a:lnTo>
                  <a:lnTo>
                    <a:pt x="575906" y="466725"/>
                  </a:lnTo>
                  <a:close/>
                </a:path>
                <a:path w="5181600" h="476250">
                  <a:moveTo>
                    <a:pt x="610057" y="0"/>
                  </a:moveTo>
                  <a:lnTo>
                    <a:pt x="581482" y="0"/>
                  </a:lnTo>
                  <a:lnTo>
                    <a:pt x="581482" y="9525"/>
                  </a:lnTo>
                  <a:lnTo>
                    <a:pt x="610057" y="9525"/>
                  </a:lnTo>
                  <a:lnTo>
                    <a:pt x="610057" y="0"/>
                  </a:lnTo>
                  <a:close/>
                </a:path>
                <a:path w="5181600" h="476250">
                  <a:moveTo>
                    <a:pt x="623570" y="466725"/>
                  </a:moveTo>
                  <a:lnTo>
                    <a:pt x="594995" y="466725"/>
                  </a:lnTo>
                  <a:lnTo>
                    <a:pt x="594995" y="476250"/>
                  </a:lnTo>
                  <a:lnTo>
                    <a:pt x="623570" y="476250"/>
                  </a:lnTo>
                  <a:lnTo>
                    <a:pt x="623570" y="466725"/>
                  </a:lnTo>
                  <a:close/>
                </a:path>
                <a:path w="5181600" h="476250">
                  <a:moveTo>
                    <a:pt x="657720" y="0"/>
                  </a:moveTo>
                  <a:lnTo>
                    <a:pt x="629145" y="0"/>
                  </a:lnTo>
                  <a:lnTo>
                    <a:pt x="629145" y="9525"/>
                  </a:lnTo>
                  <a:lnTo>
                    <a:pt x="657720" y="9525"/>
                  </a:lnTo>
                  <a:lnTo>
                    <a:pt x="657720" y="0"/>
                  </a:lnTo>
                  <a:close/>
                </a:path>
                <a:path w="5181600" h="476250">
                  <a:moveTo>
                    <a:pt x="671245" y="466725"/>
                  </a:moveTo>
                  <a:lnTo>
                    <a:pt x="642670" y="466725"/>
                  </a:lnTo>
                  <a:lnTo>
                    <a:pt x="642670" y="476250"/>
                  </a:lnTo>
                  <a:lnTo>
                    <a:pt x="671245" y="476250"/>
                  </a:lnTo>
                  <a:lnTo>
                    <a:pt x="671245" y="466725"/>
                  </a:lnTo>
                  <a:close/>
                </a:path>
                <a:path w="5181600" h="476250">
                  <a:moveTo>
                    <a:pt x="705383" y="0"/>
                  </a:moveTo>
                  <a:lnTo>
                    <a:pt x="676808" y="0"/>
                  </a:lnTo>
                  <a:lnTo>
                    <a:pt x="676808" y="9525"/>
                  </a:lnTo>
                  <a:lnTo>
                    <a:pt x="705383" y="9525"/>
                  </a:lnTo>
                  <a:lnTo>
                    <a:pt x="705383" y="0"/>
                  </a:lnTo>
                  <a:close/>
                </a:path>
                <a:path w="5181600" h="476250">
                  <a:moveTo>
                    <a:pt x="718908" y="466725"/>
                  </a:moveTo>
                  <a:lnTo>
                    <a:pt x="690333" y="466725"/>
                  </a:lnTo>
                  <a:lnTo>
                    <a:pt x="690333" y="476250"/>
                  </a:lnTo>
                  <a:lnTo>
                    <a:pt x="718908" y="476250"/>
                  </a:lnTo>
                  <a:lnTo>
                    <a:pt x="718908" y="466725"/>
                  </a:lnTo>
                  <a:close/>
                </a:path>
                <a:path w="5181600" h="476250">
                  <a:moveTo>
                    <a:pt x="753046" y="0"/>
                  </a:moveTo>
                  <a:lnTo>
                    <a:pt x="724471" y="0"/>
                  </a:lnTo>
                  <a:lnTo>
                    <a:pt x="724471" y="9525"/>
                  </a:lnTo>
                  <a:lnTo>
                    <a:pt x="753046" y="9525"/>
                  </a:lnTo>
                  <a:lnTo>
                    <a:pt x="753046" y="0"/>
                  </a:lnTo>
                  <a:close/>
                </a:path>
                <a:path w="5181600" h="476250">
                  <a:moveTo>
                    <a:pt x="766572" y="466725"/>
                  </a:moveTo>
                  <a:lnTo>
                    <a:pt x="737997" y="466725"/>
                  </a:lnTo>
                  <a:lnTo>
                    <a:pt x="737997" y="476250"/>
                  </a:lnTo>
                  <a:lnTo>
                    <a:pt x="766572" y="476250"/>
                  </a:lnTo>
                  <a:lnTo>
                    <a:pt x="766572" y="466725"/>
                  </a:lnTo>
                  <a:close/>
                </a:path>
                <a:path w="5181600" h="476250">
                  <a:moveTo>
                    <a:pt x="800709" y="0"/>
                  </a:moveTo>
                  <a:lnTo>
                    <a:pt x="772134" y="0"/>
                  </a:lnTo>
                  <a:lnTo>
                    <a:pt x="772134" y="9525"/>
                  </a:lnTo>
                  <a:lnTo>
                    <a:pt x="800709" y="9525"/>
                  </a:lnTo>
                  <a:lnTo>
                    <a:pt x="800709" y="0"/>
                  </a:lnTo>
                  <a:close/>
                </a:path>
                <a:path w="5181600" h="476250">
                  <a:moveTo>
                    <a:pt x="814235" y="466725"/>
                  </a:moveTo>
                  <a:lnTo>
                    <a:pt x="785660" y="466725"/>
                  </a:lnTo>
                  <a:lnTo>
                    <a:pt x="785660" y="476250"/>
                  </a:lnTo>
                  <a:lnTo>
                    <a:pt x="814235" y="476250"/>
                  </a:lnTo>
                  <a:lnTo>
                    <a:pt x="814235" y="466725"/>
                  </a:lnTo>
                  <a:close/>
                </a:path>
                <a:path w="5181600" h="476250">
                  <a:moveTo>
                    <a:pt x="848385" y="0"/>
                  </a:moveTo>
                  <a:lnTo>
                    <a:pt x="819810" y="0"/>
                  </a:lnTo>
                  <a:lnTo>
                    <a:pt x="819810" y="9525"/>
                  </a:lnTo>
                  <a:lnTo>
                    <a:pt x="848385" y="9525"/>
                  </a:lnTo>
                  <a:lnTo>
                    <a:pt x="848385" y="0"/>
                  </a:lnTo>
                  <a:close/>
                </a:path>
                <a:path w="5181600" h="476250">
                  <a:moveTo>
                    <a:pt x="861898" y="466725"/>
                  </a:moveTo>
                  <a:lnTo>
                    <a:pt x="833323" y="466725"/>
                  </a:lnTo>
                  <a:lnTo>
                    <a:pt x="833323" y="476250"/>
                  </a:lnTo>
                  <a:lnTo>
                    <a:pt x="861898" y="476250"/>
                  </a:lnTo>
                  <a:lnTo>
                    <a:pt x="861898" y="466725"/>
                  </a:lnTo>
                  <a:close/>
                </a:path>
                <a:path w="5181600" h="476250">
                  <a:moveTo>
                    <a:pt x="896048" y="0"/>
                  </a:moveTo>
                  <a:lnTo>
                    <a:pt x="867473" y="0"/>
                  </a:lnTo>
                  <a:lnTo>
                    <a:pt x="867473" y="9525"/>
                  </a:lnTo>
                  <a:lnTo>
                    <a:pt x="896048" y="9525"/>
                  </a:lnTo>
                  <a:lnTo>
                    <a:pt x="896048" y="0"/>
                  </a:lnTo>
                  <a:close/>
                </a:path>
                <a:path w="5181600" h="476250">
                  <a:moveTo>
                    <a:pt x="909561" y="466725"/>
                  </a:moveTo>
                  <a:lnTo>
                    <a:pt x="880999" y="466725"/>
                  </a:lnTo>
                  <a:lnTo>
                    <a:pt x="880999" y="476250"/>
                  </a:lnTo>
                  <a:lnTo>
                    <a:pt x="909561" y="476250"/>
                  </a:lnTo>
                  <a:lnTo>
                    <a:pt x="909561" y="466725"/>
                  </a:lnTo>
                  <a:close/>
                </a:path>
                <a:path w="5181600" h="476250">
                  <a:moveTo>
                    <a:pt x="943711" y="0"/>
                  </a:moveTo>
                  <a:lnTo>
                    <a:pt x="915136" y="0"/>
                  </a:lnTo>
                  <a:lnTo>
                    <a:pt x="915136" y="9525"/>
                  </a:lnTo>
                  <a:lnTo>
                    <a:pt x="943711" y="9525"/>
                  </a:lnTo>
                  <a:lnTo>
                    <a:pt x="943711" y="0"/>
                  </a:lnTo>
                  <a:close/>
                </a:path>
                <a:path w="5181600" h="476250">
                  <a:moveTo>
                    <a:pt x="957237" y="466725"/>
                  </a:moveTo>
                  <a:lnTo>
                    <a:pt x="928662" y="466725"/>
                  </a:lnTo>
                  <a:lnTo>
                    <a:pt x="928662" y="476250"/>
                  </a:lnTo>
                  <a:lnTo>
                    <a:pt x="957237" y="476250"/>
                  </a:lnTo>
                  <a:lnTo>
                    <a:pt x="957237" y="466725"/>
                  </a:lnTo>
                  <a:close/>
                </a:path>
                <a:path w="5181600" h="476250">
                  <a:moveTo>
                    <a:pt x="991374" y="0"/>
                  </a:moveTo>
                  <a:lnTo>
                    <a:pt x="962799" y="0"/>
                  </a:lnTo>
                  <a:lnTo>
                    <a:pt x="962799" y="9525"/>
                  </a:lnTo>
                  <a:lnTo>
                    <a:pt x="991374" y="9525"/>
                  </a:lnTo>
                  <a:lnTo>
                    <a:pt x="991374" y="0"/>
                  </a:lnTo>
                  <a:close/>
                </a:path>
                <a:path w="5181600" h="476250">
                  <a:moveTo>
                    <a:pt x="1004900" y="466725"/>
                  </a:moveTo>
                  <a:lnTo>
                    <a:pt x="976325" y="466725"/>
                  </a:lnTo>
                  <a:lnTo>
                    <a:pt x="976325" y="476250"/>
                  </a:lnTo>
                  <a:lnTo>
                    <a:pt x="1004900" y="476250"/>
                  </a:lnTo>
                  <a:lnTo>
                    <a:pt x="1004900" y="466725"/>
                  </a:lnTo>
                  <a:close/>
                </a:path>
                <a:path w="5181600" h="476250">
                  <a:moveTo>
                    <a:pt x="1039037" y="0"/>
                  </a:moveTo>
                  <a:lnTo>
                    <a:pt x="1010462" y="0"/>
                  </a:lnTo>
                  <a:lnTo>
                    <a:pt x="1010462" y="9525"/>
                  </a:lnTo>
                  <a:lnTo>
                    <a:pt x="1039037" y="9525"/>
                  </a:lnTo>
                  <a:lnTo>
                    <a:pt x="1039037" y="0"/>
                  </a:lnTo>
                  <a:close/>
                </a:path>
                <a:path w="5181600" h="476250">
                  <a:moveTo>
                    <a:pt x="1052563" y="466725"/>
                  </a:moveTo>
                  <a:lnTo>
                    <a:pt x="1023988" y="466725"/>
                  </a:lnTo>
                  <a:lnTo>
                    <a:pt x="1023988" y="476250"/>
                  </a:lnTo>
                  <a:lnTo>
                    <a:pt x="1052563" y="476250"/>
                  </a:lnTo>
                  <a:lnTo>
                    <a:pt x="1052563" y="466725"/>
                  </a:lnTo>
                  <a:close/>
                </a:path>
                <a:path w="5181600" h="476250">
                  <a:moveTo>
                    <a:pt x="1086700" y="0"/>
                  </a:moveTo>
                  <a:lnTo>
                    <a:pt x="1058125" y="0"/>
                  </a:lnTo>
                  <a:lnTo>
                    <a:pt x="1058125" y="9525"/>
                  </a:lnTo>
                  <a:lnTo>
                    <a:pt x="1086700" y="9525"/>
                  </a:lnTo>
                  <a:lnTo>
                    <a:pt x="1086700" y="0"/>
                  </a:lnTo>
                  <a:close/>
                </a:path>
                <a:path w="5181600" h="476250">
                  <a:moveTo>
                    <a:pt x="1100226" y="466725"/>
                  </a:moveTo>
                  <a:lnTo>
                    <a:pt x="1071651" y="466725"/>
                  </a:lnTo>
                  <a:lnTo>
                    <a:pt x="1071651" y="476250"/>
                  </a:lnTo>
                  <a:lnTo>
                    <a:pt x="1100226" y="476250"/>
                  </a:lnTo>
                  <a:lnTo>
                    <a:pt x="1100226" y="466725"/>
                  </a:lnTo>
                  <a:close/>
                </a:path>
                <a:path w="5181600" h="476250">
                  <a:moveTo>
                    <a:pt x="1134376" y="0"/>
                  </a:moveTo>
                  <a:lnTo>
                    <a:pt x="1105801" y="0"/>
                  </a:lnTo>
                  <a:lnTo>
                    <a:pt x="1105801" y="9525"/>
                  </a:lnTo>
                  <a:lnTo>
                    <a:pt x="1134376" y="9525"/>
                  </a:lnTo>
                  <a:lnTo>
                    <a:pt x="1134376" y="0"/>
                  </a:lnTo>
                  <a:close/>
                </a:path>
                <a:path w="5181600" h="476250">
                  <a:moveTo>
                    <a:pt x="1147902" y="466725"/>
                  </a:moveTo>
                  <a:lnTo>
                    <a:pt x="1119314" y="466725"/>
                  </a:lnTo>
                  <a:lnTo>
                    <a:pt x="1119314" y="476250"/>
                  </a:lnTo>
                  <a:lnTo>
                    <a:pt x="1147902" y="476250"/>
                  </a:lnTo>
                  <a:lnTo>
                    <a:pt x="1147902" y="466725"/>
                  </a:lnTo>
                  <a:close/>
                </a:path>
                <a:path w="5181600" h="476250">
                  <a:moveTo>
                    <a:pt x="1182039" y="0"/>
                  </a:moveTo>
                  <a:lnTo>
                    <a:pt x="1153464" y="0"/>
                  </a:lnTo>
                  <a:lnTo>
                    <a:pt x="1153464" y="9525"/>
                  </a:lnTo>
                  <a:lnTo>
                    <a:pt x="1182039" y="9525"/>
                  </a:lnTo>
                  <a:lnTo>
                    <a:pt x="1182039" y="0"/>
                  </a:lnTo>
                  <a:close/>
                </a:path>
                <a:path w="5181600" h="476250">
                  <a:moveTo>
                    <a:pt x="1195565" y="466725"/>
                  </a:moveTo>
                  <a:lnTo>
                    <a:pt x="1166990" y="466725"/>
                  </a:lnTo>
                  <a:lnTo>
                    <a:pt x="1166990" y="476250"/>
                  </a:lnTo>
                  <a:lnTo>
                    <a:pt x="1195565" y="476250"/>
                  </a:lnTo>
                  <a:lnTo>
                    <a:pt x="1195565" y="466725"/>
                  </a:lnTo>
                  <a:close/>
                </a:path>
                <a:path w="5181600" h="476250">
                  <a:moveTo>
                    <a:pt x="1229702" y="0"/>
                  </a:moveTo>
                  <a:lnTo>
                    <a:pt x="1201127" y="0"/>
                  </a:lnTo>
                  <a:lnTo>
                    <a:pt x="1201127" y="9525"/>
                  </a:lnTo>
                  <a:lnTo>
                    <a:pt x="1229702" y="9525"/>
                  </a:lnTo>
                  <a:lnTo>
                    <a:pt x="1229702" y="0"/>
                  </a:lnTo>
                  <a:close/>
                </a:path>
                <a:path w="5181600" h="476250">
                  <a:moveTo>
                    <a:pt x="1243228" y="466725"/>
                  </a:moveTo>
                  <a:lnTo>
                    <a:pt x="1214653" y="466725"/>
                  </a:lnTo>
                  <a:lnTo>
                    <a:pt x="1214653" y="476250"/>
                  </a:lnTo>
                  <a:lnTo>
                    <a:pt x="1243228" y="476250"/>
                  </a:lnTo>
                  <a:lnTo>
                    <a:pt x="1243228" y="466725"/>
                  </a:lnTo>
                  <a:close/>
                </a:path>
                <a:path w="5181600" h="476250">
                  <a:moveTo>
                    <a:pt x="1277366" y="0"/>
                  </a:moveTo>
                  <a:lnTo>
                    <a:pt x="1248791" y="0"/>
                  </a:lnTo>
                  <a:lnTo>
                    <a:pt x="1248791" y="9525"/>
                  </a:lnTo>
                  <a:lnTo>
                    <a:pt x="1277366" y="9525"/>
                  </a:lnTo>
                  <a:lnTo>
                    <a:pt x="1277366" y="0"/>
                  </a:lnTo>
                  <a:close/>
                </a:path>
                <a:path w="5181600" h="476250">
                  <a:moveTo>
                    <a:pt x="1290891" y="466725"/>
                  </a:moveTo>
                  <a:lnTo>
                    <a:pt x="1262316" y="466725"/>
                  </a:lnTo>
                  <a:lnTo>
                    <a:pt x="1262316" y="476250"/>
                  </a:lnTo>
                  <a:lnTo>
                    <a:pt x="1290891" y="476250"/>
                  </a:lnTo>
                  <a:lnTo>
                    <a:pt x="1290891" y="466725"/>
                  </a:lnTo>
                  <a:close/>
                </a:path>
                <a:path w="5181600" h="476250">
                  <a:moveTo>
                    <a:pt x="1325029" y="0"/>
                  </a:moveTo>
                  <a:lnTo>
                    <a:pt x="1296454" y="0"/>
                  </a:lnTo>
                  <a:lnTo>
                    <a:pt x="1296454" y="9525"/>
                  </a:lnTo>
                  <a:lnTo>
                    <a:pt x="1325029" y="9525"/>
                  </a:lnTo>
                  <a:lnTo>
                    <a:pt x="1325029" y="0"/>
                  </a:lnTo>
                  <a:close/>
                </a:path>
                <a:path w="5181600" h="476250">
                  <a:moveTo>
                    <a:pt x="1338554" y="466725"/>
                  </a:moveTo>
                  <a:lnTo>
                    <a:pt x="1309979" y="466725"/>
                  </a:lnTo>
                  <a:lnTo>
                    <a:pt x="1309979" y="476250"/>
                  </a:lnTo>
                  <a:lnTo>
                    <a:pt x="1338554" y="476250"/>
                  </a:lnTo>
                  <a:lnTo>
                    <a:pt x="1338554" y="466725"/>
                  </a:lnTo>
                  <a:close/>
                </a:path>
                <a:path w="5181600" h="476250">
                  <a:moveTo>
                    <a:pt x="1372704" y="0"/>
                  </a:moveTo>
                  <a:lnTo>
                    <a:pt x="1344129" y="0"/>
                  </a:lnTo>
                  <a:lnTo>
                    <a:pt x="1344129" y="9525"/>
                  </a:lnTo>
                  <a:lnTo>
                    <a:pt x="1372704" y="9525"/>
                  </a:lnTo>
                  <a:lnTo>
                    <a:pt x="1372704" y="0"/>
                  </a:lnTo>
                  <a:close/>
                </a:path>
                <a:path w="5181600" h="476250">
                  <a:moveTo>
                    <a:pt x="1386217" y="466725"/>
                  </a:moveTo>
                  <a:lnTo>
                    <a:pt x="1357642" y="466725"/>
                  </a:lnTo>
                  <a:lnTo>
                    <a:pt x="1357642" y="476250"/>
                  </a:lnTo>
                  <a:lnTo>
                    <a:pt x="1386217" y="476250"/>
                  </a:lnTo>
                  <a:lnTo>
                    <a:pt x="1386217" y="466725"/>
                  </a:lnTo>
                  <a:close/>
                </a:path>
                <a:path w="5181600" h="476250">
                  <a:moveTo>
                    <a:pt x="1420368" y="0"/>
                  </a:moveTo>
                  <a:lnTo>
                    <a:pt x="1391793" y="0"/>
                  </a:lnTo>
                  <a:lnTo>
                    <a:pt x="1391793" y="9525"/>
                  </a:lnTo>
                  <a:lnTo>
                    <a:pt x="1420368" y="9525"/>
                  </a:lnTo>
                  <a:lnTo>
                    <a:pt x="1420368" y="0"/>
                  </a:lnTo>
                  <a:close/>
                </a:path>
                <a:path w="5181600" h="476250">
                  <a:moveTo>
                    <a:pt x="1433893" y="466725"/>
                  </a:moveTo>
                  <a:lnTo>
                    <a:pt x="1405318" y="466725"/>
                  </a:lnTo>
                  <a:lnTo>
                    <a:pt x="1405318" y="476250"/>
                  </a:lnTo>
                  <a:lnTo>
                    <a:pt x="1433893" y="476250"/>
                  </a:lnTo>
                  <a:lnTo>
                    <a:pt x="1433893" y="466725"/>
                  </a:lnTo>
                  <a:close/>
                </a:path>
                <a:path w="5181600" h="476250">
                  <a:moveTo>
                    <a:pt x="1468031" y="0"/>
                  </a:moveTo>
                  <a:lnTo>
                    <a:pt x="1439456" y="0"/>
                  </a:lnTo>
                  <a:lnTo>
                    <a:pt x="1439456" y="9525"/>
                  </a:lnTo>
                  <a:lnTo>
                    <a:pt x="1468031" y="9525"/>
                  </a:lnTo>
                  <a:lnTo>
                    <a:pt x="1468031" y="0"/>
                  </a:lnTo>
                  <a:close/>
                </a:path>
                <a:path w="5181600" h="476250">
                  <a:moveTo>
                    <a:pt x="1481556" y="466725"/>
                  </a:moveTo>
                  <a:lnTo>
                    <a:pt x="1452981" y="466725"/>
                  </a:lnTo>
                  <a:lnTo>
                    <a:pt x="1452981" y="476250"/>
                  </a:lnTo>
                  <a:lnTo>
                    <a:pt x="1481556" y="476250"/>
                  </a:lnTo>
                  <a:lnTo>
                    <a:pt x="1481556" y="466725"/>
                  </a:lnTo>
                  <a:close/>
                </a:path>
                <a:path w="5181600" h="476250">
                  <a:moveTo>
                    <a:pt x="1515694" y="0"/>
                  </a:moveTo>
                  <a:lnTo>
                    <a:pt x="1487119" y="0"/>
                  </a:lnTo>
                  <a:lnTo>
                    <a:pt x="1487119" y="9525"/>
                  </a:lnTo>
                  <a:lnTo>
                    <a:pt x="1515694" y="9525"/>
                  </a:lnTo>
                  <a:lnTo>
                    <a:pt x="1515694" y="0"/>
                  </a:lnTo>
                  <a:close/>
                </a:path>
                <a:path w="5181600" h="476250">
                  <a:moveTo>
                    <a:pt x="1529219" y="466725"/>
                  </a:moveTo>
                  <a:lnTo>
                    <a:pt x="1500644" y="466725"/>
                  </a:lnTo>
                  <a:lnTo>
                    <a:pt x="1500644" y="476250"/>
                  </a:lnTo>
                  <a:lnTo>
                    <a:pt x="1529219" y="476250"/>
                  </a:lnTo>
                  <a:lnTo>
                    <a:pt x="1529219" y="466725"/>
                  </a:lnTo>
                  <a:close/>
                </a:path>
                <a:path w="5181600" h="476250">
                  <a:moveTo>
                    <a:pt x="1563357" y="0"/>
                  </a:moveTo>
                  <a:lnTo>
                    <a:pt x="1534782" y="0"/>
                  </a:lnTo>
                  <a:lnTo>
                    <a:pt x="1534782" y="9525"/>
                  </a:lnTo>
                  <a:lnTo>
                    <a:pt x="1563357" y="9525"/>
                  </a:lnTo>
                  <a:lnTo>
                    <a:pt x="1563357" y="0"/>
                  </a:lnTo>
                  <a:close/>
                </a:path>
                <a:path w="5181600" h="476250">
                  <a:moveTo>
                    <a:pt x="1576882" y="466725"/>
                  </a:moveTo>
                  <a:lnTo>
                    <a:pt x="1548307" y="466725"/>
                  </a:lnTo>
                  <a:lnTo>
                    <a:pt x="1548307" y="476250"/>
                  </a:lnTo>
                  <a:lnTo>
                    <a:pt x="1576882" y="476250"/>
                  </a:lnTo>
                  <a:lnTo>
                    <a:pt x="1576882" y="466725"/>
                  </a:lnTo>
                  <a:close/>
                </a:path>
                <a:path w="5181600" h="476250">
                  <a:moveTo>
                    <a:pt x="1611033" y="0"/>
                  </a:moveTo>
                  <a:lnTo>
                    <a:pt x="1582458" y="0"/>
                  </a:lnTo>
                  <a:lnTo>
                    <a:pt x="1582458" y="9525"/>
                  </a:lnTo>
                  <a:lnTo>
                    <a:pt x="1611033" y="9525"/>
                  </a:lnTo>
                  <a:lnTo>
                    <a:pt x="1611033" y="0"/>
                  </a:lnTo>
                  <a:close/>
                </a:path>
                <a:path w="5181600" h="476250">
                  <a:moveTo>
                    <a:pt x="1624545" y="466725"/>
                  </a:moveTo>
                  <a:lnTo>
                    <a:pt x="1595970" y="466725"/>
                  </a:lnTo>
                  <a:lnTo>
                    <a:pt x="1595970" y="476250"/>
                  </a:lnTo>
                  <a:lnTo>
                    <a:pt x="1624545" y="476250"/>
                  </a:lnTo>
                  <a:lnTo>
                    <a:pt x="1624545" y="466725"/>
                  </a:lnTo>
                  <a:close/>
                </a:path>
                <a:path w="5181600" h="476250">
                  <a:moveTo>
                    <a:pt x="1658696" y="0"/>
                  </a:moveTo>
                  <a:lnTo>
                    <a:pt x="1630121" y="0"/>
                  </a:lnTo>
                  <a:lnTo>
                    <a:pt x="1630121" y="9525"/>
                  </a:lnTo>
                  <a:lnTo>
                    <a:pt x="1658696" y="9525"/>
                  </a:lnTo>
                  <a:lnTo>
                    <a:pt x="1658696" y="0"/>
                  </a:lnTo>
                  <a:close/>
                </a:path>
                <a:path w="5181600" h="476250">
                  <a:moveTo>
                    <a:pt x="1672221" y="466725"/>
                  </a:moveTo>
                  <a:lnTo>
                    <a:pt x="1643646" y="466725"/>
                  </a:lnTo>
                  <a:lnTo>
                    <a:pt x="1643646" y="476250"/>
                  </a:lnTo>
                  <a:lnTo>
                    <a:pt x="1672221" y="476250"/>
                  </a:lnTo>
                  <a:lnTo>
                    <a:pt x="1672221" y="466725"/>
                  </a:lnTo>
                  <a:close/>
                </a:path>
                <a:path w="5181600" h="476250">
                  <a:moveTo>
                    <a:pt x="1706359" y="0"/>
                  </a:moveTo>
                  <a:lnTo>
                    <a:pt x="1677784" y="0"/>
                  </a:lnTo>
                  <a:lnTo>
                    <a:pt x="1677784" y="9525"/>
                  </a:lnTo>
                  <a:lnTo>
                    <a:pt x="1706359" y="9525"/>
                  </a:lnTo>
                  <a:lnTo>
                    <a:pt x="1706359" y="0"/>
                  </a:lnTo>
                  <a:close/>
                </a:path>
                <a:path w="5181600" h="476250">
                  <a:moveTo>
                    <a:pt x="1719884" y="466725"/>
                  </a:moveTo>
                  <a:lnTo>
                    <a:pt x="1691309" y="466725"/>
                  </a:lnTo>
                  <a:lnTo>
                    <a:pt x="1691309" y="476250"/>
                  </a:lnTo>
                  <a:lnTo>
                    <a:pt x="1719884" y="476250"/>
                  </a:lnTo>
                  <a:lnTo>
                    <a:pt x="1719884" y="466725"/>
                  </a:lnTo>
                  <a:close/>
                </a:path>
                <a:path w="5181600" h="476250">
                  <a:moveTo>
                    <a:pt x="1754022" y="0"/>
                  </a:moveTo>
                  <a:lnTo>
                    <a:pt x="1725447" y="0"/>
                  </a:lnTo>
                  <a:lnTo>
                    <a:pt x="1725447" y="9525"/>
                  </a:lnTo>
                  <a:lnTo>
                    <a:pt x="1754022" y="9525"/>
                  </a:lnTo>
                  <a:lnTo>
                    <a:pt x="1754022" y="0"/>
                  </a:lnTo>
                  <a:close/>
                </a:path>
                <a:path w="5181600" h="476250">
                  <a:moveTo>
                    <a:pt x="1767547" y="466725"/>
                  </a:moveTo>
                  <a:lnTo>
                    <a:pt x="1738972" y="466725"/>
                  </a:lnTo>
                  <a:lnTo>
                    <a:pt x="1738972" y="476250"/>
                  </a:lnTo>
                  <a:lnTo>
                    <a:pt x="1767547" y="476250"/>
                  </a:lnTo>
                  <a:lnTo>
                    <a:pt x="1767547" y="466725"/>
                  </a:lnTo>
                  <a:close/>
                </a:path>
                <a:path w="5181600" h="476250">
                  <a:moveTo>
                    <a:pt x="1801685" y="0"/>
                  </a:moveTo>
                  <a:lnTo>
                    <a:pt x="1773110" y="0"/>
                  </a:lnTo>
                  <a:lnTo>
                    <a:pt x="1773110" y="9525"/>
                  </a:lnTo>
                  <a:lnTo>
                    <a:pt x="1801685" y="9525"/>
                  </a:lnTo>
                  <a:lnTo>
                    <a:pt x="1801685" y="0"/>
                  </a:lnTo>
                  <a:close/>
                </a:path>
                <a:path w="5181600" h="476250">
                  <a:moveTo>
                    <a:pt x="1815211" y="466725"/>
                  </a:moveTo>
                  <a:lnTo>
                    <a:pt x="1786636" y="466725"/>
                  </a:lnTo>
                  <a:lnTo>
                    <a:pt x="1786636" y="476250"/>
                  </a:lnTo>
                  <a:lnTo>
                    <a:pt x="1815211" y="476250"/>
                  </a:lnTo>
                  <a:lnTo>
                    <a:pt x="1815211" y="466725"/>
                  </a:lnTo>
                  <a:close/>
                </a:path>
                <a:path w="5181600" h="476250">
                  <a:moveTo>
                    <a:pt x="1849361" y="0"/>
                  </a:moveTo>
                  <a:lnTo>
                    <a:pt x="1820786" y="0"/>
                  </a:lnTo>
                  <a:lnTo>
                    <a:pt x="1820786" y="9525"/>
                  </a:lnTo>
                  <a:lnTo>
                    <a:pt x="1849361" y="9525"/>
                  </a:lnTo>
                  <a:lnTo>
                    <a:pt x="1849361" y="0"/>
                  </a:lnTo>
                  <a:close/>
                </a:path>
                <a:path w="5181600" h="476250">
                  <a:moveTo>
                    <a:pt x="1862874" y="466725"/>
                  </a:moveTo>
                  <a:lnTo>
                    <a:pt x="1834299" y="466725"/>
                  </a:lnTo>
                  <a:lnTo>
                    <a:pt x="1834299" y="476250"/>
                  </a:lnTo>
                  <a:lnTo>
                    <a:pt x="1862874" y="476250"/>
                  </a:lnTo>
                  <a:lnTo>
                    <a:pt x="1862874" y="466725"/>
                  </a:lnTo>
                  <a:close/>
                </a:path>
                <a:path w="5181600" h="476250">
                  <a:moveTo>
                    <a:pt x="1897024" y="0"/>
                  </a:moveTo>
                  <a:lnTo>
                    <a:pt x="1868449" y="0"/>
                  </a:lnTo>
                  <a:lnTo>
                    <a:pt x="1868449" y="9525"/>
                  </a:lnTo>
                  <a:lnTo>
                    <a:pt x="1897024" y="9525"/>
                  </a:lnTo>
                  <a:lnTo>
                    <a:pt x="1897024" y="0"/>
                  </a:lnTo>
                  <a:close/>
                </a:path>
                <a:path w="5181600" h="476250">
                  <a:moveTo>
                    <a:pt x="1910549" y="466725"/>
                  </a:moveTo>
                  <a:lnTo>
                    <a:pt x="1881974" y="466725"/>
                  </a:lnTo>
                  <a:lnTo>
                    <a:pt x="1881974" y="476250"/>
                  </a:lnTo>
                  <a:lnTo>
                    <a:pt x="1910549" y="476250"/>
                  </a:lnTo>
                  <a:lnTo>
                    <a:pt x="1910549" y="466725"/>
                  </a:lnTo>
                  <a:close/>
                </a:path>
                <a:path w="5181600" h="476250">
                  <a:moveTo>
                    <a:pt x="1944687" y="0"/>
                  </a:moveTo>
                  <a:lnTo>
                    <a:pt x="1916112" y="0"/>
                  </a:lnTo>
                  <a:lnTo>
                    <a:pt x="1916112" y="9525"/>
                  </a:lnTo>
                  <a:lnTo>
                    <a:pt x="1944687" y="9525"/>
                  </a:lnTo>
                  <a:lnTo>
                    <a:pt x="1944687" y="0"/>
                  </a:lnTo>
                  <a:close/>
                </a:path>
                <a:path w="5181600" h="476250">
                  <a:moveTo>
                    <a:pt x="1958213" y="466725"/>
                  </a:moveTo>
                  <a:lnTo>
                    <a:pt x="1929638" y="466725"/>
                  </a:lnTo>
                  <a:lnTo>
                    <a:pt x="1929638" y="476250"/>
                  </a:lnTo>
                  <a:lnTo>
                    <a:pt x="1958213" y="476250"/>
                  </a:lnTo>
                  <a:lnTo>
                    <a:pt x="1958213" y="466725"/>
                  </a:lnTo>
                  <a:close/>
                </a:path>
                <a:path w="5181600" h="476250">
                  <a:moveTo>
                    <a:pt x="1992350" y="0"/>
                  </a:moveTo>
                  <a:lnTo>
                    <a:pt x="1963775" y="0"/>
                  </a:lnTo>
                  <a:lnTo>
                    <a:pt x="1963775" y="9525"/>
                  </a:lnTo>
                  <a:lnTo>
                    <a:pt x="1992350" y="9525"/>
                  </a:lnTo>
                  <a:lnTo>
                    <a:pt x="1992350" y="0"/>
                  </a:lnTo>
                  <a:close/>
                </a:path>
                <a:path w="5181600" h="476250">
                  <a:moveTo>
                    <a:pt x="2005876" y="466725"/>
                  </a:moveTo>
                  <a:lnTo>
                    <a:pt x="1977301" y="466725"/>
                  </a:lnTo>
                  <a:lnTo>
                    <a:pt x="1977301" y="476250"/>
                  </a:lnTo>
                  <a:lnTo>
                    <a:pt x="2005876" y="476250"/>
                  </a:lnTo>
                  <a:lnTo>
                    <a:pt x="2005876" y="466725"/>
                  </a:lnTo>
                  <a:close/>
                </a:path>
                <a:path w="5181600" h="476250">
                  <a:moveTo>
                    <a:pt x="2040013" y="0"/>
                  </a:moveTo>
                  <a:lnTo>
                    <a:pt x="2011438" y="0"/>
                  </a:lnTo>
                  <a:lnTo>
                    <a:pt x="2011438" y="9525"/>
                  </a:lnTo>
                  <a:lnTo>
                    <a:pt x="2040013" y="9525"/>
                  </a:lnTo>
                  <a:lnTo>
                    <a:pt x="2040013" y="0"/>
                  </a:lnTo>
                  <a:close/>
                </a:path>
                <a:path w="5181600" h="476250">
                  <a:moveTo>
                    <a:pt x="2053539" y="466725"/>
                  </a:moveTo>
                  <a:lnTo>
                    <a:pt x="2024964" y="466725"/>
                  </a:lnTo>
                  <a:lnTo>
                    <a:pt x="2024964" y="476250"/>
                  </a:lnTo>
                  <a:lnTo>
                    <a:pt x="2053539" y="476250"/>
                  </a:lnTo>
                  <a:lnTo>
                    <a:pt x="2053539" y="466725"/>
                  </a:lnTo>
                  <a:close/>
                </a:path>
                <a:path w="5181600" h="476250">
                  <a:moveTo>
                    <a:pt x="2087676" y="0"/>
                  </a:moveTo>
                  <a:lnTo>
                    <a:pt x="2059101" y="0"/>
                  </a:lnTo>
                  <a:lnTo>
                    <a:pt x="2059101" y="9525"/>
                  </a:lnTo>
                  <a:lnTo>
                    <a:pt x="2087676" y="9525"/>
                  </a:lnTo>
                  <a:lnTo>
                    <a:pt x="2087676" y="0"/>
                  </a:lnTo>
                  <a:close/>
                </a:path>
                <a:path w="5181600" h="476250">
                  <a:moveTo>
                    <a:pt x="2101202" y="466725"/>
                  </a:moveTo>
                  <a:lnTo>
                    <a:pt x="2072627" y="466725"/>
                  </a:lnTo>
                  <a:lnTo>
                    <a:pt x="2072627" y="476250"/>
                  </a:lnTo>
                  <a:lnTo>
                    <a:pt x="2101202" y="476250"/>
                  </a:lnTo>
                  <a:lnTo>
                    <a:pt x="2101202" y="466725"/>
                  </a:lnTo>
                  <a:close/>
                </a:path>
                <a:path w="5181600" h="476250">
                  <a:moveTo>
                    <a:pt x="2135352" y="0"/>
                  </a:moveTo>
                  <a:lnTo>
                    <a:pt x="2106777" y="0"/>
                  </a:lnTo>
                  <a:lnTo>
                    <a:pt x="2106777" y="9525"/>
                  </a:lnTo>
                  <a:lnTo>
                    <a:pt x="2135352" y="9525"/>
                  </a:lnTo>
                  <a:lnTo>
                    <a:pt x="2135352" y="0"/>
                  </a:lnTo>
                  <a:close/>
                </a:path>
                <a:path w="5181600" h="476250">
                  <a:moveTo>
                    <a:pt x="2148878" y="466725"/>
                  </a:moveTo>
                  <a:lnTo>
                    <a:pt x="2120303" y="466725"/>
                  </a:lnTo>
                  <a:lnTo>
                    <a:pt x="2120303" y="476250"/>
                  </a:lnTo>
                  <a:lnTo>
                    <a:pt x="2148878" y="476250"/>
                  </a:lnTo>
                  <a:lnTo>
                    <a:pt x="2148878" y="466725"/>
                  </a:lnTo>
                  <a:close/>
                </a:path>
                <a:path w="5181600" h="476250">
                  <a:moveTo>
                    <a:pt x="2183015" y="0"/>
                  </a:moveTo>
                  <a:lnTo>
                    <a:pt x="2154440" y="0"/>
                  </a:lnTo>
                  <a:lnTo>
                    <a:pt x="2154440" y="9525"/>
                  </a:lnTo>
                  <a:lnTo>
                    <a:pt x="2183015" y="9525"/>
                  </a:lnTo>
                  <a:lnTo>
                    <a:pt x="2183015" y="0"/>
                  </a:lnTo>
                  <a:close/>
                </a:path>
                <a:path w="5181600" h="476250">
                  <a:moveTo>
                    <a:pt x="2196541" y="466725"/>
                  </a:moveTo>
                  <a:lnTo>
                    <a:pt x="2167966" y="466725"/>
                  </a:lnTo>
                  <a:lnTo>
                    <a:pt x="2167966" y="476250"/>
                  </a:lnTo>
                  <a:lnTo>
                    <a:pt x="2196541" y="476250"/>
                  </a:lnTo>
                  <a:lnTo>
                    <a:pt x="2196541" y="466725"/>
                  </a:lnTo>
                  <a:close/>
                </a:path>
                <a:path w="5181600" h="476250">
                  <a:moveTo>
                    <a:pt x="2230678" y="0"/>
                  </a:moveTo>
                  <a:lnTo>
                    <a:pt x="2202103" y="0"/>
                  </a:lnTo>
                  <a:lnTo>
                    <a:pt x="2202103" y="9525"/>
                  </a:lnTo>
                  <a:lnTo>
                    <a:pt x="2230678" y="9525"/>
                  </a:lnTo>
                  <a:lnTo>
                    <a:pt x="2230678" y="0"/>
                  </a:lnTo>
                  <a:close/>
                </a:path>
                <a:path w="5181600" h="476250">
                  <a:moveTo>
                    <a:pt x="2244204" y="466725"/>
                  </a:moveTo>
                  <a:lnTo>
                    <a:pt x="2215629" y="466725"/>
                  </a:lnTo>
                  <a:lnTo>
                    <a:pt x="2215629" y="476250"/>
                  </a:lnTo>
                  <a:lnTo>
                    <a:pt x="2244204" y="476250"/>
                  </a:lnTo>
                  <a:lnTo>
                    <a:pt x="2244204" y="466725"/>
                  </a:lnTo>
                  <a:close/>
                </a:path>
                <a:path w="5181600" h="476250">
                  <a:moveTo>
                    <a:pt x="2278342" y="0"/>
                  </a:moveTo>
                  <a:lnTo>
                    <a:pt x="2249767" y="0"/>
                  </a:lnTo>
                  <a:lnTo>
                    <a:pt x="2249767" y="9525"/>
                  </a:lnTo>
                  <a:lnTo>
                    <a:pt x="2278342" y="9525"/>
                  </a:lnTo>
                  <a:lnTo>
                    <a:pt x="2278342" y="0"/>
                  </a:lnTo>
                  <a:close/>
                </a:path>
                <a:path w="5181600" h="476250">
                  <a:moveTo>
                    <a:pt x="2291867" y="466725"/>
                  </a:moveTo>
                  <a:lnTo>
                    <a:pt x="2263292" y="466725"/>
                  </a:lnTo>
                  <a:lnTo>
                    <a:pt x="2263292" y="476250"/>
                  </a:lnTo>
                  <a:lnTo>
                    <a:pt x="2291867" y="476250"/>
                  </a:lnTo>
                  <a:lnTo>
                    <a:pt x="2291867" y="466725"/>
                  </a:lnTo>
                  <a:close/>
                </a:path>
                <a:path w="5181600" h="476250">
                  <a:moveTo>
                    <a:pt x="2326005" y="0"/>
                  </a:moveTo>
                  <a:lnTo>
                    <a:pt x="2297430" y="0"/>
                  </a:lnTo>
                  <a:lnTo>
                    <a:pt x="2297430" y="9525"/>
                  </a:lnTo>
                  <a:lnTo>
                    <a:pt x="2326005" y="9525"/>
                  </a:lnTo>
                  <a:lnTo>
                    <a:pt x="2326005" y="0"/>
                  </a:lnTo>
                  <a:close/>
                </a:path>
                <a:path w="5181600" h="476250">
                  <a:moveTo>
                    <a:pt x="2339530" y="466725"/>
                  </a:moveTo>
                  <a:lnTo>
                    <a:pt x="2310955" y="466725"/>
                  </a:lnTo>
                  <a:lnTo>
                    <a:pt x="2310955" y="476250"/>
                  </a:lnTo>
                  <a:lnTo>
                    <a:pt x="2339530" y="476250"/>
                  </a:lnTo>
                  <a:lnTo>
                    <a:pt x="2339530" y="466725"/>
                  </a:lnTo>
                  <a:close/>
                </a:path>
                <a:path w="5181600" h="476250">
                  <a:moveTo>
                    <a:pt x="2373680" y="0"/>
                  </a:moveTo>
                  <a:lnTo>
                    <a:pt x="2345105" y="0"/>
                  </a:lnTo>
                  <a:lnTo>
                    <a:pt x="2345105" y="9525"/>
                  </a:lnTo>
                  <a:lnTo>
                    <a:pt x="2373680" y="9525"/>
                  </a:lnTo>
                  <a:lnTo>
                    <a:pt x="2373680" y="0"/>
                  </a:lnTo>
                  <a:close/>
                </a:path>
                <a:path w="5181600" h="476250">
                  <a:moveTo>
                    <a:pt x="2387193" y="466725"/>
                  </a:moveTo>
                  <a:lnTo>
                    <a:pt x="2358618" y="466725"/>
                  </a:lnTo>
                  <a:lnTo>
                    <a:pt x="2358618" y="476250"/>
                  </a:lnTo>
                  <a:lnTo>
                    <a:pt x="2387193" y="476250"/>
                  </a:lnTo>
                  <a:lnTo>
                    <a:pt x="2387193" y="466725"/>
                  </a:lnTo>
                  <a:close/>
                </a:path>
                <a:path w="5181600" h="476250">
                  <a:moveTo>
                    <a:pt x="2421344" y="0"/>
                  </a:moveTo>
                  <a:lnTo>
                    <a:pt x="2392769" y="0"/>
                  </a:lnTo>
                  <a:lnTo>
                    <a:pt x="2392769" y="9525"/>
                  </a:lnTo>
                  <a:lnTo>
                    <a:pt x="2421344" y="9525"/>
                  </a:lnTo>
                  <a:lnTo>
                    <a:pt x="2421344" y="0"/>
                  </a:lnTo>
                  <a:close/>
                </a:path>
                <a:path w="5181600" h="476250">
                  <a:moveTo>
                    <a:pt x="2434869" y="466725"/>
                  </a:moveTo>
                  <a:lnTo>
                    <a:pt x="2406294" y="466725"/>
                  </a:lnTo>
                  <a:lnTo>
                    <a:pt x="2406294" y="476250"/>
                  </a:lnTo>
                  <a:lnTo>
                    <a:pt x="2434869" y="476250"/>
                  </a:lnTo>
                  <a:lnTo>
                    <a:pt x="2434869" y="466725"/>
                  </a:lnTo>
                  <a:close/>
                </a:path>
                <a:path w="5181600" h="476250">
                  <a:moveTo>
                    <a:pt x="2469007" y="0"/>
                  </a:moveTo>
                  <a:lnTo>
                    <a:pt x="2440432" y="0"/>
                  </a:lnTo>
                  <a:lnTo>
                    <a:pt x="2440432" y="9525"/>
                  </a:lnTo>
                  <a:lnTo>
                    <a:pt x="2469007" y="9525"/>
                  </a:lnTo>
                  <a:lnTo>
                    <a:pt x="2469007" y="0"/>
                  </a:lnTo>
                  <a:close/>
                </a:path>
                <a:path w="5181600" h="476250">
                  <a:moveTo>
                    <a:pt x="2482532" y="466725"/>
                  </a:moveTo>
                  <a:lnTo>
                    <a:pt x="2453957" y="466725"/>
                  </a:lnTo>
                  <a:lnTo>
                    <a:pt x="2453957" y="476250"/>
                  </a:lnTo>
                  <a:lnTo>
                    <a:pt x="2482532" y="476250"/>
                  </a:lnTo>
                  <a:lnTo>
                    <a:pt x="2482532" y="466725"/>
                  </a:lnTo>
                  <a:close/>
                </a:path>
                <a:path w="5181600" h="476250">
                  <a:moveTo>
                    <a:pt x="2516670" y="0"/>
                  </a:moveTo>
                  <a:lnTo>
                    <a:pt x="2488095" y="0"/>
                  </a:lnTo>
                  <a:lnTo>
                    <a:pt x="2488095" y="9525"/>
                  </a:lnTo>
                  <a:lnTo>
                    <a:pt x="2516670" y="9525"/>
                  </a:lnTo>
                  <a:lnTo>
                    <a:pt x="2516670" y="0"/>
                  </a:lnTo>
                  <a:close/>
                </a:path>
                <a:path w="5181600" h="476250">
                  <a:moveTo>
                    <a:pt x="2530195" y="466725"/>
                  </a:moveTo>
                  <a:lnTo>
                    <a:pt x="2501620" y="466725"/>
                  </a:lnTo>
                  <a:lnTo>
                    <a:pt x="2501620" y="476250"/>
                  </a:lnTo>
                  <a:lnTo>
                    <a:pt x="2530195" y="476250"/>
                  </a:lnTo>
                  <a:lnTo>
                    <a:pt x="2530195" y="466725"/>
                  </a:lnTo>
                  <a:close/>
                </a:path>
                <a:path w="5181600" h="476250">
                  <a:moveTo>
                    <a:pt x="2564333" y="0"/>
                  </a:moveTo>
                  <a:lnTo>
                    <a:pt x="2535758" y="0"/>
                  </a:lnTo>
                  <a:lnTo>
                    <a:pt x="2535758" y="9525"/>
                  </a:lnTo>
                  <a:lnTo>
                    <a:pt x="2564333" y="9525"/>
                  </a:lnTo>
                  <a:lnTo>
                    <a:pt x="2564333" y="0"/>
                  </a:lnTo>
                  <a:close/>
                </a:path>
                <a:path w="5181600" h="476250">
                  <a:moveTo>
                    <a:pt x="2577858" y="466725"/>
                  </a:moveTo>
                  <a:lnTo>
                    <a:pt x="2549283" y="466725"/>
                  </a:lnTo>
                  <a:lnTo>
                    <a:pt x="2549283" y="476250"/>
                  </a:lnTo>
                  <a:lnTo>
                    <a:pt x="2577858" y="476250"/>
                  </a:lnTo>
                  <a:lnTo>
                    <a:pt x="2577858" y="466725"/>
                  </a:lnTo>
                  <a:close/>
                </a:path>
                <a:path w="5181600" h="476250">
                  <a:moveTo>
                    <a:pt x="2612009" y="0"/>
                  </a:moveTo>
                  <a:lnTo>
                    <a:pt x="2583434" y="0"/>
                  </a:lnTo>
                  <a:lnTo>
                    <a:pt x="2583434" y="9525"/>
                  </a:lnTo>
                  <a:lnTo>
                    <a:pt x="2612009" y="9525"/>
                  </a:lnTo>
                  <a:lnTo>
                    <a:pt x="2612009" y="0"/>
                  </a:lnTo>
                  <a:close/>
                </a:path>
                <a:path w="5181600" h="476250">
                  <a:moveTo>
                    <a:pt x="2625521" y="466725"/>
                  </a:moveTo>
                  <a:lnTo>
                    <a:pt x="2596946" y="466725"/>
                  </a:lnTo>
                  <a:lnTo>
                    <a:pt x="2596946" y="476250"/>
                  </a:lnTo>
                  <a:lnTo>
                    <a:pt x="2625521" y="476250"/>
                  </a:lnTo>
                  <a:lnTo>
                    <a:pt x="2625521" y="466725"/>
                  </a:lnTo>
                  <a:close/>
                </a:path>
                <a:path w="5181600" h="476250">
                  <a:moveTo>
                    <a:pt x="2659672" y="0"/>
                  </a:moveTo>
                  <a:lnTo>
                    <a:pt x="2631097" y="0"/>
                  </a:lnTo>
                  <a:lnTo>
                    <a:pt x="2631097" y="9525"/>
                  </a:lnTo>
                  <a:lnTo>
                    <a:pt x="2659672" y="9525"/>
                  </a:lnTo>
                  <a:lnTo>
                    <a:pt x="2659672" y="0"/>
                  </a:lnTo>
                  <a:close/>
                </a:path>
                <a:path w="5181600" h="476250">
                  <a:moveTo>
                    <a:pt x="2673197" y="466725"/>
                  </a:moveTo>
                  <a:lnTo>
                    <a:pt x="2644622" y="466725"/>
                  </a:lnTo>
                  <a:lnTo>
                    <a:pt x="2644622" y="476250"/>
                  </a:lnTo>
                  <a:lnTo>
                    <a:pt x="2673197" y="476250"/>
                  </a:lnTo>
                  <a:lnTo>
                    <a:pt x="2673197" y="466725"/>
                  </a:lnTo>
                  <a:close/>
                </a:path>
                <a:path w="5181600" h="476250">
                  <a:moveTo>
                    <a:pt x="2707335" y="0"/>
                  </a:moveTo>
                  <a:lnTo>
                    <a:pt x="2678760" y="0"/>
                  </a:lnTo>
                  <a:lnTo>
                    <a:pt x="2678760" y="9525"/>
                  </a:lnTo>
                  <a:lnTo>
                    <a:pt x="2707335" y="9525"/>
                  </a:lnTo>
                  <a:lnTo>
                    <a:pt x="2707335" y="0"/>
                  </a:lnTo>
                  <a:close/>
                </a:path>
                <a:path w="5181600" h="476250">
                  <a:moveTo>
                    <a:pt x="2720860" y="466725"/>
                  </a:moveTo>
                  <a:lnTo>
                    <a:pt x="2692285" y="466725"/>
                  </a:lnTo>
                  <a:lnTo>
                    <a:pt x="2692285" y="476250"/>
                  </a:lnTo>
                  <a:lnTo>
                    <a:pt x="2720860" y="476250"/>
                  </a:lnTo>
                  <a:lnTo>
                    <a:pt x="2720860" y="466725"/>
                  </a:lnTo>
                  <a:close/>
                </a:path>
                <a:path w="5181600" h="476250">
                  <a:moveTo>
                    <a:pt x="2754998" y="0"/>
                  </a:moveTo>
                  <a:lnTo>
                    <a:pt x="2726423" y="0"/>
                  </a:lnTo>
                  <a:lnTo>
                    <a:pt x="2726423" y="9525"/>
                  </a:lnTo>
                  <a:lnTo>
                    <a:pt x="2754998" y="9525"/>
                  </a:lnTo>
                  <a:lnTo>
                    <a:pt x="2754998" y="0"/>
                  </a:lnTo>
                  <a:close/>
                </a:path>
                <a:path w="5181600" h="476250">
                  <a:moveTo>
                    <a:pt x="2768523" y="466725"/>
                  </a:moveTo>
                  <a:lnTo>
                    <a:pt x="2739948" y="466725"/>
                  </a:lnTo>
                  <a:lnTo>
                    <a:pt x="2739948" y="476250"/>
                  </a:lnTo>
                  <a:lnTo>
                    <a:pt x="2768523" y="476250"/>
                  </a:lnTo>
                  <a:lnTo>
                    <a:pt x="2768523" y="466725"/>
                  </a:lnTo>
                  <a:close/>
                </a:path>
                <a:path w="5181600" h="476250">
                  <a:moveTo>
                    <a:pt x="2802661" y="0"/>
                  </a:moveTo>
                  <a:lnTo>
                    <a:pt x="2774086" y="0"/>
                  </a:lnTo>
                  <a:lnTo>
                    <a:pt x="2774086" y="9525"/>
                  </a:lnTo>
                  <a:lnTo>
                    <a:pt x="2802661" y="9525"/>
                  </a:lnTo>
                  <a:lnTo>
                    <a:pt x="2802661" y="0"/>
                  </a:lnTo>
                  <a:close/>
                </a:path>
                <a:path w="5181600" h="476250">
                  <a:moveTo>
                    <a:pt x="2816187" y="466725"/>
                  </a:moveTo>
                  <a:lnTo>
                    <a:pt x="2787612" y="466725"/>
                  </a:lnTo>
                  <a:lnTo>
                    <a:pt x="2787612" y="476250"/>
                  </a:lnTo>
                  <a:lnTo>
                    <a:pt x="2816187" y="476250"/>
                  </a:lnTo>
                  <a:lnTo>
                    <a:pt x="2816187" y="466725"/>
                  </a:lnTo>
                  <a:close/>
                </a:path>
                <a:path w="5181600" h="476250">
                  <a:moveTo>
                    <a:pt x="2850337" y="0"/>
                  </a:moveTo>
                  <a:lnTo>
                    <a:pt x="2821762" y="0"/>
                  </a:lnTo>
                  <a:lnTo>
                    <a:pt x="2821762" y="9525"/>
                  </a:lnTo>
                  <a:lnTo>
                    <a:pt x="2850337" y="9525"/>
                  </a:lnTo>
                  <a:lnTo>
                    <a:pt x="2850337" y="0"/>
                  </a:lnTo>
                  <a:close/>
                </a:path>
                <a:path w="5181600" h="476250">
                  <a:moveTo>
                    <a:pt x="2863850" y="466725"/>
                  </a:moveTo>
                  <a:lnTo>
                    <a:pt x="2835275" y="466725"/>
                  </a:lnTo>
                  <a:lnTo>
                    <a:pt x="2835275" y="476250"/>
                  </a:lnTo>
                  <a:lnTo>
                    <a:pt x="2863850" y="476250"/>
                  </a:lnTo>
                  <a:lnTo>
                    <a:pt x="2863850" y="466725"/>
                  </a:lnTo>
                  <a:close/>
                </a:path>
                <a:path w="5181600" h="476250">
                  <a:moveTo>
                    <a:pt x="2898000" y="0"/>
                  </a:moveTo>
                  <a:lnTo>
                    <a:pt x="2869425" y="0"/>
                  </a:lnTo>
                  <a:lnTo>
                    <a:pt x="2869425" y="9525"/>
                  </a:lnTo>
                  <a:lnTo>
                    <a:pt x="2898000" y="9525"/>
                  </a:lnTo>
                  <a:lnTo>
                    <a:pt x="2898000" y="0"/>
                  </a:lnTo>
                  <a:close/>
                </a:path>
                <a:path w="5181600" h="476250">
                  <a:moveTo>
                    <a:pt x="2911525" y="466725"/>
                  </a:moveTo>
                  <a:lnTo>
                    <a:pt x="2882950" y="466725"/>
                  </a:lnTo>
                  <a:lnTo>
                    <a:pt x="2882950" y="476250"/>
                  </a:lnTo>
                  <a:lnTo>
                    <a:pt x="2911525" y="476250"/>
                  </a:lnTo>
                  <a:lnTo>
                    <a:pt x="2911525" y="466725"/>
                  </a:lnTo>
                  <a:close/>
                </a:path>
                <a:path w="5181600" h="476250">
                  <a:moveTo>
                    <a:pt x="2945663" y="0"/>
                  </a:moveTo>
                  <a:lnTo>
                    <a:pt x="2917088" y="0"/>
                  </a:lnTo>
                  <a:lnTo>
                    <a:pt x="2917088" y="9525"/>
                  </a:lnTo>
                  <a:lnTo>
                    <a:pt x="2945663" y="9525"/>
                  </a:lnTo>
                  <a:lnTo>
                    <a:pt x="2945663" y="0"/>
                  </a:lnTo>
                  <a:close/>
                </a:path>
                <a:path w="5181600" h="476250">
                  <a:moveTo>
                    <a:pt x="2959189" y="466725"/>
                  </a:moveTo>
                  <a:lnTo>
                    <a:pt x="2930614" y="466725"/>
                  </a:lnTo>
                  <a:lnTo>
                    <a:pt x="2930614" y="476250"/>
                  </a:lnTo>
                  <a:lnTo>
                    <a:pt x="2959189" y="476250"/>
                  </a:lnTo>
                  <a:lnTo>
                    <a:pt x="2959189" y="466725"/>
                  </a:lnTo>
                  <a:close/>
                </a:path>
                <a:path w="5181600" h="476250">
                  <a:moveTo>
                    <a:pt x="2993326" y="0"/>
                  </a:moveTo>
                  <a:lnTo>
                    <a:pt x="2964751" y="0"/>
                  </a:lnTo>
                  <a:lnTo>
                    <a:pt x="2964751" y="9525"/>
                  </a:lnTo>
                  <a:lnTo>
                    <a:pt x="2993326" y="9525"/>
                  </a:lnTo>
                  <a:lnTo>
                    <a:pt x="2993326" y="0"/>
                  </a:lnTo>
                  <a:close/>
                </a:path>
                <a:path w="5181600" h="476250">
                  <a:moveTo>
                    <a:pt x="3006852" y="466725"/>
                  </a:moveTo>
                  <a:lnTo>
                    <a:pt x="2978277" y="466725"/>
                  </a:lnTo>
                  <a:lnTo>
                    <a:pt x="2978277" y="476250"/>
                  </a:lnTo>
                  <a:lnTo>
                    <a:pt x="3006852" y="476250"/>
                  </a:lnTo>
                  <a:lnTo>
                    <a:pt x="3006852" y="466725"/>
                  </a:lnTo>
                  <a:close/>
                </a:path>
                <a:path w="5181600" h="476250">
                  <a:moveTo>
                    <a:pt x="3040989" y="0"/>
                  </a:moveTo>
                  <a:lnTo>
                    <a:pt x="3012414" y="0"/>
                  </a:lnTo>
                  <a:lnTo>
                    <a:pt x="3012414" y="9525"/>
                  </a:lnTo>
                  <a:lnTo>
                    <a:pt x="3040989" y="9525"/>
                  </a:lnTo>
                  <a:lnTo>
                    <a:pt x="3040989" y="0"/>
                  </a:lnTo>
                  <a:close/>
                </a:path>
                <a:path w="5181600" h="476250">
                  <a:moveTo>
                    <a:pt x="3054515" y="466725"/>
                  </a:moveTo>
                  <a:lnTo>
                    <a:pt x="3025940" y="466725"/>
                  </a:lnTo>
                  <a:lnTo>
                    <a:pt x="3025940" y="476250"/>
                  </a:lnTo>
                  <a:lnTo>
                    <a:pt x="3054515" y="476250"/>
                  </a:lnTo>
                  <a:lnTo>
                    <a:pt x="3054515" y="466725"/>
                  </a:lnTo>
                  <a:close/>
                </a:path>
                <a:path w="5181600" h="476250">
                  <a:moveTo>
                    <a:pt x="3088652" y="0"/>
                  </a:moveTo>
                  <a:lnTo>
                    <a:pt x="3060077" y="0"/>
                  </a:lnTo>
                  <a:lnTo>
                    <a:pt x="3060077" y="9525"/>
                  </a:lnTo>
                  <a:lnTo>
                    <a:pt x="3088652" y="9525"/>
                  </a:lnTo>
                  <a:lnTo>
                    <a:pt x="3088652" y="0"/>
                  </a:lnTo>
                  <a:close/>
                </a:path>
                <a:path w="5181600" h="476250">
                  <a:moveTo>
                    <a:pt x="3102178" y="466725"/>
                  </a:moveTo>
                  <a:lnTo>
                    <a:pt x="3073603" y="466725"/>
                  </a:lnTo>
                  <a:lnTo>
                    <a:pt x="3073603" y="476250"/>
                  </a:lnTo>
                  <a:lnTo>
                    <a:pt x="3102178" y="476250"/>
                  </a:lnTo>
                  <a:lnTo>
                    <a:pt x="3102178" y="466725"/>
                  </a:lnTo>
                  <a:close/>
                </a:path>
                <a:path w="5181600" h="476250">
                  <a:moveTo>
                    <a:pt x="3136328" y="0"/>
                  </a:moveTo>
                  <a:lnTo>
                    <a:pt x="3107753" y="0"/>
                  </a:lnTo>
                  <a:lnTo>
                    <a:pt x="3107753" y="9525"/>
                  </a:lnTo>
                  <a:lnTo>
                    <a:pt x="3136328" y="9525"/>
                  </a:lnTo>
                  <a:lnTo>
                    <a:pt x="3136328" y="0"/>
                  </a:lnTo>
                  <a:close/>
                </a:path>
                <a:path w="5181600" h="476250">
                  <a:moveTo>
                    <a:pt x="3149854" y="466725"/>
                  </a:moveTo>
                  <a:lnTo>
                    <a:pt x="3121279" y="466725"/>
                  </a:lnTo>
                  <a:lnTo>
                    <a:pt x="3121279" y="476250"/>
                  </a:lnTo>
                  <a:lnTo>
                    <a:pt x="3149854" y="476250"/>
                  </a:lnTo>
                  <a:lnTo>
                    <a:pt x="3149854" y="466725"/>
                  </a:lnTo>
                  <a:close/>
                </a:path>
                <a:path w="5181600" h="476250">
                  <a:moveTo>
                    <a:pt x="3183991" y="0"/>
                  </a:moveTo>
                  <a:lnTo>
                    <a:pt x="3155416" y="0"/>
                  </a:lnTo>
                  <a:lnTo>
                    <a:pt x="3155416" y="9525"/>
                  </a:lnTo>
                  <a:lnTo>
                    <a:pt x="3183991" y="9525"/>
                  </a:lnTo>
                  <a:lnTo>
                    <a:pt x="3183991" y="0"/>
                  </a:lnTo>
                  <a:close/>
                </a:path>
                <a:path w="5181600" h="476250">
                  <a:moveTo>
                    <a:pt x="3197517" y="466725"/>
                  </a:moveTo>
                  <a:lnTo>
                    <a:pt x="3168942" y="466725"/>
                  </a:lnTo>
                  <a:lnTo>
                    <a:pt x="3168942" y="476250"/>
                  </a:lnTo>
                  <a:lnTo>
                    <a:pt x="3197517" y="476250"/>
                  </a:lnTo>
                  <a:lnTo>
                    <a:pt x="3197517" y="466725"/>
                  </a:lnTo>
                  <a:close/>
                </a:path>
                <a:path w="5181600" h="476250">
                  <a:moveTo>
                    <a:pt x="3231654" y="0"/>
                  </a:moveTo>
                  <a:lnTo>
                    <a:pt x="3203079" y="0"/>
                  </a:lnTo>
                  <a:lnTo>
                    <a:pt x="3203079" y="9525"/>
                  </a:lnTo>
                  <a:lnTo>
                    <a:pt x="3231654" y="9525"/>
                  </a:lnTo>
                  <a:lnTo>
                    <a:pt x="3231654" y="0"/>
                  </a:lnTo>
                  <a:close/>
                </a:path>
                <a:path w="5181600" h="476250">
                  <a:moveTo>
                    <a:pt x="3245180" y="466725"/>
                  </a:moveTo>
                  <a:lnTo>
                    <a:pt x="3216605" y="466725"/>
                  </a:lnTo>
                  <a:lnTo>
                    <a:pt x="3216605" y="476250"/>
                  </a:lnTo>
                  <a:lnTo>
                    <a:pt x="3245180" y="476250"/>
                  </a:lnTo>
                  <a:lnTo>
                    <a:pt x="3245180" y="466725"/>
                  </a:lnTo>
                  <a:close/>
                </a:path>
                <a:path w="5181600" h="476250">
                  <a:moveTo>
                    <a:pt x="3279317" y="0"/>
                  </a:moveTo>
                  <a:lnTo>
                    <a:pt x="3250742" y="0"/>
                  </a:lnTo>
                  <a:lnTo>
                    <a:pt x="3250742" y="9525"/>
                  </a:lnTo>
                  <a:lnTo>
                    <a:pt x="3279317" y="9525"/>
                  </a:lnTo>
                  <a:lnTo>
                    <a:pt x="3279317" y="0"/>
                  </a:lnTo>
                  <a:close/>
                </a:path>
                <a:path w="5181600" h="476250">
                  <a:moveTo>
                    <a:pt x="3292843" y="466725"/>
                  </a:moveTo>
                  <a:lnTo>
                    <a:pt x="3264268" y="466725"/>
                  </a:lnTo>
                  <a:lnTo>
                    <a:pt x="3264268" y="476250"/>
                  </a:lnTo>
                  <a:lnTo>
                    <a:pt x="3292843" y="476250"/>
                  </a:lnTo>
                  <a:lnTo>
                    <a:pt x="3292843" y="466725"/>
                  </a:lnTo>
                  <a:close/>
                </a:path>
                <a:path w="5181600" h="476250">
                  <a:moveTo>
                    <a:pt x="3326981" y="0"/>
                  </a:moveTo>
                  <a:lnTo>
                    <a:pt x="3298406" y="0"/>
                  </a:lnTo>
                  <a:lnTo>
                    <a:pt x="3298406" y="9525"/>
                  </a:lnTo>
                  <a:lnTo>
                    <a:pt x="3326981" y="9525"/>
                  </a:lnTo>
                  <a:lnTo>
                    <a:pt x="3326981" y="0"/>
                  </a:lnTo>
                  <a:close/>
                </a:path>
                <a:path w="5181600" h="476250">
                  <a:moveTo>
                    <a:pt x="3340506" y="466725"/>
                  </a:moveTo>
                  <a:lnTo>
                    <a:pt x="3311931" y="466725"/>
                  </a:lnTo>
                  <a:lnTo>
                    <a:pt x="3311931" y="476250"/>
                  </a:lnTo>
                  <a:lnTo>
                    <a:pt x="3340506" y="476250"/>
                  </a:lnTo>
                  <a:lnTo>
                    <a:pt x="3340506" y="466725"/>
                  </a:lnTo>
                  <a:close/>
                </a:path>
                <a:path w="5181600" h="476250">
                  <a:moveTo>
                    <a:pt x="3374656" y="0"/>
                  </a:moveTo>
                  <a:lnTo>
                    <a:pt x="3346081" y="0"/>
                  </a:lnTo>
                  <a:lnTo>
                    <a:pt x="3346081" y="9525"/>
                  </a:lnTo>
                  <a:lnTo>
                    <a:pt x="3374656" y="9525"/>
                  </a:lnTo>
                  <a:lnTo>
                    <a:pt x="3374656" y="0"/>
                  </a:lnTo>
                  <a:close/>
                </a:path>
                <a:path w="5181600" h="476250">
                  <a:moveTo>
                    <a:pt x="3388169" y="466725"/>
                  </a:moveTo>
                  <a:lnTo>
                    <a:pt x="3359594" y="466725"/>
                  </a:lnTo>
                  <a:lnTo>
                    <a:pt x="3359594" y="476250"/>
                  </a:lnTo>
                  <a:lnTo>
                    <a:pt x="3388169" y="476250"/>
                  </a:lnTo>
                  <a:lnTo>
                    <a:pt x="3388169" y="466725"/>
                  </a:lnTo>
                  <a:close/>
                </a:path>
                <a:path w="5181600" h="476250">
                  <a:moveTo>
                    <a:pt x="3422319" y="0"/>
                  </a:moveTo>
                  <a:lnTo>
                    <a:pt x="3393744" y="0"/>
                  </a:lnTo>
                  <a:lnTo>
                    <a:pt x="3393744" y="9525"/>
                  </a:lnTo>
                  <a:lnTo>
                    <a:pt x="3422319" y="9525"/>
                  </a:lnTo>
                  <a:lnTo>
                    <a:pt x="3422319" y="0"/>
                  </a:lnTo>
                  <a:close/>
                </a:path>
                <a:path w="5181600" h="476250">
                  <a:moveTo>
                    <a:pt x="3435845" y="466725"/>
                  </a:moveTo>
                  <a:lnTo>
                    <a:pt x="3407270" y="466725"/>
                  </a:lnTo>
                  <a:lnTo>
                    <a:pt x="3407270" y="476250"/>
                  </a:lnTo>
                  <a:lnTo>
                    <a:pt x="3435845" y="476250"/>
                  </a:lnTo>
                  <a:lnTo>
                    <a:pt x="3435845" y="466725"/>
                  </a:lnTo>
                  <a:close/>
                </a:path>
                <a:path w="5181600" h="476250">
                  <a:moveTo>
                    <a:pt x="3469983" y="0"/>
                  </a:moveTo>
                  <a:lnTo>
                    <a:pt x="3441408" y="0"/>
                  </a:lnTo>
                  <a:lnTo>
                    <a:pt x="3441408" y="9525"/>
                  </a:lnTo>
                  <a:lnTo>
                    <a:pt x="3469983" y="9525"/>
                  </a:lnTo>
                  <a:lnTo>
                    <a:pt x="3469983" y="0"/>
                  </a:lnTo>
                  <a:close/>
                </a:path>
                <a:path w="5181600" h="476250">
                  <a:moveTo>
                    <a:pt x="3483508" y="466725"/>
                  </a:moveTo>
                  <a:lnTo>
                    <a:pt x="3454933" y="466725"/>
                  </a:lnTo>
                  <a:lnTo>
                    <a:pt x="3454933" y="476250"/>
                  </a:lnTo>
                  <a:lnTo>
                    <a:pt x="3483508" y="476250"/>
                  </a:lnTo>
                  <a:lnTo>
                    <a:pt x="3483508" y="466725"/>
                  </a:lnTo>
                  <a:close/>
                </a:path>
                <a:path w="5181600" h="476250">
                  <a:moveTo>
                    <a:pt x="3517646" y="0"/>
                  </a:moveTo>
                  <a:lnTo>
                    <a:pt x="3489071" y="0"/>
                  </a:lnTo>
                  <a:lnTo>
                    <a:pt x="3489071" y="9525"/>
                  </a:lnTo>
                  <a:lnTo>
                    <a:pt x="3517646" y="9525"/>
                  </a:lnTo>
                  <a:lnTo>
                    <a:pt x="3517646" y="0"/>
                  </a:lnTo>
                  <a:close/>
                </a:path>
                <a:path w="5181600" h="476250">
                  <a:moveTo>
                    <a:pt x="3531171" y="466725"/>
                  </a:moveTo>
                  <a:lnTo>
                    <a:pt x="3502596" y="466725"/>
                  </a:lnTo>
                  <a:lnTo>
                    <a:pt x="3502596" y="476250"/>
                  </a:lnTo>
                  <a:lnTo>
                    <a:pt x="3531171" y="476250"/>
                  </a:lnTo>
                  <a:lnTo>
                    <a:pt x="3531171" y="466725"/>
                  </a:lnTo>
                  <a:close/>
                </a:path>
                <a:path w="5181600" h="476250">
                  <a:moveTo>
                    <a:pt x="3565309" y="0"/>
                  </a:moveTo>
                  <a:lnTo>
                    <a:pt x="3536734" y="0"/>
                  </a:lnTo>
                  <a:lnTo>
                    <a:pt x="3536734" y="9525"/>
                  </a:lnTo>
                  <a:lnTo>
                    <a:pt x="3565309" y="9525"/>
                  </a:lnTo>
                  <a:lnTo>
                    <a:pt x="3565309" y="0"/>
                  </a:lnTo>
                  <a:close/>
                </a:path>
                <a:path w="5181600" h="476250">
                  <a:moveTo>
                    <a:pt x="3578834" y="466725"/>
                  </a:moveTo>
                  <a:lnTo>
                    <a:pt x="3550259" y="466725"/>
                  </a:lnTo>
                  <a:lnTo>
                    <a:pt x="3550259" y="476250"/>
                  </a:lnTo>
                  <a:lnTo>
                    <a:pt x="3578834" y="476250"/>
                  </a:lnTo>
                  <a:lnTo>
                    <a:pt x="3578834" y="466725"/>
                  </a:lnTo>
                  <a:close/>
                </a:path>
                <a:path w="5181600" h="476250">
                  <a:moveTo>
                    <a:pt x="3612985" y="0"/>
                  </a:moveTo>
                  <a:lnTo>
                    <a:pt x="3584410" y="0"/>
                  </a:lnTo>
                  <a:lnTo>
                    <a:pt x="3584410" y="9525"/>
                  </a:lnTo>
                  <a:lnTo>
                    <a:pt x="3612985" y="9525"/>
                  </a:lnTo>
                  <a:lnTo>
                    <a:pt x="3612985" y="0"/>
                  </a:lnTo>
                  <a:close/>
                </a:path>
                <a:path w="5181600" h="476250">
                  <a:moveTo>
                    <a:pt x="3626497" y="466725"/>
                  </a:moveTo>
                  <a:lnTo>
                    <a:pt x="3597922" y="466725"/>
                  </a:lnTo>
                  <a:lnTo>
                    <a:pt x="3597922" y="476250"/>
                  </a:lnTo>
                  <a:lnTo>
                    <a:pt x="3626497" y="476250"/>
                  </a:lnTo>
                  <a:lnTo>
                    <a:pt x="3626497" y="466725"/>
                  </a:lnTo>
                  <a:close/>
                </a:path>
                <a:path w="5181600" h="476250">
                  <a:moveTo>
                    <a:pt x="3660648" y="0"/>
                  </a:moveTo>
                  <a:lnTo>
                    <a:pt x="3632073" y="0"/>
                  </a:lnTo>
                  <a:lnTo>
                    <a:pt x="3632073" y="9525"/>
                  </a:lnTo>
                  <a:lnTo>
                    <a:pt x="3660648" y="9525"/>
                  </a:lnTo>
                  <a:lnTo>
                    <a:pt x="3660648" y="0"/>
                  </a:lnTo>
                  <a:close/>
                </a:path>
                <a:path w="5181600" h="476250">
                  <a:moveTo>
                    <a:pt x="3674173" y="466725"/>
                  </a:moveTo>
                  <a:lnTo>
                    <a:pt x="3645598" y="466725"/>
                  </a:lnTo>
                  <a:lnTo>
                    <a:pt x="3645598" y="476250"/>
                  </a:lnTo>
                  <a:lnTo>
                    <a:pt x="3674173" y="476250"/>
                  </a:lnTo>
                  <a:lnTo>
                    <a:pt x="3674173" y="466725"/>
                  </a:lnTo>
                  <a:close/>
                </a:path>
                <a:path w="5181600" h="476250">
                  <a:moveTo>
                    <a:pt x="3708311" y="0"/>
                  </a:moveTo>
                  <a:lnTo>
                    <a:pt x="3679736" y="0"/>
                  </a:lnTo>
                  <a:lnTo>
                    <a:pt x="3679736" y="9525"/>
                  </a:lnTo>
                  <a:lnTo>
                    <a:pt x="3708311" y="9525"/>
                  </a:lnTo>
                  <a:lnTo>
                    <a:pt x="3708311" y="0"/>
                  </a:lnTo>
                  <a:close/>
                </a:path>
                <a:path w="5181600" h="476250">
                  <a:moveTo>
                    <a:pt x="3721836" y="466725"/>
                  </a:moveTo>
                  <a:lnTo>
                    <a:pt x="3693261" y="466725"/>
                  </a:lnTo>
                  <a:lnTo>
                    <a:pt x="3693261" y="476250"/>
                  </a:lnTo>
                  <a:lnTo>
                    <a:pt x="3721836" y="476250"/>
                  </a:lnTo>
                  <a:lnTo>
                    <a:pt x="3721836" y="466725"/>
                  </a:lnTo>
                  <a:close/>
                </a:path>
                <a:path w="5181600" h="476250">
                  <a:moveTo>
                    <a:pt x="3755974" y="0"/>
                  </a:moveTo>
                  <a:lnTo>
                    <a:pt x="3727399" y="0"/>
                  </a:lnTo>
                  <a:lnTo>
                    <a:pt x="3727399" y="9525"/>
                  </a:lnTo>
                  <a:lnTo>
                    <a:pt x="3755974" y="9525"/>
                  </a:lnTo>
                  <a:lnTo>
                    <a:pt x="3755974" y="0"/>
                  </a:lnTo>
                  <a:close/>
                </a:path>
                <a:path w="5181600" h="476250">
                  <a:moveTo>
                    <a:pt x="3769499" y="466725"/>
                  </a:moveTo>
                  <a:lnTo>
                    <a:pt x="3740924" y="466725"/>
                  </a:lnTo>
                  <a:lnTo>
                    <a:pt x="3740924" y="476250"/>
                  </a:lnTo>
                  <a:lnTo>
                    <a:pt x="3769499" y="476250"/>
                  </a:lnTo>
                  <a:lnTo>
                    <a:pt x="3769499" y="466725"/>
                  </a:lnTo>
                  <a:close/>
                </a:path>
                <a:path w="5181600" h="476250">
                  <a:moveTo>
                    <a:pt x="3803637" y="0"/>
                  </a:moveTo>
                  <a:lnTo>
                    <a:pt x="3775062" y="0"/>
                  </a:lnTo>
                  <a:lnTo>
                    <a:pt x="3775062" y="9525"/>
                  </a:lnTo>
                  <a:lnTo>
                    <a:pt x="3803637" y="9525"/>
                  </a:lnTo>
                  <a:lnTo>
                    <a:pt x="3803637" y="0"/>
                  </a:lnTo>
                  <a:close/>
                </a:path>
                <a:path w="5181600" h="476250">
                  <a:moveTo>
                    <a:pt x="3817162" y="466725"/>
                  </a:moveTo>
                  <a:lnTo>
                    <a:pt x="3788587" y="466725"/>
                  </a:lnTo>
                  <a:lnTo>
                    <a:pt x="3788587" y="476250"/>
                  </a:lnTo>
                  <a:lnTo>
                    <a:pt x="3817162" y="476250"/>
                  </a:lnTo>
                  <a:lnTo>
                    <a:pt x="3817162" y="466725"/>
                  </a:lnTo>
                  <a:close/>
                </a:path>
                <a:path w="5181600" h="476250">
                  <a:moveTo>
                    <a:pt x="3851313" y="0"/>
                  </a:moveTo>
                  <a:lnTo>
                    <a:pt x="3822738" y="0"/>
                  </a:lnTo>
                  <a:lnTo>
                    <a:pt x="3822738" y="9525"/>
                  </a:lnTo>
                  <a:lnTo>
                    <a:pt x="3851313" y="9525"/>
                  </a:lnTo>
                  <a:lnTo>
                    <a:pt x="3851313" y="0"/>
                  </a:lnTo>
                  <a:close/>
                </a:path>
                <a:path w="5181600" h="476250">
                  <a:moveTo>
                    <a:pt x="3864826" y="466725"/>
                  </a:moveTo>
                  <a:lnTo>
                    <a:pt x="3836251" y="466725"/>
                  </a:lnTo>
                  <a:lnTo>
                    <a:pt x="3836251" y="476250"/>
                  </a:lnTo>
                  <a:lnTo>
                    <a:pt x="3864826" y="476250"/>
                  </a:lnTo>
                  <a:lnTo>
                    <a:pt x="3864826" y="466725"/>
                  </a:lnTo>
                  <a:close/>
                </a:path>
                <a:path w="5181600" h="476250">
                  <a:moveTo>
                    <a:pt x="3898976" y="0"/>
                  </a:moveTo>
                  <a:lnTo>
                    <a:pt x="3870401" y="0"/>
                  </a:lnTo>
                  <a:lnTo>
                    <a:pt x="3870401" y="9525"/>
                  </a:lnTo>
                  <a:lnTo>
                    <a:pt x="3898976" y="9525"/>
                  </a:lnTo>
                  <a:lnTo>
                    <a:pt x="3898976" y="0"/>
                  </a:lnTo>
                  <a:close/>
                </a:path>
                <a:path w="5181600" h="476250">
                  <a:moveTo>
                    <a:pt x="3912501" y="466725"/>
                  </a:moveTo>
                  <a:lnTo>
                    <a:pt x="3883926" y="466725"/>
                  </a:lnTo>
                  <a:lnTo>
                    <a:pt x="3883926" y="476250"/>
                  </a:lnTo>
                  <a:lnTo>
                    <a:pt x="3912501" y="476250"/>
                  </a:lnTo>
                  <a:lnTo>
                    <a:pt x="3912501" y="466725"/>
                  </a:lnTo>
                  <a:close/>
                </a:path>
                <a:path w="5181600" h="476250">
                  <a:moveTo>
                    <a:pt x="3946639" y="0"/>
                  </a:moveTo>
                  <a:lnTo>
                    <a:pt x="3918064" y="0"/>
                  </a:lnTo>
                  <a:lnTo>
                    <a:pt x="3918064" y="9525"/>
                  </a:lnTo>
                  <a:lnTo>
                    <a:pt x="3946639" y="9525"/>
                  </a:lnTo>
                  <a:lnTo>
                    <a:pt x="3946639" y="0"/>
                  </a:lnTo>
                  <a:close/>
                </a:path>
                <a:path w="5181600" h="476250">
                  <a:moveTo>
                    <a:pt x="3960164" y="466725"/>
                  </a:moveTo>
                  <a:lnTo>
                    <a:pt x="3931589" y="466725"/>
                  </a:lnTo>
                  <a:lnTo>
                    <a:pt x="3931589" y="476250"/>
                  </a:lnTo>
                  <a:lnTo>
                    <a:pt x="3960164" y="476250"/>
                  </a:lnTo>
                  <a:lnTo>
                    <a:pt x="3960164" y="466725"/>
                  </a:lnTo>
                  <a:close/>
                </a:path>
                <a:path w="5181600" h="476250">
                  <a:moveTo>
                    <a:pt x="3994302" y="0"/>
                  </a:moveTo>
                  <a:lnTo>
                    <a:pt x="3965727" y="0"/>
                  </a:lnTo>
                  <a:lnTo>
                    <a:pt x="3965727" y="9525"/>
                  </a:lnTo>
                  <a:lnTo>
                    <a:pt x="3994302" y="9525"/>
                  </a:lnTo>
                  <a:lnTo>
                    <a:pt x="3994302" y="0"/>
                  </a:lnTo>
                  <a:close/>
                </a:path>
                <a:path w="5181600" h="476250">
                  <a:moveTo>
                    <a:pt x="4007828" y="466725"/>
                  </a:moveTo>
                  <a:lnTo>
                    <a:pt x="3979253" y="466725"/>
                  </a:lnTo>
                  <a:lnTo>
                    <a:pt x="3979253" y="476250"/>
                  </a:lnTo>
                  <a:lnTo>
                    <a:pt x="4007828" y="476250"/>
                  </a:lnTo>
                  <a:lnTo>
                    <a:pt x="4007828" y="466725"/>
                  </a:lnTo>
                  <a:close/>
                </a:path>
                <a:path w="5181600" h="476250">
                  <a:moveTo>
                    <a:pt x="4041965" y="0"/>
                  </a:moveTo>
                  <a:lnTo>
                    <a:pt x="4013390" y="0"/>
                  </a:lnTo>
                  <a:lnTo>
                    <a:pt x="4013390" y="9525"/>
                  </a:lnTo>
                  <a:lnTo>
                    <a:pt x="4041965" y="9525"/>
                  </a:lnTo>
                  <a:lnTo>
                    <a:pt x="4041965" y="0"/>
                  </a:lnTo>
                  <a:close/>
                </a:path>
                <a:path w="5181600" h="476250">
                  <a:moveTo>
                    <a:pt x="4055491" y="466725"/>
                  </a:moveTo>
                  <a:lnTo>
                    <a:pt x="4026916" y="466725"/>
                  </a:lnTo>
                  <a:lnTo>
                    <a:pt x="4026916" y="476250"/>
                  </a:lnTo>
                  <a:lnTo>
                    <a:pt x="4055491" y="476250"/>
                  </a:lnTo>
                  <a:lnTo>
                    <a:pt x="4055491" y="466725"/>
                  </a:lnTo>
                  <a:close/>
                </a:path>
                <a:path w="5181600" h="476250">
                  <a:moveTo>
                    <a:pt x="4089628" y="0"/>
                  </a:moveTo>
                  <a:lnTo>
                    <a:pt x="4061053" y="0"/>
                  </a:lnTo>
                  <a:lnTo>
                    <a:pt x="4061053" y="9525"/>
                  </a:lnTo>
                  <a:lnTo>
                    <a:pt x="4089628" y="9525"/>
                  </a:lnTo>
                  <a:lnTo>
                    <a:pt x="4089628" y="0"/>
                  </a:lnTo>
                  <a:close/>
                </a:path>
                <a:path w="5181600" h="476250">
                  <a:moveTo>
                    <a:pt x="4103154" y="466725"/>
                  </a:moveTo>
                  <a:lnTo>
                    <a:pt x="4074579" y="466725"/>
                  </a:lnTo>
                  <a:lnTo>
                    <a:pt x="4074579" y="476250"/>
                  </a:lnTo>
                  <a:lnTo>
                    <a:pt x="4103154" y="476250"/>
                  </a:lnTo>
                  <a:lnTo>
                    <a:pt x="4103154" y="466725"/>
                  </a:lnTo>
                  <a:close/>
                </a:path>
                <a:path w="5181600" h="476250">
                  <a:moveTo>
                    <a:pt x="4137304" y="0"/>
                  </a:moveTo>
                  <a:lnTo>
                    <a:pt x="4108729" y="0"/>
                  </a:lnTo>
                  <a:lnTo>
                    <a:pt x="4108729" y="9525"/>
                  </a:lnTo>
                  <a:lnTo>
                    <a:pt x="4137304" y="9525"/>
                  </a:lnTo>
                  <a:lnTo>
                    <a:pt x="4137304" y="0"/>
                  </a:lnTo>
                  <a:close/>
                </a:path>
                <a:path w="5181600" h="476250">
                  <a:moveTo>
                    <a:pt x="4150830" y="466725"/>
                  </a:moveTo>
                  <a:lnTo>
                    <a:pt x="4122255" y="466725"/>
                  </a:lnTo>
                  <a:lnTo>
                    <a:pt x="4122255" y="476250"/>
                  </a:lnTo>
                  <a:lnTo>
                    <a:pt x="4150830" y="476250"/>
                  </a:lnTo>
                  <a:lnTo>
                    <a:pt x="4150830" y="466725"/>
                  </a:lnTo>
                  <a:close/>
                </a:path>
                <a:path w="5181600" h="476250">
                  <a:moveTo>
                    <a:pt x="4184967" y="0"/>
                  </a:moveTo>
                  <a:lnTo>
                    <a:pt x="4156392" y="0"/>
                  </a:lnTo>
                  <a:lnTo>
                    <a:pt x="4156392" y="9525"/>
                  </a:lnTo>
                  <a:lnTo>
                    <a:pt x="4184967" y="9525"/>
                  </a:lnTo>
                  <a:lnTo>
                    <a:pt x="4184967" y="0"/>
                  </a:lnTo>
                  <a:close/>
                </a:path>
                <a:path w="5181600" h="476250">
                  <a:moveTo>
                    <a:pt x="4198493" y="466725"/>
                  </a:moveTo>
                  <a:lnTo>
                    <a:pt x="4169918" y="466725"/>
                  </a:lnTo>
                  <a:lnTo>
                    <a:pt x="4169918" y="476250"/>
                  </a:lnTo>
                  <a:lnTo>
                    <a:pt x="4198493" y="476250"/>
                  </a:lnTo>
                  <a:lnTo>
                    <a:pt x="4198493" y="466725"/>
                  </a:lnTo>
                  <a:close/>
                </a:path>
                <a:path w="5181600" h="476250">
                  <a:moveTo>
                    <a:pt x="4232630" y="0"/>
                  </a:moveTo>
                  <a:lnTo>
                    <a:pt x="4204055" y="0"/>
                  </a:lnTo>
                  <a:lnTo>
                    <a:pt x="4204055" y="9525"/>
                  </a:lnTo>
                  <a:lnTo>
                    <a:pt x="4232630" y="9525"/>
                  </a:lnTo>
                  <a:lnTo>
                    <a:pt x="4232630" y="0"/>
                  </a:lnTo>
                  <a:close/>
                </a:path>
                <a:path w="5181600" h="476250">
                  <a:moveTo>
                    <a:pt x="4246156" y="466725"/>
                  </a:moveTo>
                  <a:lnTo>
                    <a:pt x="4217581" y="466725"/>
                  </a:lnTo>
                  <a:lnTo>
                    <a:pt x="4217581" y="476250"/>
                  </a:lnTo>
                  <a:lnTo>
                    <a:pt x="4246156" y="476250"/>
                  </a:lnTo>
                  <a:lnTo>
                    <a:pt x="4246156" y="466725"/>
                  </a:lnTo>
                  <a:close/>
                </a:path>
                <a:path w="5181600" h="476250">
                  <a:moveTo>
                    <a:pt x="4280293" y="0"/>
                  </a:moveTo>
                  <a:lnTo>
                    <a:pt x="4251718" y="0"/>
                  </a:lnTo>
                  <a:lnTo>
                    <a:pt x="4251718" y="9525"/>
                  </a:lnTo>
                  <a:lnTo>
                    <a:pt x="4280293" y="9525"/>
                  </a:lnTo>
                  <a:lnTo>
                    <a:pt x="4280293" y="0"/>
                  </a:lnTo>
                  <a:close/>
                </a:path>
                <a:path w="5181600" h="476250">
                  <a:moveTo>
                    <a:pt x="4293819" y="466725"/>
                  </a:moveTo>
                  <a:lnTo>
                    <a:pt x="4265244" y="466725"/>
                  </a:lnTo>
                  <a:lnTo>
                    <a:pt x="4265244" y="476250"/>
                  </a:lnTo>
                  <a:lnTo>
                    <a:pt x="4293819" y="476250"/>
                  </a:lnTo>
                  <a:lnTo>
                    <a:pt x="4293819" y="466725"/>
                  </a:lnTo>
                  <a:close/>
                </a:path>
                <a:path w="5181600" h="476250">
                  <a:moveTo>
                    <a:pt x="4327957" y="0"/>
                  </a:moveTo>
                  <a:lnTo>
                    <a:pt x="4299382" y="0"/>
                  </a:lnTo>
                  <a:lnTo>
                    <a:pt x="4299382" y="9525"/>
                  </a:lnTo>
                  <a:lnTo>
                    <a:pt x="4327957" y="9525"/>
                  </a:lnTo>
                  <a:lnTo>
                    <a:pt x="4327957" y="0"/>
                  </a:lnTo>
                  <a:close/>
                </a:path>
                <a:path w="5181600" h="476250">
                  <a:moveTo>
                    <a:pt x="4341482" y="466725"/>
                  </a:moveTo>
                  <a:lnTo>
                    <a:pt x="4312907" y="466725"/>
                  </a:lnTo>
                  <a:lnTo>
                    <a:pt x="4312907" y="476250"/>
                  </a:lnTo>
                  <a:lnTo>
                    <a:pt x="4341482" y="476250"/>
                  </a:lnTo>
                  <a:lnTo>
                    <a:pt x="4341482" y="466725"/>
                  </a:lnTo>
                  <a:close/>
                </a:path>
                <a:path w="5181600" h="476250">
                  <a:moveTo>
                    <a:pt x="4375632" y="0"/>
                  </a:moveTo>
                  <a:lnTo>
                    <a:pt x="4347057" y="0"/>
                  </a:lnTo>
                  <a:lnTo>
                    <a:pt x="4347057" y="9525"/>
                  </a:lnTo>
                  <a:lnTo>
                    <a:pt x="4375632" y="9525"/>
                  </a:lnTo>
                  <a:lnTo>
                    <a:pt x="4375632" y="0"/>
                  </a:lnTo>
                  <a:close/>
                </a:path>
                <a:path w="5181600" h="476250">
                  <a:moveTo>
                    <a:pt x="4389145" y="466725"/>
                  </a:moveTo>
                  <a:lnTo>
                    <a:pt x="4360570" y="466725"/>
                  </a:lnTo>
                  <a:lnTo>
                    <a:pt x="4360570" y="476250"/>
                  </a:lnTo>
                  <a:lnTo>
                    <a:pt x="4389145" y="476250"/>
                  </a:lnTo>
                  <a:lnTo>
                    <a:pt x="4389145" y="466725"/>
                  </a:lnTo>
                  <a:close/>
                </a:path>
                <a:path w="5181600" h="476250">
                  <a:moveTo>
                    <a:pt x="4423295" y="0"/>
                  </a:moveTo>
                  <a:lnTo>
                    <a:pt x="4394720" y="0"/>
                  </a:lnTo>
                  <a:lnTo>
                    <a:pt x="4394720" y="9525"/>
                  </a:lnTo>
                  <a:lnTo>
                    <a:pt x="4423295" y="9525"/>
                  </a:lnTo>
                  <a:lnTo>
                    <a:pt x="4423295" y="0"/>
                  </a:lnTo>
                  <a:close/>
                </a:path>
                <a:path w="5181600" h="476250">
                  <a:moveTo>
                    <a:pt x="4436821" y="466725"/>
                  </a:moveTo>
                  <a:lnTo>
                    <a:pt x="4408246" y="466725"/>
                  </a:lnTo>
                  <a:lnTo>
                    <a:pt x="4408246" y="476250"/>
                  </a:lnTo>
                  <a:lnTo>
                    <a:pt x="4436821" y="476250"/>
                  </a:lnTo>
                  <a:lnTo>
                    <a:pt x="4436821" y="466725"/>
                  </a:lnTo>
                  <a:close/>
                </a:path>
                <a:path w="5181600" h="476250">
                  <a:moveTo>
                    <a:pt x="4470959" y="0"/>
                  </a:moveTo>
                  <a:lnTo>
                    <a:pt x="4442384" y="0"/>
                  </a:lnTo>
                  <a:lnTo>
                    <a:pt x="4442384" y="9525"/>
                  </a:lnTo>
                  <a:lnTo>
                    <a:pt x="4470959" y="9525"/>
                  </a:lnTo>
                  <a:lnTo>
                    <a:pt x="4470959" y="0"/>
                  </a:lnTo>
                  <a:close/>
                </a:path>
                <a:path w="5181600" h="476250">
                  <a:moveTo>
                    <a:pt x="4484484" y="466725"/>
                  </a:moveTo>
                  <a:lnTo>
                    <a:pt x="4455909" y="466725"/>
                  </a:lnTo>
                  <a:lnTo>
                    <a:pt x="4455909" y="476250"/>
                  </a:lnTo>
                  <a:lnTo>
                    <a:pt x="4484484" y="476250"/>
                  </a:lnTo>
                  <a:lnTo>
                    <a:pt x="4484484" y="466725"/>
                  </a:lnTo>
                  <a:close/>
                </a:path>
                <a:path w="5181600" h="476250">
                  <a:moveTo>
                    <a:pt x="4518622" y="0"/>
                  </a:moveTo>
                  <a:lnTo>
                    <a:pt x="4490047" y="0"/>
                  </a:lnTo>
                  <a:lnTo>
                    <a:pt x="4490047" y="9525"/>
                  </a:lnTo>
                  <a:lnTo>
                    <a:pt x="4518622" y="9525"/>
                  </a:lnTo>
                  <a:lnTo>
                    <a:pt x="4518622" y="0"/>
                  </a:lnTo>
                  <a:close/>
                </a:path>
                <a:path w="5181600" h="476250">
                  <a:moveTo>
                    <a:pt x="4532147" y="466725"/>
                  </a:moveTo>
                  <a:lnTo>
                    <a:pt x="4503572" y="466725"/>
                  </a:lnTo>
                  <a:lnTo>
                    <a:pt x="4503572" y="476250"/>
                  </a:lnTo>
                  <a:lnTo>
                    <a:pt x="4532147" y="476250"/>
                  </a:lnTo>
                  <a:lnTo>
                    <a:pt x="4532147" y="466725"/>
                  </a:lnTo>
                  <a:close/>
                </a:path>
                <a:path w="5181600" h="476250">
                  <a:moveTo>
                    <a:pt x="4566285" y="0"/>
                  </a:moveTo>
                  <a:lnTo>
                    <a:pt x="4537710" y="0"/>
                  </a:lnTo>
                  <a:lnTo>
                    <a:pt x="4537710" y="9525"/>
                  </a:lnTo>
                  <a:lnTo>
                    <a:pt x="4566285" y="9525"/>
                  </a:lnTo>
                  <a:lnTo>
                    <a:pt x="4566285" y="0"/>
                  </a:lnTo>
                  <a:close/>
                </a:path>
                <a:path w="5181600" h="476250">
                  <a:moveTo>
                    <a:pt x="4579810" y="466725"/>
                  </a:moveTo>
                  <a:lnTo>
                    <a:pt x="4551235" y="466725"/>
                  </a:lnTo>
                  <a:lnTo>
                    <a:pt x="4551235" y="476250"/>
                  </a:lnTo>
                  <a:lnTo>
                    <a:pt x="4579810" y="476250"/>
                  </a:lnTo>
                  <a:lnTo>
                    <a:pt x="4579810" y="466725"/>
                  </a:lnTo>
                  <a:close/>
                </a:path>
                <a:path w="5181600" h="476250">
                  <a:moveTo>
                    <a:pt x="4613961" y="0"/>
                  </a:moveTo>
                  <a:lnTo>
                    <a:pt x="4585386" y="0"/>
                  </a:lnTo>
                  <a:lnTo>
                    <a:pt x="4585386" y="9525"/>
                  </a:lnTo>
                  <a:lnTo>
                    <a:pt x="4613961" y="9525"/>
                  </a:lnTo>
                  <a:lnTo>
                    <a:pt x="4613961" y="0"/>
                  </a:lnTo>
                  <a:close/>
                </a:path>
                <a:path w="5181600" h="476250">
                  <a:moveTo>
                    <a:pt x="4627473" y="466725"/>
                  </a:moveTo>
                  <a:lnTo>
                    <a:pt x="4598898" y="466725"/>
                  </a:lnTo>
                  <a:lnTo>
                    <a:pt x="4598898" y="476250"/>
                  </a:lnTo>
                  <a:lnTo>
                    <a:pt x="4627473" y="476250"/>
                  </a:lnTo>
                  <a:lnTo>
                    <a:pt x="4627473" y="466725"/>
                  </a:lnTo>
                  <a:close/>
                </a:path>
                <a:path w="5181600" h="476250">
                  <a:moveTo>
                    <a:pt x="4661624" y="0"/>
                  </a:moveTo>
                  <a:lnTo>
                    <a:pt x="4633049" y="0"/>
                  </a:lnTo>
                  <a:lnTo>
                    <a:pt x="4633049" y="9525"/>
                  </a:lnTo>
                  <a:lnTo>
                    <a:pt x="4661624" y="9525"/>
                  </a:lnTo>
                  <a:lnTo>
                    <a:pt x="4661624" y="0"/>
                  </a:lnTo>
                  <a:close/>
                </a:path>
                <a:path w="5181600" h="476250">
                  <a:moveTo>
                    <a:pt x="4675149" y="466725"/>
                  </a:moveTo>
                  <a:lnTo>
                    <a:pt x="4646574" y="466725"/>
                  </a:lnTo>
                  <a:lnTo>
                    <a:pt x="4646574" y="476250"/>
                  </a:lnTo>
                  <a:lnTo>
                    <a:pt x="4675149" y="476250"/>
                  </a:lnTo>
                  <a:lnTo>
                    <a:pt x="4675149" y="466725"/>
                  </a:lnTo>
                  <a:close/>
                </a:path>
                <a:path w="5181600" h="476250">
                  <a:moveTo>
                    <a:pt x="4709287" y="0"/>
                  </a:moveTo>
                  <a:lnTo>
                    <a:pt x="4680712" y="0"/>
                  </a:lnTo>
                  <a:lnTo>
                    <a:pt x="4680712" y="9525"/>
                  </a:lnTo>
                  <a:lnTo>
                    <a:pt x="4709287" y="9525"/>
                  </a:lnTo>
                  <a:lnTo>
                    <a:pt x="4709287" y="0"/>
                  </a:lnTo>
                  <a:close/>
                </a:path>
                <a:path w="5181600" h="476250">
                  <a:moveTo>
                    <a:pt x="4722812" y="466725"/>
                  </a:moveTo>
                  <a:lnTo>
                    <a:pt x="4694237" y="466725"/>
                  </a:lnTo>
                  <a:lnTo>
                    <a:pt x="4694237" y="476250"/>
                  </a:lnTo>
                  <a:lnTo>
                    <a:pt x="4722812" y="476250"/>
                  </a:lnTo>
                  <a:lnTo>
                    <a:pt x="4722812" y="466725"/>
                  </a:lnTo>
                  <a:close/>
                </a:path>
                <a:path w="5181600" h="476250">
                  <a:moveTo>
                    <a:pt x="4756950" y="0"/>
                  </a:moveTo>
                  <a:lnTo>
                    <a:pt x="4728375" y="0"/>
                  </a:lnTo>
                  <a:lnTo>
                    <a:pt x="4728375" y="9525"/>
                  </a:lnTo>
                  <a:lnTo>
                    <a:pt x="4756950" y="9525"/>
                  </a:lnTo>
                  <a:lnTo>
                    <a:pt x="4756950" y="0"/>
                  </a:lnTo>
                  <a:close/>
                </a:path>
                <a:path w="5181600" h="476250">
                  <a:moveTo>
                    <a:pt x="4770475" y="466725"/>
                  </a:moveTo>
                  <a:lnTo>
                    <a:pt x="4741900" y="466725"/>
                  </a:lnTo>
                  <a:lnTo>
                    <a:pt x="4741900" y="476250"/>
                  </a:lnTo>
                  <a:lnTo>
                    <a:pt x="4770475" y="476250"/>
                  </a:lnTo>
                  <a:lnTo>
                    <a:pt x="4770475" y="466725"/>
                  </a:lnTo>
                  <a:close/>
                </a:path>
                <a:path w="5181600" h="476250">
                  <a:moveTo>
                    <a:pt x="4804613" y="0"/>
                  </a:moveTo>
                  <a:lnTo>
                    <a:pt x="4776038" y="0"/>
                  </a:lnTo>
                  <a:lnTo>
                    <a:pt x="4776038" y="9525"/>
                  </a:lnTo>
                  <a:lnTo>
                    <a:pt x="4804613" y="9525"/>
                  </a:lnTo>
                  <a:lnTo>
                    <a:pt x="4804613" y="0"/>
                  </a:lnTo>
                  <a:close/>
                </a:path>
                <a:path w="5181600" h="476250">
                  <a:moveTo>
                    <a:pt x="4818138" y="466725"/>
                  </a:moveTo>
                  <a:lnTo>
                    <a:pt x="4789563" y="466725"/>
                  </a:lnTo>
                  <a:lnTo>
                    <a:pt x="4789563" y="476250"/>
                  </a:lnTo>
                  <a:lnTo>
                    <a:pt x="4818138" y="476250"/>
                  </a:lnTo>
                  <a:lnTo>
                    <a:pt x="4818138" y="466725"/>
                  </a:lnTo>
                  <a:close/>
                </a:path>
                <a:path w="5181600" h="476250">
                  <a:moveTo>
                    <a:pt x="4852289" y="0"/>
                  </a:moveTo>
                  <a:lnTo>
                    <a:pt x="4823714" y="0"/>
                  </a:lnTo>
                  <a:lnTo>
                    <a:pt x="4823714" y="9525"/>
                  </a:lnTo>
                  <a:lnTo>
                    <a:pt x="4852289" y="9525"/>
                  </a:lnTo>
                  <a:lnTo>
                    <a:pt x="4852289" y="0"/>
                  </a:lnTo>
                  <a:close/>
                </a:path>
                <a:path w="5181600" h="476250">
                  <a:moveTo>
                    <a:pt x="4865802" y="466725"/>
                  </a:moveTo>
                  <a:lnTo>
                    <a:pt x="4837227" y="466725"/>
                  </a:lnTo>
                  <a:lnTo>
                    <a:pt x="4837227" y="476250"/>
                  </a:lnTo>
                  <a:lnTo>
                    <a:pt x="4865802" y="476250"/>
                  </a:lnTo>
                  <a:lnTo>
                    <a:pt x="4865802" y="466725"/>
                  </a:lnTo>
                  <a:close/>
                </a:path>
                <a:path w="5181600" h="476250">
                  <a:moveTo>
                    <a:pt x="4899952" y="0"/>
                  </a:moveTo>
                  <a:lnTo>
                    <a:pt x="4871377" y="0"/>
                  </a:lnTo>
                  <a:lnTo>
                    <a:pt x="4871377" y="9525"/>
                  </a:lnTo>
                  <a:lnTo>
                    <a:pt x="4899952" y="9525"/>
                  </a:lnTo>
                  <a:lnTo>
                    <a:pt x="4899952" y="0"/>
                  </a:lnTo>
                  <a:close/>
                </a:path>
                <a:path w="5181600" h="476250">
                  <a:moveTo>
                    <a:pt x="4913477" y="466725"/>
                  </a:moveTo>
                  <a:lnTo>
                    <a:pt x="4884902" y="466725"/>
                  </a:lnTo>
                  <a:lnTo>
                    <a:pt x="4884902" y="476250"/>
                  </a:lnTo>
                  <a:lnTo>
                    <a:pt x="4913477" y="476250"/>
                  </a:lnTo>
                  <a:lnTo>
                    <a:pt x="4913477" y="466725"/>
                  </a:lnTo>
                  <a:close/>
                </a:path>
                <a:path w="5181600" h="476250">
                  <a:moveTo>
                    <a:pt x="4947615" y="0"/>
                  </a:moveTo>
                  <a:lnTo>
                    <a:pt x="4919040" y="0"/>
                  </a:lnTo>
                  <a:lnTo>
                    <a:pt x="4919040" y="9525"/>
                  </a:lnTo>
                  <a:lnTo>
                    <a:pt x="4947615" y="9525"/>
                  </a:lnTo>
                  <a:lnTo>
                    <a:pt x="4947615" y="0"/>
                  </a:lnTo>
                  <a:close/>
                </a:path>
                <a:path w="5181600" h="476250">
                  <a:moveTo>
                    <a:pt x="4961140" y="466725"/>
                  </a:moveTo>
                  <a:lnTo>
                    <a:pt x="4932565" y="466725"/>
                  </a:lnTo>
                  <a:lnTo>
                    <a:pt x="4932565" y="476250"/>
                  </a:lnTo>
                  <a:lnTo>
                    <a:pt x="4961140" y="476250"/>
                  </a:lnTo>
                  <a:lnTo>
                    <a:pt x="4961140" y="466725"/>
                  </a:lnTo>
                  <a:close/>
                </a:path>
                <a:path w="5181600" h="476250">
                  <a:moveTo>
                    <a:pt x="4995278" y="0"/>
                  </a:moveTo>
                  <a:lnTo>
                    <a:pt x="4966703" y="0"/>
                  </a:lnTo>
                  <a:lnTo>
                    <a:pt x="4966703" y="9525"/>
                  </a:lnTo>
                  <a:lnTo>
                    <a:pt x="4995278" y="9525"/>
                  </a:lnTo>
                  <a:lnTo>
                    <a:pt x="4995278" y="0"/>
                  </a:lnTo>
                  <a:close/>
                </a:path>
                <a:path w="5181600" h="476250">
                  <a:moveTo>
                    <a:pt x="5008804" y="466725"/>
                  </a:moveTo>
                  <a:lnTo>
                    <a:pt x="4980229" y="466725"/>
                  </a:lnTo>
                  <a:lnTo>
                    <a:pt x="4980229" y="476250"/>
                  </a:lnTo>
                  <a:lnTo>
                    <a:pt x="5008804" y="476250"/>
                  </a:lnTo>
                  <a:lnTo>
                    <a:pt x="5008804" y="466725"/>
                  </a:lnTo>
                  <a:close/>
                </a:path>
                <a:path w="5181600" h="476250">
                  <a:moveTo>
                    <a:pt x="5042941" y="0"/>
                  </a:moveTo>
                  <a:lnTo>
                    <a:pt x="5014366" y="0"/>
                  </a:lnTo>
                  <a:lnTo>
                    <a:pt x="5014366" y="9525"/>
                  </a:lnTo>
                  <a:lnTo>
                    <a:pt x="5042941" y="9525"/>
                  </a:lnTo>
                  <a:lnTo>
                    <a:pt x="5042941" y="0"/>
                  </a:lnTo>
                  <a:close/>
                </a:path>
                <a:path w="5181600" h="476250">
                  <a:moveTo>
                    <a:pt x="5056467" y="466725"/>
                  </a:moveTo>
                  <a:lnTo>
                    <a:pt x="5027892" y="466725"/>
                  </a:lnTo>
                  <a:lnTo>
                    <a:pt x="5027892" y="476250"/>
                  </a:lnTo>
                  <a:lnTo>
                    <a:pt x="5056467" y="476250"/>
                  </a:lnTo>
                  <a:lnTo>
                    <a:pt x="5056467" y="466725"/>
                  </a:lnTo>
                  <a:close/>
                </a:path>
                <a:path w="5181600" h="476250">
                  <a:moveTo>
                    <a:pt x="5090617" y="0"/>
                  </a:moveTo>
                  <a:lnTo>
                    <a:pt x="5062042" y="0"/>
                  </a:lnTo>
                  <a:lnTo>
                    <a:pt x="5062042" y="9525"/>
                  </a:lnTo>
                  <a:lnTo>
                    <a:pt x="5090617" y="9525"/>
                  </a:lnTo>
                  <a:lnTo>
                    <a:pt x="5090617" y="0"/>
                  </a:lnTo>
                  <a:close/>
                </a:path>
                <a:path w="5181600" h="476250">
                  <a:moveTo>
                    <a:pt x="5104130" y="466725"/>
                  </a:moveTo>
                  <a:lnTo>
                    <a:pt x="5075555" y="466725"/>
                  </a:lnTo>
                  <a:lnTo>
                    <a:pt x="5075555" y="476250"/>
                  </a:lnTo>
                  <a:lnTo>
                    <a:pt x="5104130" y="476250"/>
                  </a:lnTo>
                  <a:lnTo>
                    <a:pt x="5104130" y="466725"/>
                  </a:lnTo>
                  <a:close/>
                </a:path>
                <a:path w="5181600" h="476250">
                  <a:moveTo>
                    <a:pt x="5137759" y="1143"/>
                  </a:moveTo>
                  <a:lnTo>
                    <a:pt x="5132032" y="0"/>
                  </a:lnTo>
                  <a:lnTo>
                    <a:pt x="5109705" y="0"/>
                  </a:lnTo>
                  <a:lnTo>
                    <a:pt x="5109705" y="9525"/>
                  </a:lnTo>
                  <a:lnTo>
                    <a:pt x="5124450" y="9525"/>
                  </a:lnTo>
                  <a:lnTo>
                    <a:pt x="5133962" y="10401"/>
                  </a:lnTo>
                  <a:lnTo>
                    <a:pt x="5135461" y="10845"/>
                  </a:lnTo>
                  <a:lnTo>
                    <a:pt x="5135562" y="10401"/>
                  </a:lnTo>
                  <a:lnTo>
                    <a:pt x="5137759" y="1143"/>
                  </a:lnTo>
                  <a:close/>
                </a:path>
                <a:path w="5181600" h="476250">
                  <a:moveTo>
                    <a:pt x="5150802" y="470052"/>
                  </a:moveTo>
                  <a:lnTo>
                    <a:pt x="5146294" y="461327"/>
                  </a:lnTo>
                  <a:lnTo>
                    <a:pt x="5142738" y="463245"/>
                  </a:lnTo>
                  <a:lnTo>
                    <a:pt x="5133962" y="465861"/>
                  </a:lnTo>
                  <a:lnTo>
                    <a:pt x="5124450" y="466725"/>
                  </a:lnTo>
                  <a:lnTo>
                    <a:pt x="5123231" y="466725"/>
                  </a:lnTo>
                  <a:lnTo>
                    <a:pt x="5123231" y="476250"/>
                  </a:lnTo>
                  <a:lnTo>
                    <a:pt x="5132032" y="476250"/>
                  </a:lnTo>
                  <a:lnTo>
                    <a:pt x="5139321" y="474802"/>
                  </a:lnTo>
                  <a:lnTo>
                    <a:pt x="5150802" y="470052"/>
                  </a:lnTo>
                  <a:close/>
                </a:path>
                <a:path w="5181600" h="476250">
                  <a:moveTo>
                    <a:pt x="5175948" y="32131"/>
                  </a:moveTo>
                  <a:lnTo>
                    <a:pt x="5174348" y="28282"/>
                  </a:lnTo>
                  <a:lnTo>
                    <a:pt x="5170221" y="22098"/>
                  </a:lnTo>
                  <a:lnTo>
                    <a:pt x="5164861" y="16751"/>
                  </a:lnTo>
                  <a:lnTo>
                    <a:pt x="5159502" y="11391"/>
                  </a:lnTo>
                  <a:lnTo>
                    <a:pt x="5156035" y="9067"/>
                  </a:lnTo>
                  <a:lnTo>
                    <a:pt x="5150637" y="17284"/>
                  </a:lnTo>
                  <a:lnTo>
                    <a:pt x="5158130" y="23482"/>
                  </a:lnTo>
                  <a:lnTo>
                    <a:pt x="5164239" y="30810"/>
                  </a:lnTo>
                  <a:lnTo>
                    <a:pt x="5167236" y="36360"/>
                  </a:lnTo>
                  <a:lnTo>
                    <a:pt x="5175948" y="32131"/>
                  </a:lnTo>
                  <a:close/>
                </a:path>
                <a:path w="5181600" h="476250">
                  <a:moveTo>
                    <a:pt x="5180736" y="431076"/>
                  </a:moveTo>
                  <a:lnTo>
                    <a:pt x="5171084" y="429018"/>
                  </a:lnTo>
                  <a:lnTo>
                    <a:pt x="5168595" y="437388"/>
                  </a:lnTo>
                  <a:lnTo>
                    <a:pt x="5164239" y="445452"/>
                  </a:lnTo>
                  <a:lnTo>
                    <a:pt x="5159692" y="450913"/>
                  </a:lnTo>
                  <a:lnTo>
                    <a:pt x="5166931" y="457454"/>
                  </a:lnTo>
                  <a:lnTo>
                    <a:pt x="5170221" y="454152"/>
                  </a:lnTo>
                  <a:lnTo>
                    <a:pt x="5174348" y="447979"/>
                  </a:lnTo>
                  <a:lnTo>
                    <a:pt x="5180152" y="433971"/>
                  </a:lnTo>
                  <a:lnTo>
                    <a:pt x="5180736" y="431076"/>
                  </a:lnTo>
                  <a:close/>
                </a:path>
                <a:path w="5181600" h="476250">
                  <a:moveTo>
                    <a:pt x="5181600" y="383908"/>
                  </a:moveTo>
                  <a:lnTo>
                    <a:pt x="5172075" y="383908"/>
                  </a:lnTo>
                  <a:lnTo>
                    <a:pt x="5172075" y="412483"/>
                  </a:lnTo>
                  <a:lnTo>
                    <a:pt x="5181600" y="412483"/>
                  </a:lnTo>
                  <a:lnTo>
                    <a:pt x="5181600" y="383908"/>
                  </a:lnTo>
                  <a:close/>
                </a:path>
                <a:path w="5181600" h="476250">
                  <a:moveTo>
                    <a:pt x="5181600" y="336245"/>
                  </a:moveTo>
                  <a:lnTo>
                    <a:pt x="5172075" y="336245"/>
                  </a:lnTo>
                  <a:lnTo>
                    <a:pt x="5172075" y="364820"/>
                  </a:lnTo>
                  <a:lnTo>
                    <a:pt x="5181600" y="364820"/>
                  </a:lnTo>
                  <a:lnTo>
                    <a:pt x="5181600" y="336245"/>
                  </a:lnTo>
                  <a:close/>
                </a:path>
                <a:path w="5181600" h="476250">
                  <a:moveTo>
                    <a:pt x="5181600" y="288582"/>
                  </a:moveTo>
                  <a:lnTo>
                    <a:pt x="5172075" y="288582"/>
                  </a:lnTo>
                  <a:lnTo>
                    <a:pt x="5172075" y="317157"/>
                  </a:lnTo>
                  <a:lnTo>
                    <a:pt x="5181600" y="317157"/>
                  </a:lnTo>
                  <a:lnTo>
                    <a:pt x="5181600" y="288582"/>
                  </a:lnTo>
                  <a:close/>
                </a:path>
                <a:path w="5181600" h="476250">
                  <a:moveTo>
                    <a:pt x="5181600" y="240919"/>
                  </a:moveTo>
                  <a:lnTo>
                    <a:pt x="5172075" y="240919"/>
                  </a:lnTo>
                  <a:lnTo>
                    <a:pt x="5172075" y="269494"/>
                  </a:lnTo>
                  <a:lnTo>
                    <a:pt x="5181600" y="269494"/>
                  </a:lnTo>
                  <a:lnTo>
                    <a:pt x="5181600" y="240919"/>
                  </a:lnTo>
                  <a:close/>
                </a:path>
                <a:path w="5181600" h="476250">
                  <a:moveTo>
                    <a:pt x="5181600" y="193243"/>
                  </a:moveTo>
                  <a:lnTo>
                    <a:pt x="5172075" y="193243"/>
                  </a:lnTo>
                  <a:lnTo>
                    <a:pt x="5172075" y="221818"/>
                  </a:lnTo>
                  <a:lnTo>
                    <a:pt x="5181600" y="221818"/>
                  </a:lnTo>
                  <a:lnTo>
                    <a:pt x="5181600" y="193243"/>
                  </a:lnTo>
                  <a:close/>
                </a:path>
                <a:path w="5181600" h="476250">
                  <a:moveTo>
                    <a:pt x="5181600" y="145580"/>
                  </a:moveTo>
                  <a:lnTo>
                    <a:pt x="5172075" y="145580"/>
                  </a:lnTo>
                  <a:lnTo>
                    <a:pt x="5172075" y="174155"/>
                  </a:lnTo>
                  <a:lnTo>
                    <a:pt x="5181600" y="174155"/>
                  </a:lnTo>
                  <a:lnTo>
                    <a:pt x="5181600" y="145580"/>
                  </a:lnTo>
                  <a:close/>
                </a:path>
                <a:path w="5181600" h="476250">
                  <a:moveTo>
                    <a:pt x="5181600" y="97917"/>
                  </a:moveTo>
                  <a:lnTo>
                    <a:pt x="5172075" y="97917"/>
                  </a:lnTo>
                  <a:lnTo>
                    <a:pt x="5172075" y="126492"/>
                  </a:lnTo>
                  <a:lnTo>
                    <a:pt x="5181600" y="126492"/>
                  </a:lnTo>
                  <a:lnTo>
                    <a:pt x="5181600" y="97917"/>
                  </a:lnTo>
                  <a:close/>
                </a:path>
                <a:path w="5181600" h="476250">
                  <a:moveTo>
                    <a:pt x="5181600" y="50609"/>
                  </a:moveTo>
                  <a:lnTo>
                    <a:pt x="5171579" y="51752"/>
                  </a:lnTo>
                  <a:lnTo>
                    <a:pt x="5172075" y="57150"/>
                  </a:lnTo>
                  <a:lnTo>
                    <a:pt x="5172075" y="78828"/>
                  </a:lnTo>
                  <a:lnTo>
                    <a:pt x="5181600" y="78828"/>
                  </a:lnTo>
                  <a:lnTo>
                    <a:pt x="5181600" y="5060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419170" y="4190196"/>
              <a:ext cx="115907" cy="154007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7642497" y="4142104"/>
            <a:ext cx="294576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5" b="0">
                <a:solidFill>
                  <a:srgbClr val="0053A6"/>
                </a:solidFill>
                <a:latin typeface="Roboto Medium"/>
                <a:cs typeface="Roboto Medium"/>
              </a:rPr>
              <a:t>Multi-</a:t>
            </a:r>
            <a:r>
              <a:rPr dirty="0" sz="1300" spc="-70" b="0">
                <a:solidFill>
                  <a:srgbClr val="0053A6"/>
                </a:solidFill>
                <a:latin typeface="Roboto Medium"/>
                <a:cs typeface="Roboto Medium"/>
              </a:rPr>
              <a:t>Area</a:t>
            </a:r>
            <a:r>
              <a:rPr dirty="0" sz="1300" spc="10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70" b="0">
                <a:solidFill>
                  <a:srgbClr val="0053A6"/>
                </a:solidFill>
                <a:latin typeface="Roboto Medium"/>
                <a:cs typeface="Roboto Medium"/>
              </a:rPr>
              <a:t>Power</a:t>
            </a:r>
            <a:r>
              <a:rPr dirty="0" sz="1300" spc="15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70" b="0">
                <a:solidFill>
                  <a:srgbClr val="0053A6"/>
                </a:solidFill>
                <a:latin typeface="Roboto Medium"/>
                <a:cs typeface="Roboto Medium"/>
              </a:rPr>
              <a:t>System</a:t>
            </a:r>
            <a:r>
              <a:rPr dirty="0" sz="1300" spc="10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55" b="0">
                <a:solidFill>
                  <a:srgbClr val="0053A6"/>
                </a:solidFill>
                <a:latin typeface="Roboto Medium"/>
                <a:cs typeface="Roboto Medium"/>
              </a:rPr>
              <a:t>with</a:t>
            </a:r>
            <a:r>
              <a:rPr dirty="0" sz="1300" spc="15" b="0">
                <a:solidFill>
                  <a:srgbClr val="0053A6"/>
                </a:solidFill>
                <a:latin typeface="Roboto Medium"/>
                <a:cs typeface="Roboto Medium"/>
              </a:rPr>
              <a:t> </a:t>
            </a:r>
            <a:r>
              <a:rPr dirty="0" sz="1300" spc="-45" b="0">
                <a:solidFill>
                  <a:srgbClr val="0053A6"/>
                </a:solidFill>
                <a:latin typeface="Roboto Medium"/>
                <a:cs typeface="Roboto Medium"/>
              </a:rPr>
              <a:t>Renewables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6400799" y="1457324"/>
            <a:ext cx="5181600" cy="4524375"/>
            <a:chOff x="6400799" y="1457324"/>
            <a:chExt cx="5181600" cy="4524375"/>
          </a:xfrm>
        </p:grpSpPr>
        <p:pic>
          <p:nvPicPr>
            <p:cNvPr id="30" name="object 3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0002" y="2548754"/>
              <a:ext cx="161644" cy="94292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520002" y="3453629"/>
              <a:ext cx="161644" cy="94292"/>
            </a:xfrm>
            <a:prstGeom prst="rect">
              <a:avLst/>
            </a:prstGeom>
          </p:spPr>
        </p:pic>
        <p:sp>
          <p:nvSpPr>
            <p:cNvPr id="32" name="object 32" descr=""/>
            <p:cNvSpPr/>
            <p:nvPr/>
          </p:nvSpPr>
          <p:spPr>
            <a:xfrm>
              <a:off x="6591299" y="1838324"/>
              <a:ext cx="19050" cy="4143375"/>
            </a:xfrm>
            <a:custGeom>
              <a:avLst/>
              <a:gdLst/>
              <a:ahLst/>
              <a:cxnLst/>
              <a:rect l="l" t="t" r="r" b="b"/>
              <a:pathLst>
                <a:path w="19050" h="4143375">
                  <a:moveTo>
                    <a:pt x="19049" y="4143374"/>
                  </a:moveTo>
                  <a:lnTo>
                    <a:pt x="0" y="4143374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414337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410324" y="1466849"/>
              <a:ext cx="5162549" cy="685799"/>
            </a:xfrm>
            <a:prstGeom prst="rect">
              <a:avLst/>
            </a:prstGeom>
          </p:spPr>
        </p:pic>
        <p:sp>
          <p:nvSpPr>
            <p:cNvPr id="34" name="object 34" descr=""/>
            <p:cNvSpPr/>
            <p:nvPr/>
          </p:nvSpPr>
          <p:spPr>
            <a:xfrm>
              <a:off x="6405562" y="1462087"/>
              <a:ext cx="5172075" cy="695325"/>
            </a:xfrm>
            <a:custGeom>
              <a:avLst/>
              <a:gdLst/>
              <a:ahLst/>
              <a:cxnLst/>
              <a:rect l="l" t="t" r="r" b="b"/>
              <a:pathLst>
                <a:path w="5172075" h="695325">
                  <a:moveTo>
                    <a:pt x="0" y="6429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7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7" y="23282"/>
                  </a:lnTo>
                  <a:lnTo>
                    <a:pt x="10738" y="20422"/>
                  </a:lnTo>
                  <a:lnTo>
                    <a:pt x="12910" y="17776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4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5119687" y="0"/>
                  </a:lnTo>
                  <a:lnTo>
                    <a:pt x="5123127" y="0"/>
                  </a:lnTo>
                  <a:lnTo>
                    <a:pt x="5126533" y="335"/>
                  </a:lnTo>
                  <a:lnTo>
                    <a:pt x="5129906" y="1006"/>
                  </a:lnTo>
                  <a:lnTo>
                    <a:pt x="5133279" y="1677"/>
                  </a:lnTo>
                  <a:lnTo>
                    <a:pt x="5136555" y="2671"/>
                  </a:lnTo>
                  <a:lnTo>
                    <a:pt x="5139733" y="3987"/>
                  </a:lnTo>
                  <a:lnTo>
                    <a:pt x="5142911" y="5304"/>
                  </a:lnTo>
                  <a:lnTo>
                    <a:pt x="5163243" y="23282"/>
                  </a:lnTo>
                  <a:lnTo>
                    <a:pt x="5165155" y="26142"/>
                  </a:lnTo>
                  <a:lnTo>
                    <a:pt x="5172074" y="48947"/>
                  </a:lnTo>
                  <a:lnTo>
                    <a:pt x="5172074" y="52387"/>
                  </a:lnTo>
                  <a:lnTo>
                    <a:pt x="5172074" y="642937"/>
                  </a:lnTo>
                  <a:lnTo>
                    <a:pt x="5172074" y="646377"/>
                  </a:lnTo>
                  <a:lnTo>
                    <a:pt x="5171738" y="649783"/>
                  </a:lnTo>
                  <a:lnTo>
                    <a:pt x="5151651" y="684584"/>
                  </a:lnTo>
                  <a:lnTo>
                    <a:pt x="5119687" y="695324"/>
                  </a:lnTo>
                  <a:lnTo>
                    <a:pt x="52387" y="695324"/>
                  </a:lnTo>
                  <a:lnTo>
                    <a:pt x="48947" y="695324"/>
                  </a:lnTo>
                  <a:lnTo>
                    <a:pt x="45540" y="694989"/>
                  </a:lnTo>
                  <a:lnTo>
                    <a:pt x="42167" y="694318"/>
                  </a:lnTo>
                  <a:lnTo>
                    <a:pt x="38793" y="693647"/>
                  </a:lnTo>
                  <a:lnTo>
                    <a:pt x="23282" y="686495"/>
                  </a:lnTo>
                  <a:lnTo>
                    <a:pt x="20421" y="684584"/>
                  </a:lnTo>
                  <a:lnTo>
                    <a:pt x="17775" y="682413"/>
                  </a:lnTo>
                  <a:lnTo>
                    <a:pt x="15343" y="679980"/>
                  </a:lnTo>
                  <a:lnTo>
                    <a:pt x="12910" y="677548"/>
                  </a:lnTo>
                  <a:lnTo>
                    <a:pt x="10738" y="674902"/>
                  </a:lnTo>
                  <a:lnTo>
                    <a:pt x="8827" y="672042"/>
                  </a:lnTo>
                  <a:lnTo>
                    <a:pt x="6917" y="669181"/>
                  </a:lnTo>
                  <a:lnTo>
                    <a:pt x="5303" y="666162"/>
                  </a:lnTo>
                  <a:lnTo>
                    <a:pt x="3986" y="662984"/>
                  </a:lnTo>
                  <a:lnTo>
                    <a:pt x="2670" y="659806"/>
                  </a:lnTo>
                  <a:lnTo>
                    <a:pt x="1676" y="656531"/>
                  </a:lnTo>
                  <a:lnTo>
                    <a:pt x="1006" y="653157"/>
                  </a:lnTo>
                  <a:lnTo>
                    <a:pt x="335" y="649783"/>
                  </a:lnTo>
                  <a:lnTo>
                    <a:pt x="0" y="646377"/>
                  </a:lnTo>
                  <a:lnTo>
                    <a:pt x="0" y="642937"/>
                  </a:lnTo>
                  <a:close/>
                </a:path>
              </a:pathLst>
            </a:custGeom>
            <a:ln w="9524">
              <a:solidFill>
                <a:srgbClr val="0053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6524624" y="16192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3" y="296335"/>
                  </a:lnTo>
                  <a:lnTo>
                    <a:pt x="11130" y="254667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38924" y="1743074"/>
              <a:ext cx="152399" cy="133349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/>
          <p:nvPr/>
        </p:nvSpPr>
        <p:spPr>
          <a:xfrm>
            <a:off x="7045325" y="1478914"/>
            <a:ext cx="3181350" cy="55372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65" b="1">
                <a:solidFill>
                  <a:srgbClr val="0053A6"/>
                </a:solidFill>
                <a:latin typeface="Roboto"/>
                <a:cs typeface="Roboto"/>
              </a:rPr>
              <a:t>Layer</a:t>
            </a:r>
            <a:r>
              <a:rPr dirty="0" sz="1300" spc="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45" b="1">
                <a:solidFill>
                  <a:srgbClr val="0053A6"/>
                </a:solidFill>
                <a:latin typeface="Roboto"/>
                <a:cs typeface="Roboto"/>
              </a:rPr>
              <a:t>1:</a:t>
            </a:r>
            <a:r>
              <a:rPr dirty="0" sz="1300" spc="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75" b="1">
                <a:solidFill>
                  <a:srgbClr val="0053A6"/>
                </a:solidFill>
                <a:latin typeface="Roboto"/>
                <a:cs typeface="Roboto"/>
              </a:rPr>
              <a:t>CNN-LSTM</a:t>
            </a:r>
            <a:r>
              <a:rPr dirty="0" sz="1300" spc="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53A6"/>
                </a:solidFill>
                <a:latin typeface="Roboto"/>
                <a:cs typeface="Roboto"/>
              </a:rPr>
              <a:t>Forecaster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100" spc="-45">
                <a:solidFill>
                  <a:srgbClr val="545454"/>
                </a:solidFill>
                <a:latin typeface="Roboto"/>
                <a:cs typeface="Roboto"/>
              </a:rPr>
              <a:t>Predicts</a:t>
            </a:r>
            <a:r>
              <a:rPr dirty="0" sz="110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future</a:t>
            </a:r>
            <a:r>
              <a:rPr dirty="0" sz="110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5">
                <a:solidFill>
                  <a:srgbClr val="545454"/>
                </a:solidFill>
                <a:latin typeface="Roboto"/>
                <a:cs typeface="Roboto"/>
              </a:rPr>
              <a:t>load</a:t>
            </a:r>
            <a:r>
              <a:rPr dirty="0" sz="110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5">
                <a:solidFill>
                  <a:srgbClr val="545454"/>
                </a:solidFill>
                <a:latin typeface="Roboto"/>
                <a:cs typeface="Roboto"/>
              </a:rPr>
              <a:t>and</a:t>
            </a:r>
            <a:r>
              <a:rPr dirty="0" sz="110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renewable</a:t>
            </a:r>
            <a:r>
              <a:rPr dirty="0" sz="110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generation</a:t>
            </a:r>
            <a:r>
              <a:rPr dirty="0" sz="110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20">
                <a:solidFill>
                  <a:srgbClr val="545454"/>
                </a:solidFill>
                <a:latin typeface="Roboto"/>
                <a:cs typeface="Roboto"/>
              </a:rPr>
              <a:t>patterns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38" name="object 38" descr=""/>
          <p:cNvGrpSpPr/>
          <p:nvPr/>
        </p:nvGrpSpPr>
        <p:grpSpPr>
          <a:xfrm>
            <a:off x="6400799" y="2314574"/>
            <a:ext cx="5181600" cy="714375"/>
            <a:chOff x="6400799" y="2314574"/>
            <a:chExt cx="5181600" cy="714375"/>
          </a:xfrm>
        </p:grpSpPr>
        <p:pic>
          <p:nvPicPr>
            <p:cNvPr id="39" name="object 3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410324" y="2324099"/>
              <a:ext cx="5162549" cy="695324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6405562" y="2319337"/>
              <a:ext cx="5172075" cy="704850"/>
            </a:xfrm>
            <a:custGeom>
              <a:avLst/>
              <a:gdLst/>
              <a:ahLst/>
              <a:cxnLst/>
              <a:rect l="l" t="t" r="r" b="b"/>
              <a:pathLst>
                <a:path w="5172075" h="704850">
                  <a:moveTo>
                    <a:pt x="0" y="652462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6" y="38793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7" y="23282"/>
                  </a:lnTo>
                  <a:lnTo>
                    <a:pt x="10738" y="20422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39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32339" y="3987"/>
                  </a:lnTo>
                  <a:lnTo>
                    <a:pt x="35517" y="2671"/>
                  </a:lnTo>
                  <a:lnTo>
                    <a:pt x="38793" y="1677"/>
                  </a:lnTo>
                  <a:lnTo>
                    <a:pt x="42167" y="1006"/>
                  </a:lnTo>
                  <a:lnTo>
                    <a:pt x="45540" y="335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5119687" y="0"/>
                  </a:lnTo>
                  <a:lnTo>
                    <a:pt x="5123127" y="0"/>
                  </a:lnTo>
                  <a:lnTo>
                    <a:pt x="5126533" y="335"/>
                  </a:lnTo>
                  <a:lnTo>
                    <a:pt x="5129906" y="1006"/>
                  </a:lnTo>
                  <a:lnTo>
                    <a:pt x="5133279" y="1677"/>
                  </a:lnTo>
                  <a:lnTo>
                    <a:pt x="5136555" y="2671"/>
                  </a:lnTo>
                  <a:lnTo>
                    <a:pt x="5139733" y="3987"/>
                  </a:lnTo>
                  <a:lnTo>
                    <a:pt x="5142911" y="5303"/>
                  </a:lnTo>
                  <a:lnTo>
                    <a:pt x="5163243" y="23282"/>
                  </a:lnTo>
                  <a:lnTo>
                    <a:pt x="5165155" y="26142"/>
                  </a:lnTo>
                  <a:lnTo>
                    <a:pt x="5172074" y="48947"/>
                  </a:lnTo>
                  <a:lnTo>
                    <a:pt x="5172074" y="52387"/>
                  </a:lnTo>
                  <a:lnTo>
                    <a:pt x="5172074" y="652462"/>
                  </a:lnTo>
                  <a:lnTo>
                    <a:pt x="5172074" y="655902"/>
                  </a:lnTo>
                  <a:lnTo>
                    <a:pt x="5171738" y="659308"/>
                  </a:lnTo>
                  <a:lnTo>
                    <a:pt x="5151651" y="694109"/>
                  </a:lnTo>
                  <a:lnTo>
                    <a:pt x="5119687" y="704849"/>
                  </a:lnTo>
                  <a:lnTo>
                    <a:pt x="52387" y="704849"/>
                  </a:lnTo>
                  <a:lnTo>
                    <a:pt x="23282" y="696020"/>
                  </a:lnTo>
                  <a:lnTo>
                    <a:pt x="20421" y="694109"/>
                  </a:lnTo>
                  <a:lnTo>
                    <a:pt x="17775" y="691938"/>
                  </a:lnTo>
                  <a:lnTo>
                    <a:pt x="15343" y="689505"/>
                  </a:lnTo>
                  <a:lnTo>
                    <a:pt x="12910" y="687073"/>
                  </a:lnTo>
                  <a:lnTo>
                    <a:pt x="3986" y="672509"/>
                  </a:lnTo>
                  <a:lnTo>
                    <a:pt x="2670" y="669332"/>
                  </a:lnTo>
                  <a:lnTo>
                    <a:pt x="1676" y="666056"/>
                  </a:lnTo>
                  <a:lnTo>
                    <a:pt x="1006" y="662682"/>
                  </a:lnTo>
                  <a:lnTo>
                    <a:pt x="335" y="659308"/>
                  </a:lnTo>
                  <a:lnTo>
                    <a:pt x="0" y="655902"/>
                  </a:lnTo>
                  <a:lnTo>
                    <a:pt x="0" y="652462"/>
                  </a:lnTo>
                  <a:close/>
                </a:path>
              </a:pathLst>
            </a:custGeom>
            <a:ln w="9524">
              <a:solidFill>
                <a:srgbClr val="0053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 descr=""/>
            <p:cNvSpPr/>
            <p:nvPr/>
          </p:nvSpPr>
          <p:spPr>
            <a:xfrm>
              <a:off x="6524624" y="24860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3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2"/>
                  </a:lnTo>
                  <a:lnTo>
                    <a:pt x="55796" y="55796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6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2" name="object 42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638924" y="2600324"/>
              <a:ext cx="152399" cy="152399"/>
            </a:xfrm>
            <a:prstGeom prst="rect">
              <a:avLst/>
            </a:prstGeom>
          </p:spPr>
        </p:pic>
      </p:grpSp>
      <p:sp>
        <p:nvSpPr>
          <p:cNvPr id="43" name="object 43" descr=""/>
          <p:cNvSpPr txBox="1"/>
          <p:nvPr/>
        </p:nvSpPr>
        <p:spPr>
          <a:xfrm>
            <a:off x="7045325" y="2336164"/>
            <a:ext cx="3302635" cy="55372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65" b="1">
                <a:solidFill>
                  <a:srgbClr val="0053A6"/>
                </a:solidFill>
                <a:latin typeface="Roboto"/>
                <a:cs typeface="Roboto"/>
              </a:rPr>
              <a:t>Layer</a:t>
            </a:r>
            <a:r>
              <a:rPr dirty="0" sz="1300" spc="-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45" b="1">
                <a:solidFill>
                  <a:srgbClr val="0053A6"/>
                </a:solidFill>
                <a:latin typeface="Roboto"/>
                <a:cs typeface="Roboto"/>
              </a:rPr>
              <a:t>2:</a:t>
            </a:r>
            <a:r>
              <a:rPr dirty="0" sz="1300" spc="-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75" b="1">
                <a:solidFill>
                  <a:srgbClr val="0053A6"/>
                </a:solidFill>
                <a:latin typeface="Roboto"/>
                <a:cs typeface="Roboto"/>
              </a:rPr>
              <a:t>DDPG</a:t>
            </a:r>
            <a:r>
              <a:rPr dirty="0" sz="130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0053A6"/>
                </a:solidFill>
                <a:latin typeface="Roboto"/>
                <a:cs typeface="Roboto"/>
              </a:rPr>
              <a:t>Reinforcement</a:t>
            </a:r>
            <a:r>
              <a:rPr dirty="0" sz="1300" spc="-10" b="1">
                <a:solidFill>
                  <a:srgbClr val="0053A6"/>
                </a:solidFill>
                <a:latin typeface="Roboto"/>
                <a:cs typeface="Roboto"/>
              </a:rPr>
              <a:t> Learning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Optimizes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40">
                <a:solidFill>
                  <a:srgbClr val="545454"/>
                </a:solidFill>
                <a:latin typeface="Roboto"/>
                <a:cs typeface="Roboto"/>
              </a:rPr>
              <a:t>policies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545454"/>
                </a:solidFill>
                <a:latin typeface="Roboto"/>
                <a:cs typeface="Roboto"/>
              </a:rPr>
              <a:t>based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60">
                <a:solidFill>
                  <a:srgbClr val="545454"/>
                </a:solidFill>
                <a:latin typeface="Roboto"/>
                <a:cs typeface="Roboto"/>
              </a:rPr>
              <a:t>on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system</a:t>
            </a:r>
            <a:r>
              <a:rPr dirty="0" sz="110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25">
                <a:solidFill>
                  <a:srgbClr val="545454"/>
                </a:solidFill>
                <a:latin typeface="Roboto"/>
                <a:cs typeface="Roboto"/>
              </a:rPr>
              <a:t>performance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44" name="object 44" descr=""/>
          <p:cNvGrpSpPr/>
          <p:nvPr/>
        </p:nvGrpSpPr>
        <p:grpSpPr>
          <a:xfrm>
            <a:off x="6400799" y="3181349"/>
            <a:ext cx="5181600" cy="704850"/>
            <a:chOff x="6400799" y="3181349"/>
            <a:chExt cx="5181600" cy="704850"/>
          </a:xfrm>
        </p:grpSpPr>
        <p:pic>
          <p:nvPicPr>
            <p:cNvPr id="45" name="object 45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410324" y="3190874"/>
              <a:ext cx="5162549" cy="685799"/>
            </a:xfrm>
            <a:prstGeom prst="rect">
              <a:avLst/>
            </a:prstGeom>
          </p:spPr>
        </p:pic>
        <p:sp>
          <p:nvSpPr>
            <p:cNvPr id="46" name="object 46" descr=""/>
            <p:cNvSpPr/>
            <p:nvPr/>
          </p:nvSpPr>
          <p:spPr>
            <a:xfrm>
              <a:off x="6405562" y="3186112"/>
              <a:ext cx="5172075" cy="695325"/>
            </a:xfrm>
            <a:custGeom>
              <a:avLst/>
              <a:gdLst/>
              <a:ahLst/>
              <a:cxnLst/>
              <a:rect l="l" t="t" r="r" b="b"/>
              <a:pathLst>
                <a:path w="5172075" h="695325">
                  <a:moveTo>
                    <a:pt x="0" y="642937"/>
                  </a:moveTo>
                  <a:lnTo>
                    <a:pt x="0" y="52387"/>
                  </a:lnTo>
                  <a:lnTo>
                    <a:pt x="0" y="48947"/>
                  </a:lnTo>
                  <a:lnTo>
                    <a:pt x="335" y="45540"/>
                  </a:lnTo>
                  <a:lnTo>
                    <a:pt x="1006" y="42166"/>
                  </a:lnTo>
                  <a:lnTo>
                    <a:pt x="1676" y="38792"/>
                  </a:lnTo>
                  <a:lnTo>
                    <a:pt x="2670" y="35517"/>
                  </a:lnTo>
                  <a:lnTo>
                    <a:pt x="3986" y="32339"/>
                  </a:lnTo>
                  <a:lnTo>
                    <a:pt x="5303" y="29161"/>
                  </a:lnTo>
                  <a:lnTo>
                    <a:pt x="6917" y="26142"/>
                  </a:lnTo>
                  <a:lnTo>
                    <a:pt x="8827" y="23282"/>
                  </a:lnTo>
                  <a:lnTo>
                    <a:pt x="10738" y="20422"/>
                  </a:lnTo>
                  <a:lnTo>
                    <a:pt x="12910" y="17775"/>
                  </a:lnTo>
                  <a:lnTo>
                    <a:pt x="15343" y="15343"/>
                  </a:lnTo>
                  <a:lnTo>
                    <a:pt x="17775" y="12911"/>
                  </a:lnTo>
                  <a:lnTo>
                    <a:pt x="20421" y="10740"/>
                  </a:lnTo>
                  <a:lnTo>
                    <a:pt x="23282" y="8828"/>
                  </a:lnTo>
                  <a:lnTo>
                    <a:pt x="26142" y="6917"/>
                  </a:lnTo>
                  <a:lnTo>
                    <a:pt x="29161" y="5303"/>
                  </a:lnTo>
                  <a:lnTo>
                    <a:pt x="48947" y="0"/>
                  </a:lnTo>
                  <a:lnTo>
                    <a:pt x="52387" y="0"/>
                  </a:lnTo>
                  <a:lnTo>
                    <a:pt x="5119687" y="0"/>
                  </a:lnTo>
                  <a:lnTo>
                    <a:pt x="5123127" y="0"/>
                  </a:lnTo>
                  <a:lnTo>
                    <a:pt x="5126533" y="335"/>
                  </a:lnTo>
                  <a:lnTo>
                    <a:pt x="5161333" y="20422"/>
                  </a:lnTo>
                  <a:lnTo>
                    <a:pt x="5163243" y="23282"/>
                  </a:lnTo>
                  <a:lnTo>
                    <a:pt x="5165155" y="26142"/>
                  </a:lnTo>
                  <a:lnTo>
                    <a:pt x="5172074" y="48947"/>
                  </a:lnTo>
                  <a:lnTo>
                    <a:pt x="5172074" y="52387"/>
                  </a:lnTo>
                  <a:lnTo>
                    <a:pt x="5172074" y="642937"/>
                  </a:lnTo>
                  <a:lnTo>
                    <a:pt x="5172074" y="646377"/>
                  </a:lnTo>
                  <a:lnTo>
                    <a:pt x="5171738" y="649783"/>
                  </a:lnTo>
                  <a:lnTo>
                    <a:pt x="5151651" y="684584"/>
                  </a:lnTo>
                  <a:lnTo>
                    <a:pt x="5119687" y="695324"/>
                  </a:lnTo>
                  <a:lnTo>
                    <a:pt x="52387" y="695324"/>
                  </a:lnTo>
                  <a:lnTo>
                    <a:pt x="15343" y="679980"/>
                  </a:lnTo>
                  <a:lnTo>
                    <a:pt x="12910" y="677548"/>
                  </a:lnTo>
                  <a:lnTo>
                    <a:pt x="1006" y="653157"/>
                  </a:lnTo>
                  <a:lnTo>
                    <a:pt x="335" y="649783"/>
                  </a:lnTo>
                  <a:lnTo>
                    <a:pt x="0" y="646377"/>
                  </a:lnTo>
                  <a:lnTo>
                    <a:pt x="0" y="642937"/>
                  </a:lnTo>
                  <a:close/>
                </a:path>
              </a:pathLst>
            </a:custGeom>
            <a:ln w="9524">
              <a:solidFill>
                <a:srgbClr val="0053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 descr=""/>
            <p:cNvSpPr/>
            <p:nvPr/>
          </p:nvSpPr>
          <p:spPr>
            <a:xfrm>
              <a:off x="6524624" y="334327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9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3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4" y="92571"/>
                  </a:lnTo>
                  <a:lnTo>
                    <a:pt x="55796" y="55795"/>
                  </a:lnTo>
                  <a:lnTo>
                    <a:pt x="92571" y="27095"/>
                  </a:lnTo>
                  <a:lnTo>
                    <a:pt x="135199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8" y="8200"/>
                  </a:lnTo>
                  <a:lnTo>
                    <a:pt x="288426" y="27095"/>
                  </a:lnTo>
                  <a:lnTo>
                    <a:pt x="325202" y="55795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2" y="325203"/>
                  </a:lnTo>
                  <a:lnTo>
                    <a:pt x="288426" y="353903"/>
                  </a:lnTo>
                  <a:lnTo>
                    <a:pt x="245798" y="372798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 descr="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638924" y="3462337"/>
              <a:ext cx="152399" cy="142874"/>
            </a:xfrm>
            <a:prstGeom prst="rect">
              <a:avLst/>
            </a:prstGeom>
          </p:spPr>
        </p:pic>
      </p:grpSp>
      <p:sp>
        <p:nvSpPr>
          <p:cNvPr id="49" name="object 49" descr=""/>
          <p:cNvSpPr txBox="1"/>
          <p:nvPr/>
        </p:nvSpPr>
        <p:spPr>
          <a:xfrm>
            <a:off x="7045325" y="3202940"/>
            <a:ext cx="3220720" cy="553720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1300" spc="-65" b="1">
                <a:solidFill>
                  <a:srgbClr val="0053A6"/>
                </a:solidFill>
                <a:latin typeface="Roboto"/>
                <a:cs typeface="Roboto"/>
              </a:rPr>
              <a:t>Layer</a:t>
            </a:r>
            <a:r>
              <a:rPr dirty="0" sz="1300" spc="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6"/>
                </a:solidFill>
                <a:latin typeface="Roboto"/>
                <a:cs typeface="Roboto"/>
              </a:rPr>
              <a:t>3:</a:t>
            </a:r>
            <a:r>
              <a:rPr dirty="0" sz="1300" spc="-2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70" b="1">
                <a:solidFill>
                  <a:srgbClr val="0053A6"/>
                </a:solidFill>
                <a:latin typeface="Roboto"/>
                <a:cs typeface="Roboto"/>
              </a:rPr>
              <a:t>Type-</a:t>
            </a:r>
            <a:r>
              <a:rPr dirty="0" sz="1300" spc="-60" b="1">
                <a:solidFill>
                  <a:srgbClr val="0053A6"/>
                </a:solidFill>
                <a:latin typeface="Roboto"/>
                <a:cs typeface="Roboto"/>
              </a:rPr>
              <a:t>2</a:t>
            </a:r>
            <a:r>
              <a:rPr dirty="0" sz="1300" spc="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70" b="1">
                <a:solidFill>
                  <a:srgbClr val="0053A6"/>
                </a:solidFill>
                <a:latin typeface="Roboto"/>
                <a:cs typeface="Roboto"/>
              </a:rPr>
              <a:t>Fuzzy</a:t>
            </a:r>
            <a:r>
              <a:rPr dirty="0" sz="1300" spc="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60" b="1">
                <a:solidFill>
                  <a:srgbClr val="0053A6"/>
                </a:solidFill>
                <a:latin typeface="Roboto"/>
                <a:cs typeface="Roboto"/>
              </a:rPr>
              <a:t>Logic</a:t>
            </a:r>
            <a:r>
              <a:rPr dirty="0" sz="1300" spc="1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10" b="1">
                <a:solidFill>
                  <a:srgbClr val="0053A6"/>
                </a:solidFill>
                <a:latin typeface="Roboto"/>
                <a:cs typeface="Roboto"/>
              </a:rPr>
              <a:t>Controller</a:t>
            </a:r>
            <a:endParaRPr sz="13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Handles</a:t>
            </a:r>
            <a:r>
              <a:rPr dirty="0" sz="1100" spc="10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545454"/>
                </a:solidFill>
                <a:latin typeface="Roboto"/>
                <a:cs typeface="Roboto"/>
              </a:rPr>
              <a:t>real-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time</a:t>
            </a:r>
            <a:r>
              <a:rPr dirty="0" sz="110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545454"/>
                </a:solidFill>
                <a:latin typeface="Roboto"/>
                <a:cs typeface="Roboto"/>
              </a:rPr>
              <a:t>control</a:t>
            </a:r>
            <a:r>
              <a:rPr dirty="0" sz="110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50">
                <a:solidFill>
                  <a:srgbClr val="545454"/>
                </a:solidFill>
                <a:latin typeface="Roboto"/>
                <a:cs typeface="Roboto"/>
              </a:rPr>
              <a:t>with</a:t>
            </a:r>
            <a:r>
              <a:rPr dirty="0" sz="110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45">
                <a:solidFill>
                  <a:srgbClr val="545454"/>
                </a:solidFill>
                <a:latin typeface="Roboto"/>
                <a:cs typeface="Roboto"/>
              </a:rPr>
              <a:t>uncertainty</a:t>
            </a:r>
            <a:r>
              <a:rPr dirty="0" sz="1100" spc="15">
                <a:solidFill>
                  <a:srgbClr val="545454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545454"/>
                </a:solidFill>
                <a:latin typeface="Roboto"/>
                <a:cs typeface="Roboto"/>
              </a:rPr>
              <a:t>management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50" name="object 50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51" name="object 51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 descr="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3" name="object 5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Adaptive</a:t>
            </a:r>
            <a:r>
              <a:rPr dirty="0"/>
              <a:t> </a:t>
            </a:r>
            <a:r>
              <a:rPr dirty="0" spc="-80"/>
              <a:t>Multi-</a:t>
            </a:r>
            <a:r>
              <a:rPr dirty="0" spc="-90"/>
              <a:t>Layer</a:t>
            </a:r>
            <a:r>
              <a:rPr dirty="0"/>
              <a:t> </a:t>
            </a:r>
            <a:r>
              <a:rPr dirty="0" spc="-105"/>
              <a:t>RL</a:t>
            </a:r>
            <a:r>
              <a:rPr dirty="0" spc="5"/>
              <a:t> </a:t>
            </a:r>
            <a:r>
              <a:rPr dirty="0" spc="-114"/>
              <a:t>&amp;</a:t>
            </a:r>
            <a:r>
              <a:rPr dirty="0"/>
              <a:t> </a:t>
            </a:r>
            <a:r>
              <a:rPr dirty="0" spc="-95"/>
              <a:t>Neuro-Fuzzy</a:t>
            </a:r>
            <a:r>
              <a:rPr dirty="0" spc="5"/>
              <a:t> </a:t>
            </a:r>
            <a:r>
              <a:rPr dirty="0" spc="-80"/>
              <a:t>Coordination</a:t>
            </a:r>
            <a:r>
              <a:rPr dirty="0"/>
              <a:t> </a:t>
            </a:r>
            <a:r>
              <a:rPr dirty="0" spc="-80"/>
              <a:t>for</a:t>
            </a:r>
            <a:r>
              <a:rPr dirty="0"/>
              <a:t> </a:t>
            </a:r>
            <a:r>
              <a:rPr dirty="0" spc="-25"/>
              <a:t>LFC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26960" y="270564"/>
            <a:ext cx="4210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6 </a:t>
            </a:r>
            <a:r>
              <a:rPr dirty="0" sz="1300" spc="-70">
                <a:solidFill>
                  <a:srgbClr val="545454"/>
                </a:solidFill>
                <a:latin typeface="Futura Lt BT"/>
                <a:cs typeface="Futura Lt BT"/>
              </a:rPr>
              <a:t>/</a:t>
            </a: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300" spc="-40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30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199" y="1304924"/>
            <a:ext cx="5486400" cy="19050"/>
          </a:xfrm>
          <a:custGeom>
            <a:avLst/>
            <a:gdLst/>
            <a:ahLst/>
            <a:cxnLst/>
            <a:rect l="l" t="t" r="r" b="b"/>
            <a:pathLst>
              <a:path w="5486400" h="19050">
                <a:moveTo>
                  <a:pt x="5486399" y="19049"/>
                </a:moveTo>
                <a:lnTo>
                  <a:pt x="0" y="19049"/>
                </a:lnTo>
                <a:lnTo>
                  <a:pt x="0" y="0"/>
                </a:lnTo>
                <a:lnTo>
                  <a:pt x="5486399" y="0"/>
                </a:lnTo>
                <a:lnTo>
                  <a:pt x="5486399" y="1904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57199" y="3714749"/>
            <a:ext cx="5486400" cy="533400"/>
            <a:chOff x="457199" y="3714749"/>
            <a:chExt cx="5486400" cy="5334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3714749"/>
              <a:ext cx="5448299" cy="5333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199" y="3715026"/>
              <a:ext cx="70485" cy="533400"/>
            </a:xfrm>
            <a:custGeom>
              <a:avLst/>
              <a:gdLst/>
              <a:ahLst/>
              <a:cxnLst/>
              <a:rect l="l" t="t" r="r" b="b"/>
              <a:pathLst>
                <a:path w="70484" h="533400">
                  <a:moveTo>
                    <a:pt x="70450" y="532844"/>
                  </a:moveTo>
                  <a:lnTo>
                    <a:pt x="33857" y="520291"/>
                  </a:lnTo>
                  <a:lnTo>
                    <a:pt x="5800" y="486082"/>
                  </a:lnTo>
                  <a:lnTo>
                    <a:pt x="0" y="4569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456922"/>
                  </a:lnTo>
                  <a:lnTo>
                    <a:pt x="44515" y="499264"/>
                  </a:lnTo>
                  <a:lnTo>
                    <a:pt x="66287" y="531188"/>
                  </a:lnTo>
                  <a:lnTo>
                    <a:pt x="70450" y="53284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6747" y="3905249"/>
              <a:ext cx="116204" cy="134272"/>
            </a:xfrm>
            <a:prstGeom prst="rect">
              <a:avLst/>
            </a:prstGeom>
          </p:spPr>
        </p:pic>
      </p:grpSp>
      <p:grpSp>
        <p:nvGrpSpPr>
          <p:cNvPr id="9" name="object 9" descr=""/>
          <p:cNvGrpSpPr/>
          <p:nvPr/>
        </p:nvGrpSpPr>
        <p:grpSpPr>
          <a:xfrm>
            <a:off x="457199" y="4400549"/>
            <a:ext cx="5486400" cy="533400"/>
            <a:chOff x="457199" y="4400549"/>
            <a:chExt cx="5486400" cy="533400"/>
          </a:xfrm>
        </p:grpSpPr>
        <p:pic>
          <p:nvPicPr>
            <p:cNvPr id="10" name="object 10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4400549"/>
              <a:ext cx="5448299" cy="533399"/>
            </a:xfrm>
            <a:prstGeom prst="rect">
              <a:avLst/>
            </a:prstGeom>
          </p:spPr>
        </p:pic>
        <p:sp>
          <p:nvSpPr>
            <p:cNvPr id="11" name="object 11" descr=""/>
            <p:cNvSpPr/>
            <p:nvPr/>
          </p:nvSpPr>
          <p:spPr>
            <a:xfrm>
              <a:off x="457199" y="4400826"/>
              <a:ext cx="70485" cy="533400"/>
            </a:xfrm>
            <a:custGeom>
              <a:avLst/>
              <a:gdLst/>
              <a:ahLst/>
              <a:cxnLst/>
              <a:rect l="l" t="t" r="r" b="b"/>
              <a:pathLst>
                <a:path w="70484" h="533400">
                  <a:moveTo>
                    <a:pt x="70450" y="532844"/>
                  </a:moveTo>
                  <a:lnTo>
                    <a:pt x="33857" y="520291"/>
                  </a:lnTo>
                  <a:lnTo>
                    <a:pt x="5800" y="486082"/>
                  </a:lnTo>
                  <a:lnTo>
                    <a:pt x="0" y="4569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456922"/>
                  </a:lnTo>
                  <a:lnTo>
                    <a:pt x="44515" y="499263"/>
                  </a:lnTo>
                  <a:lnTo>
                    <a:pt x="66287" y="531188"/>
                  </a:lnTo>
                  <a:lnTo>
                    <a:pt x="70450" y="53284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7699" y="4581524"/>
              <a:ext cx="152399" cy="152399"/>
            </a:xfrm>
            <a:prstGeom prst="rect">
              <a:avLst/>
            </a:prstGeom>
          </p:spPr>
        </p:pic>
      </p:grpSp>
      <p:grpSp>
        <p:nvGrpSpPr>
          <p:cNvPr id="13" name="object 13" descr=""/>
          <p:cNvGrpSpPr/>
          <p:nvPr/>
        </p:nvGrpSpPr>
        <p:grpSpPr>
          <a:xfrm>
            <a:off x="457199" y="5086349"/>
            <a:ext cx="5486400" cy="533400"/>
            <a:chOff x="457199" y="5086349"/>
            <a:chExt cx="5486400" cy="533400"/>
          </a:xfrm>
        </p:grpSpPr>
        <p:pic>
          <p:nvPicPr>
            <p:cNvPr id="14" name="object 1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5086349"/>
              <a:ext cx="5448299" cy="533399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457199" y="5086627"/>
              <a:ext cx="70485" cy="533400"/>
            </a:xfrm>
            <a:custGeom>
              <a:avLst/>
              <a:gdLst/>
              <a:ahLst/>
              <a:cxnLst/>
              <a:rect l="l" t="t" r="r" b="b"/>
              <a:pathLst>
                <a:path w="70484" h="533400">
                  <a:moveTo>
                    <a:pt x="70450" y="532844"/>
                  </a:moveTo>
                  <a:lnTo>
                    <a:pt x="33857" y="520291"/>
                  </a:lnTo>
                  <a:lnTo>
                    <a:pt x="5800" y="486082"/>
                  </a:lnTo>
                  <a:lnTo>
                    <a:pt x="0" y="4569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456922"/>
                  </a:lnTo>
                  <a:lnTo>
                    <a:pt x="44515" y="499263"/>
                  </a:lnTo>
                  <a:lnTo>
                    <a:pt x="66287" y="531188"/>
                  </a:lnTo>
                  <a:lnTo>
                    <a:pt x="70450" y="53284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2432" y="5267324"/>
              <a:ext cx="142934" cy="152161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444500" y="885507"/>
            <a:ext cx="23761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0" b="1">
                <a:solidFill>
                  <a:srgbClr val="0053A6"/>
                </a:solidFill>
                <a:latin typeface="Roboto"/>
                <a:cs typeface="Roboto"/>
              </a:rPr>
              <a:t>Results</a:t>
            </a:r>
            <a:r>
              <a:rPr dirty="0" sz="2000" spc="-3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50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2000" spc="-3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35" b="1">
                <a:solidFill>
                  <a:srgbClr val="0053A6"/>
                </a:solidFill>
                <a:latin typeface="Roboto"/>
                <a:cs typeface="Roboto"/>
              </a:rPr>
              <a:t>Key</a:t>
            </a:r>
            <a:r>
              <a:rPr dirty="0" sz="2000" spc="-3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80" b="1">
                <a:solidFill>
                  <a:srgbClr val="0053A6"/>
                </a:solidFill>
                <a:latin typeface="Roboto"/>
                <a:cs typeface="Roboto"/>
              </a:rPr>
              <a:t>Findings</a:t>
            </a:r>
            <a:endParaRPr sz="2000">
              <a:latin typeface="Roboto"/>
              <a:cs typeface="Roboto"/>
            </a:endParaRPr>
          </a:p>
        </p:txBody>
      </p:sp>
      <p:grpSp>
        <p:nvGrpSpPr>
          <p:cNvPr id="18" name="object 18" descr=""/>
          <p:cNvGrpSpPr/>
          <p:nvPr/>
        </p:nvGrpSpPr>
        <p:grpSpPr>
          <a:xfrm>
            <a:off x="457199" y="1552574"/>
            <a:ext cx="1276350" cy="266700"/>
            <a:chOff x="457199" y="1552574"/>
            <a:chExt cx="1276350" cy="266700"/>
          </a:xfrm>
        </p:grpSpPr>
        <p:sp>
          <p:nvSpPr>
            <p:cNvPr id="19" name="object 19" descr=""/>
            <p:cNvSpPr/>
            <p:nvPr/>
          </p:nvSpPr>
          <p:spPr>
            <a:xfrm>
              <a:off x="457199" y="1552574"/>
              <a:ext cx="1276350" cy="266700"/>
            </a:xfrm>
            <a:custGeom>
              <a:avLst/>
              <a:gdLst/>
              <a:ahLst/>
              <a:cxnLst/>
              <a:rect l="l" t="t" r="r" b="b"/>
              <a:pathLst>
                <a:path w="1276350" h="266700">
                  <a:moveTo>
                    <a:pt x="1243302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243302" y="0"/>
                  </a:lnTo>
                  <a:lnTo>
                    <a:pt x="1275382" y="28187"/>
                  </a:lnTo>
                  <a:lnTo>
                    <a:pt x="1276349" y="33047"/>
                  </a:lnTo>
                  <a:lnTo>
                    <a:pt x="1276349" y="233652"/>
                  </a:lnTo>
                  <a:lnTo>
                    <a:pt x="1248162" y="265733"/>
                  </a:lnTo>
                  <a:lnTo>
                    <a:pt x="1243302" y="2666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71499" y="1627236"/>
              <a:ext cx="142874" cy="111124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774571" y="1576736"/>
            <a:ext cx="86233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40">
                <a:solidFill>
                  <a:srgbClr val="FFFFFF"/>
                </a:solidFill>
                <a:latin typeface="Roboto"/>
                <a:cs typeface="Roboto"/>
              </a:rPr>
              <a:t>3-</a:t>
            </a:r>
            <a:r>
              <a:rPr dirty="0" sz="1100" spc="-55">
                <a:solidFill>
                  <a:srgbClr val="FFFFFF"/>
                </a:solidFill>
                <a:latin typeface="Roboto"/>
                <a:cs typeface="Roboto"/>
              </a:rPr>
              <a:t>Area</a:t>
            </a:r>
            <a:r>
              <a:rPr dirty="0" sz="110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00" spc="-40">
                <a:solidFill>
                  <a:srgbClr val="FFFFFF"/>
                </a:solidFill>
                <a:latin typeface="Roboto"/>
                <a:cs typeface="Roboto"/>
              </a:rPr>
              <a:t>System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22" name="object 22" descr=""/>
          <p:cNvGrpSpPr/>
          <p:nvPr/>
        </p:nvGrpSpPr>
        <p:grpSpPr>
          <a:xfrm>
            <a:off x="1847849" y="1552574"/>
            <a:ext cx="1514475" cy="266700"/>
            <a:chOff x="1847849" y="1552574"/>
            <a:chExt cx="1514475" cy="266700"/>
          </a:xfrm>
        </p:grpSpPr>
        <p:sp>
          <p:nvSpPr>
            <p:cNvPr id="23" name="object 23" descr=""/>
            <p:cNvSpPr/>
            <p:nvPr/>
          </p:nvSpPr>
          <p:spPr>
            <a:xfrm>
              <a:off x="1847849" y="1552574"/>
              <a:ext cx="1514475" cy="266700"/>
            </a:xfrm>
            <a:custGeom>
              <a:avLst/>
              <a:gdLst/>
              <a:ahLst/>
              <a:cxnLst/>
              <a:rect l="l" t="t" r="r" b="b"/>
              <a:pathLst>
                <a:path w="1514475" h="266700">
                  <a:moveTo>
                    <a:pt x="1481427" y="266699"/>
                  </a:moveTo>
                  <a:lnTo>
                    <a:pt x="33047" y="266699"/>
                  </a:lnTo>
                  <a:lnTo>
                    <a:pt x="28187" y="265733"/>
                  </a:lnTo>
                  <a:lnTo>
                    <a:pt x="966" y="238512"/>
                  </a:lnTo>
                  <a:lnTo>
                    <a:pt x="0" y="233652"/>
                  </a:lnTo>
                  <a:lnTo>
                    <a:pt x="0" y="2285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81427" y="0"/>
                  </a:lnTo>
                  <a:lnTo>
                    <a:pt x="1513507" y="28187"/>
                  </a:lnTo>
                  <a:lnTo>
                    <a:pt x="1514474" y="33047"/>
                  </a:lnTo>
                  <a:lnTo>
                    <a:pt x="1514474" y="233652"/>
                  </a:lnTo>
                  <a:lnTo>
                    <a:pt x="1486287" y="265733"/>
                  </a:lnTo>
                  <a:lnTo>
                    <a:pt x="1481427" y="2666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62149" y="1619249"/>
              <a:ext cx="129480" cy="129480"/>
            </a:xfrm>
            <a:prstGeom prst="rect">
              <a:avLst/>
            </a:prstGeom>
          </p:spPr>
        </p:pic>
      </p:grpSp>
      <p:sp>
        <p:nvSpPr>
          <p:cNvPr id="25" name="object 25" descr=""/>
          <p:cNvSpPr txBox="1"/>
          <p:nvPr/>
        </p:nvSpPr>
        <p:spPr>
          <a:xfrm>
            <a:off x="2153314" y="1576736"/>
            <a:ext cx="110871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0">
                <a:solidFill>
                  <a:srgbClr val="FFFFFF"/>
                </a:solidFill>
                <a:latin typeface="Roboto"/>
                <a:cs typeface="Roboto"/>
              </a:rPr>
              <a:t>30-</a:t>
            </a:r>
            <a:r>
              <a:rPr dirty="0" sz="1100" spc="-60">
                <a:solidFill>
                  <a:srgbClr val="FFFFFF"/>
                </a:solidFill>
                <a:latin typeface="Roboto"/>
                <a:cs typeface="Roboto"/>
              </a:rPr>
              <a:t>35%</a:t>
            </a:r>
            <a:r>
              <a:rPr dirty="0" sz="11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Roboto"/>
                <a:cs typeface="Roboto"/>
              </a:rPr>
              <a:t>Renewable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26" name="object 26" descr=""/>
          <p:cNvSpPr txBox="1"/>
          <p:nvPr/>
        </p:nvSpPr>
        <p:spPr>
          <a:xfrm>
            <a:off x="444500" y="2038980"/>
            <a:ext cx="1210310" cy="249554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50" spc="-80" b="0">
                <a:latin typeface="Roboto Medium"/>
                <a:cs typeface="Roboto Medium"/>
              </a:rPr>
              <a:t>Test</a:t>
            </a:r>
            <a:r>
              <a:rPr dirty="0" sz="1450" spc="-5" b="0">
                <a:latin typeface="Roboto Medium"/>
                <a:cs typeface="Roboto Medium"/>
              </a:rPr>
              <a:t> </a:t>
            </a:r>
            <a:r>
              <a:rPr dirty="0" sz="1450" spc="-50" b="0">
                <a:latin typeface="Roboto Medium"/>
                <a:cs typeface="Roboto Medium"/>
              </a:rPr>
              <a:t>Scenarios:</a:t>
            </a:r>
            <a:endParaRPr sz="1450">
              <a:latin typeface="Roboto Medium"/>
              <a:cs typeface="Roboto Medium"/>
            </a:endParaRPr>
          </a:p>
        </p:txBody>
      </p:sp>
      <p:grpSp>
        <p:nvGrpSpPr>
          <p:cNvPr id="27" name="object 27" descr=""/>
          <p:cNvGrpSpPr/>
          <p:nvPr/>
        </p:nvGrpSpPr>
        <p:grpSpPr>
          <a:xfrm>
            <a:off x="457199" y="2390774"/>
            <a:ext cx="1009650" cy="276225"/>
            <a:chOff x="457199" y="2390774"/>
            <a:chExt cx="1009650" cy="276225"/>
          </a:xfrm>
        </p:grpSpPr>
        <p:sp>
          <p:nvSpPr>
            <p:cNvPr id="28" name="object 28" descr=""/>
            <p:cNvSpPr/>
            <p:nvPr/>
          </p:nvSpPr>
          <p:spPr>
            <a:xfrm>
              <a:off x="457199" y="2390774"/>
              <a:ext cx="1009650" cy="276225"/>
            </a:xfrm>
            <a:custGeom>
              <a:avLst/>
              <a:gdLst/>
              <a:ahLst/>
              <a:cxnLst/>
              <a:rect l="l" t="t" r="r" b="b"/>
              <a:pathLst>
                <a:path w="1009650" h="276225">
                  <a:moveTo>
                    <a:pt x="976602" y="276224"/>
                  </a:moveTo>
                  <a:lnTo>
                    <a:pt x="33047" y="276224"/>
                  </a:lnTo>
                  <a:lnTo>
                    <a:pt x="28187" y="275257"/>
                  </a:lnTo>
                  <a:lnTo>
                    <a:pt x="966" y="248037"/>
                  </a:lnTo>
                  <a:lnTo>
                    <a:pt x="0" y="243177"/>
                  </a:lnTo>
                  <a:lnTo>
                    <a:pt x="0" y="23812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76602" y="0"/>
                  </a:lnTo>
                  <a:lnTo>
                    <a:pt x="1008683" y="28187"/>
                  </a:lnTo>
                  <a:lnTo>
                    <a:pt x="1009649" y="33047"/>
                  </a:lnTo>
                  <a:lnTo>
                    <a:pt x="1009649" y="243177"/>
                  </a:lnTo>
                  <a:lnTo>
                    <a:pt x="981462" y="275257"/>
                  </a:lnTo>
                  <a:lnTo>
                    <a:pt x="976602" y="27622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71499" y="2457449"/>
              <a:ext cx="129480" cy="129480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758497" y="2414936"/>
            <a:ext cx="605790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0">
                <a:solidFill>
                  <a:srgbClr val="FFFFFF"/>
                </a:solidFill>
                <a:latin typeface="Roboto"/>
                <a:cs typeface="Roboto"/>
              </a:rPr>
              <a:t>Step</a:t>
            </a:r>
            <a:r>
              <a:rPr dirty="0" sz="110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Roboto"/>
                <a:cs typeface="Roboto"/>
              </a:rPr>
              <a:t>Load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1543049" y="2390774"/>
            <a:ext cx="1028700" cy="276225"/>
            <a:chOff x="1543049" y="2390774"/>
            <a:chExt cx="1028700" cy="276225"/>
          </a:xfrm>
        </p:grpSpPr>
        <p:sp>
          <p:nvSpPr>
            <p:cNvPr id="32" name="object 32" descr=""/>
            <p:cNvSpPr/>
            <p:nvPr/>
          </p:nvSpPr>
          <p:spPr>
            <a:xfrm>
              <a:off x="1543049" y="2390774"/>
              <a:ext cx="1028700" cy="276225"/>
            </a:xfrm>
            <a:custGeom>
              <a:avLst/>
              <a:gdLst/>
              <a:ahLst/>
              <a:cxnLst/>
              <a:rect l="l" t="t" r="r" b="b"/>
              <a:pathLst>
                <a:path w="1028700" h="276225">
                  <a:moveTo>
                    <a:pt x="995652" y="276224"/>
                  </a:moveTo>
                  <a:lnTo>
                    <a:pt x="33047" y="276224"/>
                  </a:lnTo>
                  <a:lnTo>
                    <a:pt x="28187" y="275257"/>
                  </a:lnTo>
                  <a:lnTo>
                    <a:pt x="966" y="248037"/>
                  </a:lnTo>
                  <a:lnTo>
                    <a:pt x="0" y="243177"/>
                  </a:lnTo>
                  <a:lnTo>
                    <a:pt x="0" y="23812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995652" y="0"/>
                  </a:lnTo>
                  <a:lnTo>
                    <a:pt x="1027732" y="28187"/>
                  </a:lnTo>
                  <a:lnTo>
                    <a:pt x="1028699" y="33047"/>
                  </a:lnTo>
                  <a:lnTo>
                    <a:pt x="1028699" y="243177"/>
                  </a:lnTo>
                  <a:lnTo>
                    <a:pt x="1000511" y="275257"/>
                  </a:lnTo>
                  <a:lnTo>
                    <a:pt x="995652" y="27622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657470" y="2457449"/>
              <a:ext cx="123704" cy="123704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1842859" y="2414936"/>
            <a:ext cx="62293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55">
                <a:solidFill>
                  <a:srgbClr val="FFFFFF"/>
                </a:solidFill>
                <a:latin typeface="Roboto"/>
                <a:cs typeface="Roboto"/>
              </a:rPr>
              <a:t>Wind</a:t>
            </a:r>
            <a:r>
              <a:rPr dirty="0" sz="110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Roboto"/>
                <a:cs typeface="Roboto"/>
              </a:rPr>
              <a:t>Drop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35" name="object 35" descr=""/>
          <p:cNvGrpSpPr/>
          <p:nvPr/>
        </p:nvGrpSpPr>
        <p:grpSpPr>
          <a:xfrm>
            <a:off x="2647949" y="2390774"/>
            <a:ext cx="1581150" cy="276225"/>
            <a:chOff x="2647949" y="2390774"/>
            <a:chExt cx="1581150" cy="276225"/>
          </a:xfrm>
        </p:grpSpPr>
        <p:sp>
          <p:nvSpPr>
            <p:cNvPr id="36" name="object 36" descr=""/>
            <p:cNvSpPr/>
            <p:nvPr/>
          </p:nvSpPr>
          <p:spPr>
            <a:xfrm>
              <a:off x="2647949" y="2390774"/>
              <a:ext cx="1581150" cy="276225"/>
            </a:xfrm>
            <a:custGeom>
              <a:avLst/>
              <a:gdLst/>
              <a:ahLst/>
              <a:cxnLst/>
              <a:rect l="l" t="t" r="r" b="b"/>
              <a:pathLst>
                <a:path w="1581150" h="276225">
                  <a:moveTo>
                    <a:pt x="1548102" y="276224"/>
                  </a:moveTo>
                  <a:lnTo>
                    <a:pt x="33047" y="276224"/>
                  </a:lnTo>
                  <a:lnTo>
                    <a:pt x="28187" y="275257"/>
                  </a:lnTo>
                  <a:lnTo>
                    <a:pt x="966" y="248037"/>
                  </a:lnTo>
                  <a:lnTo>
                    <a:pt x="0" y="243177"/>
                  </a:lnTo>
                  <a:lnTo>
                    <a:pt x="0" y="238124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548102" y="0"/>
                  </a:lnTo>
                  <a:lnTo>
                    <a:pt x="1580183" y="28187"/>
                  </a:lnTo>
                  <a:lnTo>
                    <a:pt x="1581149" y="33047"/>
                  </a:lnTo>
                  <a:lnTo>
                    <a:pt x="1581149" y="243177"/>
                  </a:lnTo>
                  <a:lnTo>
                    <a:pt x="1552962" y="275257"/>
                  </a:lnTo>
                  <a:lnTo>
                    <a:pt x="1548102" y="27622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762249" y="2464560"/>
              <a:ext cx="123849" cy="109604"/>
            </a:xfrm>
            <a:prstGeom prst="rect">
              <a:avLst/>
            </a:prstGeom>
          </p:spPr>
        </p:pic>
      </p:grpSp>
      <p:sp>
        <p:nvSpPr>
          <p:cNvPr id="38" name="object 38" descr=""/>
          <p:cNvSpPr txBox="1"/>
          <p:nvPr/>
        </p:nvSpPr>
        <p:spPr>
          <a:xfrm>
            <a:off x="2944634" y="2414936"/>
            <a:ext cx="1185545" cy="1987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100" spc="-60">
                <a:solidFill>
                  <a:srgbClr val="FFFFFF"/>
                </a:solidFill>
                <a:latin typeface="Roboto"/>
                <a:cs typeface="Roboto"/>
              </a:rPr>
              <a:t>Random</a:t>
            </a:r>
            <a:r>
              <a:rPr dirty="0" sz="1100" spc="-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00" spc="-35">
                <a:solidFill>
                  <a:srgbClr val="FFFFFF"/>
                </a:solidFill>
                <a:latin typeface="Roboto"/>
                <a:cs typeface="Roboto"/>
              </a:rPr>
              <a:t>Fluctuation</a:t>
            </a:r>
            <a:endParaRPr sz="1100">
              <a:latin typeface="Roboto"/>
              <a:cs typeface="Roboto"/>
            </a:endParaRPr>
          </a:p>
        </p:txBody>
      </p:sp>
      <p:pic>
        <p:nvPicPr>
          <p:cNvPr id="39" name="object 39" descr="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33400" y="2944415"/>
            <a:ext cx="171449" cy="150018"/>
          </a:xfrm>
          <a:prstGeom prst="rect">
            <a:avLst/>
          </a:prstGeom>
        </p:spPr>
      </p:pic>
      <p:pic>
        <p:nvPicPr>
          <p:cNvPr id="40" name="object 40" descr="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57199" y="3314699"/>
            <a:ext cx="114299" cy="114299"/>
          </a:xfrm>
          <a:prstGeom prst="rect">
            <a:avLst/>
          </a:prstGeom>
        </p:spPr>
      </p:pic>
      <p:pic>
        <p:nvPicPr>
          <p:cNvPr id="41" name="object 41" descr="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895349" y="3314699"/>
            <a:ext cx="114299" cy="114299"/>
          </a:xfrm>
          <a:prstGeom prst="rect">
            <a:avLst/>
          </a:prstGeom>
        </p:spPr>
      </p:pic>
      <p:pic>
        <p:nvPicPr>
          <p:cNvPr id="42" name="object 42" descr="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638299" y="3314699"/>
            <a:ext cx="114299" cy="114299"/>
          </a:xfrm>
          <a:prstGeom prst="rect">
            <a:avLst/>
          </a:prstGeom>
        </p:spPr>
      </p:pic>
      <p:pic>
        <p:nvPicPr>
          <p:cNvPr id="43" name="object 43" descr="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419349" y="3314699"/>
            <a:ext cx="114299" cy="114299"/>
          </a:xfrm>
          <a:prstGeom prst="rect">
            <a:avLst/>
          </a:prstGeom>
        </p:spPr>
      </p:pic>
      <p:pic>
        <p:nvPicPr>
          <p:cNvPr id="44" name="object 44" descr="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3124199" y="3314699"/>
            <a:ext cx="114299" cy="114299"/>
          </a:xfrm>
          <a:prstGeom prst="rect">
            <a:avLst/>
          </a:prstGeom>
        </p:spPr>
      </p:pic>
      <p:pic>
        <p:nvPicPr>
          <p:cNvPr id="45" name="object 45" descr="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933824" y="3314699"/>
            <a:ext cx="114299" cy="114299"/>
          </a:xfrm>
          <a:prstGeom prst="rect">
            <a:avLst/>
          </a:prstGeom>
        </p:spPr>
      </p:pic>
      <p:sp>
        <p:nvSpPr>
          <p:cNvPr id="46" name="object 46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221615">
              <a:lnSpc>
                <a:spcPct val="100000"/>
              </a:lnSpc>
              <a:spcBef>
                <a:spcPts val="135"/>
              </a:spcBef>
            </a:pPr>
            <a:r>
              <a:rPr dirty="0" spc="-60"/>
              <a:t>Performance</a:t>
            </a:r>
            <a:r>
              <a:rPr dirty="0" spc="-5"/>
              <a:t> </a:t>
            </a:r>
            <a:r>
              <a:rPr dirty="0" spc="-45"/>
              <a:t>Metrics:</a:t>
            </a:r>
            <a:r>
              <a:rPr dirty="0" spc="-5"/>
              <a:t> </a:t>
            </a:r>
            <a:r>
              <a:rPr dirty="0" spc="-60"/>
              <a:t>Frequency</a:t>
            </a:r>
            <a:r>
              <a:rPr dirty="0" spc="-5"/>
              <a:t> </a:t>
            </a:r>
            <a:r>
              <a:rPr dirty="0" spc="-60"/>
              <a:t>nadir,</a:t>
            </a:r>
            <a:r>
              <a:rPr dirty="0" spc="-5"/>
              <a:t> </a:t>
            </a:r>
            <a:r>
              <a:rPr dirty="0" spc="-40"/>
              <a:t>settling</a:t>
            </a:r>
            <a:r>
              <a:rPr dirty="0" spc="-5"/>
              <a:t> </a:t>
            </a:r>
            <a:r>
              <a:rPr dirty="0" spc="-50"/>
              <a:t>time,</a:t>
            </a:r>
            <a:r>
              <a:rPr dirty="0" spc="-5"/>
              <a:t> </a:t>
            </a:r>
            <a:r>
              <a:rPr dirty="0" spc="-70"/>
              <a:t>ITAE,</a:t>
            </a:r>
            <a:r>
              <a:rPr dirty="0" spc="-5"/>
              <a:t> </a:t>
            </a:r>
            <a:r>
              <a:rPr dirty="0" spc="-50"/>
              <a:t>control</a:t>
            </a:r>
            <a:r>
              <a:rPr dirty="0" spc="-5"/>
              <a:t> </a:t>
            </a:r>
            <a:r>
              <a:rPr dirty="0" spc="-10"/>
              <a:t>effort</a:t>
            </a:r>
          </a:p>
          <a:p>
            <a:pPr marL="12700">
              <a:lnSpc>
                <a:spcPct val="100000"/>
              </a:lnSpc>
              <a:spcBef>
                <a:spcPts val="1365"/>
              </a:spcBef>
              <a:tabLst>
                <a:tab pos="454659" algn="l"/>
                <a:tab pos="1196975" algn="l"/>
                <a:tab pos="1978025" algn="l"/>
                <a:tab pos="2682875" algn="l"/>
                <a:tab pos="3484245" algn="l"/>
              </a:tabLst>
            </a:pPr>
            <a:r>
              <a:rPr dirty="0" spc="-25">
                <a:solidFill>
                  <a:srgbClr val="000000"/>
                </a:solidFill>
              </a:rPr>
              <a:t>PI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dirty="0" spc="-10">
                <a:solidFill>
                  <a:srgbClr val="000000"/>
                </a:solidFill>
              </a:rPr>
              <a:t>T1FLC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dirty="0" spc="-10">
                <a:solidFill>
                  <a:srgbClr val="000000"/>
                </a:solidFill>
              </a:rPr>
              <a:t>IT2FLC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dirty="0" spc="-20">
                <a:solidFill>
                  <a:srgbClr val="000000"/>
                </a:solidFill>
              </a:rPr>
              <a:t>DDPG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dirty="0" spc="-65">
                <a:solidFill>
                  <a:srgbClr val="000000"/>
                </a:solidFill>
              </a:rPr>
              <a:t>CNN-</a:t>
            </a:r>
            <a:r>
              <a:rPr dirty="0" spc="-25">
                <a:solidFill>
                  <a:srgbClr val="000000"/>
                </a:solidFill>
              </a:rPr>
              <a:t>PI</a:t>
            </a:r>
            <a:r>
              <a:rPr dirty="0">
                <a:solidFill>
                  <a:srgbClr val="000000"/>
                </a:solidFill>
              </a:rPr>
              <a:t>	</a:t>
            </a:r>
            <a:r>
              <a:rPr dirty="0" spc="-75">
                <a:solidFill>
                  <a:srgbClr val="000000"/>
                </a:solidFill>
              </a:rPr>
              <a:t>HC</a:t>
            </a:r>
            <a:r>
              <a:rPr dirty="0" spc="-10">
                <a:solidFill>
                  <a:srgbClr val="000000"/>
                </a:solidFill>
              </a:rPr>
              <a:t> (Proposed)</a:t>
            </a:r>
          </a:p>
          <a:p>
            <a:pPr marL="278765" marR="412750" indent="-38735">
              <a:lnSpc>
                <a:spcPts val="5400"/>
              </a:lnSpc>
              <a:spcBef>
                <a:spcPts val="219"/>
              </a:spcBef>
            </a:pPr>
            <a:r>
              <a:rPr dirty="0" spc="-65" b="0">
                <a:solidFill>
                  <a:srgbClr val="000000"/>
                </a:solidFill>
                <a:latin typeface="Roboto Medium"/>
                <a:cs typeface="Roboto Medium"/>
              </a:rPr>
              <a:t>Up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5" b="0">
                <a:solidFill>
                  <a:srgbClr val="000000"/>
                </a:solidFill>
                <a:latin typeface="Roboto Medium"/>
                <a:cs typeface="Roboto Medium"/>
              </a:rPr>
              <a:t>to</a:t>
            </a:r>
            <a:r>
              <a:rPr dirty="0" spc="-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0" b="1">
                <a:solidFill>
                  <a:srgbClr val="0053A6"/>
                </a:solidFill>
                <a:latin typeface="Gill Sans Nova"/>
                <a:cs typeface="Gill Sans Nova"/>
              </a:rPr>
              <a:t>54%</a:t>
            </a:r>
            <a:r>
              <a:rPr dirty="0" spc="-70" b="1">
                <a:solidFill>
                  <a:srgbClr val="0053A6"/>
                </a:solidFill>
                <a:latin typeface="Gill Sans Nova"/>
                <a:cs typeface="Gill Sans Nova"/>
              </a:rPr>
              <a:t> </a:t>
            </a:r>
            <a:r>
              <a:rPr dirty="0" spc="-55" b="0">
                <a:solidFill>
                  <a:srgbClr val="000000"/>
                </a:solidFill>
                <a:latin typeface="Roboto Medium"/>
                <a:cs typeface="Roboto Medium"/>
              </a:rPr>
              <a:t>reduction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35" b="0">
                <a:solidFill>
                  <a:srgbClr val="000000"/>
                </a:solidFill>
                <a:latin typeface="Roboto Medium"/>
                <a:cs typeface="Roboto Medium"/>
              </a:rPr>
              <a:t>in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5" b="0">
                <a:solidFill>
                  <a:srgbClr val="000000"/>
                </a:solidFill>
                <a:latin typeface="Roboto Medium"/>
                <a:cs typeface="Roboto Medium"/>
              </a:rPr>
              <a:t>frequency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55" b="0">
                <a:solidFill>
                  <a:srgbClr val="000000"/>
                </a:solidFill>
                <a:latin typeface="Roboto Medium"/>
                <a:cs typeface="Roboto Medium"/>
              </a:rPr>
              <a:t>nadir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5" b="0">
                <a:solidFill>
                  <a:srgbClr val="000000"/>
                </a:solidFill>
                <a:latin typeface="Roboto Medium"/>
                <a:cs typeface="Roboto Medium"/>
              </a:rPr>
              <a:t>compared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5" b="0">
                <a:solidFill>
                  <a:srgbClr val="000000"/>
                </a:solidFill>
                <a:latin typeface="Roboto Medium"/>
                <a:cs typeface="Roboto Medium"/>
              </a:rPr>
              <a:t>to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50" b="0">
                <a:solidFill>
                  <a:srgbClr val="000000"/>
                </a:solidFill>
                <a:latin typeface="Roboto Medium"/>
                <a:cs typeface="Roboto Medium"/>
              </a:rPr>
              <a:t>PI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45" b="0">
                <a:solidFill>
                  <a:srgbClr val="000000"/>
                </a:solidFill>
                <a:latin typeface="Roboto Medium"/>
                <a:cs typeface="Roboto Medium"/>
              </a:rPr>
              <a:t>controller </a:t>
            </a:r>
            <a:r>
              <a:rPr dirty="0" spc="-60" b="1">
                <a:solidFill>
                  <a:srgbClr val="0053A6"/>
                </a:solidFill>
                <a:latin typeface="Gill Sans Nova"/>
                <a:cs typeface="Gill Sans Nova"/>
              </a:rPr>
              <a:t>47%</a:t>
            </a:r>
            <a:r>
              <a:rPr dirty="0" spc="-75" b="1">
                <a:solidFill>
                  <a:srgbClr val="0053A6"/>
                </a:solidFill>
                <a:latin typeface="Gill Sans Nova"/>
                <a:cs typeface="Gill Sans Nova"/>
              </a:rPr>
              <a:t> </a:t>
            </a:r>
            <a:r>
              <a:rPr dirty="0" spc="-50" b="0">
                <a:solidFill>
                  <a:srgbClr val="000000"/>
                </a:solidFill>
                <a:latin typeface="Roboto Medium"/>
                <a:cs typeface="Roboto Medium"/>
              </a:rPr>
              <a:t>faster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45" b="0">
                <a:solidFill>
                  <a:srgbClr val="000000"/>
                </a:solidFill>
                <a:latin typeface="Roboto Medium"/>
                <a:cs typeface="Roboto Medium"/>
              </a:rPr>
              <a:t>settling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5" b="0">
                <a:solidFill>
                  <a:srgbClr val="000000"/>
                </a:solidFill>
                <a:latin typeface="Roboto Medium"/>
                <a:cs typeface="Roboto Medium"/>
              </a:rPr>
              <a:t>time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0" b="0">
                <a:solidFill>
                  <a:srgbClr val="000000"/>
                </a:solidFill>
                <a:latin typeface="Roboto Medium"/>
                <a:cs typeface="Roboto Medium"/>
              </a:rPr>
              <a:t>under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0" b="0">
                <a:solidFill>
                  <a:srgbClr val="000000"/>
                </a:solidFill>
                <a:latin typeface="Roboto Medium"/>
                <a:cs typeface="Roboto Medium"/>
              </a:rPr>
              <a:t>renewable</a:t>
            </a:r>
            <a:r>
              <a:rPr dirty="0" spc="-1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disturbances</a:t>
            </a:r>
          </a:p>
          <a:p>
            <a:pPr>
              <a:lnSpc>
                <a:spcPct val="100000"/>
              </a:lnSpc>
            </a:pPr>
            <a:endParaRPr sz="1200">
              <a:latin typeface="Roboto Medium"/>
              <a:cs typeface="Roboto Medium"/>
            </a:endParaRPr>
          </a:p>
          <a:p>
            <a:pPr>
              <a:lnSpc>
                <a:spcPct val="100000"/>
              </a:lnSpc>
              <a:spcBef>
                <a:spcPts val="135"/>
              </a:spcBef>
            </a:pPr>
            <a:endParaRPr sz="1200">
              <a:latin typeface="Roboto Medium"/>
              <a:cs typeface="Roboto Medium"/>
            </a:endParaRPr>
          </a:p>
          <a:p>
            <a:pPr marL="278765">
              <a:lnSpc>
                <a:spcPct val="100000"/>
              </a:lnSpc>
              <a:spcBef>
                <a:spcPts val="5"/>
              </a:spcBef>
            </a:pPr>
            <a:r>
              <a:rPr dirty="0" spc="-55" b="0">
                <a:solidFill>
                  <a:srgbClr val="000000"/>
                </a:solidFill>
                <a:latin typeface="Roboto Medium"/>
                <a:cs typeface="Roboto Medium"/>
              </a:rPr>
              <a:t>Superior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55" b="0">
                <a:solidFill>
                  <a:srgbClr val="000000"/>
                </a:solidFill>
                <a:latin typeface="Roboto Medium"/>
                <a:cs typeface="Roboto Medium"/>
              </a:rPr>
              <a:t>adaptation</a:t>
            </a:r>
            <a:r>
              <a:rPr dirty="0" spc="-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5" b="0">
                <a:solidFill>
                  <a:srgbClr val="000000"/>
                </a:solidFill>
                <a:latin typeface="Roboto Medium"/>
                <a:cs typeface="Roboto Medium"/>
              </a:rPr>
              <a:t>to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0" b="0">
                <a:solidFill>
                  <a:srgbClr val="000000"/>
                </a:solidFill>
                <a:latin typeface="Roboto Medium"/>
                <a:cs typeface="Roboto Medium"/>
              </a:rPr>
              <a:t>renewable</a:t>
            </a:r>
            <a:r>
              <a:rPr dirty="0" spc="-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50" b="0">
                <a:solidFill>
                  <a:srgbClr val="000000"/>
                </a:solidFill>
                <a:latin typeface="Roboto Medium"/>
                <a:cs typeface="Roboto Medium"/>
              </a:rPr>
              <a:t>variability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60" b="0">
                <a:solidFill>
                  <a:srgbClr val="000000"/>
                </a:solidFill>
                <a:latin typeface="Roboto Medium"/>
                <a:cs typeface="Roboto Medium"/>
              </a:rPr>
              <a:t>&amp;</a:t>
            </a:r>
            <a:r>
              <a:rPr dirty="0" spc="-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55" b="0">
                <a:solidFill>
                  <a:srgbClr val="000000"/>
                </a:solidFill>
                <a:latin typeface="Roboto Medium"/>
                <a:cs typeface="Roboto Medium"/>
              </a:rPr>
              <a:t>disturbance</a:t>
            </a:r>
            <a:r>
              <a:rPr dirty="0" spc="-5" b="0">
                <a:solidFill>
                  <a:srgbClr val="000000"/>
                </a:solidFill>
                <a:latin typeface="Roboto Medium"/>
                <a:cs typeface="Roboto Medium"/>
              </a:rPr>
              <a:t> </a:t>
            </a:r>
            <a:r>
              <a:rPr dirty="0" spc="-10" b="0">
                <a:solidFill>
                  <a:srgbClr val="000000"/>
                </a:solidFill>
                <a:latin typeface="Roboto Medium"/>
                <a:cs typeface="Roboto Medium"/>
              </a:rPr>
              <a:t>rejection</a:t>
            </a:r>
          </a:p>
        </p:txBody>
      </p:sp>
      <p:pic>
        <p:nvPicPr>
          <p:cNvPr id="47" name="object 47" descr="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248400" y="923924"/>
            <a:ext cx="5486399" cy="2666999"/>
          </a:xfrm>
          <a:prstGeom prst="rect">
            <a:avLst/>
          </a:prstGeom>
        </p:spPr>
      </p:pic>
      <p:grpSp>
        <p:nvGrpSpPr>
          <p:cNvPr id="48" name="object 48" descr=""/>
          <p:cNvGrpSpPr/>
          <p:nvPr/>
        </p:nvGrpSpPr>
        <p:grpSpPr>
          <a:xfrm>
            <a:off x="6248400" y="3743325"/>
            <a:ext cx="5753100" cy="2971800"/>
            <a:chOff x="6248400" y="3743325"/>
            <a:chExt cx="5753100" cy="2971800"/>
          </a:xfrm>
        </p:grpSpPr>
        <p:pic>
          <p:nvPicPr>
            <p:cNvPr id="49" name="object 49" descr="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248400" y="3743325"/>
              <a:ext cx="5486399" cy="2666999"/>
            </a:xfrm>
            <a:prstGeom prst="rect">
              <a:avLst/>
            </a:prstGeom>
          </p:spPr>
        </p:pic>
        <p:sp>
          <p:nvSpPr>
            <p:cNvPr id="50" name="object 50" descr=""/>
            <p:cNvSpPr/>
            <p:nvPr/>
          </p:nvSpPr>
          <p:spPr>
            <a:xfrm>
              <a:off x="10544174" y="6391274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 descr="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0658474" y="6486524"/>
              <a:ext cx="133349" cy="133349"/>
            </a:xfrm>
            <a:prstGeom prst="rect">
              <a:avLst/>
            </a:prstGeom>
          </p:spPr>
        </p:pic>
      </p:grpSp>
      <p:sp>
        <p:nvSpPr>
          <p:cNvPr id="52" name="object 52" descr=""/>
          <p:cNvSpPr/>
          <p:nvPr/>
        </p:nvSpPr>
        <p:spPr>
          <a:xfrm>
            <a:off x="0" y="6791324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47625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Adaptive</a:t>
            </a:r>
            <a:r>
              <a:rPr dirty="0"/>
              <a:t> </a:t>
            </a:r>
            <a:r>
              <a:rPr dirty="0" spc="-80"/>
              <a:t>Multi-</a:t>
            </a:r>
            <a:r>
              <a:rPr dirty="0" spc="-90"/>
              <a:t>Layer</a:t>
            </a:r>
            <a:r>
              <a:rPr dirty="0"/>
              <a:t> </a:t>
            </a:r>
            <a:r>
              <a:rPr dirty="0" spc="-105"/>
              <a:t>RL</a:t>
            </a:r>
            <a:r>
              <a:rPr dirty="0" spc="5"/>
              <a:t> </a:t>
            </a:r>
            <a:r>
              <a:rPr dirty="0" spc="-114"/>
              <a:t>&amp;</a:t>
            </a:r>
            <a:r>
              <a:rPr dirty="0"/>
              <a:t> </a:t>
            </a:r>
            <a:r>
              <a:rPr dirty="0" spc="-95"/>
              <a:t>Neuro-Fuzzy</a:t>
            </a:r>
            <a:r>
              <a:rPr dirty="0" spc="5"/>
              <a:t> </a:t>
            </a:r>
            <a:r>
              <a:rPr dirty="0" spc="-80"/>
              <a:t>Coordination</a:t>
            </a:r>
            <a:r>
              <a:rPr dirty="0"/>
              <a:t> </a:t>
            </a:r>
            <a:r>
              <a:rPr dirty="0" spc="-80"/>
              <a:t>for</a:t>
            </a:r>
            <a:r>
              <a:rPr dirty="0"/>
              <a:t> </a:t>
            </a:r>
            <a:r>
              <a:rPr dirty="0" spc="-25"/>
              <a:t>LFC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26960" y="270564"/>
            <a:ext cx="4210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7 </a:t>
            </a:r>
            <a:r>
              <a:rPr dirty="0" sz="1300" spc="-70">
                <a:solidFill>
                  <a:srgbClr val="545454"/>
                </a:solidFill>
                <a:latin typeface="Futura Lt BT"/>
                <a:cs typeface="Futura Lt BT"/>
              </a:rPr>
              <a:t>/</a:t>
            </a: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300" spc="-40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30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199" y="1381124"/>
            <a:ext cx="6581775" cy="19050"/>
          </a:xfrm>
          <a:custGeom>
            <a:avLst/>
            <a:gdLst/>
            <a:ahLst/>
            <a:cxnLst/>
            <a:rect l="l" t="t" r="r" b="b"/>
            <a:pathLst>
              <a:path w="6581775" h="19050">
                <a:moveTo>
                  <a:pt x="6581774" y="19049"/>
                </a:moveTo>
                <a:lnTo>
                  <a:pt x="0" y="19049"/>
                </a:lnTo>
                <a:lnTo>
                  <a:pt x="0" y="0"/>
                </a:lnTo>
                <a:lnTo>
                  <a:pt x="6581774" y="0"/>
                </a:lnTo>
                <a:lnTo>
                  <a:pt x="6581774" y="1904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57199" y="4371974"/>
            <a:ext cx="6581775" cy="1657350"/>
            <a:chOff x="457199" y="4371974"/>
            <a:chExt cx="6581775" cy="165735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4371974"/>
              <a:ext cx="6543674" cy="165734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199" y="4372252"/>
              <a:ext cx="70485" cy="1657350"/>
            </a:xfrm>
            <a:custGeom>
              <a:avLst/>
              <a:gdLst/>
              <a:ahLst/>
              <a:cxnLst/>
              <a:rect l="l" t="t" r="r" b="b"/>
              <a:pathLst>
                <a:path w="70484" h="1657350">
                  <a:moveTo>
                    <a:pt x="70450" y="1656794"/>
                  </a:moveTo>
                  <a:lnTo>
                    <a:pt x="33857" y="1644241"/>
                  </a:lnTo>
                  <a:lnTo>
                    <a:pt x="5800" y="1610032"/>
                  </a:lnTo>
                  <a:lnTo>
                    <a:pt x="0" y="158087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580872"/>
                  </a:lnTo>
                  <a:lnTo>
                    <a:pt x="44515" y="1623214"/>
                  </a:lnTo>
                  <a:lnTo>
                    <a:pt x="66287" y="1655138"/>
                  </a:lnTo>
                  <a:lnTo>
                    <a:pt x="70450" y="165679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1930" y="4600574"/>
              <a:ext cx="124413" cy="180974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44500" y="961707"/>
            <a:ext cx="268414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0053A6"/>
                </a:solidFill>
                <a:latin typeface="Roboto"/>
                <a:cs typeface="Roboto"/>
              </a:rPr>
              <a:t>Discussion</a:t>
            </a:r>
            <a:r>
              <a:rPr dirty="0" sz="2000" spc="-5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50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2000" spc="-5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85" b="1">
                <a:solidFill>
                  <a:srgbClr val="0053A6"/>
                </a:solidFill>
                <a:latin typeface="Roboto"/>
                <a:cs typeface="Roboto"/>
              </a:rPr>
              <a:t>Implications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9353" y="1678767"/>
            <a:ext cx="178593" cy="166715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863600" y="1587547"/>
            <a:ext cx="597852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333333"/>
                </a:solidFill>
                <a:latin typeface="Roboto"/>
                <a:cs typeface="Roboto"/>
              </a:rPr>
              <a:t>Synergy:</a:t>
            </a:r>
            <a:r>
              <a:rPr dirty="0" sz="1500" spc="-1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Combines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adaptability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(DDPG),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robustness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(IT2FLC),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33333"/>
                </a:solidFill>
                <a:latin typeface="Roboto"/>
                <a:cs typeface="Roboto"/>
              </a:rPr>
              <a:t>anticipation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(CNN-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LSTM)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comprehensive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control.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400" y="2333624"/>
            <a:ext cx="142874" cy="190499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15975" y="2254297"/>
            <a:ext cx="582803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333333"/>
                </a:solidFill>
                <a:latin typeface="Roboto"/>
                <a:cs typeface="Roboto"/>
              </a:rPr>
              <a:t>Application:</a:t>
            </a:r>
            <a:r>
              <a:rPr dirty="0" sz="1500" spc="-1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that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supports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higher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60">
                <a:solidFill>
                  <a:srgbClr val="333333"/>
                </a:solidFill>
                <a:latin typeface="Roboto"/>
                <a:cs typeface="Roboto"/>
              </a:rPr>
              <a:t>renewable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integration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without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compromising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stability.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33400" y="3000374"/>
            <a:ext cx="190499" cy="190499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63600" y="2921047"/>
            <a:ext cx="5868035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-80" b="1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500" spc="-85" b="1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50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333333"/>
                </a:solidFill>
                <a:latin typeface="Roboto"/>
                <a:cs typeface="Roboto"/>
              </a:rPr>
              <a:t>validation:</a:t>
            </a:r>
            <a:r>
              <a:rPr dirty="0" sz="1500" spc="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Average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execution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of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4.52ms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(within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10">
                <a:solidFill>
                  <a:srgbClr val="333333"/>
                </a:solidFill>
                <a:latin typeface="Roboto"/>
                <a:cs typeface="Roboto"/>
              </a:rPr>
              <a:t>10ms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40">
                <a:solidFill>
                  <a:srgbClr val="333333"/>
                </a:solidFill>
                <a:latin typeface="Roboto"/>
                <a:cs typeface="Roboto"/>
              </a:rPr>
              <a:t>control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period)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10">
                <a:solidFill>
                  <a:srgbClr val="333333"/>
                </a:solidFill>
                <a:latin typeface="Roboto"/>
                <a:cs typeface="Roboto"/>
              </a:rPr>
              <a:t>186MB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Roboto"/>
                <a:cs typeface="Roboto"/>
              </a:rPr>
              <a:t>memory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usage.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6" name="object 16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33400" y="3679031"/>
            <a:ext cx="190499" cy="166687"/>
          </a:xfrm>
          <a:prstGeom prst="rect">
            <a:avLst/>
          </a:prstGeom>
        </p:spPr>
      </p:pic>
      <p:sp>
        <p:nvSpPr>
          <p:cNvPr id="17" name="object 17" descr=""/>
          <p:cNvSpPr txBox="1"/>
          <p:nvPr/>
        </p:nvSpPr>
        <p:spPr>
          <a:xfrm>
            <a:off x="863600" y="3616086"/>
            <a:ext cx="617474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333333"/>
                </a:solidFill>
                <a:latin typeface="Roboto"/>
                <a:cs typeface="Roboto"/>
              </a:rPr>
              <a:t>Potential</a:t>
            </a:r>
            <a:r>
              <a:rPr dirty="0" sz="1500" spc="-20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333333"/>
                </a:solidFill>
                <a:latin typeface="Roboto"/>
                <a:cs typeface="Roboto"/>
              </a:rPr>
              <a:t>impact:</a:t>
            </a:r>
            <a:r>
              <a:rPr dirty="0" sz="1500" spc="-15" b="1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Enables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smarter,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Roboto"/>
                <a:cs typeface="Roboto"/>
              </a:rPr>
              <a:t>more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65">
                <a:solidFill>
                  <a:srgbClr val="333333"/>
                </a:solidFill>
                <a:latin typeface="Roboto"/>
                <a:cs typeface="Roboto"/>
              </a:rPr>
              <a:t>resilient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grids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improved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33333"/>
                </a:solidFill>
                <a:latin typeface="Roboto"/>
                <a:cs typeface="Roboto"/>
              </a:rPr>
              <a:t>operational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863600" y="3873261"/>
            <a:ext cx="211963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60">
                <a:solidFill>
                  <a:srgbClr val="333333"/>
                </a:solidFill>
                <a:latin typeface="Roboto"/>
                <a:cs typeface="Roboto"/>
              </a:rPr>
              <a:t>reliability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under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65">
                <a:solidFill>
                  <a:srgbClr val="333333"/>
                </a:solidFill>
                <a:latin typeface="Roboto"/>
                <a:cs typeface="Roboto"/>
              </a:rPr>
              <a:t>uncertainty.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878631" y="4540011"/>
            <a:ext cx="972819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105" b="1">
                <a:solidFill>
                  <a:srgbClr val="0053A6"/>
                </a:solidFill>
                <a:latin typeface="Roboto"/>
                <a:cs typeface="Roboto"/>
              </a:rPr>
              <a:t>Key</a:t>
            </a:r>
            <a:r>
              <a:rPr dirty="0" sz="1500" spc="-2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65" b="1">
                <a:solidFill>
                  <a:srgbClr val="0053A6"/>
                </a:solidFill>
                <a:latin typeface="Roboto"/>
                <a:cs typeface="Roboto"/>
              </a:rPr>
              <a:t>Insights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65360" y="4913629"/>
            <a:ext cx="41090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b="1">
                <a:solidFill>
                  <a:srgbClr val="0053A6"/>
                </a:solidFill>
                <a:latin typeface="Roboto"/>
                <a:cs typeface="Roboto"/>
              </a:rPr>
              <a:t>54%</a:t>
            </a:r>
            <a:r>
              <a:rPr dirty="0" sz="1300" spc="22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reduction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in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frequency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nadir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70">
                <a:latin typeface="Roboto"/>
                <a:cs typeface="Roboto"/>
              </a:rPr>
              <a:t>compared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to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PI</a:t>
            </a:r>
            <a:r>
              <a:rPr dirty="0" sz="1300" spc="-3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controllers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1" name="object 21" descr=""/>
          <p:cNvSpPr txBox="1"/>
          <p:nvPr/>
        </p:nvSpPr>
        <p:spPr>
          <a:xfrm>
            <a:off x="665360" y="5218429"/>
            <a:ext cx="435419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b="1">
                <a:solidFill>
                  <a:srgbClr val="0053A6"/>
                </a:solidFill>
                <a:latin typeface="Roboto"/>
                <a:cs typeface="Roboto"/>
              </a:rPr>
              <a:t>47%</a:t>
            </a:r>
            <a:r>
              <a:rPr dirty="0" sz="1300" spc="17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latin typeface="Roboto"/>
                <a:cs typeface="Roboto"/>
              </a:rPr>
              <a:t>improvement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30">
                <a:latin typeface="Roboto"/>
                <a:cs typeface="Roboto"/>
              </a:rPr>
              <a:t>in</a:t>
            </a:r>
            <a:r>
              <a:rPr dirty="0" sz="1300" spc="-4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settling </a:t>
            </a:r>
            <a:r>
              <a:rPr dirty="0" sz="1300" spc="-55">
                <a:latin typeface="Roboto"/>
                <a:cs typeface="Roboto"/>
              </a:rPr>
              <a:t>time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65">
                <a:latin typeface="Roboto"/>
                <a:cs typeface="Roboto"/>
              </a:rPr>
              <a:t>across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disturbance</a:t>
            </a:r>
            <a:r>
              <a:rPr dirty="0" sz="1300" spc="-30">
                <a:latin typeface="Roboto"/>
                <a:cs typeface="Roboto"/>
              </a:rPr>
              <a:t> </a:t>
            </a:r>
            <a:r>
              <a:rPr dirty="0" sz="1300" spc="-35">
                <a:latin typeface="Roboto"/>
                <a:cs typeface="Roboto"/>
              </a:rPr>
              <a:t>scenarios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665360" y="5523229"/>
            <a:ext cx="430911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20" b="1">
                <a:solidFill>
                  <a:srgbClr val="0053A6"/>
                </a:solidFill>
                <a:latin typeface="Roboto"/>
                <a:cs typeface="Roboto"/>
              </a:rPr>
              <a:t>53%+</a:t>
            </a:r>
            <a:r>
              <a:rPr dirty="0" sz="1300" spc="27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better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performance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with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85">
                <a:latin typeface="Roboto"/>
                <a:cs typeface="Roboto"/>
              </a:rPr>
              <a:t>ITAE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0">
                <a:latin typeface="Roboto"/>
                <a:cs typeface="Roboto"/>
              </a:rPr>
              <a:t>metrics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55">
                <a:latin typeface="Roboto"/>
                <a:cs typeface="Roboto"/>
              </a:rPr>
              <a:t>during</a:t>
            </a:r>
            <a:r>
              <a:rPr dirty="0" sz="1300" spc="-25">
                <a:latin typeface="Roboto"/>
                <a:cs typeface="Roboto"/>
              </a:rPr>
              <a:t> </a:t>
            </a:r>
            <a:r>
              <a:rPr dirty="0" sz="1300" spc="-40">
                <a:latin typeface="Roboto"/>
                <a:cs typeface="Roboto"/>
              </a:rPr>
              <a:t>fluctuations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8182818" y="1913254"/>
            <a:ext cx="271526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 b="1">
                <a:solidFill>
                  <a:srgbClr val="0053A6"/>
                </a:solidFill>
                <a:latin typeface="Roboto"/>
                <a:cs typeface="Roboto"/>
              </a:rPr>
              <a:t>Synergistic</a:t>
            </a:r>
            <a:r>
              <a:rPr dirty="0" sz="1300" spc="-1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6"/>
                </a:solidFill>
                <a:latin typeface="Roboto"/>
                <a:cs typeface="Roboto"/>
              </a:rPr>
              <a:t>Integration</a:t>
            </a:r>
            <a:r>
              <a:rPr dirty="0" sz="1300" spc="-1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0053A6"/>
                </a:solidFill>
                <a:latin typeface="Roboto"/>
                <a:cs typeface="Roboto"/>
              </a:rPr>
              <a:t>of</a:t>
            </a:r>
            <a:r>
              <a:rPr dirty="0" sz="1300" spc="-4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0" b="1">
                <a:solidFill>
                  <a:srgbClr val="0053A6"/>
                </a:solidFill>
                <a:latin typeface="Roboto"/>
                <a:cs typeface="Roboto"/>
              </a:rPr>
              <a:t>Technologies</a:t>
            </a:r>
            <a:endParaRPr sz="1300">
              <a:latin typeface="Roboto"/>
              <a:cs typeface="Roboto"/>
            </a:endParaRPr>
          </a:p>
        </p:txBody>
      </p:sp>
      <p:grpSp>
        <p:nvGrpSpPr>
          <p:cNvPr id="24" name="object 24" descr=""/>
          <p:cNvGrpSpPr/>
          <p:nvPr/>
        </p:nvGrpSpPr>
        <p:grpSpPr>
          <a:xfrm>
            <a:off x="7343774" y="3762374"/>
            <a:ext cx="4391025" cy="1743075"/>
            <a:chOff x="7343774" y="3762374"/>
            <a:chExt cx="4391025" cy="1743075"/>
          </a:xfrm>
        </p:grpSpPr>
        <p:pic>
          <p:nvPicPr>
            <p:cNvPr id="25" name="object 25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81874" y="3762374"/>
              <a:ext cx="4352924" cy="1743074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7343774" y="3762652"/>
              <a:ext cx="70485" cy="1743075"/>
            </a:xfrm>
            <a:custGeom>
              <a:avLst/>
              <a:gdLst/>
              <a:ahLst/>
              <a:cxnLst/>
              <a:rect l="l" t="t" r="r" b="b"/>
              <a:pathLst>
                <a:path w="70484" h="1743075">
                  <a:moveTo>
                    <a:pt x="70450" y="1742519"/>
                  </a:moveTo>
                  <a:lnTo>
                    <a:pt x="33857" y="1729966"/>
                  </a:lnTo>
                  <a:lnTo>
                    <a:pt x="5801" y="1695756"/>
                  </a:lnTo>
                  <a:lnTo>
                    <a:pt x="0" y="1666597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1666597"/>
                  </a:lnTo>
                  <a:lnTo>
                    <a:pt x="44514" y="1708938"/>
                  </a:lnTo>
                  <a:lnTo>
                    <a:pt x="66287" y="1740863"/>
                  </a:lnTo>
                  <a:lnTo>
                    <a:pt x="70450" y="174251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74156" y="4002314"/>
              <a:ext cx="180909" cy="158295"/>
            </a:xfrm>
            <a:prstGeom prst="rect">
              <a:avLst/>
            </a:prstGeom>
          </p:spPr>
        </p:pic>
      </p:grpSp>
      <p:sp>
        <p:nvSpPr>
          <p:cNvPr id="28" name="object 28" descr=""/>
          <p:cNvSpPr txBox="1"/>
          <p:nvPr/>
        </p:nvSpPr>
        <p:spPr>
          <a:xfrm>
            <a:off x="7835602" y="3939936"/>
            <a:ext cx="171132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75" b="1">
                <a:solidFill>
                  <a:srgbClr val="0053A6"/>
                </a:solidFill>
                <a:latin typeface="Roboto"/>
                <a:cs typeface="Roboto"/>
              </a:rPr>
              <a:t>Practical</a:t>
            </a:r>
            <a:r>
              <a:rPr dirty="0" sz="1500" spc="-2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0053A6"/>
                </a:solidFill>
                <a:latin typeface="Roboto"/>
                <a:cs typeface="Roboto"/>
              </a:rPr>
              <a:t>Applications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29" name="object 29" descr=""/>
          <p:cNvGrpSpPr/>
          <p:nvPr/>
        </p:nvGrpSpPr>
        <p:grpSpPr>
          <a:xfrm>
            <a:off x="7600950" y="4352925"/>
            <a:ext cx="133350" cy="933450"/>
            <a:chOff x="7600950" y="4352925"/>
            <a:chExt cx="133350" cy="933450"/>
          </a:xfrm>
        </p:grpSpPr>
        <p:pic>
          <p:nvPicPr>
            <p:cNvPr id="30" name="object 30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00950" y="4352925"/>
              <a:ext cx="133349" cy="133349"/>
            </a:xfrm>
            <a:prstGeom prst="rect">
              <a:avLst/>
            </a:prstGeom>
          </p:spPr>
        </p:pic>
        <p:pic>
          <p:nvPicPr>
            <p:cNvPr id="31" name="object 31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00950" y="4619625"/>
              <a:ext cx="133349" cy="133349"/>
            </a:xfrm>
            <a:prstGeom prst="rect">
              <a:avLst/>
            </a:prstGeom>
          </p:spPr>
        </p:pic>
        <p:pic>
          <p:nvPicPr>
            <p:cNvPr id="32" name="object 3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00950" y="4886325"/>
              <a:ext cx="133349" cy="133349"/>
            </a:xfrm>
            <a:prstGeom prst="rect">
              <a:avLst/>
            </a:prstGeom>
          </p:spPr>
        </p:pic>
        <p:pic>
          <p:nvPicPr>
            <p:cNvPr id="33" name="object 33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00950" y="5153024"/>
              <a:ext cx="133349" cy="133349"/>
            </a:xfrm>
            <a:prstGeom prst="rect">
              <a:avLst/>
            </a:prstGeom>
          </p:spPr>
        </p:pic>
      </p:grpSp>
      <p:sp>
        <p:nvSpPr>
          <p:cNvPr id="34" name="object 34" descr=""/>
          <p:cNvSpPr txBox="1"/>
          <p:nvPr/>
        </p:nvSpPr>
        <p:spPr>
          <a:xfrm>
            <a:off x="7801520" y="4315697"/>
            <a:ext cx="258127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>
                <a:latin typeface="Roboto"/>
                <a:cs typeface="Roboto"/>
              </a:rPr>
              <a:t>Microgrids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with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high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renewable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penetration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5" name="object 35" descr=""/>
          <p:cNvSpPr txBox="1"/>
          <p:nvPr/>
        </p:nvSpPr>
        <p:spPr>
          <a:xfrm>
            <a:off x="7801520" y="4582397"/>
            <a:ext cx="239077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45">
                <a:latin typeface="Roboto"/>
                <a:cs typeface="Roboto"/>
              </a:rPr>
              <a:t>Island</a:t>
            </a:r>
            <a:r>
              <a:rPr dirty="0" sz="1150" spc="-1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grids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with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45">
                <a:latin typeface="Roboto"/>
                <a:cs typeface="Roboto"/>
              </a:rPr>
              <a:t>limited</a:t>
            </a:r>
            <a:r>
              <a:rPr dirty="0" sz="1150" spc="-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interconnection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6" name="object 36" descr=""/>
          <p:cNvSpPr txBox="1"/>
          <p:nvPr/>
        </p:nvSpPr>
        <p:spPr>
          <a:xfrm>
            <a:off x="7801520" y="4849097"/>
            <a:ext cx="3220720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65">
                <a:latin typeface="Roboto"/>
                <a:cs typeface="Roboto"/>
              </a:rPr>
              <a:t>Large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interconnected</a:t>
            </a:r>
            <a:r>
              <a:rPr dirty="0" sz="1150" spc="10">
                <a:latin typeface="Roboto"/>
                <a:cs typeface="Roboto"/>
              </a:rPr>
              <a:t> </a:t>
            </a:r>
            <a:r>
              <a:rPr dirty="0" sz="1150" spc="-65">
                <a:latin typeface="Roboto"/>
                <a:cs typeface="Roboto"/>
              </a:rPr>
              <a:t>systems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with</a:t>
            </a:r>
            <a:r>
              <a:rPr dirty="0" sz="1150" spc="10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diverse</a:t>
            </a:r>
            <a:r>
              <a:rPr dirty="0" sz="1150" spc="5">
                <a:latin typeface="Roboto"/>
                <a:cs typeface="Roboto"/>
              </a:rPr>
              <a:t> </a:t>
            </a:r>
            <a:r>
              <a:rPr dirty="0" sz="1150" spc="-50">
                <a:latin typeface="Roboto"/>
                <a:cs typeface="Roboto"/>
              </a:rPr>
              <a:t>generation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7" name="object 37" descr=""/>
          <p:cNvSpPr txBox="1"/>
          <p:nvPr/>
        </p:nvSpPr>
        <p:spPr>
          <a:xfrm>
            <a:off x="7801520" y="5115797"/>
            <a:ext cx="3357245" cy="20383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50" spc="-50">
                <a:latin typeface="Roboto"/>
                <a:cs typeface="Roboto"/>
              </a:rPr>
              <a:t>Grids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45">
                <a:latin typeface="Roboto"/>
                <a:cs typeface="Roboto"/>
              </a:rPr>
              <a:t>transitioning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70">
                <a:latin typeface="Roboto"/>
                <a:cs typeface="Roboto"/>
              </a:rPr>
              <a:t>from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45">
                <a:latin typeface="Roboto"/>
                <a:cs typeface="Roboto"/>
              </a:rPr>
              <a:t>traditional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60">
                <a:latin typeface="Roboto"/>
                <a:cs typeface="Roboto"/>
              </a:rPr>
              <a:t>to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55">
                <a:latin typeface="Roboto"/>
                <a:cs typeface="Roboto"/>
              </a:rPr>
              <a:t>renewable</a:t>
            </a:r>
            <a:r>
              <a:rPr dirty="0" sz="1150">
                <a:latin typeface="Roboto"/>
                <a:cs typeface="Roboto"/>
              </a:rPr>
              <a:t> </a:t>
            </a:r>
            <a:r>
              <a:rPr dirty="0" sz="1150" spc="-45">
                <a:latin typeface="Roboto"/>
                <a:cs typeface="Roboto"/>
              </a:rPr>
              <a:t>sources</a:t>
            </a:r>
            <a:endParaRPr sz="1150">
              <a:latin typeface="Roboto"/>
              <a:cs typeface="Roboto"/>
            </a:endParaRPr>
          </a:p>
        </p:txBody>
      </p:sp>
      <p:sp>
        <p:nvSpPr>
          <p:cNvPr id="38" name="object 38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 descr=""/>
          <p:cNvGrpSpPr/>
          <p:nvPr/>
        </p:nvGrpSpPr>
        <p:grpSpPr>
          <a:xfrm>
            <a:off x="7343774" y="2314574"/>
            <a:ext cx="1143000" cy="1143000"/>
            <a:chOff x="7343774" y="2314574"/>
            <a:chExt cx="1143000" cy="1143000"/>
          </a:xfrm>
        </p:grpSpPr>
        <p:pic>
          <p:nvPicPr>
            <p:cNvPr id="40" name="object 40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343774" y="2314574"/>
              <a:ext cx="1142999" cy="1142999"/>
            </a:xfrm>
            <a:prstGeom prst="rect">
              <a:avLst/>
            </a:prstGeom>
          </p:spPr>
        </p:pic>
        <p:sp>
          <p:nvSpPr>
            <p:cNvPr id="41" name="object 41" descr=""/>
            <p:cNvSpPr/>
            <p:nvPr/>
          </p:nvSpPr>
          <p:spPr>
            <a:xfrm>
              <a:off x="7725726" y="2500312"/>
              <a:ext cx="375285" cy="298450"/>
            </a:xfrm>
            <a:custGeom>
              <a:avLst/>
              <a:gdLst/>
              <a:ahLst/>
              <a:cxnLst/>
              <a:rect l="l" t="t" r="r" b="b"/>
              <a:pathLst>
                <a:path w="375284" h="298450">
                  <a:moveTo>
                    <a:pt x="142696" y="40640"/>
                  </a:moveTo>
                  <a:lnTo>
                    <a:pt x="45958" y="40640"/>
                  </a:lnTo>
                  <a:lnTo>
                    <a:pt x="52327" y="35560"/>
                  </a:lnTo>
                  <a:lnTo>
                    <a:pt x="59590" y="30480"/>
                  </a:lnTo>
                  <a:lnTo>
                    <a:pt x="67508" y="27940"/>
                  </a:lnTo>
                  <a:lnTo>
                    <a:pt x="72270" y="5080"/>
                  </a:lnTo>
                  <a:lnTo>
                    <a:pt x="76557" y="1270"/>
                  </a:lnTo>
                  <a:lnTo>
                    <a:pt x="86082" y="0"/>
                  </a:lnTo>
                  <a:lnTo>
                    <a:pt x="106501" y="0"/>
                  </a:lnTo>
                  <a:lnTo>
                    <a:pt x="112097" y="1270"/>
                  </a:lnTo>
                  <a:lnTo>
                    <a:pt x="116383" y="5080"/>
                  </a:lnTo>
                  <a:lnTo>
                    <a:pt x="117514" y="10160"/>
                  </a:lnTo>
                  <a:lnTo>
                    <a:pt x="121146" y="27940"/>
                  </a:lnTo>
                  <a:lnTo>
                    <a:pt x="129004" y="30480"/>
                  </a:lnTo>
                  <a:lnTo>
                    <a:pt x="136326" y="35560"/>
                  </a:lnTo>
                  <a:lnTo>
                    <a:pt x="142696" y="40640"/>
                  </a:lnTo>
                  <a:close/>
                </a:path>
                <a:path w="375284" h="298450">
                  <a:moveTo>
                    <a:pt x="23752" y="165100"/>
                  </a:moveTo>
                  <a:lnTo>
                    <a:pt x="17799" y="163830"/>
                  </a:lnTo>
                  <a:lnTo>
                    <a:pt x="14406" y="160020"/>
                  </a:lnTo>
                  <a:lnTo>
                    <a:pt x="12263" y="156210"/>
                  </a:lnTo>
                  <a:lnTo>
                    <a:pt x="10298" y="153670"/>
                  </a:lnTo>
                  <a:lnTo>
                    <a:pt x="8512" y="151130"/>
                  </a:lnTo>
                  <a:lnTo>
                    <a:pt x="6727" y="147320"/>
                  </a:lnTo>
                  <a:lnTo>
                    <a:pt x="5060" y="144780"/>
                  </a:lnTo>
                  <a:lnTo>
                    <a:pt x="3571" y="142240"/>
                  </a:lnTo>
                  <a:lnTo>
                    <a:pt x="2202" y="138430"/>
                  </a:lnTo>
                  <a:lnTo>
                    <a:pt x="0" y="133350"/>
                  </a:lnTo>
                  <a:lnTo>
                    <a:pt x="1666" y="127000"/>
                  </a:lnTo>
                  <a:lnTo>
                    <a:pt x="19109" y="111760"/>
                  </a:lnTo>
                  <a:lnTo>
                    <a:pt x="18454" y="107950"/>
                  </a:lnTo>
                  <a:lnTo>
                    <a:pt x="18097" y="104140"/>
                  </a:lnTo>
                  <a:lnTo>
                    <a:pt x="18097" y="95250"/>
                  </a:lnTo>
                  <a:lnTo>
                    <a:pt x="18454" y="91440"/>
                  </a:lnTo>
                  <a:lnTo>
                    <a:pt x="19109" y="86360"/>
                  </a:lnTo>
                  <a:lnTo>
                    <a:pt x="5828" y="74871"/>
                  </a:lnTo>
                  <a:lnTo>
                    <a:pt x="1666" y="71120"/>
                  </a:lnTo>
                  <a:lnTo>
                    <a:pt x="0" y="66040"/>
                  </a:lnTo>
                  <a:lnTo>
                    <a:pt x="3571" y="57150"/>
                  </a:lnTo>
                  <a:lnTo>
                    <a:pt x="5060" y="54610"/>
                  </a:lnTo>
                  <a:lnTo>
                    <a:pt x="8512" y="48260"/>
                  </a:lnTo>
                  <a:lnTo>
                    <a:pt x="10358" y="44450"/>
                  </a:lnTo>
                  <a:lnTo>
                    <a:pt x="12322" y="41910"/>
                  </a:lnTo>
                  <a:lnTo>
                    <a:pt x="17799" y="34290"/>
                  </a:lnTo>
                  <a:lnTo>
                    <a:pt x="23752" y="33020"/>
                  </a:lnTo>
                  <a:lnTo>
                    <a:pt x="29110" y="35560"/>
                  </a:lnTo>
                  <a:lnTo>
                    <a:pt x="45958" y="40640"/>
                  </a:lnTo>
                  <a:lnTo>
                    <a:pt x="175359" y="40640"/>
                  </a:lnTo>
                  <a:lnTo>
                    <a:pt x="176272" y="41910"/>
                  </a:lnTo>
                  <a:lnTo>
                    <a:pt x="178236" y="44450"/>
                  </a:lnTo>
                  <a:lnTo>
                    <a:pt x="180022" y="48260"/>
                  </a:lnTo>
                  <a:lnTo>
                    <a:pt x="181867" y="50800"/>
                  </a:lnTo>
                  <a:lnTo>
                    <a:pt x="183534" y="54610"/>
                  </a:lnTo>
                  <a:lnTo>
                    <a:pt x="185023" y="57150"/>
                  </a:lnTo>
                  <a:lnTo>
                    <a:pt x="186392" y="59690"/>
                  </a:lnTo>
                  <a:lnTo>
                    <a:pt x="188594" y="66040"/>
                  </a:lnTo>
                  <a:lnTo>
                    <a:pt x="186928" y="71120"/>
                  </a:lnTo>
                  <a:lnTo>
                    <a:pt x="86863" y="71120"/>
                  </a:lnTo>
                  <a:lnTo>
                    <a:pt x="79969" y="74871"/>
                  </a:lnTo>
                  <a:lnTo>
                    <a:pt x="65722" y="95250"/>
                  </a:lnTo>
                  <a:lnTo>
                    <a:pt x="65722" y="102870"/>
                  </a:lnTo>
                  <a:lnTo>
                    <a:pt x="90508" y="128270"/>
                  </a:lnTo>
                  <a:lnTo>
                    <a:pt x="187142" y="128270"/>
                  </a:lnTo>
                  <a:lnTo>
                    <a:pt x="188475" y="133350"/>
                  </a:lnTo>
                  <a:lnTo>
                    <a:pt x="186273" y="138430"/>
                  </a:lnTo>
                  <a:lnTo>
                    <a:pt x="184904" y="140970"/>
                  </a:lnTo>
                  <a:lnTo>
                    <a:pt x="183415" y="144780"/>
                  </a:lnTo>
                  <a:lnTo>
                    <a:pt x="181748" y="147320"/>
                  </a:lnTo>
                  <a:lnTo>
                    <a:pt x="179903" y="151130"/>
                  </a:lnTo>
                  <a:lnTo>
                    <a:pt x="178117" y="153670"/>
                  </a:lnTo>
                  <a:lnTo>
                    <a:pt x="176152" y="156210"/>
                  </a:lnTo>
                  <a:lnTo>
                    <a:pt x="174327" y="158750"/>
                  </a:lnTo>
                  <a:lnTo>
                    <a:pt x="45898" y="158750"/>
                  </a:lnTo>
                  <a:lnTo>
                    <a:pt x="29110" y="163830"/>
                  </a:lnTo>
                  <a:lnTo>
                    <a:pt x="23752" y="165100"/>
                  </a:lnTo>
                  <a:close/>
                </a:path>
                <a:path w="375284" h="298450">
                  <a:moveTo>
                    <a:pt x="175359" y="40640"/>
                  </a:moveTo>
                  <a:lnTo>
                    <a:pt x="142696" y="40640"/>
                  </a:lnTo>
                  <a:lnTo>
                    <a:pt x="159484" y="34290"/>
                  </a:lnTo>
                  <a:lnTo>
                    <a:pt x="164842" y="33020"/>
                  </a:lnTo>
                  <a:lnTo>
                    <a:pt x="170795" y="34290"/>
                  </a:lnTo>
                  <a:lnTo>
                    <a:pt x="175359" y="40640"/>
                  </a:lnTo>
                  <a:close/>
                </a:path>
                <a:path w="375284" h="298450">
                  <a:moveTo>
                    <a:pt x="187142" y="128270"/>
                  </a:moveTo>
                  <a:lnTo>
                    <a:pt x="98086" y="128270"/>
                  </a:lnTo>
                  <a:lnTo>
                    <a:pt x="101731" y="127000"/>
                  </a:lnTo>
                  <a:lnTo>
                    <a:pt x="108733" y="124460"/>
                  </a:lnTo>
                  <a:lnTo>
                    <a:pt x="122872" y="102870"/>
                  </a:lnTo>
                  <a:lnTo>
                    <a:pt x="122872" y="95250"/>
                  </a:lnTo>
                  <a:lnTo>
                    <a:pt x="108625" y="74871"/>
                  </a:lnTo>
                  <a:lnTo>
                    <a:pt x="101731" y="71120"/>
                  </a:lnTo>
                  <a:lnTo>
                    <a:pt x="186928" y="71120"/>
                  </a:lnTo>
                  <a:lnTo>
                    <a:pt x="185519" y="72389"/>
                  </a:lnTo>
                  <a:lnTo>
                    <a:pt x="169366" y="86360"/>
                  </a:lnTo>
                  <a:lnTo>
                    <a:pt x="170021" y="91440"/>
                  </a:lnTo>
                  <a:lnTo>
                    <a:pt x="170378" y="95250"/>
                  </a:lnTo>
                  <a:lnTo>
                    <a:pt x="170378" y="104140"/>
                  </a:lnTo>
                  <a:lnTo>
                    <a:pt x="170140" y="106680"/>
                  </a:lnTo>
                  <a:lnTo>
                    <a:pt x="170021" y="107950"/>
                  </a:lnTo>
                  <a:lnTo>
                    <a:pt x="169366" y="111760"/>
                  </a:lnTo>
                  <a:lnTo>
                    <a:pt x="182582" y="123190"/>
                  </a:lnTo>
                  <a:lnTo>
                    <a:pt x="186809" y="127000"/>
                  </a:lnTo>
                  <a:lnTo>
                    <a:pt x="187142" y="128270"/>
                  </a:lnTo>
                  <a:close/>
                </a:path>
                <a:path w="375284" h="298450">
                  <a:moveTo>
                    <a:pt x="241399" y="298450"/>
                  </a:moveTo>
                  <a:lnTo>
                    <a:pt x="236220" y="295910"/>
                  </a:lnTo>
                  <a:lnTo>
                    <a:pt x="229969" y="293370"/>
                  </a:lnTo>
                  <a:lnTo>
                    <a:pt x="226955" y="292070"/>
                  </a:lnTo>
                  <a:lnTo>
                    <a:pt x="223777" y="289560"/>
                  </a:lnTo>
                  <a:lnTo>
                    <a:pt x="220741" y="288290"/>
                  </a:lnTo>
                  <a:lnTo>
                    <a:pt x="217884" y="285750"/>
                  </a:lnTo>
                  <a:lnTo>
                    <a:pt x="210562" y="280670"/>
                  </a:lnTo>
                  <a:lnTo>
                    <a:pt x="209073" y="274320"/>
                  </a:lnTo>
                  <a:lnTo>
                    <a:pt x="210859" y="269240"/>
                  </a:lnTo>
                  <a:lnTo>
                    <a:pt x="216396" y="252730"/>
                  </a:lnTo>
                  <a:lnTo>
                    <a:pt x="211157" y="246380"/>
                  </a:lnTo>
                  <a:lnTo>
                    <a:pt x="206930" y="238760"/>
                  </a:lnTo>
                  <a:lnTo>
                    <a:pt x="203954" y="231140"/>
                  </a:lnTo>
                  <a:lnTo>
                    <a:pt x="181153" y="226060"/>
                  </a:lnTo>
                  <a:lnTo>
                    <a:pt x="176688" y="222250"/>
                  </a:lnTo>
                  <a:lnTo>
                    <a:pt x="175557" y="212090"/>
                  </a:lnTo>
                  <a:lnTo>
                    <a:pt x="175319" y="208280"/>
                  </a:lnTo>
                  <a:lnTo>
                    <a:pt x="175398" y="198120"/>
                  </a:lnTo>
                  <a:lnTo>
                    <a:pt x="175478" y="196850"/>
                  </a:lnTo>
                  <a:lnTo>
                    <a:pt x="175557" y="195580"/>
                  </a:lnTo>
                  <a:lnTo>
                    <a:pt x="176688" y="186690"/>
                  </a:lnTo>
                  <a:lnTo>
                    <a:pt x="181094" y="181610"/>
                  </a:lnTo>
                  <a:lnTo>
                    <a:pt x="203954" y="177800"/>
                  </a:lnTo>
                  <a:lnTo>
                    <a:pt x="206871" y="168910"/>
                  </a:lnTo>
                  <a:lnTo>
                    <a:pt x="211157" y="162560"/>
                  </a:lnTo>
                  <a:lnTo>
                    <a:pt x="216396" y="156210"/>
                  </a:lnTo>
                  <a:lnTo>
                    <a:pt x="210859" y="138430"/>
                  </a:lnTo>
                  <a:lnTo>
                    <a:pt x="209073" y="133350"/>
                  </a:lnTo>
                  <a:lnTo>
                    <a:pt x="210562" y="128270"/>
                  </a:lnTo>
                  <a:lnTo>
                    <a:pt x="215086" y="124460"/>
                  </a:lnTo>
                  <a:lnTo>
                    <a:pt x="217884" y="121920"/>
                  </a:lnTo>
                  <a:lnTo>
                    <a:pt x="220741" y="120650"/>
                  </a:lnTo>
                  <a:lnTo>
                    <a:pt x="223778" y="118110"/>
                  </a:lnTo>
                  <a:lnTo>
                    <a:pt x="229909" y="115570"/>
                  </a:lnTo>
                  <a:lnTo>
                    <a:pt x="233005" y="113030"/>
                  </a:lnTo>
                  <a:lnTo>
                    <a:pt x="236160" y="111760"/>
                  </a:lnTo>
                  <a:lnTo>
                    <a:pt x="241399" y="110490"/>
                  </a:lnTo>
                  <a:lnTo>
                    <a:pt x="247292" y="111760"/>
                  </a:lnTo>
                  <a:lnTo>
                    <a:pt x="262830" y="129540"/>
                  </a:lnTo>
                  <a:lnTo>
                    <a:pt x="340414" y="129540"/>
                  </a:lnTo>
                  <a:lnTo>
                    <a:pt x="341530" y="133350"/>
                  </a:lnTo>
                  <a:lnTo>
                    <a:pt x="339744" y="138430"/>
                  </a:lnTo>
                  <a:lnTo>
                    <a:pt x="334208" y="156210"/>
                  </a:lnTo>
                  <a:lnTo>
                    <a:pt x="339447" y="162560"/>
                  </a:lnTo>
                  <a:lnTo>
                    <a:pt x="343673" y="168910"/>
                  </a:lnTo>
                  <a:lnTo>
                    <a:pt x="345800" y="175260"/>
                  </a:lnTo>
                  <a:lnTo>
                    <a:pt x="271483" y="175260"/>
                  </a:lnTo>
                  <a:lnTo>
                    <a:pt x="267838" y="176530"/>
                  </a:lnTo>
                  <a:lnTo>
                    <a:pt x="246697" y="200660"/>
                  </a:lnTo>
                  <a:lnTo>
                    <a:pt x="246697" y="208280"/>
                  </a:lnTo>
                  <a:lnTo>
                    <a:pt x="260836" y="228600"/>
                  </a:lnTo>
                  <a:lnTo>
                    <a:pt x="267838" y="232410"/>
                  </a:lnTo>
                  <a:lnTo>
                    <a:pt x="346164" y="232410"/>
                  </a:lnTo>
                  <a:lnTo>
                    <a:pt x="343733" y="238760"/>
                  </a:lnTo>
                  <a:lnTo>
                    <a:pt x="339447" y="246380"/>
                  </a:lnTo>
                  <a:lnTo>
                    <a:pt x="334208" y="252730"/>
                  </a:lnTo>
                  <a:lnTo>
                    <a:pt x="339744" y="269240"/>
                  </a:lnTo>
                  <a:lnTo>
                    <a:pt x="341530" y="274320"/>
                  </a:lnTo>
                  <a:lnTo>
                    <a:pt x="340340" y="279400"/>
                  </a:lnTo>
                  <a:lnTo>
                    <a:pt x="262889" y="279400"/>
                  </a:lnTo>
                  <a:lnTo>
                    <a:pt x="251130" y="292070"/>
                  </a:lnTo>
                  <a:lnTo>
                    <a:pt x="247292" y="297180"/>
                  </a:lnTo>
                  <a:lnTo>
                    <a:pt x="241399" y="298450"/>
                  </a:lnTo>
                  <a:close/>
                </a:path>
                <a:path w="375284" h="298450">
                  <a:moveTo>
                    <a:pt x="340414" y="129540"/>
                  </a:moveTo>
                  <a:lnTo>
                    <a:pt x="287714" y="129540"/>
                  </a:lnTo>
                  <a:lnTo>
                    <a:pt x="299501" y="115570"/>
                  </a:lnTo>
                  <a:lnTo>
                    <a:pt x="303311" y="111760"/>
                  </a:lnTo>
                  <a:lnTo>
                    <a:pt x="309205" y="110490"/>
                  </a:lnTo>
                  <a:lnTo>
                    <a:pt x="317599" y="113030"/>
                  </a:lnTo>
                  <a:lnTo>
                    <a:pt x="320694" y="115570"/>
                  </a:lnTo>
                  <a:lnTo>
                    <a:pt x="326826" y="118110"/>
                  </a:lnTo>
                  <a:lnTo>
                    <a:pt x="329803" y="120650"/>
                  </a:lnTo>
                  <a:lnTo>
                    <a:pt x="332720" y="121920"/>
                  </a:lnTo>
                  <a:lnTo>
                    <a:pt x="340042" y="128270"/>
                  </a:lnTo>
                  <a:lnTo>
                    <a:pt x="340414" y="129540"/>
                  </a:lnTo>
                  <a:close/>
                </a:path>
                <a:path w="375284" h="298450">
                  <a:moveTo>
                    <a:pt x="287714" y="129540"/>
                  </a:moveTo>
                  <a:lnTo>
                    <a:pt x="262830" y="129540"/>
                  </a:lnTo>
                  <a:lnTo>
                    <a:pt x="266878" y="128270"/>
                  </a:lnTo>
                  <a:lnTo>
                    <a:pt x="283666" y="128270"/>
                  </a:lnTo>
                  <a:lnTo>
                    <a:pt x="287714" y="129540"/>
                  </a:lnTo>
                  <a:close/>
                </a:path>
                <a:path w="375284" h="298450">
                  <a:moveTo>
                    <a:pt x="102393" y="199390"/>
                  </a:moveTo>
                  <a:lnTo>
                    <a:pt x="86082" y="199390"/>
                  </a:lnTo>
                  <a:lnTo>
                    <a:pt x="76497" y="198120"/>
                  </a:lnTo>
                  <a:lnTo>
                    <a:pt x="72211" y="193040"/>
                  </a:lnTo>
                  <a:lnTo>
                    <a:pt x="71080" y="187960"/>
                  </a:lnTo>
                  <a:lnTo>
                    <a:pt x="67448" y="170180"/>
                  </a:lnTo>
                  <a:lnTo>
                    <a:pt x="59590" y="167640"/>
                  </a:lnTo>
                  <a:lnTo>
                    <a:pt x="52268" y="163830"/>
                  </a:lnTo>
                  <a:lnTo>
                    <a:pt x="45898" y="158750"/>
                  </a:lnTo>
                  <a:lnTo>
                    <a:pt x="142577" y="158750"/>
                  </a:lnTo>
                  <a:lnTo>
                    <a:pt x="136207" y="163830"/>
                  </a:lnTo>
                  <a:lnTo>
                    <a:pt x="128944" y="167640"/>
                  </a:lnTo>
                  <a:lnTo>
                    <a:pt x="121027" y="170180"/>
                  </a:lnTo>
                  <a:lnTo>
                    <a:pt x="116264" y="193040"/>
                  </a:lnTo>
                  <a:lnTo>
                    <a:pt x="111978" y="198120"/>
                  </a:lnTo>
                  <a:lnTo>
                    <a:pt x="102393" y="199390"/>
                  </a:lnTo>
                  <a:close/>
                </a:path>
                <a:path w="375284" h="298450">
                  <a:moveTo>
                    <a:pt x="164722" y="165100"/>
                  </a:moveTo>
                  <a:lnTo>
                    <a:pt x="159365" y="163830"/>
                  </a:lnTo>
                  <a:lnTo>
                    <a:pt x="142577" y="158750"/>
                  </a:lnTo>
                  <a:lnTo>
                    <a:pt x="174327" y="158750"/>
                  </a:lnTo>
                  <a:lnTo>
                    <a:pt x="170676" y="163830"/>
                  </a:lnTo>
                  <a:lnTo>
                    <a:pt x="164722" y="165100"/>
                  </a:lnTo>
                  <a:close/>
                </a:path>
                <a:path w="375284" h="298450">
                  <a:moveTo>
                    <a:pt x="346164" y="232410"/>
                  </a:moveTo>
                  <a:lnTo>
                    <a:pt x="282706" y="232410"/>
                  </a:lnTo>
                  <a:lnTo>
                    <a:pt x="289708" y="228600"/>
                  </a:lnTo>
                  <a:lnTo>
                    <a:pt x="292798" y="227330"/>
                  </a:lnTo>
                  <a:lnTo>
                    <a:pt x="298157" y="222250"/>
                  </a:lnTo>
                  <a:lnTo>
                    <a:pt x="300222" y="218440"/>
                  </a:lnTo>
                  <a:lnTo>
                    <a:pt x="303122" y="212090"/>
                  </a:lnTo>
                  <a:lnTo>
                    <a:pt x="303847" y="208280"/>
                  </a:lnTo>
                  <a:lnTo>
                    <a:pt x="303847" y="200660"/>
                  </a:lnTo>
                  <a:lnTo>
                    <a:pt x="279061" y="175260"/>
                  </a:lnTo>
                  <a:lnTo>
                    <a:pt x="345800" y="175260"/>
                  </a:lnTo>
                  <a:lnTo>
                    <a:pt x="346650" y="177800"/>
                  </a:lnTo>
                  <a:lnTo>
                    <a:pt x="363974" y="181610"/>
                  </a:lnTo>
                  <a:lnTo>
                    <a:pt x="369450" y="181610"/>
                  </a:lnTo>
                  <a:lnTo>
                    <a:pt x="373915" y="186690"/>
                  </a:lnTo>
                  <a:lnTo>
                    <a:pt x="375046" y="195580"/>
                  </a:lnTo>
                  <a:lnTo>
                    <a:pt x="375165" y="198120"/>
                  </a:lnTo>
                  <a:lnTo>
                    <a:pt x="375284" y="208280"/>
                  </a:lnTo>
                  <a:lnTo>
                    <a:pt x="375046" y="212090"/>
                  </a:lnTo>
                  <a:lnTo>
                    <a:pt x="373915" y="222250"/>
                  </a:lnTo>
                  <a:lnTo>
                    <a:pt x="369510" y="226060"/>
                  </a:lnTo>
                  <a:lnTo>
                    <a:pt x="346650" y="231140"/>
                  </a:lnTo>
                  <a:lnTo>
                    <a:pt x="346164" y="232410"/>
                  </a:lnTo>
                  <a:close/>
                </a:path>
                <a:path w="375284" h="298450">
                  <a:moveTo>
                    <a:pt x="279558" y="280670"/>
                  </a:moveTo>
                  <a:lnTo>
                    <a:pt x="271105" y="280670"/>
                  </a:lnTo>
                  <a:lnTo>
                    <a:pt x="266938" y="279400"/>
                  </a:lnTo>
                  <a:lnTo>
                    <a:pt x="283725" y="279400"/>
                  </a:lnTo>
                  <a:lnTo>
                    <a:pt x="279558" y="280670"/>
                  </a:lnTo>
                  <a:close/>
                </a:path>
                <a:path w="375284" h="298450">
                  <a:moveTo>
                    <a:pt x="309145" y="298450"/>
                  </a:moveTo>
                  <a:lnTo>
                    <a:pt x="303252" y="297180"/>
                  </a:lnTo>
                  <a:lnTo>
                    <a:pt x="299270" y="291786"/>
                  </a:lnTo>
                  <a:lnTo>
                    <a:pt x="287774" y="279400"/>
                  </a:lnTo>
                  <a:lnTo>
                    <a:pt x="340340" y="279400"/>
                  </a:lnTo>
                  <a:lnTo>
                    <a:pt x="340042" y="280670"/>
                  </a:lnTo>
                  <a:lnTo>
                    <a:pt x="332720" y="285750"/>
                  </a:lnTo>
                  <a:lnTo>
                    <a:pt x="329803" y="288290"/>
                  </a:lnTo>
                  <a:lnTo>
                    <a:pt x="326826" y="289560"/>
                  </a:lnTo>
                  <a:lnTo>
                    <a:pt x="323649" y="292070"/>
                  </a:lnTo>
                  <a:lnTo>
                    <a:pt x="320635" y="293370"/>
                  </a:lnTo>
                  <a:lnTo>
                    <a:pt x="314384" y="295910"/>
                  </a:lnTo>
                  <a:lnTo>
                    <a:pt x="309145" y="29845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 descr=""/>
          <p:cNvSpPr txBox="1"/>
          <p:nvPr/>
        </p:nvSpPr>
        <p:spPr>
          <a:xfrm>
            <a:off x="7534076" y="2837218"/>
            <a:ext cx="766445" cy="4254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34"/>
              </a:spcBef>
            </a:pPr>
            <a:r>
              <a:rPr dirty="0" sz="1200" spc="-20" b="1">
                <a:solidFill>
                  <a:srgbClr val="FFFFFF"/>
                </a:solidFill>
                <a:latin typeface="Roboto"/>
                <a:cs typeface="Roboto"/>
              </a:rPr>
              <a:t>DDPG</a:t>
            </a:r>
            <a:endParaRPr sz="1200">
              <a:latin typeface="Roboto"/>
              <a:cs typeface="Roboto"/>
            </a:endParaRPr>
          </a:p>
          <a:p>
            <a:pPr algn="ctr">
              <a:lnSpc>
                <a:spcPct val="100000"/>
              </a:lnSpc>
              <a:spcBef>
                <a:spcPts val="135"/>
              </a:spcBef>
            </a:pPr>
            <a:r>
              <a:rPr dirty="0" sz="1200" spc="-45" b="1">
                <a:solidFill>
                  <a:srgbClr val="FFFFFF"/>
                </a:solidFill>
                <a:latin typeface="Roboto"/>
                <a:cs typeface="Roboto"/>
              </a:rPr>
              <a:t>Adaptability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3" name="object 43" descr=""/>
          <p:cNvGrpSpPr/>
          <p:nvPr/>
        </p:nvGrpSpPr>
        <p:grpSpPr>
          <a:xfrm>
            <a:off x="8972549" y="2314574"/>
            <a:ext cx="1143000" cy="1143000"/>
            <a:chOff x="8972549" y="2314574"/>
            <a:chExt cx="1143000" cy="1143000"/>
          </a:xfrm>
        </p:grpSpPr>
        <p:pic>
          <p:nvPicPr>
            <p:cNvPr id="44" name="object 44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8972549" y="2314574"/>
              <a:ext cx="1142999" cy="1142999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9401174" y="2495549"/>
              <a:ext cx="285750" cy="303530"/>
            </a:xfrm>
            <a:custGeom>
              <a:avLst/>
              <a:gdLst/>
              <a:ahLst/>
              <a:cxnLst/>
              <a:rect l="l" t="t" r="r" b="b"/>
              <a:pathLst>
                <a:path w="285750" h="303530">
                  <a:moveTo>
                    <a:pt x="142874" y="303133"/>
                  </a:moveTo>
                  <a:lnTo>
                    <a:pt x="82144" y="270592"/>
                  </a:lnTo>
                  <a:lnTo>
                    <a:pt x="48670" y="234800"/>
                  </a:lnTo>
                  <a:lnTo>
                    <a:pt x="25226" y="195180"/>
                  </a:lnTo>
                  <a:lnTo>
                    <a:pt x="10305" y="154732"/>
                  </a:lnTo>
                  <a:lnTo>
                    <a:pt x="2399" y="116454"/>
                  </a:lnTo>
                  <a:lnTo>
                    <a:pt x="0" y="83343"/>
                  </a:lnTo>
                  <a:lnTo>
                    <a:pt x="1695" y="72221"/>
                  </a:lnTo>
                  <a:lnTo>
                    <a:pt x="6466" y="62545"/>
                  </a:lnTo>
                  <a:lnTo>
                    <a:pt x="13704" y="54754"/>
                  </a:lnTo>
                  <a:lnTo>
                    <a:pt x="22800" y="49291"/>
                  </a:lnTo>
                  <a:lnTo>
                    <a:pt x="134957" y="1726"/>
                  </a:lnTo>
                  <a:lnTo>
                    <a:pt x="137398" y="595"/>
                  </a:lnTo>
                  <a:lnTo>
                    <a:pt x="140136" y="0"/>
                  </a:lnTo>
                  <a:lnTo>
                    <a:pt x="145613" y="0"/>
                  </a:lnTo>
                  <a:lnTo>
                    <a:pt x="148351" y="595"/>
                  </a:lnTo>
                  <a:lnTo>
                    <a:pt x="150852" y="1726"/>
                  </a:lnTo>
                  <a:lnTo>
                    <a:pt x="240501" y="39766"/>
                  </a:lnTo>
                  <a:lnTo>
                    <a:pt x="142874" y="39766"/>
                  </a:lnTo>
                  <a:lnTo>
                    <a:pt x="142874" y="264794"/>
                  </a:lnTo>
                  <a:lnTo>
                    <a:pt x="209027" y="264794"/>
                  </a:lnTo>
                  <a:lnTo>
                    <a:pt x="203605" y="270592"/>
                  </a:lnTo>
                  <a:lnTo>
                    <a:pt x="158591" y="299561"/>
                  </a:lnTo>
                  <a:lnTo>
                    <a:pt x="150883" y="302240"/>
                  </a:lnTo>
                  <a:lnTo>
                    <a:pt x="142874" y="303133"/>
                  </a:lnTo>
                  <a:close/>
                </a:path>
                <a:path w="285750" h="303530">
                  <a:moveTo>
                    <a:pt x="209027" y="264794"/>
                  </a:moveTo>
                  <a:lnTo>
                    <a:pt x="142874" y="264794"/>
                  </a:lnTo>
                  <a:lnTo>
                    <a:pt x="185266" y="235809"/>
                  </a:lnTo>
                  <a:lnTo>
                    <a:pt x="215091" y="199245"/>
                  </a:lnTo>
                  <a:lnTo>
                    <a:pt x="234197" y="159113"/>
                  </a:lnTo>
                  <a:lnTo>
                    <a:pt x="244434" y="119420"/>
                  </a:lnTo>
                  <a:lnTo>
                    <a:pt x="247649" y="84177"/>
                  </a:lnTo>
                  <a:lnTo>
                    <a:pt x="142874" y="39766"/>
                  </a:lnTo>
                  <a:lnTo>
                    <a:pt x="240501" y="39766"/>
                  </a:lnTo>
                  <a:lnTo>
                    <a:pt x="279283" y="62545"/>
                  </a:lnTo>
                  <a:lnTo>
                    <a:pt x="285749" y="83343"/>
                  </a:lnTo>
                  <a:lnTo>
                    <a:pt x="283350" y="116454"/>
                  </a:lnTo>
                  <a:lnTo>
                    <a:pt x="275444" y="154732"/>
                  </a:lnTo>
                  <a:lnTo>
                    <a:pt x="260523" y="195180"/>
                  </a:lnTo>
                  <a:lnTo>
                    <a:pt x="237079" y="234800"/>
                  </a:lnTo>
                  <a:lnTo>
                    <a:pt x="209027" y="26479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9309149" y="2854134"/>
            <a:ext cx="462280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70" b="1">
                <a:solidFill>
                  <a:srgbClr val="FFFFFF"/>
                </a:solidFill>
                <a:latin typeface="Roboto"/>
                <a:cs typeface="Roboto"/>
              </a:rPr>
              <a:t>IT2FLC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0591799" y="2314574"/>
            <a:ext cx="1143000" cy="1143000"/>
            <a:chOff x="10591799" y="2314574"/>
            <a:chExt cx="1143000" cy="1143000"/>
          </a:xfrm>
        </p:grpSpPr>
        <p:pic>
          <p:nvPicPr>
            <p:cNvPr id="48" name="object 48" descr="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0591799" y="2314574"/>
              <a:ext cx="1142999" cy="1142999"/>
            </a:xfrm>
            <a:prstGeom prst="rect">
              <a:avLst/>
            </a:prstGeom>
          </p:spPr>
        </p:pic>
        <p:sp>
          <p:nvSpPr>
            <p:cNvPr id="49" name="object 49" descr=""/>
            <p:cNvSpPr/>
            <p:nvPr/>
          </p:nvSpPr>
          <p:spPr>
            <a:xfrm>
              <a:off x="11010899" y="249554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70008" y="276224"/>
                  </a:moveTo>
                  <a:lnTo>
                    <a:pt x="66674" y="276224"/>
                  </a:lnTo>
                  <a:lnTo>
                    <a:pt x="51856" y="273227"/>
                  </a:lnTo>
                  <a:lnTo>
                    <a:pt x="39744" y="265055"/>
                  </a:lnTo>
                  <a:lnTo>
                    <a:pt x="31572" y="252943"/>
                  </a:lnTo>
                  <a:lnTo>
                    <a:pt x="28574" y="238124"/>
                  </a:lnTo>
                  <a:lnTo>
                    <a:pt x="28574" y="233719"/>
                  </a:lnTo>
                  <a:lnTo>
                    <a:pt x="29348" y="229433"/>
                  </a:lnTo>
                  <a:lnTo>
                    <a:pt x="30718" y="225504"/>
                  </a:lnTo>
                  <a:lnTo>
                    <a:pt x="18333" y="218546"/>
                  </a:lnTo>
                  <a:lnTo>
                    <a:pt x="8617" y="208329"/>
                  </a:lnTo>
                  <a:lnTo>
                    <a:pt x="2271" y="195567"/>
                  </a:lnTo>
                  <a:lnTo>
                    <a:pt x="0" y="180974"/>
                  </a:lnTo>
                  <a:lnTo>
                    <a:pt x="1991" y="167309"/>
                  </a:lnTo>
                  <a:lnTo>
                    <a:pt x="7582" y="155190"/>
                  </a:lnTo>
                  <a:lnTo>
                    <a:pt x="16199" y="145203"/>
                  </a:lnTo>
                  <a:lnTo>
                    <a:pt x="27265" y="137933"/>
                  </a:lnTo>
                  <a:lnTo>
                    <a:pt x="22086" y="131444"/>
                  </a:lnTo>
                  <a:lnTo>
                    <a:pt x="19049" y="123229"/>
                  </a:lnTo>
                  <a:lnTo>
                    <a:pt x="19049" y="114299"/>
                  </a:lnTo>
                  <a:lnTo>
                    <a:pt x="21327" y="101294"/>
                  </a:lnTo>
                  <a:lnTo>
                    <a:pt x="27622" y="90219"/>
                  </a:lnTo>
                  <a:lnTo>
                    <a:pt x="37132" y="81868"/>
                  </a:lnTo>
                  <a:lnTo>
                    <a:pt x="49053" y="77033"/>
                  </a:lnTo>
                  <a:lnTo>
                    <a:pt x="48101" y="73759"/>
                  </a:lnTo>
                  <a:lnTo>
                    <a:pt x="47624" y="70246"/>
                  </a:lnTo>
                  <a:lnTo>
                    <a:pt x="47624" y="66674"/>
                  </a:lnTo>
                  <a:lnTo>
                    <a:pt x="49798" y="53975"/>
                  </a:lnTo>
                  <a:lnTo>
                    <a:pt x="55817" y="43078"/>
                  </a:lnTo>
                  <a:lnTo>
                    <a:pt x="64929" y="34737"/>
                  </a:lnTo>
                  <a:lnTo>
                    <a:pt x="76378" y="29706"/>
                  </a:lnTo>
                  <a:lnTo>
                    <a:pt x="79893" y="18032"/>
                  </a:lnTo>
                  <a:lnTo>
                    <a:pt x="87176" y="8602"/>
                  </a:lnTo>
                  <a:lnTo>
                    <a:pt x="97349" y="2297"/>
                  </a:lnTo>
                  <a:lnTo>
                    <a:pt x="109537" y="0"/>
                  </a:lnTo>
                  <a:lnTo>
                    <a:pt x="122506" y="2622"/>
                  </a:lnTo>
                  <a:lnTo>
                    <a:pt x="133104" y="9770"/>
                  </a:lnTo>
                  <a:lnTo>
                    <a:pt x="140252" y="20368"/>
                  </a:lnTo>
                  <a:lnTo>
                    <a:pt x="142874" y="33337"/>
                  </a:lnTo>
                  <a:lnTo>
                    <a:pt x="142874" y="271462"/>
                  </a:lnTo>
                  <a:lnTo>
                    <a:pt x="142164" y="274974"/>
                  </a:lnTo>
                  <a:lnTo>
                    <a:pt x="76378" y="274974"/>
                  </a:lnTo>
                  <a:lnTo>
                    <a:pt x="73282" y="275808"/>
                  </a:lnTo>
                  <a:lnTo>
                    <a:pt x="70008" y="276224"/>
                  </a:lnTo>
                  <a:close/>
                </a:path>
                <a:path w="304800" h="304800">
                  <a:moveTo>
                    <a:pt x="109537" y="304799"/>
                  </a:moveTo>
                  <a:lnTo>
                    <a:pt x="97349" y="302500"/>
                  </a:lnTo>
                  <a:lnTo>
                    <a:pt x="87176" y="296182"/>
                  </a:lnTo>
                  <a:lnTo>
                    <a:pt x="79893" y="286717"/>
                  </a:lnTo>
                  <a:lnTo>
                    <a:pt x="76378" y="274974"/>
                  </a:lnTo>
                  <a:lnTo>
                    <a:pt x="142164" y="274974"/>
                  </a:lnTo>
                  <a:lnTo>
                    <a:pt x="140252" y="284431"/>
                  </a:lnTo>
                  <a:lnTo>
                    <a:pt x="133104" y="295029"/>
                  </a:lnTo>
                  <a:lnTo>
                    <a:pt x="122506" y="302177"/>
                  </a:lnTo>
                  <a:lnTo>
                    <a:pt x="109537" y="304799"/>
                  </a:lnTo>
                  <a:close/>
                </a:path>
                <a:path w="304800" h="304800">
                  <a:moveTo>
                    <a:pt x="195262" y="304799"/>
                  </a:moveTo>
                  <a:lnTo>
                    <a:pt x="182293" y="302177"/>
                  </a:lnTo>
                  <a:lnTo>
                    <a:pt x="171695" y="295029"/>
                  </a:lnTo>
                  <a:lnTo>
                    <a:pt x="164547" y="284431"/>
                  </a:lnTo>
                  <a:lnTo>
                    <a:pt x="161924" y="271462"/>
                  </a:lnTo>
                  <a:lnTo>
                    <a:pt x="161924" y="33337"/>
                  </a:lnTo>
                  <a:lnTo>
                    <a:pt x="164547" y="20368"/>
                  </a:lnTo>
                  <a:lnTo>
                    <a:pt x="171695" y="9770"/>
                  </a:lnTo>
                  <a:lnTo>
                    <a:pt x="182293" y="2622"/>
                  </a:lnTo>
                  <a:lnTo>
                    <a:pt x="195262" y="0"/>
                  </a:lnTo>
                  <a:lnTo>
                    <a:pt x="207442" y="2297"/>
                  </a:lnTo>
                  <a:lnTo>
                    <a:pt x="217601" y="8602"/>
                  </a:lnTo>
                  <a:lnTo>
                    <a:pt x="224881" y="18032"/>
                  </a:lnTo>
                  <a:lnTo>
                    <a:pt x="228421" y="29706"/>
                  </a:lnTo>
                  <a:lnTo>
                    <a:pt x="239896" y="34729"/>
                  </a:lnTo>
                  <a:lnTo>
                    <a:pt x="249004" y="43055"/>
                  </a:lnTo>
                  <a:lnTo>
                    <a:pt x="255009" y="53950"/>
                  </a:lnTo>
                  <a:lnTo>
                    <a:pt x="257174" y="66674"/>
                  </a:lnTo>
                  <a:lnTo>
                    <a:pt x="257174" y="70246"/>
                  </a:lnTo>
                  <a:lnTo>
                    <a:pt x="256698" y="73759"/>
                  </a:lnTo>
                  <a:lnTo>
                    <a:pt x="255746" y="77033"/>
                  </a:lnTo>
                  <a:lnTo>
                    <a:pt x="267667" y="81843"/>
                  </a:lnTo>
                  <a:lnTo>
                    <a:pt x="277177" y="90197"/>
                  </a:lnTo>
                  <a:lnTo>
                    <a:pt x="283472" y="101285"/>
                  </a:lnTo>
                  <a:lnTo>
                    <a:pt x="285749" y="114299"/>
                  </a:lnTo>
                  <a:lnTo>
                    <a:pt x="285749" y="123229"/>
                  </a:lnTo>
                  <a:lnTo>
                    <a:pt x="282713" y="131444"/>
                  </a:lnTo>
                  <a:lnTo>
                    <a:pt x="277534" y="137933"/>
                  </a:lnTo>
                  <a:lnTo>
                    <a:pt x="288600" y="145203"/>
                  </a:lnTo>
                  <a:lnTo>
                    <a:pt x="297217" y="155190"/>
                  </a:lnTo>
                  <a:lnTo>
                    <a:pt x="302808" y="167309"/>
                  </a:lnTo>
                  <a:lnTo>
                    <a:pt x="304799" y="180974"/>
                  </a:lnTo>
                  <a:lnTo>
                    <a:pt x="302528" y="195567"/>
                  </a:lnTo>
                  <a:lnTo>
                    <a:pt x="296182" y="208329"/>
                  </a:lnTo>
                  <a:lnTo>
                    <a:pt x="286466" y="218546"/>
                  </a:lnTo>
                  <a:lnTo>
                    <a:pt x="274081" y="225504"/>
                  </a:lnTo>
                  <a:lnTo>
                    <a:pt x="275451" y="229433"/>
                  </a:lnTo>
                  <a:lnTo>
                    <a:pt x="276224" y="233719"/>
                  </a:lnTo>
                  <a:lnTo>
                    <a:pt x="276224" y="238124"/>
                  </a:lnTo>
                  <a:lnTo>
                    <a:pt x="273227" y="252943"/>
                  </a:lnTo>
                  <a:lnTo>
                    <a:pt x="265055" y="265055"/>
                  </a:lnTo>
                  <a:lnTo>
                    <a:pt x="252943" y="273227"/>
                  </a:lnTo>
                  <a:lnTo>
                    <a:pt x="244304" y="274974"/>
                  </a:lnTo>
                  <a:lnTo>
                    <a:pt x="228421" y="274974"/>
                  </a:lnTo>
                  <a:lnTo>
                    <a:pt x="224906" y="286717"/>
                  </a:lnTo>
                  <a:lnTo>
                    <a:pt x="217623" y="296182"/>
                  </a:lnTo>
                  <a:lnTo>
                    <a:pt x="207450" y="302500"/>
                  </a:lnTo>
                  <a:lnTo>
                    <a:pt x="195262" y="304799"/>
                  </a:lnTo>
                  <a:close/>
                </a:path>
                <a:path w="304800" h="304800">
                  <a:moveTo>
                    <a:pt x="238124" y="276224"/>
                  </a:moveTo>
                  <a:lnTo>
                    <a:pt x="234791" y="276224"/>
                  </a:lnTo>
                  <a:lnTo>
                    <a:pt x="231517" y="275808"/>
                  </a:lnTo>
                  <a:lnTo>
                    <a:pt x="228421" y="274974"/>
                  </a:lnTo>
                  <a:lnTo>
                    <a:pt x="244304" y="274974"/>
                  </a:lnTo>
                  <a:lnTo>
                    <a:pt x="238124" y="2762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 descr=""/>
          <p:cNvSpPr txBox="1"/>
          <p:nvPr/>
        </p:nvSpPr>
        <p:spPr>
          <a:xfrm>
            <a:off x="10778231" y="2837218"/>
            <a:ext cx="770255" cy="425450"/>
          </a:xfrm>
          <a:prstGeom prst="rect">
            <a:avLst/>
          </a:prstGeom>
        </p:spPr>
        <p:txBody>
          <a:bodyPr wrap="square" lIns="0" tIns="29844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234"/>
              </a:spcBef>
            </a:pPr>
            <a:r>
              <a:rPr dirty="0" sz="1200" spc="-90" b="1">
                <a:solidFill>
                  <a:srgbClr val="FFFFFF"/>
                </a:solidFill>
                <a:latin typeface="Roboto"/>
                <a:cs typeface="Roboto"/>
              </a:rPr>
              <a:t>CNN-</a:t>
            </a:r>
            <a:r>
              <a:rPr dirty="0" sz="1200" spc="-20" b="1">
                <a:solidFill>
                  <a:srgbClr val="FFFFFF"/>
                </a:solidFill>
                <a:latin typeface="Roboto"/>
                <a:cs typeface="Roboto"/>
              </a:rPr>
              <a:t>LSTM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200" spc="-55" b="1">
                <a:solidFill>
                  <a:srgbClr val="FFFFFF"/>
                </a:solidFill>
                <a:latin typeface="Roboto"/>
                <a:cs typeface="Roboto"/>
              </a:rPr>
              <a:t>Anticipation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51" name="object 51" descr=""/>
          <p:cNvGrpSpPr/>
          <p:nvPr/>
        </p:nvGrpSpPr>
        <p:grpSpPr>
          <a:xfrm>
            <a:off x="8877300" y="2219325"/>
            <a:ext cx="1333500" cy="1333500"/>
            <a:chOff x="8877300" y="2219325"/>
            <a:chExt cx="1333500" cy="1333500"/>
          </a:xfrm>
        </p:grpSpPr>
        <p:sp>
          <p:nvSpPr>
            <p:cNvPr id="52" name="object 52" descr=""/>
            <p:cNvSpPr/>
            <p:nvPr/>
          </p:nvSpPr>
          <p:spPr>
            <a:xfrm>
              <a:off x="8886824" y="2228849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657224" y="1314449"/>
                  </a:moveTo>
                  <a:lnTo>
                    <a:pt x="608881" y="1312669"/>
                  </a:lnTo>
                  <a:lnTo>
                    <a:pt x="560789" y="1307336"/>
                  </a:lnTo>
                  <a:lnTo>
                    <a:pt x="513221" y="1298479"/>
                  </a:lnTo>
                  <a:lnTo>
                    <a:pt x="466442" y="1286149"/>
                  </a:lnTo>
                  <a:lnTo>
                    <a:pt x="420697" y="1270412"/>
                  </a:lnTo>
                  <a:lnTo>
                    <a:pt x="376224" y="1251349"/>
                  </a:lnTo>
                  <a:lnTo>
                    <a:pt x="333275" y="1229065"/>
                  </a:lnTo>
                  <a:lnTo>
                    <a:pt x="292090" y="1203687"/>
                  </a:lnTo>
                  <a:lnTo>
                    <a:pt x="252883" y="1175349"/>
                  </a:lnTo>
                  <a:lnTo>
                    <a:pt x="215859" y="1144196"/>
                  </a:lnTo>
                  <a:lnTo>
                    <a:pt x="181228" y="1110404"/>
                  </a:lnTo>
                  <a:lnTo>
                    <a:pt x="149183" y="1074164"/>
                  </a:lnTo>
                  <a:lnTo>
                    <a:pt x="119890" y="1035664"/>
                  </a:lnTo>
                  <a:lnTo>
                    <a:pt x="93503" y="995106"/>
                  </a:lnTo>
                  <a:lnTo>
                    <a:pt x="70173" y="952716"/>
                  </a:lnTo>
                  <a:lnTo>
                    <a:pt x="50028" y="908733"/>
                  </a:lnTo>
                  <a:lnTo>
                    <a:pt x="33172" y="863389"/>
                  </a:lnTo>
                  <a:lnTo>
                    <a:pt x="19695" y="816917"/>
                  </a:lnTo>
                  <a:lnTo>
                    <a:pt x="9674" y="769580"/>
                  </a:lnTo>
                  <a:lnTo>
                    <a:pt x="3164" y="721644"/>
                  </a:lnTo>
                  <a:lnTo>
                    <a:pt x="197" y="673358"/>
                  </a:lnTo>
                  <a:lnTo>
                    <a:pt x="0" y="657224"/>
                  </a:lnTo>
                  <a:lnTo>
                    <a:pt x="197" y="641090"/>
                  </a:lnTo>
                  <a:lnTo>
                    <a:pt x="3164" y="592805"/>
                  </a:lnTo>
                  <a:lnTo>
                    <a:pt x="9674" y="544869"/>
                  </a:lnTo>
                  <a:lnTo>
                    <a:pt x="19695" y="497532"/>
                  </a:lnTo>
                  <a:lnTo>
                    <a:pt x="33172" y="451060"/>
                  </a:lnTo>
                  <a:lnTo>
                    <a:pt x="50028" y="405715"/>
                  </a:lnTo>
                  <a:lnTo>
                    <a:pt x="70173" y="361733"/>
                  </a:lnTo>
                  <a:lnTo>
                    <a:pt x="93503" y="319343"/>
                  </a:lnTo>
                  <a:lnTo>
                    <a:pt x="119890" y="278785"/>
                  </a:lnTo>
                  <a:lnTo>
                    <a:pt x="149183" y="240285"/>
                  </a:lnTo>
                  <a:lnTo>
                    <a:pt x="181228" y="204045"/>
                  </a:lnTo>
                  <a:lnTo>
                    <a:pt x="215859" y="170253"/>
                  </a:lnTo>
                  <a:lnTo>
                    <a:pt x="252883" y="139100"/>
                  </a:lnTo>
                  <a:lnTo>
                    <a:pt x="292090" y="110762"/>
                  </a:lnTo>
                  <a:lnTo>
                    <a:pt x="333275" y="85384"/>
                  </a:lnTo>
                  <a:lnTo>
                    <a:pt x="376224" y="63100"/>
                  </a:lnTo>
                  <a:lnTo>
                    <a:pt x="420697" y="44036"/>
                  </a:lnTo>
                  <a:lnTo>
                    <a:pt x="466442" y="28299"/>
                  </a:lnTo>
                  <a:lnTo>
                    <a:pt x="513221" y="15969"/>
                  </a:lnTo>
                  <a:lnTo>
                    <a:pt x="560789" y="7112"/>
                  </a:lnTo>
                  <a:lnTo>
                    <a:pt x="608881" y="1780"/>
                  </a:lnTo>
                  <a:lnTo>
                    <a:pt x="657224" y="0"/>
                  </a:lnTo>
                  <a:lnTo>
                    <a:pt x="673358" y="197"/>
                  </a:lnTo>
                  <a:lnTo>
                    <a:pt x="721644" y="3164"/>
                  </a:lnTo>
                  <a:lnTo>
                    <a:pt x="769580" y="9674"/>
                  </a:lnTo>
                  <a:lnTo>
                    <a:pt x="816917" y="19695"/>
                  </a:lnTo>
                  <a:lnTo>
                    <a:pt x="863389" y="33172"/>
                  </a:lnTo>
                  <a:lnTo>
                    <a:pt x="908733" y="50028"/>
                  </a:lnTo>
                  <a:lnTo>
                    <a:pt x="952716" y="70173"/>
                  </a:lnTo>
                  <a:lnTo>
                    <a:pt x="995106" y="93503"/>
                  </a:lnTo>
                  <a:lnTo>
                    <a:pt x="1035664" y="119890"/>
                  </a:lnTo>
                  <a:lnTo>
                    <a:pt x="1074164" y="149183"/>
                  </a:lnTo>
                  <a:lnTo>
                    <a:pt x="1110404" y="181228"/>
                  </a:lnTo>
                  <a:lnTo>
                    <a:pt x="1144196" y="215859"/>
                  </a:lnTo>
                  <a:lnTo>
                    <a:pt x="1175349" y="252883"/>
                  </a:lnTo>
                  <a:lnTo>
                    <a:pt x="1203687" y="292090"/>
                  </a:lnTo>
                  <a:lnTo>
                    <a:pt x="1229065" y="333275"/>
                  </a:lnTo>
                  <a:lnTo>
                    <a:pt x="1251349" y="376224"/>
                  </a:lnTo>
                  <a:lnTo>
                    <a:pt x="1270412" y="420697"/>
                  </a:lnTo>
                  <a:lnTo>
                    <a:pt x="1286149" y="466442"/>
                  </a:lnTo>
                  <a:lnTo>
                    <a:pt x="1298479" y="513221"/>
                  </a:lnTo>
                  <a:lnTo>
                    <a:pt x="1307336" y="560789"/>
                  </a:lnTo>
                  <a:lnTo>
                    <a:pt x="1312669" y="608881"/>
                  </a:lnTo>
                  <a:lnTo>
                    <a:pt x="1314449" y="657224"/>
                  </a:lnTo>
                  <a:lnTo>
                    <a:pt x="1314252" y="673358"/>
                  </a:lnTo>
                  <a:lnTo>
                    <a:pt x="1311285" y="721644"/>
                  </a:lnTo>
                  <a:lnTo>
                    <a:pt x="1304774" y="769580"/>
                  </a:lnTo>
                  <a:lnTo>
                    <a:pt x="1294753" y="816917"/>
                  </a:lnTo>
                  <a:lnTo>
                    <a:pt x="1281277" y="863389"/>
                  </a:lnTo>
                  <a:lnTo>
                    <a:pt x="1264421" y="908733"/>
                  </a:lnTo>
                  <a:lnTo>
                    <a:pt x="1244276" y="952716"/>
                  </a:lnTo>
                  <a:lnTo>
                    <a:pt x="1220945" y="995106"/>
                  </a:lnTo>
                  <a:lnTo>
                    <a:pt x="1194559" y="1035664"/>
                  </a:lnTo>
                  <a:lnTo>
                    <a:pt x="1165266" y="1074164"/>
                  </a:lnTo>
                  <a:lnTo>
                    <a:pt x="1133221" y="1110404"/>
                  </a:lnTo>
                  <a:lnTo>
                    <a:pt x="1098590" y="1144196"/>
                  </a:lnTo>
                  <a:lnTo>
                    <a:pt x="1061566" y="1175349"/>
                  </a:lnTo>
                  <a:lnTo>
                    <a:pt x="1022359" y="1203687"/>
                  </a:lnTo>
                  <a:lnTo>
                    <a:pt x="981174" y="1229065"/>
                  </a:lnTo>
                  <a:lnTo>
                    <a:pt x="938224" y="1251349"/>
                  </a:lnTo>
                  <a:lnTo>
                    <a:pt x="893752" y="1270412"/>
                  </a:lnTo>
                  <a:lnTo>
                    <a:pt x="848007" y="1286149"/>
                  </a:lnTo>
                  <a:lnTo>
                    <a:pt x="801228" y="1298479"/>
                  </a:lnTo>
                  <a:lnTo>
                    <a:pt x="753659" y="1307336"/>
                  </a:lnTo>
                  <a:lnTo>
                    <a:pt x="705568" y="1312669"/>
                  </a:lnTo>
                  <a:lnTo>
                    <a:pt x="657224" y="131444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 descr=""/>
            <p:cNvSpPr/>
            <p:nvPr/>
          </p:nvSpPr>
          <p:spPr>
            <a:xfrm>
              <a:off x="8886824" y="2228849"/>
              <a:ext cx="1314450" cy="1314450"/>
            </a:xfrm>
            <a:custGeom>
              <a:avLst/>
              <a:gdLst/>
              <a:ahLst/>
              <a:cxnLst/>
              <a:rect l="l" t="t" r="r" b="b"/>
              <a:pathLst>
                <a:path w="1314450" h="1314450">
                  <a:moveTo>
                    <a:pt x="1314449" y="657224"/>
                  </a:moveTo>
                  <a:lnTo>
                    <a:pt x="1312669" y="705568"/>
                  </a:lnTo>
                  <a:lnTo>
                    <a:pt x="1307336" y="753659"/>
                  </a:lnTo>
                  <a:lnTo>
                    <a:pt x="1298479" y="801228"/>
                  </a:lnTo>
                  <a:lnTo>
                    <a:pt x="1286149" y="848007"/>
                  </a:lnTo>
                  <a:lnTo>
                    <a:pt x="1270412" y="893752"/>
                  </a:lnTo>
                  <a:lnTo>
                    <a:pt x="1251349" y="938224"/>
                  </a:lnTo>
                  <a:lnTo>
                    <a:pt x="1229065" y="981174"/>
                  </a:lnTo>
                  <a:lnTo>
                    <a:pt x="1203687" y="1022359"/>
                  </a:lnTo>
                  <a:lnTo>
                    <a:pt x="1175349" y="1061566"/>
                  </a:lnTo>
                  <a:lnTo>
                    <a:pt x="1144196" y="1098590"/>
                  </a:lnTo>
                  <a:lnTo>
                    <a:pt x="1110404" y="1133221"/>
                  </a:lnTo>
                  <a:lnTo>
                    <a:pt x="1074164" y="1165266"/>
                  </a:lnTo>
                  <a:lnTo>
                    <a:pt x="1035664" y="1194559"/>
                  </a:lnTo>
                  <a:lnTo>
                    <a:pt x="995106" y="1220945"/>
                  </a:lnTo>
                  <a:lnTo>
                    <a:pt x="952716" y="1244276"/>
                  </a:lnTo>
                  <a:lnTo>
                    <a:pt x="908733" y="1264421"/>
                  </a:lnTo>
                  <a:lnTo>
                    <a:pt x="863389" y="1281277"/>
                  </a:lnTo>
                  <a:lnTo>
                    <a:pt x="816917" y="1294753"/>
                  </a:lnTo>
                  <a:lnTo>
                    <a:pt x="769580" y="1304774"/>
                  </a:lnTo>
                  <a:lnTo>
                    <a:pt x="721644" y="1311285"/>
                  </a:lnTo>
                  <a:lnTo>
                    <a:pt x="673358" y="1314252"/>
                  </a:lnTo>
                  <a:lnTo>
                    <a:pt x="657224" y="1314449"/>
                  </a:lnTo>
                  <a:lnTo>
                    <a:pt x="641090" y="1314252"/>
                  </a:lnTo>
                  <a:lnTo>
                    <a:pt x="592805" y="1311285"/>
                  </a:lnTo>
                  <a:lnTo>
                    <a:pt x="544869" y="1304774"/>
                  </a:lnTo>
                  <a:lnTo>
                    <a:pt x="497532" y="1294753"/>
                  </a:lnTo>
                  <a:lnTo>
                    <a:pt x="451060" y="1281277"/>
                  </a:lnTo>
                  <a:lnTo>
                    <a:pt x="405715" y="1264421"/>
                  </a:lnTo>
                  <a:lnTo>
                    <a:pt x="361733" y="1244276"/>
                  </a:lnTo>
                  <a:lnTo>
                    <a:pt x="319343" y="1220945"/>
                  </a:lnTo>
                  <a:lnTo>
                    <a:pt x="278785" y="1194559"/>
                  </a:lnTo>
                  <a:lnTo>
                    <a:pt x="240285" y="1165266"/>
                  </a:lnTo>
                  <a:lnTo>
                    <a:pt x="204045" y="1133221"/>
                  </a:lnTo>
                  <a:lnTo>
                    <a:pt x="170253" y="1098590"/>
                  </a:lnTo>
                  <a:lnTo>
                    <a:pt x="139100" y="1061566"/>
                  </a:lnTo>
                  <a:lnTo>
                    <a:pt x="110762" y="1022359"/>
                  </a:lnTo>
                  <a:lnTo>
                    <a:pt x="85384" y="981174"/>
                  </a:lnTo>
                  <a:lnTo>
                    <a:pt x="63100" y="938224"/>
                  </a:lnTo>
                  <a:lnTo>
                    <a:pt x="44036" y="893752"/>
                  </a:lnTo>
                  <a:lnTo>
                    <a:pt x="28299" y="848007"/>
                  </a:lnTo>
                  <a:lnTo>
                    <a:pt x="15969" y="801228"/>
                  </a:lnTo>
                  <a:lnTo>
                    <a:pt x="7112" y="753659"/>
                  </a:lnTo>
                  <a:lnTo>
                    <a:pt x="1780" y="705568"/>
                  </a:lnTo>
                  <a:lnTo>
                    <a:pt x="0" y="657224"/>
                  </a:lnTo>
                  <a:lnTo>
                    <a:pt x="197" y="641090"/>
                  </a:lnTo>
                  <a:lnTo>
                    <a:pt x="3164" y="592805"/>
                  </a:lnTo>
                  <a:lnTo>
                    <a:pt x="9674" y="544869"/>
                  </a:lnTo>
                  <a:lnTo>
                    <a:pt x="19695" y="497532"/>
                  </a:lnTo>
                  <a:lnTo>
                    <a:pt x="33172" y="451060"/>
                  </a:lnTo>
                  <a:lnTo>
                    <a:pt x="50028" y="405715"/>
                  </a:lnTo>
                  <a:lnTo>
                    <a:pt x="70173" y="361733"/>
                  </a:lnTo>
                  <a:lnTo>
                    <a:pt x="93503" y="319343"/>
                  </a:lnTo>
                  <a:lnTo>
                    <a:pt x="119890" y="278785"/>
                  </a:lnTo>
                  <a:lnTo>
                    <a:pt x="149183" y="240285"/>
                  </a:lnTo>
                  <a:lnTo>
                    <a:pt x="181228" y="204045"/>
                  </a:lnTo>
                  <a:lnTo>
                    <a:pt x="215859" y="170253"/>
                  </a:lnTo>
                  <a:lnTo>
                    <a:pt x="252883" y="139100"/>
                  </a:lnTo>
                  <a:lnTo>
                    <a:pt x="292090" y="110762"/>
                  </a:lnTo>
                  <a:lnTo>
                    <a:pt x="333275" y="85384"/>
                  </a:lnTo>
                  <a:lnTo>
                    <a:pt x="376224" y="63100"/>
                  </a:lnTo>
                  <a:lnTo>
                    <a:pt x="420697" y="44036"/>
                  </a:lnTo>
                  <a:lnTo>
                    <a:pt x="466442" y="28299"/>
                  </a:lnTo>
                  <a:lnTo>
                    <a:pt x="513221" y="15969"/>
                  </a:lnTo>
                  <a:lnTo>
                    <a:pt x="560789" y="7112"/>
                  </a:lnTo>
                  <a:lnTo>
                    <a:pt x="608881" y="1780"/>
                  </a:lnTo>
                  <a:lnTo>
                    <a:pt x="657224" y="0"/>
                  </a:lnTo>
                  <a:lnTo>
                    <a:pt x="673358" y="197"/>
                  </a:lnTo>
                  <a:lnTo>
                    <a:pt x="721644" y="3164"/>
                  </a:lnTo>
                  <a:lnTo>
                    <a:pt x="769580" y="9674"/>
                  </a:lnTo>
                  <a:lnTo>
                    <a:pt x="816917" y="19695"/>
                  </a:lnTo>
                  <a:lnTo>
                    <a:pt x="863389" y="33172"/>
                  </a:lnTo>
                  <a:lnTo>
                    <a:pt x="908733" y="50028"/>
                  </a:lnTo>
                  <a:lnTo>
                    <a:pt x="952716" y="70173"/>
                  </a:lnTo>
                  <a:lnTo>
                    <a:pt x="995106" y="93503"/>
                  </a:lnTo>
                  <a:lnTo>
                    <a:pt x="1035664" y="119890"/>
                  </a:lnTo>
                  <a:lnTo>
                    <a:pt x="1074164" y="149183"/>
                  </a:lnTo>
                  <a:lnTo>
                    <a:pt x="1110404" y="181228"/>
                  </a:lnTo>
                  <a:lnTo>
                    <a:pt x="1144196" y="215859"/>
                  </a:lnTo>
                  <a:lnTo>
                    <a:pt x="1175349" y="252883"/>
                  </a:lnTo>
                  <a:lnTo>
                    <a:pt x="1203687" y="292090"/>
                  </a:lnTo>
                  <a:lnTo>
                    <a:pt x="1229065" y="333275"/>
                  </a:lnTo>
                  <a:lnTo>
                    <a:pt x="1251349" y="376224"/>
                  </a:lnTo>
                  <a:lnTo>
                    <a:pt x="1270412" y="420697"/>
                  </a:lnTo>
                  <a:lnTo>
                    <a:pt x="1286149" y="466442"/>
                  </a:lnTo>
                  <a:lnTo>
                    <a:pt x="1298479" y="513221"/>
                  </a:lnTo>
                  <a:lnTo>
                    <a:pt x="1307336" y="560789"/>
                  </a:lnTo>
                  <a:lnTo>
                    <a:pt x="1312669" y="608881"/>
                  </a:lnTo>
                  <a:lnTo>
                    <a:pt x="1314449" y="657224"/>
                  </a:lnTo>
                  <a:close/>
                </a:path>
              </a:pathLst>
            </a:custGeom>
            <a:ln w="19049">
              <a:solidFill>
                <a:srgbClr val="0053A6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 descr=""/>
            <p:cNvSpPr/>
            <p:nvPr/>
          </p:nvSpPr>
          <p:spPr>
            <a:xfrm>
              <a:off x="9427052" y="2398793"/>
              <a:ext cx="217804" cy="288925"/>
            </a:xfrm>
            <a:custGeom>
              <a:avLst/>
              <a:gdLst/>
              <a:ahLst/>
              <a:cxnLst/>
              <a:rect l="l" t="t" r="r" b="b"/>
              <a:pathLst>
                <a:path w="217804" h="288925">
                  <a:moveTo>
                    <a:pt x="51345" y="288763"/>
                  </a:moveTo>
                  <a:lnTo>
                    <a:pt x="37839" y="278941"/>
                  </a:lnTo>
                  <a:lnTo>
                    <a:pt x="35383" y="270011"/>
                  </a:lnTo>
                  <a:lnTo>
                    <a:pt x="38676" y="262365"/>
                  </a:lnTo>
                  <a:lnTo>
                    <a:pt x="81595" y="162241"/>
                  </a:lnTo>
                  <a:lnTo>
                    <a:pt x="11943" y="162241"/>
                  </a:lnTo>
                  <a:lnTo>
                    <a:pt x="5246" y="157553"/>
                  </a:lnTo>
                  <a:lnTo>
                    <a:pt x="0" y="143712"/>
                  </a:lnTo>
                  <a:lnTo>
                    <a:pt x="2009" y="135842"/>
                  </a:lnTo>
                  <a:lnTo>
                    <a:pt x="7590" y="130931"/>
                  </a:lnTo>
                  <a:lnTo>
                    <a:pt x="150465" y="5915"/>
                  </a:lnTo>
                  <a:lnTo>
                    <a:pt x="156771" y="446"/>
                  </a:lnTo>
                  <a:lnTo>
                    <a:pt x="165980" y="0"/>
                  </a:lnTo>
                  <a:lnTo>
                    <a:pt x="179486" y="9822"/>
                  </a:lnTo>
                  <a:lnTo>
                    <a:pt x="181942" y="18752"/>
                  </a:lnTo>
                  <a:lnTo>
                    <a:pt x="178649" y="26398"/>
                  </a:lnTo>
                  <a:lnTo>
                    <a:pt x="135731" y="126578"/>
                  </a:lnTo>
                  <a:lnTo>
                    <a:pt x="205438" y="126578"/>
                  </a:lnTo>
                  <a:lnTo>
                    <a:pt x="212080" y="131210"/>
                  </a:lnTo>
                  <a:lnTo>
                    <a:pt x="217326" y="145051"/>
                  </a:lnTo>
                  <a:lnTo>
                    <a:pt x="215317" y="152920"/>
                  </a:lnTo>
                  <a:lnTo>
                    <a:pt x="209736" y="157832"/>
                  </a:lnTo>
                  <a:lnTo>
                    <a:pt x="66861" y="282847"/>
                  </a:lnTo>
                  <a:lnTo>
                    <a:pt x="60554" y="288317"/>
                  </a:lnTo>
                  <a:lnTo>
                    <a:pt x="51345" y="288763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5" name="object 55" descr=""/>
          <p:cNvSpPr txBox="1"/>
          <p:nvPr/>
        </p:nvSpPr>
        <p:spPr>
          <a:xfrm>
            <a:off x="9149605" y="2741929"/>
            <a:ext cx="78168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 b="1">
                <a:solidFill>
                  <a:srgbClr val="2562EB"/>
                </a:solidFill>
                <a:latin typeface="Roboto"/>
                <a:cs typeface="Roboto"/>
              </a:rPr>
              <a:t>Hybrid</a:t>
            </a:r>
            <a:r>
              <a:rPr dirty="0" sz="1300" spc="20" b="1">
                <a:solidFill>
                  <a:srgbClr val="2562EB"/>
                </a:solidFill>
                <a:latin typeface="Roboto"/>
                <a:cs typeface="Roboto"/>
              </a:rPr>
              <a:t> </a:t>
            </a:r>
            <a:r>
              <a:rPr dirty="0" sz="1300" spc="-45" b="1">
                <a:solidFill>
                  <a:srgbClr val="2562EB"/>
                </a:solidFill>
                <a:latin typeface="Roboto"/>
                <a:cs typeface="Roboto"/>
              </a:rPr>
              <a:t>LFC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56" name="object 56" descr=""/>
          <p:cNvSpPr txBox="1"/>
          <p:nvPr/>
        </p:nvSpPr>
        <p:spPr>
          <a:xfrm>
            <a:off x="9278788" y="2977165"/>
            <a:ext cx="522605" cy="198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100" spc="-25">
                <a:solidFill>
                  <a:srgbClr val="2562EB"/>
                </a:solidFill>
                <a:latin typeface="Roboto"/>
                <a:cs typeface="Roboto"/>
              </a:rPr>
              <a:t>Superior</a:t>
            </a:r>
            <a:endParaRPr sz="1100">
              <a:latin typeface="Roboto"/>
              <a:cs typeface="Roboto"/>
            </a:endParaRPr>
          </a:p>
        </p:txBody>
      </p:sp>
      <p:sp>
        <p:nvSpPr>
          <p:cNvPr id="57" name="object 57" descr=""/>
          <p:cNvSpPr txBox="1"/>
          <p:nvPr/>
        </p:nvSpPr>
        <p:spPr>
          <a:xfrm>
            <a:off x="9141717" y="3054159"/>
            <a:ext cx="796925" cy="3117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4290">
              <a:lnSpc>
                <a:spcPts val="1180"/>
              </a:lnSpc>
              <a:spcBef>
                <a:spcPts val="100"/>
              </a:spcBef>
            </a:pPr>
            <a:r>
              <a:rPr dirty="0" sz="1200" spc="-45" b="1">
                <a:solidFill>
                  <a:srgbClr val="FFFFFF"/>
                </a:solidFill>
                <a:latin typeface="Roboto"/>
                <a:cs typeface="Roboto"/>
              </a:rPr>
              <a:t>Robustness</a:t>
            </a:r>
            <a:endParaRPr sz="1200">
              <a:latin typeface="Roboto"/>
              <a:cs typeface="Roboto"/>
            </a:endParaRPr>
          </a:p>
          <a:p>
            <a:pPr marL="12700">
              <a:lnSpc>
                <a:spcPts val="1065"/>
              </a:lnSpc>
            </a:pPr>
            <a:r>
              <a:rPr dirty="0" sz="1100" spc="-30">
                <a:solidFill>
                  <a:srgbClr val="2562EB"/>
                </a:solidFill>
                <a:latin typeface="Roboto"/>
                <a:cs typeface="Roboto"/>
              </a:rPr>
              <a:t>Performance</a:t>
            </a:r>
            <a:endParaRPr sz="1100">
              <a:latin typeface="Roboto"/>
              <a:cs typeface="Roboto"/>
            </a:endParaRPr>
          </a:p>
        </p:txBody>
      </p:sp>
      <p:grpSp>
        <p:nvGrpSpPr>
          <p:cNvPr id="58" name="object 58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59" name="object 59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 descr="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61" name="object 61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Adaptive</a:t>
            </a:r>
            <a:r>
              <a:rPr dirty="0"/>
              <a:t> </a:t>
            </a:r>
            <a:r>
              <a:rPr dirty="0" spc="-80"/>
              <a:t>Multi-</a:t>
            </a:r>
            <a:r>
              <a:rPr dirty="0" spc="-90"/>
              <a:t>Layer</a:t>
            </a:r>
            <a:r>
              <a:rPr dirty="0"/>
              <a:t> </a:t>
            </a:r>
            <a:r>
              <a:rPr dirty="0" spc="-105"/>
              <a:t>RL</a:t>
            </a:r>
            <a:r>
              <a:rPr dirty="0" spc="5"/>
              <a:t> </a:t>
            </a:r>
            <a:r>
              <a:rPr dirty="0" spc="-114"/>
              <a:t>&amp;</a:t>
            </a:r>
            <a:r>
              <a:rPr dirty="0"/>
              <a:t> </a:t>
            </a:r>
            <a:r>
              <a:rPr dirty="0" spc="-95"/>
              <a:t>Neuro-Fuzzy</a:t>
            </a:r>
            <a:r>
              <a:rPr dirty="0" spc="5"/>
              <a:t> </a:t>
            </a:r>
            <a:r>
              <a:rPr dirty="0" spc="-80"/>
              <a:t>Coordination</a:t>
            </a:r>
            <a:r>
              <a:rPr dirty="0"/>
              <a:t> </a:t>
            </a:r>
            <a:r>
              <a:rPr dirty="0" spc="-80"/>
              <a:t>for</a:t>
            </a:r>
            <a:r>
              <a:rPr dirty="0"/>
              <a:t> </a:t>
            </a:r>
            <a:r>
              <a:rPr dirty="0" spc="-25"/>
              <a:t>LFC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26960" y="270532"/>
            <a:ext cx="4210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8 </a:t>
            </a:r>
            <a:r>
              <a:rPr dirty="0" sz="1300" spc="-70">
                <a:solidFill>
                  <a:srgbClr val="545454"/>
                </a:solidFill>
                <a:latin typeface="Futura Lt BT"/>
                <a:cs typeface="Futura Lt BT"/>
              </a:rPr>
              <a:t>/</a:t>
            </a: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300" spc="-40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30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199" y="1381124"/>
            <a:ext cx="6581775" cy="19050"/>
          </a:xfrm>
          <a:custGeom>
            <a:avLst/>
            <a:gdLst/>
            <a:ahLst/>
            <a:cxnLst/>
            <a:rect l="l" t="t" r="r" b="b"/>
            <a:pathLst>
              <a:path w="6581775" h="19050">
                <a:moveTo>
                  <a:pt x="6581774" y="19049"/>
                </a:moveTo>
                <a:lnTo>
                  <a:pt x="0" y="19049"/>
                </a:lnTo>
                <a:lnTo>
                  <a:pt x="0" y="0"/>
                </a:lnTo>
                <a:lnTo>
                  <a:pt x="6581774" y="0"/>
                </a:lnTo>
                <a:lnTo>
                  <a:pt x="6581774" y="1904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457199" y="3228974"/>
            <a:ext cx="6581775" cy="2133600"/>
            <a:chOff x="457199" y="3228974"/>
            <a:chExt cx="6581775" cy="213360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95299" y="3228974"/>
              <a:ext cx="6543674" cy="2133599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57199" y="3229252"/>
              <a:ext cx="70485" cy="2133600"/>
            </a:xfrm>
            <a:custGeom>
              <a:avLst/>
              <a:gdLst/>
              <a:ahLst/>
              <a:cxnLst/>
              <a:rect l="l" t="t" r="r" b="b"/>
              <a:pathLst>
                <a:path w="70484" h="2133600">
                  <a:moveTo>
                    <a:pt x="70450" y="2133044"/>
                  </a:moveTo>
                  <a:lnTo>
                    <a:pt x="33857" y="2120491"/>
                  </a:lnTo>
                  <a:lnTo>
                    <a:pt x="5800" y="2086281"/>
                  </a:lnTo>
                  <a:lnTo>
                    <a:pt x="0" y="20571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100" y="75922"/>
                  </a:lnTo>
                  <a:lnTo>
                    <a:pt x="38100" y="2057122"/>
                  </a:lnTo>
                  <a:lnTo>
                    <a:pt x="44515" y="2099463"/>
                  </a:lnTo>
                  <a:lnTo>
                    <a:pt x="66287" y="2131387"/>
                  </a:lnTo>
                  <a:lnTo>
                    <a:pt x="70450" y="213304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3899" y="3505199"/>
              <a:ext cx="171449" cy="171449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/>
          <p:nvPr/>
        </p:nvSpPr>
        <p:spPr>
          <a:xfrm>
            <a:off x="444500" y="961621"/>
            <a:ext cx="268351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14" b="1">
                <a:solidFill>
                  <a:srgbClr val="0053A6"/>
                </a:solidFill>
                <a:latin typeface="Roboto"/>
                <a:cs typeface="Roboto"/>
              </a:rPr>
              <a:t>Challenges</a:t>
            </a:r>
            <a:r>
              <a:rPr dirty="0" sz="200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50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200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20" b="1">
                <a:solidFill>
                  <a:srgbClr val="0053A6"/>
                </a:solidFill>
                <a:latin typeface="Roboto"/>
                <a:cs typeface="Roboto"/>
              </a:rPr>
              <a:t>Future</a:t>
            </a:r>
            <a:r>
              <a:rPr dirty="0" sz="200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80" b="1">
                <a:solidFill>
                  <a:srgbClr val="0053A6"/>
                </a:solidFill>
                <a:latin typeface="Roboto"/>
                <a:cs typeface="Roboto"/>
              </a:rPr>
              <a:t>Work</a:t>
            </a:r>
            <a:endParaRPr sz="20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2009775"/>
            <a:ext cx="190499" cy="19049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444500" y="1499505"/>
            <a:ext cx="5142865" cy="680720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65"/>
              </a:spcBef>
            </a:pPr>
            <a:r>
              <a:rPr dirty="0" sz="1450" spc="-50" b="1">
                <a:latin typeface="Roboto"/>
                <a:cs typeface="Roboto"/>
              </a:rPr>
              <a:t>Current</a:t>
            </a:r>
            <a:r>
              <a:rPr dirty="0" sz="1450" spc="-35" b="1">
                <a:latin typeface="Roboto"/>
                <a:cs typeface="Roboto"/>
              </a:rPr>
              <a:t> </a:t>
            </a:r>
            <a:r>
              <a:rPr dirty="0" sz="1450" spc="-10" b="1">
                <a:latin typeface="Roboto"/>
                <a:cs typeface="Roboto"/>
              </a:rPr>
              <a:t>Limitations:</a:t>
            </a:r>
            <a:endParaRPr sz="1450">
              <a:latin typeface="Roboto"/>
              <a:cs typeface="Roboto"/>
            </a:endParaRPr>
          </a:p>
          <a:p>
            <a:pPr marL="431165">
              <a:lnSpc>
                <a:spcPct val="100000"/>
              </a:lnSpc>
              <a:spcBef>
                <a:spcPts val="885"/>
              </a:spcBef>
            </a:pP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Higher</a:t>
            </a:r>
            <a:r>
              <a:rPr dirty="0" sz="13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computational</a:t>
            </a:r>
            <a:r>
              <a:rPr dirty="0" sz="13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Roboto"/>
                <a:cs typeface="Roboto"/>
              </a:rPr>
              <a:t>demands</a:t>
            </a:r>
            <a:r>
              <a:rPr dirty="0" sz="13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Roboto"/>
                <a:cs typeface="Roboto"/>
              </a:rPr>
              <a:t>compared</a:t>
            </a:r>
            <a:r>
              <a:rPr dirty="0" sz="13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3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conventional</a:t>
            </a:r>
            <a:r>
              <a:rPr dirty="0" sz="13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25">
                <a:solidFill>
                  <a:srgbClr val="333333"/>
                </a:solidFill>
                <a:latin typeface="Roboto"/>
                <a:cs typeface="Roboto"/>
              </a:rPr>
              <a:t>controllers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400" y="2434827"/>
            <a:ext cx="190499" cy="178593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63600" y="2370454"/>
            <a:ext cx="3897629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Need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efficient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parameter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tuning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offline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70">
                <a:solidFill>
                  <a:srgbClr val="333333"/>
                </a:solidFill>
                <a:latin typeface="Roboto"/>
                <a:cs typeface="Roboto"/>
              </a:rPr>
              <a:t>RL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30">
                <a:solidFill>
                  <a:srgbClr val="333333"/>
                </a:solidFill>
                <a:latin typeface="Roboto"/>
                <a:cs typeface="Roboto"/>
              </a:rPr>
              <a:t>training</a:t>
            </a:r>
            <a:endParaRPr sz="1300">
              <a:latin typeface="Roboto"/>
              <a:cs typeface="Roboto"/>
            </a:endParaRPr>
          </a:p>
        </p:txBody>
      </p:sp>
      <p:pic>
        <p:nvPicPr>
          <p:cNvPr id="14" name="object 14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5306" y="2859881"/>
            <a:ext cx="166687" cy="166687"/>
          </a:xfrm>
          <a:prstGeom prst="rect">
            <a:avLst/>
          </a:prstGeom>
        </p:spPr>
      </p:pic>
      <p:sp>
        <p:nvSpPr>
          <p:cNvPr id="15" name="object 15" descr=""/>
          <p:cNvSpPr txBox="1"/>
          <p:nvPr/>
        </p:nvSpPr>
        <p:spPr>
          <a:xfrm>
            <a:off x="863600" y="2789554"/>
            <a:ext cx="412750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Scalability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5">
                <a:solidFill>
                  <a:srgbClr val="333333"/>
                </a:solidFill>
                <a:latin typeface="Roboto"/>
                <a:cs typeface="Roboto"/>
              </a:rPr>
              <a:t>concerns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larger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grids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market</a:t>
            </a:r>
            <a:r>
              <a:rPr dirty="0" sz="13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mechanisms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996950" y="3444636"/>
            <a:ext cx="21126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5" b="1">
                <a:solidFill>
                  <a:srgbClr val="0053A6"/>
                </a:solidFill>
                <a:latin typeface="Roboto"/>
                <a:cs typeface="Roboto"/>
              </a:rPr>
              <a:t>Future</a:t>
            </a:r>
            <a:r>
              <a:rPr dirty="0" sz="150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85" b="1">
                <a:solidFill>
                  <a:srgbClr val="0053A6"/>
                </a:solidFill>
                <a:latin typeface="Roboto"/>
                <a:cs typeface="Roboto"/>
              </a:rPr>
              <a:t>Research</a:t>
            </a:r>
            <a:r>
              <a:rPr dirty="0" sz="150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500" spc="-75" b="1">
                <a:solidFill>
                  <a:srgbClr val="0053A6"/>
                </a:solidFill>
                <a:latin typeface="Roboto"/>
                <a:cs typeface="Roboto"/>
              </a:rPr>
              <a:t>Directions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800099" y="3914775"/>
            <a:ext cx="190500" cy="990600"/>
            <a:chOff x="800099" y="3914775"/>
            <a:chExt cx="190500" cy="990600"/>
          </a:xfrm>
        </p:grpSpPr>
        <p:pic>
          <p:nvPicPr>
            <p:cNvPr id="18" name="object 18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0099" y="3914775"/>
              <a:ext cx="190499" cy="152399"/>
            </a:xfrm>
            <a:prstGeom prst="rect">
              <a:avLst/>
            </a:prstGeom>
          </p:spPr>
        </p:pic>
        <p:pic>
          <p:nvPicPr>
            <p:cNvPr id="19" name="object 19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04862" y="4343392"/>
              <a:ext cx="142845" cy="133342"/>
            </a:xfrm>
            <a:prstGeom prst="rect">
              <a:avLst/>
            </a:prstGeom>
          </p:spPr>
        </p:pic>
        <p:pic>
          <p:nvPicPr>
            <p:cNvPr id="20" name="object 20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4832" y="4752975"/>
              <a:ext cx="142934" cy="152161"/>
            </a:xfrm>
            <a:prstGeom prst="rect">
              <a:avLst/>
            </a:prstGeom>
          </p:spPr>
        </p:pic>
      </p:grpSp>
      <p:sp>
        <p:nvSpPr>
          <p:cNvPr id="21" name="object 21" descr=""/>
          <p:cNvSpPr txBox="1"/>
          <p:nvPr/>
        </p:nvSpPr>
        <p:spPr>
          <a:xfrm>
            <a:off x="1130300" y="3856354"/>
            <a:ext cx="293941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Distributed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80">
                <a:solidFill>
                  <a:srgbClr val="333333"/>
                </a:solidFill>
                <a:latin typeface="Roboto"/>
                <a:cs typeface="Roboto"/>
              </a:rPr>
              <a:t>&amp;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scalable</a:t>
            </a:r>
            <a:r>
              <a:rPr dirty="0" sz="13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architectures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2" name="object 22" descr=""/>
          <p:cNvSpPr txBox="1"/>
          <p:nvPr/>
        </p:nvSpPr>
        <p:spPr>
          <a:xfrm>
            <a:off x="1092200" y="4275454"/>
            <a:ext cx="271335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Transfer</a:t>
            </a:r>
            <a:r>
              <a:rPr dirty="0" sz="13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learning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5">
                <a:solidFill>
                  <a:srgbClr val="333333"/>
                </a:solidFill>
                <a:latin typeface="Roboto"/>
                <a:cs typeface="Roboto"/>
              </a:rPr>
              <a:t>new</a:t>
            </a:r>
            <a:r>
              <a:rPr dirty="0" sz="13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3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0">
                <a:solidFill>
                  <a:srgbClr val="333333"/>
                </a:solidFill>
                <a:latin typeface="Roboto"/>
                <a:cs typeface="Roboto"/>
              </a:rPr>
              <a:t>scenarios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1092200" y="4694554"/>
            <a:ext cx="321691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Cybersecurity</a:t>
            </a:r>
            <a:r>
              <a:rPr dirty="0" sz="13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6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integration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5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3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00" spc="-45">
                <a:solidFill>
                  <a:srgbClr val="333333"/>
                </a:solidFill>
                <a:latin typeface="Roboto"/>
                <a:cs typeface="Roboto"/>
              </a:rPr>
              <a:t>markets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24" name="object 24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5" name="object 25" descr=""/>
          <p:cNvGrpSpPr/>
          <p:nvPr/>
        </p:nvGrpSpPr>
        <p:grpSpPr>
          <a:xfrm>
            <a:off x="7343774" y="1000124"/>
            <a:ext cx="4391025" cy="5438775"/>
            <a:chOff x="7343774" y="1000124"/>
            <a:chExt cx="4391025" cy="5438775"/>
          </a:xfrm>
        </p:grpSpPr>
        <p:sp>
          <p:nvSpPr>
            <p:cNvPr id="26" name="object 26" descr=""/>
            <p:cNvSpPr/>
            <p:nvPr/>
          </p:nvSpPr>
          <p:spPr>
            <a:xfrm>
              <a:off x="7343774" y="1000124"/>
              <a:ext cx="4391025" cy="5438775"/>
            </a:xfrm>
            <a:custGeom>
              <a:avLst/>
              <a:gdLst/>
              <a:ahLst/>
              <a:cxnLst/>
              <a:rect l="l" t="t" r="r" b="b"/>
              <a:pathLst>
                <a:path w="4391025" h="5438775">
                  <a:moveTo>
                    <a:pt x="4302029" y="5438773"/>
                  </a:moveTo>
                  <a:lnTo>
                    <a:pt x="88996" y="5438773"/>
                  </a:lnTo>
                  <a:lnTo>
                    <a:pt x="82801" y="5438164"/>
                  </a:lnTo>
                  <a:lnTo>
                    <a:pt x="37131" y="5419246"/>
                  </a:lnTo>
                  <a:lnTo>
                    <a:pt x="9643" y="5385752"/>
                  </a:lnTo>
                  <a:lnTo>
                    <a:pt x="0" y="5349778"/>
                  </a:lnTo>
                  <a:lnTo>
                    <a:pt x="0" y="5343524"/>
                  </a:lnTo>
                  <a:lnTo>
                    <a:pt x="0" y="88995"/>
                  </a:lnTo>
                  <a:lnTo>
                    <a:pt x="12577" y="47531"/>
                  </a:lnTo>
                  <a:lnTo>
                    <a:pt x="47531" y="12577"/>
                  </a:lnTo>
                  <a:lnTo>
                    <a:pt x="88996" y="0"/>
                  </a:lnTo>
                  <a:lnTo>
                    <a:pt x="4302029" y="0"/>
                  </a:lnTo>
                  <a:lnTo>
                    <a:pt x="4343490" y="12577"/>
                  </a:lnTo>
                  <a:lnTo>
                    <a:pt x="4378445" y="47531"/>
                  </a:lnTo>
                  <a:lnTo>
                    <a:pt x="4391025" y="88995"/>
                  </a:lnTo>
                  <a:lnTo>
                    <a:pt x="4391025" y="5349778"/>
                  </a:lnTo>
                  <a:lnTo>
                    <a:pt x="4378445" y="5391241"/>
                  </a:lnTo>
                  <a:lnTo>
                    <a:pt x="4343490" y="5426196"/>
                  </a:lnTo>
                  <a:lnTo>
                    <a:pt x="4308223" y="5438164"/>
                  </a:lnTo>
                  <a:lnTo>
                    <a:pt x="4302029" y="5438773"/>
                  </a:lnTo>
                  <a:close/>
                </a:path>
              </a:pathLst>
            </a:custGeom>
            <a:solidFill>
              <a:srgbClr val="0053A6">
                <a:alpha val="509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 descr=""/>
            <p:cNvSpPr/>
            <p:nvPr/>
          </p:nvSpPr>
          <p:spPr>
            <a:xfrm>
              <a:off x="7905749" y="1152524"/>
              <a:ext cx="3267075" cy="381000"/>
            </a:xfrm>
            <a:custGeom>
              <a:avLst/>
              <a:gdLst/>
              <a:ahLst/>
              <a:cxnLst/>
              <a:rect l="l" t="t" r="r" b="b"/>
              <a:pathLst>
                <a:path w="3267075" h="381000">
                  <a:moveTo>
                    <a:pt x="3195877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195877" y="0"/>
                  </a:lnTo>
                  <a:lnTo>
                    <a:pt x="3237368" y="15621"/>
                  </a:lnTo>
                  <a:lnTo>
                    <a:pt x="3263187" y="51661"/>
                  </a:lnTo>
                  <a:lnTo>
                    <a:pt x="3267073" y="71196"/>
                  </a:lnTo>
                  <a:lnTo>
                    <a:pt x="3267073" y="309803"/>
                  </a:lnTo>
                  <a:lnTo>
                    <a:pt x="3251451" y="351294"/>
                  </a:lnTo>
                  <a:lnTo>
                    <a:pt x="3215411" y="377114"/>
                  </a:lnTo>
                  <a:lnTo>
                    <a:pt x="3200832" y="380511"/>
                  </a:lnTo>
                  <a:lnTo>
                    <a:pt x="3195877" y="380999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 descr=""/>
          <p:cNvSpPr txBox="1"/>
          <p:nvPr/>
        </p:nvSpPr>
        <p:spPr>
          <a:xfrm>
            <a:off x="8875315" y="1208405"/>
            <a:ext cx="132969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75" b="0">
                <a:solidFill>
                  <a:srgbClr val="FFFFFF"/>
                </a:solidFill>
                <a:latin typeface="Roboto Medium"/>
                <a:cs typeface="Roboto Medium"/>
              </a:rPr>
              <a:t>Today's</a:t>
            </a:r>
            <a:r>
              <a:rPr dirty="0" sz="1300" spc="-2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300" spc="-50" b="0">
                <a:solidFill>
                  <a:srgbClr val="FFFFFF"/>
                </a:solidFill>
                <a:latin typeface="Roboto Medium"/>
                <a:cs typeface="Roboto Medium"/>
              </a:rPr>
              <a:t>Challenges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29" name="object 29" descr=""/>
          <p:cNvSpPr/>
          <p:nvPr/>
        </p:nvSpPr>
        <p:spPr>
          <a:xfrm>
            <a:off x="7905749" y="5905499"/>
            <a:ext cx="3267075" cy="381000"/>
          </a:xfrm>
          <a:custGeom>
            <a:avLst/>
            <a:gdLst/>
            <a:ahLst/>
            <a:cxnLst/>
            <a:rect l="l" t="t" r="r" b="b"/>
            <a:pathLst>
              <a:path w="3267075" h="381000">
                <a:moveTo>
                  <a:pt x="3195877" y="380999"/>
                </a:moveTo>
                <a:lnTo>
                  <a:pt x="71196" y="380999"/>
                </a:lnTo>
                <a:lnTo>
                  <a:pt x="66241" y="380511"/>
                </a:lnTo>
                <a:lnTo>
                  <a:pt x="29705" y="365377"/>
                </a:lnTo>
                <a:lnTo>
                  <a:pt x="3885" y="329337"/>
                </a:lnTo>
                <a:lnTo>
                  <a:pt x="0" y="309803"/>
                </a:lnTo>
                <a:lnTo>
                  <a:pt x="0" y="304799"/>
                </a:lnTo>
                <a:lnTo>
                  <a:pt x="0" y="71196"/>
                </a:lnTo>
                <a:lnTo>
                  <a:pt x="15621" y="29705"/>
                </a:lnTo>
                <a:lnTo>
                  <a:pt x="51661" y="3885"/>
                </a:lnTo>
                <a:lnTo>
                  <a:pt x="71196" y="0"/>
                </a:lnTo>
                <a:lnTo>
                  <a:pt x="3195877" y="0"/>
                </a:lnTo>
                <a:lnTo>
                  <a:pt x="3237368" y="15621"/>
                </a:lnTo>
                <a:lnTo>
                  <a:pt x="3263187" y="51661"/>
                </a:lnTo>
                <a:lnTo>
                  <a:pt x="3267073" y="71196"/>
                </a:lnTo>
                <a:lnTo>
                  <a:pt x="3267073" y="309803"/>
                </a:lnTo>
                <a:lnTo>
                  <a:pt x="3251451" y="351293"/>
                </a:lnTo>
                <a:lnTo>
                  <a:pt x="3215411" y="377113"/>
                </a:lnTo>
                <a:lnTo>
                  <a:pt x="3200832" y="380511"/>
                </a:lnTo>
                <a:lnTo>
                  <a:pt x="3195877" y="3809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 descr=""/>
          <p:cNvSpPr txBox="1"/>
          <p:nvPr/>
        </p:nvSpPr>
        <p:spPr>
          <a:xfrm>
            <a:off x="8969375" y="5961379"/>
            <a:ext cx="1141730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 b="0">
                <a:solidFill>
                  <a:srgbClr val="FFFFFF"/>
                </a:solidFill>
                <a:latin typeface="Roboto Medium"/>
                <a:cs typeface="Roboto Medium"/>
              </a:rPr>
              <a:t>Future</a:t>
            </a:r>
            <a:r>
              <a:rPr dirty="0" sz="1300" spc="20" b="0">
                <a:solidFill>
                  <a:srgbClr val="FFFFFF"/>
                </a:solidFill>
                <a:latin typeface="Roboto Medium"/>
                <a:cs typeface="Roboto Medium"/>
              </a:rPr>
              <a:t> </a:t>
            </a:r>
            <a:r>
              <a:rPr dirty="0" sz="1300" spc="-50" b="0">
                <a:solidFill>
                  <a:srgbClr val="FFFFFF"/>
                </a:solidFill>
                <a:latin typeface="Roboto Medium"/>
                <a:cs typeface="Roboto Medium"/>
              </a:rPr>
              <a:t>Solutions</a:t>
            </a:r>
            <a:endParaRPr sz="1300">
              <a:latin typeface="Roboto Medium"/>
              <a:cs typeface="Roboto Medium"/>
            </a:endParaRPr>
          </a:p>
        </p:txBody>
      </p:sp>
      <p:grpSp>
        <p:nvGrpSpPr>
          <p:cNvPr id="31" name="object 31" descr=""/>
          <p:cNvGrpSpPr/>
          <p:nvPr/>
        </p:nvGrpSpPr>
        <p:grpSpPr>
          <a:xfrm>
            <a:off x="9258299" y="1685924"/>
            <a:ext cx="2257425" cy="4067175"/>
            <a:chOff x="9258299" y="1685924"/>
            <a:chExt cx="2257425" cy="4067175"/>
          </a:xfrm>
        </p:grpSpPr>
        <p:sp>
          <p:nvSpPr>
            <p:cNvPr id="32" name="object 32" descr=""/>
            <p:cNvSpPr/>
            <p:nvPr/>
          </p:nvSpPr>
          <p:spPr>
            <a:xfrm>
              <a:off x="9515474" y="1685924"/>
              <a:ext cx="57150" cy="4067175"/>
            </a:xfrm>
            <a:custGeom>
              <a:avLst/>
              <a:gdLst/>
              <a:ahLst/>
              <a:cxnLst/>
              <a:rect l="l" t="t" r="r" b="b"/>
              <a:pathLst>
                <a:path w="57150" h="4067175">
                  <a:moveTo>
                    <a:pt x="57149" y="4067174"/>
                  </a:moveTo>
                  <a:lnTo>
                    <a:pt x="0" y="4067174"/>
                  </a:lnTo>
                  <a:lnTo>
                    <a:pt x="0" y="0"/>
                  </a:lnTo>
                  <a:lnTo>
                    <a:pt x="57149" y="0"/>
                  </a:lnTo>
                  <a:lnTo>
                    <a:pt x="57149" y="4067174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 descr=""/>
            <p:cNvSpPr/>
            <p:nvPr/>
          </p:nvSpPr>
          <p:spPr>
            <a:xfrm>
              <a:off x="9258299" y="229552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2" y="568407"/>
                  </a:lnTo>
                  <a:lnTo>
                    <a:pt x="202801" y="559195"/>
                  </a:lnTo>
                  <a:lnTo>
                    <a:pt x="163575" y="544065"/>
                  </a:lnTo>
                  <a:lnTo>
                    <a:pt x="126995" y="523342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4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3"/>
                  </a:lnTo>
                  <a:lnTo>
                    <a:pt x="487804" y="83693"/>
                  </a:lnTo>
                  <a:lnTo>
                    <a:pt x="515266" y="115528"/>
                  </a:lnTo>
                  <a:lnTo>
                    <a:pt x="537757" y="151048"/>
                  </a:lnTo>
                  <a:lnTo>
                    <a:pt x="554794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4" y="382016"/>
                  </a:lnTo>
                  <a:lnTo>
                    <a:pt x="537756" y="420451"/>
                  </a:lnTo>
                  <a:lnTo>
                    <a:pt x="515265" y="455971"/>
                  </a:lnTo>
                  <a:lnTo>
                    <a:pt x="487804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 descr=""/>
            <p:cNvSpPr/>
            <p:nvPr/>
          </p:nvSpPr>
          <p:spPr>
            <a:xfrm>
              <a:off x="9401888" y="2470546"/>
              <a:ext cx="281940" cy="223520"/>
            </a:xfrm>
            <a:custGeom>
              <a:avLst/>
              <a:gdLst/>
              <a:ahLst/>
              <a:cxnLst/>
              <a:rect l="l" t="t" r="r" b="b"/>
              <a:pathLst>
                <a:path w="281940" h="223519">
                  <a:moveTo>
                    <a:pt x="107022" y="30480"/>
                  </a:moveTo>
                  <a:lnTo>
                    <a:pt x="34468" y="30480"/>
                  </a:lnTo>
                  <a:lnTo>
                    <a:pt x="39245" y="26670"/>
                  </a:lnTo>
                  <a:lnTo>
                    <a:pt x="44693" y="22860"/>
                  </a:lnTo>
                  <a:lnTo>
                    <a:pt x="50631" y="20320"/>
                  </a:lnTo>
                  <a:lnTo>
                    <a:pt x="54203" y="3810"/>
                  </a:lnTo>
                  <a:lnTo>
                    <a:pt x="57417" y="0"/>
                  </a:lnTo>
                  <a:lnTo>
                    <a:pt x="84073" y="0"/>
                  </a:lnTo>
                  <a:lnTo>
                    <a:pt x="87287" y="3810"/>
                  </a:lnTo>
                  <a:lnTo>
                    <a:pt x="88136" y="7620"/>
                  </a:lnTo>
                  <a:lnTo>
                    <a:pt x="90859" y="20320"/>
                  </a:lnTo>
                  <a:lnTo>
                    <a:pt x="96753" y="22860"/>
                  </a:lnTo>
                  <a:lnTo>
                    <a:pt x="102244" y="26670"/>
                  </a:lnTo>
                  <a:lnTo>
                    <a:pt x="107022" y="30480"/>
                  </a:lnTo>
                  <a:close/>
                </a:path>
                <a:path w="281940" h="223519">
                  <a:moveTo>
                    <a:pt x="17814" y="124460"/>
                  </a:moveTo>
                  <a:lnTo>
                    <a:pt x="13349" y="123190"/>
                  </a:lnTo>
                  <a:lnTo>
                    <a:pt x="10804" y="119380"/>
                  </a:lnTo>
                  <a:lnTo>
                    <a:pt x="9197" y="116840"/>
                  </a:lnTo>
                  <a:lnTo>
                    <a:pt x="7724" y="115570"/>
                  </a:lnTo>
                  <a:lnTo>
                    <a:pt x="5045" y="110490"/>
                  </a:lnTo>
                  <a:lnTo>
                    <a:pt x="3795" y="107950"/>
                  </a:lnTo>
                  <a:lnTo>
                    <a:pt x="2678" y="106680"/>
                  </a:lnTo>
                  <a:lnTo>
                    <a:pt x="1651" y="104140"/>
                  </a:lnTo>
                  <a:lnTo>
                    <a:pt x="0" y="100330"/>
                  </a:lnTo>
                  <a:lnTo>
                    <a:pt x="1250" y="95250"/>
                  </a:lnTo>
                  <a:lnTo>
                    <a:pt x="14332" y="83820"/>
                  </a:lnTo>
                  <a:lnTo>
                    <a:pt x="13841" y="81280"/>
                  </a:lnTo>
                  <a:lnTo>
                    <a:pt x="13573" y="77470"/>
                  </a:lnTo>
                  <a:lnTo>
                    <a:pt x="13573" y="71120"/>
                  </a:lnTo>
                  <a:lnTo>
                    <a:pt x="13841" y="68580"/>
                  </a:lnTo>
                  <a:lnTo>
                    <a:pt x="14332" y="64770"/>
                  </a:lnTo>
                  <a:lnTo>
                    <a:pt x="4364" y="55835"/>
                  </a:lnTo>
                  <a:lnTo>
                    <a:pt x="1250" y="53340"/>
                  </a:lnTo>
                  <a:lnTo>
                    <a:pt x="0" y="49530"/>
                  </a:lnTo>
                  <a:lnTo>
                    <a:pt x="2678" y="43180"/>
                  </a:lnTo>
                  <a:lnTo>
                    <a:pt x="3795" y="40640"/>
                  </a:lnTo>
                  <a:lnTo>
                    <a:pt x="6384" y="35560"/>
                  </a:lnTo>
                  <a:lnTo>
                    <a:pt x="7768" y="33020"/>
                  </a:lnTo>
                  <a:lnTo>
                    <a:pt x="9242" y="31750"/>
                  </a:lnTo>
                  <a:lnTo>
                    <a:pt x="13349" y="25400"/>
                  </a:lnTo>
                  <a:lnTo>
                    <a:pt x="17814" y="24130"/>
                  </a:lnTo>
                  <a:lnTo>
                    <a:pt x="21833" y="26670"/>
                  </a:lnTo>
                  <a:lnTo>
                    <a:pt x="34468" y="30480"/>
                  </a:lnTo>
                  <a:lnTo>
                    <a:pt x="131382" y="30480"/>
                  </a:lnTo>
                  <a:lnTo>
                    <a:pt x="132204" y="31750"/>
                  </a:lnTo>
                  <a:lnTo>
                    <a:pt x="133677" y="33020"/>
                  </a:lnTo>
                  <a:lnTo>
                    <a:pt x="135016" y="35560"/>
                  </a:lnTo>
                  <a:lnTo>
                    <a:pt x="136400" y="38100"/>
                  </a:lnTo>
                  <a:lnTo>
                    <a:pt x="137651" y="40640"/>
                  </a:lnTo>
                  <a:lnTo>
                    <a:pt x="138767" y="43180"/>
                  </a:lnTo>
                  <a:lnTo>
                    <a:pt x="139794" y="44450"/>
                  </a:lnTo>
                  <a:lnTo>
                    <a:pt x="141446" y="49530"/>
                  </a:lnTo>
                  <a:lnTo>
                    <a:pt x="140196" y="53340"/>
                  </a:lnTo>
                  <a:lnTo>
                    <a:pt x="65147" y="53340"/>
                  </a:lnTo>
                  <a:lnTo>
                    <a:pt x="59987" y="55835"/>
                  </a:lnTo>
                  <a:lnTo>
                    <a:pt x="49291" y="71120"/>
                  </a:lnTo>
                  <a:lnTo>
                    <a:pt x="49291" y="77470"/>
                  </a:lnTo>
                  <a:lnTo>
                    <a:pt x="65147" y="95250"/>
                  </a:lnTo>
                  <a:lnTo>
                    <a:pt x="140106" y="95250"/>
                  </a:lnTo>
                  <a:lnTo>
                    <a:pt x="141356" y="100330"/>
                  </a:lnTo>
                  <a:lnTo>
                    <a:pt x="138678" y="105410"/>
                  </a:lnTo>
                  <a:lnTo>
                    <a:pt x="137561" y="107950"/>
                  </a:lnTo>
                  <a:lnTo>
                    <a:pt x="136311" y="110490"/>
                  </a:lnTo>
                  <a:lnTo>
                    <a:pt x="134927" y="113030"/>
                  </a:lnTo>
                  <a:lnTo>
                    <a:pt x="133588" y="115570"/>
                  </a:lnTo>
                  <a:lnTo>
                    <a:pt x="132114" y="116840"/>
                  </a:lnTo>
                  <a:lnTo>
                    <a:pt x="131293" y="118110"/>
                  </a:lnTo>
                  <a:lnTo>
                    <a:pt x="34423" y="118110"/>
                  </a:lnTo>
                  <a:lnTo>
                    <a:pt x="17814" y="124460"/>
                  </a:lnTo>
                  <a:close/>
                </a:path>
                <a:path w="281940" h="223519">
                  <a:moveTo>
                    <a:pt x="131382" y="30480"/>
                  </a:moveTo>
                  <a:lnTo>
                    <a:pt x="107022" y="30480"/>
                  </a:lnTo>
                  <a:lnTo>
                    <a:pt x="123631" y="24130"/>
                  </a:lnTo>
                  <a:lnTo>
                    <a:pt x="128096" y="25400"/>
                  </a:lnTo>
                  <a:lnTo>
                    <a:pt x="131382" y="30480"/>
                  </a:lnTo>
                  <a:close/>
                </a:path>
                <a:path w="281940" h="223519">
                  <a:moveTo>
                    <a:pt x="140106" y="95250"/>
                  </a:moveTo>
                  <a:lnTo>
                    <a:pt x="76298" y="95250"/>
                  </a:lnTo>
                  <a:lnTo>
                    <a:pt x="81550" y="92710"/>
                  </a:lnTo>
                  <a:lnTo>
                    <a:pt x="83867" y="91440"/>
                  </a:lnTo>
                  <a:lnTo>
                    <a:pt x="87886" y="87630"/>
                  </a:lnTo>
                  <a:lnTo>
                    <a:pt x="89435" y="85090"/>
                  </a:lnTo>
                  <a:lnTo>
                    <a:pt x="91610" y="80010"/>
                  </a:lnTo>
                  <a:lnTo>
                    <a:pt x="92154" y="77470"/>
                  </a:lnTo>
                  <a:lnTo>
                    <a:pt x="92154" y="71120"/>
                  </a:lnTo>
                  <a:lnTo>
                    <a:pt x="76298" y="53340"/>
                  </a:lnTo>
                  <a:lnTo>
                    <a:pt x="140196" y="53340"/>
                  </a:lnTo>
                  <a:lnTo>
                    <a:pt x="136188" y="56550"/>
                  </a:lnTo>
                  <a:lnTo>
                    <a:pt x="127024" y="64770"/>
                  </a:lnTo>
                  <a:lnTo>
                    <a:pt x="127515" y="68580"/>
                  </a:lnTo>
                  <a:lnTo>
                    <a:pt x="127783" y="71120"/>
                  </a:lnTo>
                  <a:lnTo>
                    <a:pt x="127783" y="77470"/>
                  </a:lnTo>
                  <a:lnTo>
                    <a:pt x="127515" y="80010"/>
                  </a:lnTo>
                  <a:lnTo>
                    <a:pt x="127024" y="83820"/>
                  </a:lnTo>
                  <a:lnTo>
                    <a:pt x="136936" y="92710"/>
                  </a:lnTo>
                  <a:lnTo>
                    <a:pt x="140106" y="95250"/>
                  </a:lnTo>
                  <a:close/>
                </a:path>
                <a:path w="281940" h="223519">
                  <a:moveTo>
                    <a:pt x="181049" y="223520"/>
                  </a:moveTo>
                  <a:lnTo>
                    <a:pt x="174798" y="220980"/>
                  </a:lnTo>
                  <a:lnTo>
                    <a:pt x="172438" y="219687"/>
                  </a:lnTo>
                  <a:lnTo>
                    <a:pt x="170244" y="218440"/>
                  </a:lnTo>
                  <a:lnTo>
                    <a:pt x="167833" y="217170"/>
                  </a:lnTo>
                  <a:lnTo>
                    <a:pt x="165556" y="215900"/>
                  </a:lnTo>
                  <a:lnTo>
                    <a:pt x="163413" y="214630"/>
                  </a:lnTo>
                  <a:lnTo>
                    <a:pt x="157921" y="210820"/>
                  </a:lnTo>
                  <a:lnTo>
                    <a:pt x="156805" y="205740"/>
                  </a:lnTo>
                  <a:lnTo>
                    <a:pt x="162297" y="189230"/>
                  </a:lnTo>
                  <a:lnTo>
                    <a:pt x="158368" y="184150"/>
                  </a:lnTo>
                  <a:lnTo>
                    <a:pt x="155197" y="179070"/>
                  </a:lnTo>
                  <a:lnTo>
                    <a:pt x="152965" y="172720"/>
                  </a:lnTo>
                  <a:lnTo>
                    <a:pt x="135865" y="168910"/>
                  </a:lnTo>
                  <a:lnTo>
                    <a:pt x="132516" y="166370"/>
                  </a:lnTo>
                  <a:lnTo>
                    <a:pt x="131668" y="158750"/>
                  </a:lnTo>
                  <a:lnTo>
                    <a:pt x="131668" y="147320"/>
                  </a:lnTo>
                  <a:lnTo>
                    <a:pt x="132516" y="139700"/>
                  </a:lnTo>
                  <a:lnTo>
                    <a:pt x="135820" y="135890"/>
                  </a:lnTo>
                  <a:lnTo>
                    <a:pt x="152965" y="133350"/>
                  </a:lnTo>
                  <a:lnTo>
                    <a:pt x="155153" y="127000"/>
                  </a:lnTo>
                  <a:lnTo>
                    <a:pt x="158368" y="121920"/>
                  </a:lnTo>
                  <a:lnTo>
                    <a:pt x="162297" y="116840"/>
                  </a:lnTo>
                  <a:lnTo>
                    <a:pt x="156805" y="100330"/>
                  </a:lnTo>
                  <a:lnTo>
                    <a:pt x="181049" y="82550"/>
                  </a:lnTo>
                  <a:lnTo>
                    <a:pt x="185469" y="83820"/>
                  </a:lnTo>
                  <a:lnTo>
                    <a:pt x="197122" y="96520"/>
                  </a:lnTo>
                  <a:lnTo>
                    <a:pt x="255310" y="96520"/>
                  </a:lnTo>
                  <a:lnTo>
                    <a:pt x="256148" y="100330"/>
                  </a:lnTo>
                  <a:lnTo>
                    <a:pt x="250656" y="116840"/>
                  </a:lnTo>
                  <a:lnTo>
                    <a:pt x="254585" y="121920"/>
                  </a:lnTo>
                  <a:lnTo>
                    <a:pt x="257755" y="127000"/>
                  </a:lnTo>
                  <a:lnTo>
                    <a:pt x="259541" y="132080"/>
                  </a:lnTo>
                  <a:lnTo>
                    <a:pt x="200878" y="132080"/>
                  </a:lnTo>
                  <a:lnTo>
                    <a:pt x="195627" y="134620"/>
                  </a:lnTo>
                  <a:lnTo>
                    <a:pt x="185023" y="149860"/>
                  </a:lnTo>
                  <a:lnTo>
                    <a:pt x="185023" y="156210"/>
                  </a:lnTo>
                  <a:lnTo>
                    <a:pt x="200878" y="173990"/>
                  </a:lnTo>
                  <a:lnTo>
                    <a:pt x="259550" y="173990"/>
                  </a:lnTo>
                  <a:lnTo>
                    <a:pt x="257800" y="179070"/>
                  </a:lnTo>
                  <a:lnTo>
                    <a:pt x="254585" y="184150"/>
                  </a:lnTo>
                  <a:lnTo>
                    <a:pt x="250656" y="189230"/>
                  </a:lnTo>
                  <a:lnTo>
                    <a:pt x="256148" y="205740"/>
                  </a:lnTo>
                  <a:lnTo>
                    <a:pt x="255310" y="209550"/>
                  </a:lnTo>
                  <a:lnTo>
                    <a:pt x="197167" y="209550"/>
                  </a:lnTo>
                  <a:lnTo>
                    <a:pt x="188346" y="219687"/>
                  </a:lnTo>
                  <a:lnTo>
                    <a:pt x="185469" y="222250"/>
                  </a:lnTo>
                  <a:lnTo>
                    <a:pt x="181049" y="223520"/>
                  </a:lnTo>
                  <a:close/>
                </a:path>
                <a:path w="281940" h="223519">
                  <a:moveTo>
                    <a:pt x="255310" y="96520"/>
                  </a:moveTo>
                  <a:lnTo>
                    <a:pt x="215785" y="96520"/>
                  </a:lnTo>
                  <a:lnTo>
                    <a:pt x="224626" y="86360"/>
                  </a:lnTo>
                  <a:lnTo>
                    <a:pt x="227483" y="83820"/>
                  </a:lnTo>
                  <a:lnTo>
                    <a:pt x="231904" y="82550"/>
                  </a:lnTo>
                  <a:lnTo>
                    <a:pt x="238199" y="85090"/>
                  </a:lnTo>
                  <a:lnTo>
                    <a:pt x="245119" y="88900"/>
                  </a:lnTo>
                  <a:lnTo>
                    <a:pt x="249540" y="91440"/>
                  </a:lnTo>
                  <a:lnTo>
                    <a:pt x="255031" y="95250"/>
                  </a:lnTo>
                  <a:lnTo>
                    <a:pt x="255310" y="96520"/>
                  </a:lnTo>
                  <a:close/>
                </a:path>
                <a:path w="281940" h="223519">
                  <a:moveTo>
                    <a:pt x="212749" y="96520"/>
                  </a:moveTo>
                  <a:lnTo>
                    <a:pt x="200158" y="96520"/>
                  </a:lnTo>
                  <a:lnTo>
                    <a:pt x="203284" y="95250"/>
                  </a:lnTo>
                  <a:lnTo>
                    <a:pt x="209624" y="95250"/>
                  </a:lnTo>
                  <a:lnTo>
                    <a:pt x="212749" y="96520"/>
                  </a:lnTo>
                  <a:close/>
                </a:path>
                <a:path w="281940" h="223519">
                  <a:moveTo>
                    <a:pt x="83983" y="148590"/>
                  </a:moveTo>
                  <a:lnTo>
                    <a:pt x="57373" y="148590"/>
                  </a:lnTo>
                  <a:lnTo>
                    <a:pt x="54158" y="144780"/>
                  </a:lnTo>
                  <a:lnTo>
                    <a:pt x="53310" y="140970"/>
                  </a:lnTo>
                  <a:lnTo>
                    <a:pt x="50586" y="128270"/>
                  </a:lnTo>
                  <a:lnTo>
                    <a:pt x="44693" y="125730"/>
                  </a:lnTo>
                  <a:lnTo>
                    <a:pt x="39201" y="121920"/>
                  </a:lnTo>
                  <a:lnTo>
                    <a:pt x="34423" y="118110"/>
                  </a:lnTo>
                  <a:lnTo>
                    <a:pt x="106933" y="118110"/>
                  </a:lnTo>
                  <a:lnTo>
                    <a:pt x="102155" y="121920"/>
                  </a:lnTo>
                  <a:lnTo>
                    <a:pt x="96708" y="125730"/>
                  </a:lnTo>
                  <a:lnTo>
                    <a:pt x="90770" y="128270"/>
                  </a:lnTo>
                  <a:lnTo>
                    <a:pt x="87198" y="144780"/>
                  </a:lnTo>
                  <a:lnTo>
                    <a:pt x="83983" y="148590"/>
                  </a:lnTo>
                  <a:close/>
                </a:path>
                <a:path w="281940" h="223519">
                  <a:moveTo>
                    <a:pt x="123542" y="124460"/>
                  </a:moveTo>
                  <a:lnTo>
                    <a:pt x="106933" y="118110"/>
                  </a:lnTo>
                  <a:lnTo>
                    <a:pt x="131293" y="118110"/>
                  </a:lnTo>
                  <a:lnTo>
                    <a:pt x="128007" y="123190"/>
                  </a:lnTo>
                  <a:lnTo>
                    <a:pt x="123542" y="124460"/>
                  </a:lnTo>
                  <a:close/>
                </a:path>
                <a:path w="281940" h="223519">
                  <a:moveTo>
                    <a:pt x="259550" y="173990"/>
                  </a:moveTo>
                  <a:lnTo>
                    <a:pt x="212030" y="173990"/>
                  </a:lnTo>
                  <a:lnTo>
                    <a:pt x="217281" y="171450"/>
                  </a:lnTo>
                  <a:lnTo>
                    <a:pt x="219598" y="170180"/>
                  </a:lnTo>
                  <a:lnTo>
                    <a:pt x="223618" y="166370"/>
                  </a:lnTo>
                  <a:lnTo>
                    <a:pt x="225166" y="163830"/>
                  </a:lnTo>
                  <a:lnTo>
                    <a:pt x="227341" y="158750"/>
                  </a:lnTo>
                  <a:lnTo>
                    <a:pt x="227885" y="156210"/>
                  </a:lnTo>
                  <a:lnTo>
                    <a:pt x="227885" y="149860"/>
                  </a:lnTo>
                  <a:lnTo>
                    <a:pt x="212030" y="132080"/>
                  </a:lnTo>
                  <a:lnTo>
                    <a:pt x="259541" y="132080"/>
                  </a:lnTo>
                  <a:lnTo>
                    <a:pt x="259987" y="133350"/>
                  </a:lnTo>
                  <a:lnTo>
                    <a:pt x="272980" y="135890"/>
                  </a:lnTo>
                  <a:lnTo>
                    <a:pt x="277088" y="135890"/>
                  </a:lnTo>
                  <a:lnTo>
                    <a:pt x="280436" y="139700"/>
                  </a:lnTo>
                  <a:lnTo>
                    <a:pt x="281285" y="147320"/>
                  </a:lnTo>
                  <a:lnTo>
                    <a:pt x="281374" y="148590"/>
                  </a:lnTo>
                  <a:lnTo>
                    <a:pt x="281463" y="156210"/>
                  </a:lnTo>
                  <a:lnTo>
                    <a:pt x="281285" y="158750"/>
                  </a:lnTo>
                  <a:lnTo>
                    <a:pt x="280436" y="166370"/>
                  </a:lnTo>
                  <a:lnTo>
                    <a:pt x="277132" y="168910"/>
                  </a:lnTo>
                  <a:lnTo>
                    <a:pt x="272980" y="170180"/>
                  </a:lnTo>
                  <a:lnTo>
                    <a:pt x="259987" y="172720"/>
                  </a:lnTo>
                  <a:lnTo>
                    <a:pt x="259550" y="173990"/>
                  </a:lnTo>
                  <a:close/>
                </a:path>
                <a:path w="281940" h="223519">
                  <a:moveTo>
                    <a:pt x="73759" y="149860"/>
                  </a:moveTo>
                  <a:lnTo>
                    <a:pt x="67597" y="149860"/>
                  </a:lnTo>
                  <a:lnTo>
                    <a:pt x="64561" y="148590"/>
                  </a:lnTo>
                  <a:lnTo>
                    <a:pt x="76795" y="148590"/>
                  </a:lnTo>
                  <a:lnTo>
                    <a:pt x="73759" y="149860"/>
                  </a:lnTo>
                  <a:close/>
                </a:path>
                <a:path w="281940" h="223519">
                  <a:moveTo>
                    <a:pt x="231859" y="223520"/>
                  </a:moveTo>
                  <a:lnTo>
                    <a:pt x="227439" y="222250"/>
                  </a:lnTo>
                  <a:lnTo>
                    <a:pt x="224834" y="219898"/>
                  </a:lnTo>
                  <a:lnTo>
                    <a:pt x="215830" y="209550"/>
                  </a:lnTo>
                  <a:lnTo>
                    <a:pt x="255310" y="209550"/>
                  </a:lnTo>
                  <a:lnTo>
                    <a:pt x="255031" y="210820"/>
                  </a:lnTo>
                  <a:lnTo>
                    <a:pt x="249540" y="214630"/>
                  </a:lnTo>
                  <a:lnTo>
                    <a:pt x="245119" y="217170"/>
                  </a:lnTo>
                  <a:lnTo>
                    <a:pt x="242708" y="218440"/>
                  </a:lnTo>
                  <a:lnTo>
                    <a:pt x="240515" y="219687"/>
                  </a:lnTo>
                  <a:lnTo>
                    <a:pt x="235788" y="222250"/>
                  </a:lnTo>
                  <a:lnTo>
                    <a:pt x="231859" y="223520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 descr=""/>
            <p:cNvSpPr/>
            <p:nvPr/>
          </p:nvSpPr>
          <p:spPr>
            <a:xfrm>
              <a:off x="9991724" y="2295524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70601" y="638174"/>
                  </a:moveTo>
                  <a:lnTo>
                    <a:pt x="53397" y="638174"/>
                  </a:lnTo>
                  <a:lnTo>
                    <a:pt x="49680" y="637808"/>
                  </a:lnTo>
                  <a:lnTo>
                    <a:pt x="14085" y="618782"/>
                  </a:lnTo>
                  <a:lnTo>
                    <a:pt x="0" y="584777"/>
                  </a:lnTo>
                  <a:lnTo>
                    <a:pt x="0" y="581024"/>
                  </a:lnTo>
                  <a:lnTo>
                    <a:pt x="0" y="53397"/>
                  </a:lnTo>
                  <a:lnTo>
                    <a:pt x="19391" y="14085"/>
                  </a:lnTo>
                  <a:lnTo>
                    <a:pt x="53397" y="0"/>
                  </a:lnTo>
                  <a:lnTo>
                    <a:pt x="1470601" y="0"/>
                  </a:lnTo>
                  <a:lnTo>
                    <a:pt x="1509913" y="19392"/>
                  </a:lnTo>
                  <a:lnTo>
                    <a:pt x="1523998" y="53397"/>
                  </a:lnTo>
                  <a:lnTo>
                    <a:pt x="1523998" y="584777"/>
                  </a:lnTo>
                  <a:lnTo>
                    <a:pt x="1504606" y="624089"/>
                  </a:lnTo>
                  <a:lnTo>
                    <a:pt x="1474318" y="637808"/>
                  </a:lnTo>
                  <a:lnTo>
                    <a:pt x="1470601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 descr=""/>
          <p:cNvSpPr txBox="1"/>
          <p:nvPr/>
        </p:nvSpPr>
        <p:spPr>
          <a:xfrm>
            <a:off x="10089454" y="2360968"/>
            <a:ext cx="122555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4599"/>
              </a:lnSpc>
              <a:spcBef>
                <a:spcPts val="100"/>
              </a:spcBef>
            </a:pPr>
            <a:r>
              <a:rPr dirty="0" sz="1200" spc="-75">
                <a:latin typeface="Roboto"/>
                <a:cs typeface="Roboto"/>
              </a:rPr>
              <a:t>High</a:t>
            </a:r>
            <a:r>
              <a:rPr dirty="0" sz="1200">
                <a:latin typeface="Roboto"/>
                <a:cs typeface="Roboto"/>
              </a:rPr>
              <a:t> </a:t>
            </a:r>
            <a:r>
              <a:rPr dirty="0" sz="1200" spc="-65">
                <a:latin typeface="Roboto"/>
                <a:cs typeface="Roboto"/>
              </a:rPr>
              <a:t>computational </a:t>
            </a:r>
            <a:r>
              <a:rPr dirty="0" sz="1200" spc="-10">
                <a:latin typeface="Roboto"/>
                <a:cs typeface="Roboto"/>
              </a:rPr>
              <a:t>complexity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37" name="object 37" descr=""/>
          <p:cNvGrpSpPr/>
          <p:nvPr/>
        </p:nvGrpSpPr>
        <p:grpSpPr>
          <a:xfrm>
            <a:off x="9258299" y="3314699"/>
            <a:ext cx="2257425" cy="847725"/>
            <a:chOff x="9258299" y="3314699"/>
            <a:chExt cx="2257425" cy="847725"/>
          </a:xfrm>
        </p:grpSpPr>
        <p:sp>
          <p:nvSpPr>
            <p:cNvPr id="38" name="object 38" descr=""/>
            <p:cNvSpPr/>
            <p:nvPr/>
          </p:nvSpPr>
          <p:spPr>
            <a:xfrm>
              <a:off x="9258299" y="3314699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2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4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2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1" y="33740"/>
                  </a:lnTo>
                  <a:lnTo>
                    <a:pt x="455970" y="56232"/>
                  </a:lnTo>
                  <a:lnTo>
                    <a:pt x="487804" y="83693"/>
                  </a:lnTo>
                  <a:lnTo>
                    <a:pt x="515266" y="115528"/>
                  </a:lnTo>
                  <a:lnTo>
                    <a:pt x="537757" y="151048"/>
                  </a:lnTo>
                  <a:lnTo>
                    <a:pt x="554794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4" y="382016"/>
                  </a:lnTo>
                  <a:lnTo>
                    <a:pt x="537756" y="420451"/>
                  </a:lnTo>
                  <a:lnTo>
                    <a:pt x="515265" y="455971"/>
                  </a:lnTo>
                  <a:lnTo>
                    <a:pt x="487804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28678" y="3485078"/>
              <a:ext cx="231055" cy="231055"/>
            </a:xfrm>
            <a:prstGeom prst="rect">
              <a:avLst/>
            </a:prstGeom>
          </p:spPr>
        </p:pic>
        <p:sp>
          <p:nvSpPr>
            <p:cNvPr id="40" name="object 40" descr=""/>
            <p:cNvSpPr/>
            <p:nvPr/>
          </p:nvSpPr>
          <p:spPr>
            <a:xfrm>
              <a:off x="9991724" y="3314699"/>
              <a:ext cx="1524000" cy="847725"/>
            </a:xfrm>
            <a:custGeom>
              <a:avLst/>
              <a:gdLst/>
              <a:ahLst/>
              <a:cxnLst/>
              <a:rect l="l" t="t" r="r" b="b"/>
              <a:pathLst>
                <a:path w="1524000" h="847725">
                  <a:moveTo>
                    <a:pt x="1470601" y="847724"/>
                  </a:moveTo>
                  <a:lnTo>
                    <a:pt x="53397" y="847724"/>
                  </a:lnTo>
                  <a:lnTo>
                    <a:pt x="49680" y="847358"/>
                  </a:lnTo>
                  <a:lnTo>
                    <a:pt x="14085" y="828331"/>
                  </a:lnTo>
                  <a:lnTo>
                    <a:pt x="0" y="794327"/>
                  </a:lnTo>
                  <a:lnTo>
                    <a:pt x="0" y="790574"/>
                  </a:lnTo>
                  <a:lnTo>
                    <a:pt x="0" y="53397"/>
                  </a:lnTo>
                  <a:lnTo>
                    <a:pt x="19391" y="14085"/>
                  </a:lnTo>
                  <a:lnTo>
                    <a:pt x="53397" y="0"/>
                  </a:lnTo>
                  <a:lnTo>
                    <a:pt x="1470601" y="0"/>
                  </a:lnTo>
                  <a:lnTo>
                    <a:pt x="1509913" y="19391"/>
                  </a:lnTo>
                  <a:lnTo>
                    <a:pt x="1523998" y="53397"/>
                  </a:lnTo>
                  <a:lnTo>
                    <a:pt x="1523998" y="794327"/>
                  </a:lnTo>
                  <a:lnTo>
                    <a:pt x="1504606" y="833638"/>
                  </a:lnTo>
                  <a:lnTo>
                    <a:pt x="1474318" y="847358"/>
                  </a:lnTo>
                  <a:lnTo>
                    <a:pt x="1470601" y="8477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 descr=""/>
          <p:cNvSpPr txBox="1"/>
          <p:nvPr/>
        </p:nvSpPr>
        <p:spPr>
          <a:xfrm>
            <a:off x="10089454" y="3389668"/>
            <a:ext cx="906780" cy="635000"/>
          </a:xfrm>
          <a:prstGeom prst="rect">
            <a:avLst/>
          </a:prstGeom>
        </p:spPr>
        <p:txBody>
          <a:bodyPr wrap="square" lIns="0" tIns="7620" rIns="0" bIns="0" rtlCol="0" vert="horz">
            <a:spAutoFit/>
          </a:bodyPr>
          <a:lstStyle/>
          <a:p>
            <a:pPr marL="12700" marR="5080">
              <a:lnSpc>
                <a:spcPct val="112000"/>
              </a:lnSpc>
              <a:spcBef>
                <a:spcPts val="60"/>
              </a:spcBef>
            </a:pPr>
            <a:r>
              <a:rPr dirty="0" sz="1200" spc="-10">
                <a:latin typeface="Roboto"/>
                <a:cs typeface="Roboto"/>
              </a:rPr>
              <a:t>Parameter </a:t>
            </a:r>
            <a:r>
              <a:rPr dirty="0" sz="1200" spc="-65">
                <a:latin typeface="Roboto"/>
                <a:cs typeface="Roboto"/>
              </a:rPr>
              <a:t>optimization</a:t>
            </a:r>
            <a:r>
              <a:rPr dirty="0" sz="1200" spc="5">
                <a:latin typeface="Roboto"/>
                <a:cs typeface="Roboto"/>
              </a:rPr>
              <a:t> </a:t>
            </a:r>
            <a:r>
              <a:rPr dirty="0" sz="1200" spc="-50">
                <a:latin typeface="Roboto"/>
                <a:cs typeface="Roboto"/>
              </a:rPr>
              <a:t>&amp; </a:t>
            </a:r>
            <a:r>
              <a:rPr dirty="0" sz="1200" spc="-10">
                <a:latin typeface="Roboto"/>
                <a:cs typeface="Roboto"/>
              </a:rPr>
              <a:t>training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2" name="object 42" descr=""/>
          <p:cNvGrpSpPr/>
          <p:nvPr/>
        </p:nvGrpSpPr>
        <p:grpSpPr>
          <a:xfrm>
            <a:off x="9258299" y="4333874"/>
            <a:ext cx="2257425" cy="638175"/>
            <a:chOff x="9258299" y="4333874"/>
            <a:chExt cx="2257425" cy="638175"/>
          </a:xfrm>
        </p:grpSpPr>
        <p:sp>
          <p:nvSpPr>
            <p:cNvPr id="43" name="object 43" descr=""/>
            <p:cNvSpPr/>
            <p:nvPr/>
          </p:nvSpPr>
          <p:spPr>
            <a:xfrm>
              <a:off x="9258299" y="4333874"/>
              <a:ext cx="571500" cy="571500"/>
            </a:xfrm>
            <a:custGeom>
              <a:avLst/>
              <a:gdLst/>
              <a:ahLst/>
              <a:cxnLst/>
              <a:rect l="l" t="t" r="r" b="b"/>
              <a:pathLst>
                <a:path w="571500" h="571500">
                  <a:moveTo>
                    <a:pt x="285749" y="571499"/>
                  </a:moveTo>
                  <a:lnTo>
                    <a:pt x="243822" y="568407"/>
                  </a:lnTo>
                  <a:lnTo>
                    <a:pt x="202801" y="559195"/>
                  </a:lnTo>
                  <a:lnTo>
                    <a:pt x="163575" y="544064"/>
                  </a:lnTo>
                  <a:lnTo>
                    <a:pt x="126995" y="523341"/>
                  </a:lnTo>
                  <a:lnTo>
                    <a:pt x="93851" y="497476"/>
                  </a:lnTo>
                  <a:lnTo>
                    <a:pt x="64862" y="467027"/>
                  </a:lnTo>
                  <a:lnTo>
                    <a:pt x="40653" y="432654"/>
                  </a:lnTo>
                  <a:lnTo>
                    <a:pt x="21750" y="395101"/>
                  </a:lnTo>
                  <a:lnTo>
                    <a:pt x="8562" y="355181"/>
                  </a:lnTo>
                  <a:lnTo>
                    <a:pt x="1376" y="313758"/>
                  </a:lnTo>
                  <a:lnTo>
                    <a:pt x="0" y="285749"/>
                  </a:lnTo>
                  <a:lnTo>
                    <a:pt x="344" y="271728"/>
                  </a:lnTo>
                  <a:lnTo>
                    <a:pt x="5490" y="230002"/>
                  </a:lnTo>
                  <a:lnTo>
                    <a:pt x="16704" y="189483"/>
                  </a:lnTo>
                  <a:lnTo>
                    <a:pt x="33740" y="151048"/>
                  </a:lnTo>
                  <a:lnTo>
                    <a:pt x="56233" y="115528"/>
                  </a:lnTo>
                  <a:lnTo>
                    <a:pt x="83694" y="83693"/>
                  </a:lnTo>
                  <a:lnTo>
                    <a:pt x="115528" y="56233"/>
                  </a:lnTo>
                  <a:lnTo>
                    <a:pt x="151048" y="33740"/>
                  </a:lnTo>
                  <a:lnTo>
                    <a:pt x="189483" y="16703"/>
                  </a:lnTo>
                  <a:lnTo>
                    <a:pt x="230002" y="5490"/>
                  </a:lnTo>
                  <a:lnTo>
                    <a:pt x="271729" y="344"/>
                  </a:lnTo>
                  <a:lnTo>
                    <a:pt x="285749" y="0"/>
                  </a:lnTo>
                  <a:lnTo>
                    <a:pt x="299771" y="344"/>
                  </a:lnTo>
                  <a:lnTo>
                    <a:pt x="341496" y="5490"/>
                  </a:lnTo>
                  <a:lnTo>
                    <a:pt x="382015" y="16703"/>
                  </a:lnTo>
                  <a:lnTo>
                    <a:pt x="420451" y="33741"/>
                  </a:lnTo>
                  <a:lnTo>
                    <a:pt x="455970" y="56233"/>
                  </a:lnTo>
                  <a:lnTo>
                    <a:pt x="487804" y="83693"/>
                  </a:lnTo>
                  <a:lnTo>
                    <a:pt x="515266" y="115528"/>
                  </a:lnTo>
                  <a:lnTo>
                    <a:pt x="537757" y="151048"/>
                  </a:lnTo>
                  <a:lnTo>
                    <a:pt x="554794" y="189483"/>
                  </a:lnTo>
                  <a:lnTo>
                    <a:pt x="566008" y="230002"/>
                  </a:lnTo>
                  <a:lnTo>
                    <a:pt x="571156" y="271728"/>
                  </a:lnTo>
                  <a:lnTo>
                    <a:pt x="571499" y="285749"/>
                  </a:lnTo>
                  <a:lnTo>
                    <a:pt x="571156" y="299771"/>
                  </a:lnTo>
                  <a:lnTo>
                    <a:pt x="566008" y="341496"/>
                  </a:lnTo>
                  <a:lnTo>
                    <a:pt x="554794" y="382015"/>
                  </a:lnTo>
                  <a:lnTo>
                    <a:pt x="537756" y="420451"/>
                  </a:lnTo>
                  <a:lnTo>
                    <a:pt x="515265" y="455970"/>
                  </a:lnTo>
                  <a:lnTo>
                    <a:pt x="487804" y="487805"/>
                  </a:lnTo>
                  <a:lnTo>
                    <a:pt x="455970" y="515266"/>
                  </a:lnTo>
                  <a:lnTo>
                    <a:pt x="420451" y="537758"/>
                  </a:lnTo>
                  <a:lnTo>
                    <a:pt x="382015" y="554796"/>
                  </a:lnTo>
                  <a:lnTo>
                    <a:pt x="341496" y="566008"/>
                  </a:lnTo>
                  <a:lnTo>
                    <a:pt x="299771" y="571155"/>
                  </a:lnTo>
                  <a:lnTo>
                    <a:pt x="285749" y="5714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439274" y="4505324"/>
              <a:ext cx="200025" cy="228600"/>
            </a:xfrm>
            <a:prstGeom prst="rect">
              <a:avLst/>
            </a:prstGeom>
          </p:spPr>
        </p:pic>
        <p:sp>
          <p:nvSpPr>
            <p:cNvPr id="45" name="object 45" descr=""/>
            <p:cNvSpPr/>
            <p:nvPr/>
          </p:nvSpPr>
          <p:spPr>
            <a:xfrm>
              <a:off x="9991724" y="4333874"/>
              <a:ext cx="1524000" cy="638175"/>
            </a:xfrm>
            <a:custGeom>
              <a:avLst/>
              <a:gdLst/>
              <a:ahLst/>
              <a:cxnLst/>
              <a:rect l="l" t="t" r="r" b="b"/>
              <a:pathLst>
                <a:path w="1524000" h="638175">
                  <a:moveTo>
                    <a:pt x="1470601" y="638174"/>
                  </a:moveTo>
                  <a:lnTo>
                    <a:pt x="53397" y="638174"/>
                  </a:lnTo>
                  <a:lnTo>
                    <a:pt x="49680" y="637808"/>
                  </a:lnTo>
                  <a:lnTo>
                    <a:pt x="14085" y="618781"/>
                  </a:lnTo>
                  <a:lnTo>
                    <a:pt x="0" y="584777"/>
                  </a:lnTo>
                  <a:lnTo>
                    <a:pt x="0" y="581024"/>
                  </a:lnTo>
                  <a:lnTo>
                    <a:pt x="0" y="53397"/>
                  </a:lnTo>
                  <a:lnTo>
                    <a:pt x="19391" y="14085"/>
                  </a:lnTo>
                  <a:lnTo>
                    <a:pt x="53397" y="0"/>
                  </a:lnTo>
                  <a:lnTo>
                    <a:pt x="1470601" y="0"/>
                  </a:lnTo>
                  <a:lnTo>
                    <a:pt x="1509913" y="19391"/>
                  </a:lnTo>
                  <a:lnTo>
                    <a:pt x="1523998" y="53397"/>
                  </a:lnTo>
                  <a:lnTo>
                    <a:pt x="1523998" y="584777"/>
                  </a:lnTo>
                  <a:lnTo>
                    <a:pt x="1504606" y="624089"/>
                  </a:lnTo>
                  <a:lnTo>
                    <a:pt x="1474318" y="637808"/>
                  </a:lnTo>
                  <a:lnTo>
                    <a:pt x="1470601" y="6381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 descr=""/>
          <p:cNvSpPr txBox="1"/>
          <p:nvPr/>
        </p:nvSpPr>
        <p:spPr>
          <a:xfrm>
            <a:off x="10089454" y="4408842"/>
            <a:ext cx="1281430" cy="425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100"/>
              </a:spcBef>
            </a:pPr>
            <a:r>
              <a:rPr dirty="0" sz="1200" spc="-60">
                <a:latin typeface="Roboto"/>
                <a:cs typeface="Roboto"/>
              </a:rPr>
              <a:t>Security</a:t>
            </a:r>
            <a:r>
              <a:rPr dirty="0" sz="1200" spc="-30">
                <a:latin typeface="Roboto"/>
                <a:cs typeface="Roboto"/>
              </a:rPr>
              <a:t> </a:t>
            </a:r>
            <a:r>
              <a:rPr dirty="0" sz="1200" spc="-75">
                <a:latin typeface="Roboto"/>
                <a:cs typeface="Roboto"/>
              </a:rPr>
              <a:t>&amp;</a:t>
            </a:r>
            <a:r>
              <a:rPr dirty="0" sz="1200" spc="-30">
                <a:latin typeface="Roboto"/>
                <a:cs typeface="Roboto"/>
              </a:rPr>
              <a:t> </a:t>
            </a:r>
            <a:r>
              <a:rPr dirty="0" sz="1200" spc="-50">
                <a:latin typeface="Roboto"/>
                <a:cs typeface="Roboto"/>
              </a:rPr>
              <a:t>scalability </a:t>
            </a:r>
            <a:r>
              <a:rPr dirty="0" sz="1200" spc="-10">
                <a:latin typeface="Roboto"/>
                <a:cs typeface="Roboto"/>
              </a:rPr>
              <a:t>issues</a:t>
            </a:r>
            <a:endParaRPr sz="1200">
              <a:latin typeface="Roboto"/>
              <a:cs typeface="Roboto"/>
            </a:endParaRPr>
          </a:p>
        </p:txBody>
      </p:sp>
      <p:grpSp>
        <p:nvGrpSpPr>
          <p:cNvPr id="47" name="object 47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48" name="object 48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50" name="object 50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pc="-90"/>
              <a:t>Adaptive</a:t>
            </a:r>
            <a:r>
              <a:rPr dirty="0"/>
              <a:t> </a:t>
            </a:r>
            <a:r>
              <a:rPr dirty="0" spc="-80"/>
              <a:t>Multi-</a:t>
            </a:r>
            <a:r>
              <a:rPr dirty="0" spc="-90"/>
              <a:t>Layer</a:t>
            </a:r>
            <a:r>
              <a:rPr dirty="0"/>
              <a:t> </a:t>
            </a:r>
            <a:r>
              <a:rPr dirty="0" spc="-105"/>
              <a:t>RL</a:t>
            </a:r>
            <a:r>
              <a:rPr dirty="0" spc="5"/>
              <a:t> </a:t>
            </a:r>
            <a:r>
              <a:rPr dirty="0" spc="-114"/>
              <a:t>&amp;</a:t>
            </a:r>
            <a:r>
              <a:rPr dirty="0"/>
              <a:t> </a:t>
            </a:r>
            <a:r>
              <a:rPr dirty="0" spc="-95"/>
              <a:t>Neuro-Fuzzy</a:t>
            </a:r>
            <a:r>
              <a:rPr dirty="0" spc="5"/>
              <a:t> </a:t>
            </a:r>
            <a:r>
              <a:rPr dirty="0" spc="-80"/>
              <a:t>Coordination</a:t>
            </a:r>
            <a:r>
              <a:rPr dirty="0"/>
              <a:t> </a:t>
            </a:r>
            <a:r>
              <a:rPr dirty="0" spc="-80"/>
              <a:t>for</a:t>
            </a:r>
            <a:r>
              <a:rPr dirty="0"/>
              <a:t> </a:t>
            </a:r>
            <a:r>
              <a:rPr dirty="0" spc="-25"/>
              <a:t>LFC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11326960" y="270532"/>
            <a:ext cx="421005" cy="2228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9 </a:t>
            </a:r>
            <a:r>
              <a:rPr dirty="0" sz="1300" spc="-70">
                <a:solidFill>
                  <a:srgbClr val="545454"/>
                </a:solidFill>
                <a:latin typeface="Futura Lt BT"/>
                <a:cs typeface="Futura Lt BT"/>
              </a:rPr>
              <a:t>/</a:t>
            </a:r>
            <a:r>
              <a:rPr dirty="0" sz="1300" spc="-7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300" spc="-40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30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57199" y="1381124"/>
            <a:ext cx="6581775" cy="19050"/>
          </a:xfrm>
          <a:custGeom>
            <a:avLst/>
            <a:gdLst/>
            <a:ahLst/>
            <a:cxnLst/>
            <a:rect l="l" t="t" r="r" b="b"/>
            <a:pathLst>
              <a:path w="6581775" h="19050">
                <a:moveTo>
                  <a:pt x="6581774" y="19049"/>
                </a:moveTo>
                <a:lnTo>
                  <a:pt x="0" y="19049"/>
                </a:lnTo>
                <a:lnTo>
                  <a:pt x="0" y="0"/>
                </a:lnTo>
                <a:lnTo>
                  <a:pt x="6581774" y="0"/>
                </a:lnTo>
                <a:lnTo>
                  <a:pt x="6581774" y="1904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3400" y="1666875"/>
            <a:ext cx="190499" cy="190499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444500" y="961621"/>
            <a:ext cx="6264910" cy="908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-105" b="1">
                <a:solidFill>
                  <a:srgbClr val="0053A6"/>
                </a:solidFill>
                <a:latin typeface="Roboto"/>
                <a:cs typeface="Roboto"/>
              </a:rPr>
              <a:t>Conclusion</a:t>
            </a:r>
            <a:r>
              <a:rPr dirty="0" sz="2000" spc="-5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50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2000" spc="-5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130" b="1">
                <a:solidFill>
                  <a:srgbClr val="0053A6"/>
                </a:solidFill>
                <a:latin typeface="Roboto"/>
                <a:cs typeface="Roboto"/>
              </a:rPr>
              <a:t>Key</a:t>
            </a:r>
            <a:r>
              <a:rPr dirty="0" sz="2000" spc="-9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2000" spc="-25" b="1">
                <a:solidFill>
                  <a:srgbClr val="0053A6"/>
                </a:solidFill>
                <a:latin typeface="Roboto"/>
                <a:cs typeface="Roboto"/>
              </a:rPr>
              <a:t>Takeaways</a:t>
            </a:r>
            <a:endParaRPr sz="2000">
              <a:latin typeface="Roboto"/>
              <a:cs typeface="Roboto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800">
              <a:latin typeface="Roboto"/>
              <a:cs typeface="Roboto"/>
            </a:endParaRPr>
          </a:p>
          <a:p>
            <a:pPr marL="431165">
              <a:lnSpc>
                <a:spcPct val="100000"/>
              </a:lnSpc>
            </a:pP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Developed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a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robust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hybrid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LFC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controller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leveraging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RL,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fuzzy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logic,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deep</a:t>
            </a:r>
            <a:endParaRPr sz="1500">
              <a:latin typeface="Roboto"/>
              <a:cs typeface="Roboto"/>
            </a:endParaRPr>
          </a:p>
        </p:txBody>
      </p:sp>
      <p:sp>
        <p:nvSpPr>
          <p:cNvPr id="7" name="object 7" descr=""/>
          <p:cNvSpPr txBox="1"/>
          <p:nvPr/>
        </p:nvSpPr>
        <p:spPr>
          <a:xfrm>
            <a:off x="863600" y="1873011"/>
            <a:ext cx="474726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learning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for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adaptive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renewable-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rich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power</a:t>
            </a:r>
            <a:r>
              <a:rPr dirty="0" sz="1500" spc="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50">
                <a:solidFill>
                  <a:srgbClr val="333333"/>
                </a:solidFill>
                <a:latin typeface="Roboto"/>
                <a:cs typeface="Roboto"/>
              </a:rPr>
              <a:t>systems.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8" name="object 8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400" y="2383631"/>
            <a:ext cx="190499" cy="166687"/>
          </a:xfrm>
          <a:prstGeom prst="rect">
            <a:avLst/>
          </a:prstGeom>
        </p:spPr>
      </p:pic>
      <p:sp>
        <p:nvSpPr>
          <p:cNvPr id="9" name="object 9" descr=""/>
          <p:cNvSpPr txBox="1"/>
          <p:nvPr/>
        </p:nvSpPr>
        <p:spPr>
          <a:xfrm>
            <a:off x="863600" y="2292397"/>
            <a:ext cx="608330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Achieved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superior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control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up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500" spc="-2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Roboto"/>
                <a:cs typeface="Roboto"/>
              </a:rPr>
              <a:t>54%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reduction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in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frequency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30">
                <a:solidFill>
                  <a:srgbClr val="333333"/>
                </a:solidFill>
                <a:latin typeface="Roboto"/>
                <a:cs typeface="Roboto"/>
              </a:rPr>
              <a:t>nadir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5">
                <a:solidFill>
                  <a:srgbClr val="333333"/>
                </a:solidFill>
                <a:latin typeface="Roboto"/>
                <a:cs typeface="Roboto"/>
              </a:rPr>
              <a:t>47%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faster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65">
                <a:solidFill>
                  <a:srgbClr val="333333"/>
                </a:solidFill>
                <a:latin typeface="Roboto"/>
                <a:cs typeface="Roboto"/>
              </a:rPr>
              <a:t>settling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compared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to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conventional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methods.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3400" y="3088481"/>
            <a:ext cx="238124" cy="166687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911225" y="2997247"/>
            <a:ext cx="544195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Validated</a:t>
            </a:r>
            <a:r>
              <a:rPr dirty="0" sz="15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via</a:t>
            </a:r>
            <a:r>
              <a:rPr dirty="0" sz="15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comprehensive</a:t>
            </a:r>
            <a:r>
              <a:rPr dirty="0" sz="15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simulation</a:t>
            </a:r>
            <a:r>
              <a:rPr dirty="0" sz="15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5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hardware-</a:t>
            </a:r>
            <a:r>
              <a:rPr dirty="0" sz="1500" spc="-65">
                <a:solidFill>
                  <a:srgbClr val="333333"/>
                </a:solidFill>
                <a:latin typeface="Roboto"/>
                <a:cs typeface="Roboto"/>
              </a:rPr>
              <a:t>in-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the-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loop</a:t>
            </a:r>
            <a:r>
              <a:rPr dirty="0" sz="1500" spc="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tests,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confirming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time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applicability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with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4.52ms</a:t>
            </a:r>
            <a:r>
              <a:rPr dirty="0" sz="1500" spc="-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execution</a:t>
            </a:r>
            <a:r>
              <a:rPr dirty="0" sz="150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time.</a:t>
            </a:r>
            <a:endParaRPr sz="1500">
              <a:latin typeface="Roboto"/>
              <a:cs typeface="Roboto"/>
            </a:endParaRPr>
          </a:p>
        </p:txBody>
      </p:sp>
      <p:pic>
        <p:nvPicPr>
          <p:cNvPr id="12" name="object 12" descr="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33400" y="3804381"/>
            <a:ext cx="190499" cy="144586"/>
          </a:xfrm>
          <a:prstGeom prst="rect">
            <a:avLst/>
          </a:prstGeom>
        </p:spPr>
      </p:pic>
      <p:sp>
        <p:nvSpPr>
          <p:cNvPr id="13" name="object 13" descr=""/>
          <p:cNvSpPr txBox="1"/>
          <p:nvPr/>
        </p:nvSpPr>
        <p:spPr>
          <a:xfrm>
            <a:off x="863600" y="3702097"/>
            <a:ext cx="6189980" cy="539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2500"/>
              </a:lnSpc>
              <a:spcBef>
                <a:spcPts val="100"/>
              </a:spcBef>
            </a:pP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Next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steps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include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real-</a:t>
            </a:r>
            <a:r>
              <a:rPr dirty="0" sz="1500" spc="-85">
                <a:solidFill>
                  <a:srgbClr val="333333"/>
                </a:solidFill>
                <a:latin typeface="Roboto"/>
                <a:cs typeface="Roboto"/>
              </a:rPr>
              <a:t>world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deployment,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80">
                <a:solidFill>
                  <a:srgbClr val="333333"/>
                </a:solidFill>
                <a:latin typeface="Roboto"/>
                <a:cs typeface="Roboto"/>
              </a:rPr>
              <a:t>larger</a:t>
            </a:r>
            <a:r>
              <a:rPr dirty="0" sz="150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grid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0">
                <a:solidFill>
                  <a:srgbClr val="333333"/>
                </a:solidFill>
                <a:latin typeface="Roboto"/>
                <a:cs typeface="Roboto"/>
              </a:rPr>
              <a:t>scaling,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0">
                <a:solidFill>
                  <a:srgbClr val="333333"/>
                </a:solidFill>
                <a:latin typeface="Roboto"/>
                <a:cs typeface="Roboto"/>
              </a:rPr>
              <a:t>and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75">
                <a:solidFill>
                  <a:srgbClr val="333333"/>
                </a:solidFill>
                <a:latin typeface="Roboto"/>
                <a:cs typeface="Roboto"/>
              </a:rPr>
              <a:t>integration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20">
                <a:solidFill>
                  <a:srgbClr val="333333"/>
                </a:solidFill>
                <a:latin typeface="Roboto"/>
                <a:cs typeface="Roboto"/>
              </a:rPr>
              <a:t>with </a:t>
            </a:r>
            <a:r>
              <a:rPr dirty="0" sz="1500" spc="-90">
                <a:solidFill>
                  <a:srgbClr val="333333"/>
                </a:solidFill>
                <a:latin typeface="Roboto"/>
                <a:cs typeface="Roboto"/>
              </a:rPr>
              <a:t>energy</a:t>
            </a:r>
            <a:r>
              <a:rPr dirty="0" sz="1500" spc="1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95">
                <a:solidFill>
                  <a:srgbClr val="333333"/>
                </a:solidFill>
                <a:latin typeface="Roboto"/>
                <a:cs typeface="Roboto"/>
              </a:rPr>
              <a:t>market</a:t>
            </a:r>
            <a:r>
              <a:rPr dirty="0" sz="1500" spc="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500" spc="-10">
                <a:solidFill>
                  <a:srgbClr val="333333"/>
                </a:solidFill>
                <a:latin typeface="Roboto"/>
                <a:cs typeface="Roboto"/>
              </a:rPr>
              <a:t>mechanisms.</a:t>
            </a:r>
            <a:endParaRPr sz="1500">
              <a:latin typeface="Roboto"/>
              <a:cs typeface="Roboto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7343774" y="1733549"/>
            <a:ext cx="4391025" cy="1952625"/>
            <a:chOff x="7343774" y="1733549"/>
            <a:chExt cx="4391025" cy="1952625"/>
          </a:xfrm>
        </p:grpSpPr>
        <p:pic>
          <p:nvPicPr>
            <p:cNvPr id="15" name="object 15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43774" y="1733549"/>
              <a:ext cx="4391024" cy="1952624"/>
            </a:xfrm>
            <a:prstGeom prst="rect">
              <a:avLst/>
            </a:prstGeom>
          </p:spPr>
        </p:pic>
        <p:pic>
          <p:nvPicPr>
            <p:cNvPr id="16" name="object 16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620124" y="2009807"/>
              <a:ext cx="203523" cy="180909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8927256" y="1936495"/>
            <a:ext cx="1546225" cy="2698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114" b="1">
                <a:solidFill>
                  <a:srgbClr val="FFFFFF"/>
                </a:solidFill>
                <a:latin typeface="Roboto"/>
                <a:cs typeface="Roboto"/>
              </a:rPr>
              <a:t>Key</a:t>
            </a:r>
            <a:r>
              <a:rPr dirty="0" sz="1600" spc="-20" b="1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600" spc="-90" b="1">
                <a:solidFill>
                  <a:srgbClr val="FFFFFF"/>
                </a:solidFill>
                <a:latin typeface="Roboto"/>
                <a:cs typeface="Roboto"/>
              </a:rPr>
              <a:t>Achievements</a:t>
            </a:r>
            <a:endParaRPr sz="1600">
              <a:latin typeface="Roboto"/>
              <a:cs typeface="Roboto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7580808" y="2283920"/>
            <a:ext cx="3919220" cy="4064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987425" marR="5080" indent="-975360">
              <a:lnSpc>
                <a:spcPct val="108700"/>
              </a:lnSpc>
              <a:spcBef>
                <a:spcPts val="95"/>
              </a:spcBef>
            </a:pPr>
            <a:r>
              <a:rPr dirty="0" sz="1150" spc="-60">
                <a:solidFill>
                  <a:srgbClr val="FFFFFF"/>
                </a:solidFill>
                <a:latin typeface="Roboto"/>
                <a:cs typeface="Roboto"/>
              </a:rPr>
              <a:t>Our</a:t>
            </a:r>
            <a:r>
              <a:rPr dirty="0" sz="11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FFFFFF"/>
                </a:solidFill>
                <a:latin typeface="Roboto"/>
                <a:cs typeface="Roboto"/>
              </a:rPr>
              <a:t>hybrid</a:t>
            </a:r>
            <a:r>
              <a:rPr dirty="0" sz="115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FFFFFF"/>
                </a:solidFill>
                <a:latin typeface="Roboto"/>
                <a:cs typeface="Roboto"/>
              </a:rPr>
              <a:t>approach</a:t>
            </a:r>
            <a:r>
              <a:rPr dirty="0" sz="115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FFFFFF"/>
                </a:solidFill>
                <a:latin typeface="Roboto"/>
                <a:cs typeface="Roboto"/>
              </a:rPr>
              <a:t>successfully</a:t>
            </a:r>
            <a:r>
              <a:rPr dirty="0" sz="115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55">
                <a:solidFill>
                  <a:srgbClr val="FFFFFF"/>
                </a:solidFill>
                <a:latin typeface="Roboto"/>
                <a:cs typeface="Roboto"/>
              </a:rPr>
              <a:t>addressed</a:t>
            </a:r>
            <a:r>
              <a:rPr dirty="0" sz="115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FFFFFF"/>
                </a:solidFill>
                <a:latin typeface="Roboto"/>
                <a:cs typeface="Roboto"/>
              </a:rPr>
              <a:t>the</a:t>
            </a:r>
            <a:r>
              <a:rPr dirty="0" sz="1150" spc="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FFFFFF"/>
                </a:solidFill>
                <a:latin typeface="Roboto"/>
                <a:cs typeface="Roboto"/>
              </a:rPr>
              <a:t>major</a:t>
            </a:r>
            <a:r>
              <a:rPr dirty="0" sz="1150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50">
                <a:solidFill>
                  <a:srgbClr val="FFFFFF"/>
                </a:solidFill>
                <a:latin typeface="Roboto"/>
                <a:cs typeface="Roboto"/>
              </a:rPr>
              <a:t>challenges </a:t>
            </a:r>
            <a:r>
              <a:rPr dirty="0" sz="1150" spc="-30">
                <a:solidFill>
                  <a:srgbClr val="FFFFFF"/>
                </a:solidFill>
                <a:latin typeface="Roboto"/>
                <a:cs typeface="Roboto"/>
              </a:rPr>
              <a:t>in</a:t>
            </a:r>
            <a:r>
              <a:rPr dirty="0" sz="1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60">
                <a:solidFill>
                  <a:srgbClr val="FFFFFF"/>
                </a:solidFill>
                <a:latin typeface="Roboto"/>
                <a:cs typeface="Roboto"/>
              </a:rPr>
              <a:t>modern</a:t>
            </a:r>
            <a:r>
              <a:rPr dirty="0" sz="1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FFFFFF"/>
                </a:solidFill>
                <a:latin typeface="Roboto"/>
                <a:cs typeface="Roboto"/>
              </a:rPr>
              <a:t>power</a:t>
            </a:r>
            <a:r>
              <a:rPr dirty="0" sz="1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65">
                <a:solidFill>
                  <a:srgbClr val="FFFFFF"/>
                </a:solidFill>
                <a:latin typeface="Roboto"/>
                <a:cs typeface="Roboto"/>
              </a:rPr>
              <a:t>system</a:t>
            </a:r>
            <a:r>
              <a:rPr dirty="0" sz="1150" spc="-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1150" spc="-10">
                <a:solidFill>
                  <a:srgbClr val="FFFFFF"/>
                </a:solidFill>
                <a:latin typeface="Roboto"/>
                <a:cs typeface="Roboto"/>
              </a:rPr>
              <a:t>control:</a:t>
            </a:r>
            <a:endParaRPr sz="1150">
              <a:latin typeface="Roboto"/>
              <a:cs typeface="Roboto"/>
            </a:endParaRPr>
          </a:p>
        </p:txBody>
      </p:sp>
      <p:grpSp>
        <p:nvGrpSpPr>
          <p:cNvPr id="19" name="object 19" descr=""/>
          <p:cNvGrpSpPr/>
          <p:nvPr/>
        </p:nvGrpSpPr>
        <p:grpSpPr>
          <a:xfrm>
            <a:off x="8109331" y="2808669"/>
            <a:ext cx="2863850" cy="231140"/>
            <a:chOff x="8109331" y="2808669"/>
            <a:chExt cx="2863850" cy="231140"/>
          </a:xfrm>
        </p:grpSpPr>
        <p:pic>
          <p:nvPicPr>
            <p:cNvPr id="20" name="object 20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09331" y="2808669"/>
              <a:ext cx="173861" cy="231010"/>
            </a:xfrm>
            <a:prstGeom prst="rect">
              <a:avLst/>
            </a:prstGeom>
          </p:spPr>
        </p:pic>
        <p:pic>
          <p:nvPicPr>
            <p:cNvPr id="21" name="object 21" descr="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9410699" y="2823001"/>
              <a:ext cx="228644" cy="202346"/>
            </a:xfrm>
            <a:prstGeom prst="rect">
              <a:avLst/>
            </a:prstGeom>
          </p:spPr>
        </p:pic>
        <p:pic>
          <p:nvPicPr>
            <p:cNvPr id="22" name="object 22" descr="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0744199" y="2809874"/>
              <a:ext cx="228599" cy="228599"/>
            </a:xfrm>
            <a:prstGeom prst="rect">
              <a:avLst/>
            </a:prstGeom>
          </p:spPr>
        </p:pic>
      </p:grpSp>
      <p:sp>
        <p:nvSpPr>
          <p:cNvPr id="23" name="object 23" descr=""/>
          <p:cNvSpPr txBox="1"/>
          <p:nvPr/>
        </p:nvSpPr>
        <p:spPr>
          <a:xfrm>
            <a:off x="7966273" y="3127216"/>
            <a:ext cx="46926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2390" marR="5080" indent="-60325">
              <a:lnSpc>
                <a:spcPct val="100000"/>
              </a:lnSpc>
              <a:spcBef>
                <a:spcPts val="100"/>
              </a:spcBef>
            </a:pPr>
            <a:r>
              <a:rPr dirty="0" sz="1000" spc="-65">
                <a:solidFill>
                  <a:srgbClr val="FFFFFF"/>
                </a:solidFill>
                <a:latin typeface="Roboto"/>
                <a:cs typeface="Roboto"/>
              </a:rPr>
              <a:t>Reduced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 Inertia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9219257" y="3127216"/>
            <a:ext cx="60706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75565" marR="5080" indent="-63500">
              <a:lnSpc>
                <a:spcPct val="100000"/>
              </a:lnSpc>
              <a:spcBef>
                <a:spcPts val="100"/>
              </a:spcBef>
            </a:pPr>
            <a:r>
              <a:rPr dirty="0" sz="1000" spc="-55">
                <a:solidFill>
                  <a:srgbClr val="FFFFFF"/>
                </a:solidFill>
                <a:latin typeface="Roboto"/>
                <a:cs typeface="Roboto"/>
              </a:rPr>
              <a:t>Uncertainty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 Handling</a:t>
            </a:r>
            <a:endParaRPr sz="1000">
              <a:latin typeface="Roboto"/>
              <a:cs typeface="Roboto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10609906" y="3127216"/>
            <a:ext cx="50419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6040" marR="5080" indent="-53975">
              <a:lnSpc>
                <a:spcPct val="100000"/>
              </a:lnSpc>
              <a:spcBef>
                <a:spcPts val="100"/>
              </a:spcBef>
            </a:pPr>
            <a:r>
              <a:rPr dirty="0" sz="1000" spc="-50">
                <a:solidFill>
                  <a:srgbClr val="FFFFFF"/>
                </a:solidFill>
                <a:latin typeface="Roboto"/>
                <a:cs typeface="Roboto"/>
              </a:rPr>
              <a:t>Real-</a:t>
            </a:r>
            <a:r>
              <a:rPr dirty="0" sz="1000" spc="-60">
                <a:solidFill>
                  <a:srgbClr val="FFFFFF"/>
                </a:solidFill>
                <a:latin typeface="Roboto"/>
                <a:cs typeface="Roboto"/>
              </a:rPr>
              <a:t>time</a:t>
            </a:r>
            <a:r>
              <a:rPr dirty="0" sz="1000" spc="-10">
                <a:solidFill>
                  <a:srgbClr val="FFFFFF"/>
                </a:solidFill>
                <a:latin typeface="Roboto"/>
                <a:cs typeface="Roboto"/>
              </a:rPr>
              <a:t> Control</a:t>
            </a:r>
            <a:endParaRPr sz="1000">
              <a:latin typeface="Roboto"/>
              <a:cs typeface="Roboto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7343774" y="3914774"/>
            <a:ext cx="4391025" cy="1790700"/>
            <a:chOff x="7343774" y="3914774"/>
            <a:chExt cx="4391025" cy="1790700"/>
          </a:xfrm>
        </p:grpSpPr>
        <p:sp>
          <p:nvSpPr>
            <p:cNvPr id="27" name="object 27" descr=""/>
            <p:cNvSpPr/>
            <p:nvPr/>
          </p:nvSpPr>
          <p:spPr>
            <a:xfrm>
              <a:off x="7343774" y="3914774"/>
              <a:ext cx="4391025" cy="1790700"/>
            </a:xfrm>
            <a:custGeom>
              <a:avLst/>
              <a:gdLst/>
              <a:ahLst/>
              <a:cxnLst/>
              <a:rect l="l" t="t" r="r" b="b"/>
              <a:pathLst>
                <a:path w="4391025" h="1790700">
                  <a:moveTo>
                    <a:pt x="4295774" y="1790699"/>
                  </a:moveTo>
                  <a:lnTo>
                    <a:pt x="95249" y="1790699"/>
                  </a:lnTo>
                  <a:lnTo>
                    <a:pt x="85866" y="1790246"/>
                  </a:lnTo>
                  <a:lnTo>
                    <a:pt x="42320" y="1774661"/>
                  </a:lnTo>
                  <a:lnTo>
                    <a:pt x="11259" y="1740395"/>
                  </a:lnTo>
                  <a:lnTo>
                    <a:pt x="0" y="1695449"/>
                  </a:lnTo>
                  <a:lnTo>
                    <a:pt x="0" y="95249"/>
                  </a:lnTo>
                  <a:lnTo>
                    <a:pt x="11259" y="50303"/>
                  </a:lnTo>
                  <a:lnTo>
                    <a:pt x="42320" y="16037"/>
                  </a:lnTo>
                  <a:lnTo>
                    <a:pt x="85866" y="453"/>
                  </a:lnTo>
                  <a:lnTo>
                    <a:pt x="95249" y="0"/>
                  </a:lnTo>
                  <a:lnTo>
                    <a:pt x="4295774" y="0"/>
                  </a:lnTo>
                  <a:lnTo>
                    <a:pt x="4340719" y="11259"/>
                  </a:lnTo>
                  <a:lnTo>
                    <a:pt x="4374986" y="42321"/>
                  </a:lnTo>
                  <a:lnTo>
                    <a:pt x="4390571" y="85866"/>
                  </a:lnTo>
                  <a:lnTo>
                    <a:pt x="4391024" y="95249"/>
                  </a:lnTo>
                  <a:lnTo>
                    <a:pt x="4391024" y="1695449"/>
                  </a:lnTo>
                  <a:lnTo>
                    <a:pt x="4379763" y="1740395"/>
                  </a:lnTo>
                  <a:lnTo>
                    <a:pt x="4348701" y="1774661"/>
                  </a:lnTo>
                  <a:lnTo>
                    <a:pt x="4305157" y="1790246"/>
                  </a:lnTo>
                  <a:lnTo>
                    <a:pt x="4295774" y="1790699"/>
                  </a:lnTo>
                  <a:close/>
                </a:path>
              </a:pathLst>
            </a:custGeom>
            <a:solidFill>
              <a:srgbClr val="0053A6">
                <a:alpha val="10198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7343762" y="3914774"/>
              <a:ext cx="4391025" cy="1790700"/>
            </a:xfrm>
            <a:custGeom>
              <a:avLst/>
              <a:gdLst/>
              <a:ahLst/>
              <a:cxnLst/>
              <a:rect l="l" t="t" r="r" b="b"/>
              <a:pathLst>
                <a:path w="4391025" h="1790700">
                  <a:moveTo>
                    <a:pt x="19050" y="1625968"/>
                  </a:moveTo>
                  <a:lnTo>
                    <a:pt x="0" y="1625968"/>
                  </a:lnTo>
                  <a:lnTo>
                    <a:pt x="0" y="1683118"/>
                  </a:lnTo>
                  <a:lnTo>
                    <a:pt x="19050" y="1683118"/>
                  </a:lnTo>
                  <a:lnTo>
                    <a:pt x="19050" y="1625968"/>
                  </a:lnTo>
                  <a:close/>
                </a:path>
                <a:path w="4391025" h="1790700">
                  <a:moveTo>
                    <a:pt x="19050" y="1530426"/>
                  </a:moveTo>
                  <a:lnTo>
                    <a:pt x="0" y="1530426"/>
                  </a:lnTo>
                  <a:lnTo>
                    <a:pt x="0" y="1587576"/>
                  </a:lnTo>
                  <a:lnTo>
                    <a:pt x="19050" y="1587576"/>
                  </a:lnTo>
                  <a:lnTo>
                    <a:pt x="19050" y="1530426"/>
                  </a:lnTo>
                  <a:close/>
                </a:path>
                <a:path w="4391025" h="1790700">
                  <a:moveTo>
                    <a:pt x="19050" y="1434871"/>
                  </a:moveTo>
                  <a:lnTo>
                    <a:pt x="0" y="1434871"/>
                  </a:lnTo>
                  <a:lnTo>
                    <a:pt x="0" y="1492021"/>
                  </a:lnTo>
                  <a:lnTo>
                    <a:pt x="19050" y="1492021"/>
                  </a:lnTo>
                  <a:lnTo>
                    <a:pt x="19050" y="1434871"/>
                  </a:lnTo>
                  <a:close/>
                </a:path>
                <a:path w="4391025" h="1790700">
                  <a:moveTo>
                    <a:pt x="19050" y="1339316"/>
                  </a:moveTo>
                  <a:lnTo>
                    <a:pt x="0" y="1339316"/>
                  </a:lnTo>
                  <a:lnTo>
                    <a:pt x="0" y="1396466"/>
                  </a:lnTo>
                  <a:lnTo>
                    <a:pt x="19050" y="1396466"/>
                  </a:lnTo>
                  <a:lnTo>
                    <a:pt x="19050" y="1339316"/>
                  </a:lnTo>
                  <a:close/>
                </a:path>
                <a:path w="4391025" h="1790700">
                  <a:moveTo>
                    <a:pt x="19050" y="1243774"/>
                  </a:moveTo>
                  <a:lnTo>
                    <a:pt x="0" y="1243774"/>
                  </a:lnTo>
                  <a:lnTo>
                    <a:pt x="0" y="1300924"/>
                  </a:lnTo>
                  <a:lnTo>
                    <a:pt x="19050" y="1300924"/>
                  </a:lnTo>
                  <a:lnTo>
                    <a:pt x="19050" y="1243774"/>
                  </a:lnTo>
                  <a:close/>
                </a:path>
                <a:path w="4391025" h="1790700">
                  <a:moveTo>
                    <a:pt x="19050" y="1148219"/>
                  </a:moveTo>
                  <a:lnTo>
                    <a:pt x="0" y="1148219"/>
                  </a:lnTo>
                  <a:lnTo>
                    <a:pt x="0" y="1205369"/>
                  </a:lnTo>
                  <a:lnTo>
                    <a:pt x="19050" y="1205369"/>
                  </a:lnTo>
                  <a:lnTo>
                    <a:pt x="19050" y="1148219"/>
                  </a:lnTo>
                  <a:close/>
                </a:path>
                <a:path w="4391025" h="1790700">
                  <a:moveTo>
                    <a:pt x="19050" y="1052677"/>
                  </a:moveTo>
                  <a:lnTo>
                    <a:pt x="0" y="1052677"/>
                  </a:lnTo>
                  <a:lnTo>
                    <a:pt x="0" y="1109827"/>
                  </a:lnTo>
                  <a:lnTo>
                    <a:pt x="19050" y="1109827"/>
                  </a:lnTo>
                  <a:lnTo>
                    <a:pt x="19050" y="1052677"/>
                  </a:lnTo>
                  <a:close/>
                </a:path>
                <a:path w="4391025" h="1790700">
                  <a:moveTo>
                    <a:pt x="19050" y="957122"/>
                  </a:moveTo>
                  <a:lnTo>
                    <a:pt x="0" y="957122"/>
                  </a:lnTo>
                  <a:lnTo>
                    <a:pt x="0" y="1014272"/>
                  </a:lnTo>
                  <a:lnTo>
                    <a:pt x="19050" y="1014272"/>
                  </a:lnTo>
                  <a:lnTo>
                    <a:pt x="19050" y="957122"/>
                  </a:lnTo>
                  <a:close/>
                </a:path>
                <a:path w="4391025" h="1790700">
                  <a:moveTo>
                    <a:pt x="19050" y="861568"/>
                  </a:moveTo>
                  <a:lnTo>
                    <a:pt x="0" y="861568"/>
                  </a:lnTo>
                  <a:lnTo>
                    <a:pt x="0" y="918718"/>
                  </a:lnTo>
                  <a:lnTo>
                    <a:pt x="19050" y="918718"/>
                  </a:lnTo>
                  <a:lnTo>
                    <a:pt x="19050" y="861568"/>
                  </a:lnTo>
                  <a:close/>
                </a:path>
                <a:path w="4391025" h="1790700">
                  <a:moveTo>
                    <a:pt x="19050" y="766025"/>
                  </a:moveTo>
                  <a:lnTo>
                    <a:pt x="0" y="766025"/>
                  </a:lnTo>
                  <a:lnTo>
                    <a:pt x="0" y="823175"/>
                  </a:lnTo>
                  <a:lnTo>
                    <a:pt x="19050" y="823175"/>
                  </a:lnTo>
                  <a:lnTo>
                    <a:pt x="19050" y="766025"/>
                  </a:lnTo>
                  <a:close/>
                </a:path>
                <a:path w="4391025" h="1790700">
                  <a:moveTo>
                    <a:pt x="19050" y="670471"/>
                  </a:moveTo>
                  <a:lnTo>
                    <a:pt x="0" y="670471"/>
                  </a:lnTo>
                  <a:lnTo>
                    <a:pt x="0" y="727621"/>
                  </a:lnTo>
                  <a:lnTo>
                    <a:pt x="19050" y="727621"/>
                  </a:lnTo>
                  <a:lnTo>
                    <a:pt x="19050" y="670471"/>
                  </a:lnTo>
                  <a:close/>
                </a:path>
                <a:path w="4391025" h="1790700">
                  <a:moveTo>
                    <a:pt x="19050" y="574916"/>
                  </a:moveTo>
                  <a:lnTo>
                    <a:pt x="0" y="574916"/>
                  </a:lnTo>
                  <a:lnTo>
                    <a:pt x="0" y="632066"/>
                  </a:lnTo>
                  <a:lnTo>
                    <a:pt x="19050" y="632066"/>
                  </a:lnTo>
                  <a:lnTo>
                    <a:pt x="19050" y="574916"/>
                  </a:lnTo>
                  <a:close/>
                </a:path>
                <a:path w="4391025" h="1790700">
                  <a:moveTo>
                    <a:pt x="19050" y="479374"/>
                  </a:moveTo>
                  <a:lnTo>
                    <a:pt x="0" y="479374"/>
                  </a:lnTo>
                  <a:lnTo>
                    <a:pt x="0" y="536524"/>
                  </a:lnTo>
                  <a:lnTo>
                    <a:pt x="19050" y="536524"/>
                  </a:lnTo>
                  <a:lnTo>
                    <a:pt x="19050" y="479374"/>
                  </a:lnTo>
                  <a:close/>
                </a:path>
                <a:path w="4391025" h="1790700">
                  <a:moveTo>
                    <a:pt x="19050" y="383819"/>
                  </a:moveTo>
                  <a:lnTo>
                    <a:pt x="0" y="383819"/>
                  </a:lnTo>
                  <a:lnTo>
                    <a:pt x="0" y="440969"/>
                  </a:lnTo>
                  <a:lnTo>
                    <a:pt x="19050" y="440969"/>
                  </a:lnTo>
                  <a:lnTo>
                    <a:pt x="19050" y="383819"/>
                  </a:lnTo>
                  <a:close/>
                </a:path>
                <a:path w="4391025" h="1790700">
                  <a:moveTo>
                    <a:pt x="19050" y="288277"/>
                  </a:moveTo>
                  <a:lnTo>
                    <a:pt x="0" y="288277"/>
                  </a:lnTo>
                  <a:lnTo>
                    <a:pt x="0" y="345427"/>
                  </a:lnTo>
                  <a:lnTo>
                    <a:pt x="19050" y="345427"/>
                  </a:lnTo>
                  <a:lnTo>
                    <a:pt x="19050" y="288277"/>
                  </a:lnTo>
                  <a:close/>
                </a:path>
                <a:path w="4391025" h="1790700">
                  <a:moveTo>
                    <a:pt x="19050" y="192722"/>
                  </a:moveTo>
                  <a:lnTo>
                    <a:pt x="0" y="192722"/>
                  </a:lnTo>
                  <a:lnTo>
                    <a:pt x="0" y="249872"/>
                  </a:lnTo>
                  <a:lnTo>
                    <a:pt x="19050" y="249872"/>
                  </a:lnTo>
                  <a:lnTo>
                    <a:pt x="19050" y="192722"/>
                  </a:lnTo>
                  <a:close/>
                </a:path>
                <a:path w="4391025" h="1790700">
                  <a:moveTo>
                    <a:pt x="19050" y="97167"/>
                  </a:moveTo>
                  <a:lnTo>
                    <a:pt x="0" y="97167"/>
                  </a:lnTo>
                  <a:lnTo>
                    <a:pt x="0" y="154317"/>
                  </a:lnTo>
                  <a:lnTo>
                    <a:pt x="19050" y="154317"/>
                  </a:lnTo>
                  <a:lnTo>
                    <a:pt x="19050" y="97167"/>
                  </a:lnTo>
                  <a:close/>
                </a:path>
                <a:path w="4391025" h="1790700">
                  <a:moveTo>
                    <a:pt x="52755" y="1758708"/>
                  </a:moveTo>
                  <a:lnTo>
                    <a:pt x="24853" y="1724621"/>
                  </a:lnTo>
                  <a:lnTo>
                    <a:pt x="22542" y="1718157"/>
                  </a:lnTo>
                  <a:lnTo>
                    <a:pt x="4356" y="1723834"/>
                  </a:lnTo>
                  <a:lnTo>
                    <a:pt x="27901" y="1762810"/>
                  </a:lnTo>
                  <a:lnTo>
                    <a:pt x="42138" y="1774520"/>
                  </a:lnTo>
                  <a:lnTo>
                    <a:pt x="52755" y="1758708"/>
                  </a:lnTo>
                  <a:close/>
                </a:path>
                <a:path w="4391025" h="1790700">
                  <a:moveTo>
                    <a:pt x="60807" y="27355"/>
                  </a:moveTo>
                  <a:lnTo>
                    <a:pt x="52197" y="10375"/>
                  </a:lnTo>
                  <a:lnTo>
                    <a:pt x="50304" y="11264"/>
                  </a:lnTo>
                  <a:lnTo>
                    <a:pt x="42329" y="16040"/>
                  </a:lnTo>
                  <a:lnTo>
                    <a:pt x="11264" y="50304"/>
                  </a:lnTo>
                  <a:lnTo>
                    <a:pt x="8648" y="55854"/>
                  </a:lnTo>
                  <a:lnTo>
                    <a:pt x="25971" y="63728"/>
                  </a:lnTo>
                  <a:lnTo>
                    <a:pt x="28067" y="59296"/>
                  </a:lnTo>
                  <a:lnTo>
                    <a:pt x="31889" y="52908"/>
                  </a:lnTo>
                  <a:lnTo>
                    <a:pt x="59296" y="28067"/>
                  </a:lnTo>
                  <a:lnTo>
                    <a:pt x="60807" y="27355"/>
                  </a:lnTo>
                  <a:close/>
                </a:path>
                <a:path w="4391025" h="1790700">
                  <a:moveTo>
                    <a:pt x="140233" y="1771650"/>
                  </a:moveTo>
                  <a:lnTo>
                    <a:pt x="95250" y="1771650"/>
                  </a:lnTo>
                  <a:lnTo>
                    <a:pt x="87744" y="1771294"/>
                  </a:lnTo>
                  <a:lnTo>
                    <a:pt x="84810" y="1770862"/>
                  </a:lnTo>
                  <a:lnTo>
                    <a:pt x="84709" y="1771650"/>
                  </a:lnTo>
                  <a:lnTo>
                    <a:pt x="82207" y="1789709"/>
                  </a:lnTo>
                  <a:lnTo>
                    <a:pt x="85877" y="1790255"/>
                  </a:lnTo>
                  <a:lnTo>
                    <a:pt x="95250" y="1790700"/>
                  </a:lnTo>
                  <a:lnTo>
                    <a:pt x="140233" y="1790700"/>
                  </a:lnTo>
                  <a:lnTo>
                    <a:pt x="140233" y="1771650"/>
                  </a:lnTo>
                  <a:close/>
                </a:path>
                <a:path w="4391025" h="1790700">
                  <a:moveTo>
                    <a:pt x="152400" y="0"/>
                  </a:moveTo>
                  <a:lnTo>
                    <a:pt x="93408" y="0"/>
                  </a:lnTo>
                  <a:lnTo>
                    <a:pt x="93776" y="19050"/>
                  </a:lnTo>
                  <a:lnTo>
                    <a:pt x="152400" y="19050"/>
                  </a:lnTo>
                  <a:lnTo>
                    <a:pt x="152400" y="0"/>
                  </a:lnTo>
                  <a:close/>
                </a:path>
                <a:path w="4391025" h="1790700">
                  <a:moveTo>
                    <a:pt x="235788" y="1771650"/>
                  </a:moveTo>
                  <a:lnTo>
                    <a:pt x="178638" y="1771650"/>
                  </a:lnTo>
                  <a:lnTo>
                    <a:pt x="178638" y="1790700"/>
                  </a:lnTo>
                  <a:lnTo>
                    <a:pt x="235788" y="1790700"/>
                  </a:lnTo>
                  <a:lnTo>
                    <a:pt x="235788" y="1771650"/>
                  </a:lnTo>
                  <a:close/>
                </a:path>
                <a:path w="4391025" h="1790700">
                  <a:moveTo>
                    <a:pt x="247954" y="0"/>
                  </a:moveTo>
                  <a:lnTo>
                    <a:pt x="190804" y="0"/>
                  </a:lnTo>
                  <a:lnTo>
                    <a:pt x="190804" y="19050"/>
                  </a:lnTo>
                  <a:lnTo>
                    <a:pt x="247954" y="19050"/>
                  </a:lnTo>
                  <a:lnTo>
                    <a:pt x="247954" y="0"/>
                  </a:lnTo>
                  <a:close/>
                </a:path>
                <a:path w="4391025" h="1790700">
                  <a:moveTo>
                    <a:pt x="331330" y="1771650"/>
                  </a:moveTo>
                  <a:lnTo>
                    <a:pt x="274180" y="1771650"/>
                  </a:lnTo>
                  <a:lnTo>
                    <a:pt x="274180" y="1790700"/>
                  </a:lnTo>
                  <a:lnTo>
                    <a:pt x="331330" y="1790700"/>
                  </a:lnTo>
                  <a:lnTo>
                    <a:pt x="331330" y="1771650"/>
                  </a:lnTo>
                  <a:close/>
                </a:path>
                <a:path w="4391025" h="1790700">
                  <a:moveTo>
                    <a:pt x="343509" y="0"/>
                  </a:moveTo>
                  <a:lnTo>
                    <a:pt x="286359" y="0"/>
                  </a:lnTo>
                  <a:lnTo>
                    <a:pt x="286359" y="19050"/>
                  </a:lnTo>
                  <a:lnTo>
                    <a:pt x="343509" y="19050"/>
                  </a:lnTo>
                  <a:lnTo>
                    <a:pt x="343509" y="0"/>
                  </a:lnTo>
                  <a:close/>
                </a:path>
                <a:path w="4391025" h="1790700">
                  <a:moveTo>
                    <a:pt x="426885" y="1771650"/>
                  </a:moveTo>
                  <a:lnTo>
                    <a:pt x="369735" y="1771650"/>
                  </a:lnTo>
                  <a:lnTo>
                    <a:pt x="369735" y="1790700"/>
                  </a:lnTo>
                  <a:lnTo>
                    <a:pt x="426885" y="1790700"/>
                  </a:lnTo>
                  <a:lnTo>
                    <a:pt x="426885" y="1771650"/>
                  </a:lnTo>
                  <a:close/>
                </a:path>
                <a:path w="4391025" h="1790700">
                  <a:moveTo>
                    <a:pt x="439051" y="0"/>
                  </a:moveTo>
                  <a:lnTo>
                    <a:pt x="381901" y="0"/>
                  </a:lnTo>
                  <a:lnTo>
                    <a:pt x="381901" y="19050"/>
                  </a:lnTo>
                  <a:lnTo>
                    <a:pt x="439051" y="19050"/>
                  </a:lnTo>
                  <a:lnTo>
                    <a:pt x="439051" y="0"/>
                  </a:lnTo>
                  <a:close/>
                </a:path>
                <a:path w="4391025" h="1790700">
                  <a:moveTo>
                    <a:pt x="522427" y="1771650"/>
                  </a:moveTo>
                  <a:lnTo>
                    <a:pt x="465277" y="1771650"/>
                  </a:lnTo>
                  <a:lnTo>
                    <a:pt x="465277" y="1790700"/>
                  </a:lnTo>
                  <a:lnTo>
                    <a:pt x="522427" y="1790700"/>
                  </a:lnTo>
                  <a:lnTo>
                    <a:pt x="522427" y="1771650"/>
                  </a:lnTo>
                  <a:close/>
                </a:path>
                <a:path w="4391025" h="1790700">
                  <a:moveTo>
                    <a:pt x="534606" y="0"/>
                  </a:moveTo>
                  <a:lnTo>
                    <a:pt x="477456" y="0"/>
                  </a:lnTo>
                  <a:lnTo>
                    <a:pt x="477456" y="19050"/>
                  </a:lnTo>
                  <a:lnTo>
                    <a:pt x="534606" y="19050"/>
                  </a:lnTo>
                  <a:lnTo>
                    <a:pt x="534606" y="0"/>
                  </a:lnTo>
                  <a:close/>
                </a:path>
                <a:path w="4391025" h="1790700">
                  <a:moveTo>
                    <a:pt x="617982" y="1771650"/>
                  </a:moveTo>
                  <a:lnTo>
                    <a:pt x="560832" y="1771650"/>
                  </a:lnTo>
                  <a:lnTo>
                    <a:pt x="560832" y="1790700"/>
                  </a:lnTo>
                  <a:lnTo>
                    <a:pt x="617982" y="1790700"/>
                  </a:lnTo>
                  <a:lnTo>
                    <a:pt x="617982" y="1771650"/>
                  </a:lnTo>
                  <a:close/>
                </a:path>
                <a:path w="4391025" h="1790700">
                  <a:moveTo>
                    <a:pt x="630161" y="0"/>
                  </a:moveTo>
                  <a:lnTo>
                    <a:pt x="573011" y="0"/>
                  </a:lnTo>
                  <a:lnTo>
                    <a:pt x="573011" y="19050"/>
                  </a:lnTo>
                  <a:lnTo>
                    <a:pt x="630161" y="19050"/>
                  </a:lnTo>
                  <a:lnTo>
                    <a:pt x="630161" y="0"/>
                  </a:lnTo>
                  <a:close/>
                </a:path>
                <a:path w="4391025" h="1790700">
                  <a:moveTo>
                    <a:pt x="713536" y="1771650"/>
                  </a:moveTo>
                  <a:lnTo>
                    <a:pt x="656386" y="1771650"/>
                  </a:lnTo>
                  <a:lnTo>
                    <a:pt x="656386" y="1790700"/>
                  </a:lnTo>
                  <a:lnTo>
                    <a:pt x="713536" y="1790700"/>
                  </a:lnTo>
                  <a:lnTo>
                    <a:pt x="713536" y="1771650"/>
                  </a:lnTo>
                  <a:close/>
                </a:path>
                <a:path w="4391025" h="1790700">
                  <a:moveTo>
                    <a:pt x="725703" y="0"/>
                  </a:moveTo>
                  <a:lnTo>
                    <a:pt x="668553" y="0"/>
                  </a:lnTo>
                  <a:lnTo>
                    <a:pt x="668553" y="19050"/>
                  </a:lnTo>
                  <a:lnTo>
                    <a:pt x="725703" y="19050"/>
                  </a:lnTo>
                  <a:lnTo>
                    <a:pt x="725703" y="0"/>
                  </a:lnTo>
                  <a:close/>
                </a:path>
                <a:path w="4391025" h="1790700">
                  <a:moveTo>
                    <a:pt x="809078" y="1771650"/>
                  </a:moveTo>
                  <a:lnTo>
                    <a:pt x="751928" y="1771650"/>
                  </a:lnTo>
                  <a:lnTo>
                    <a:pt x="751928" y="1790700"/>
                  </a:lnTo>
                  <a:lnTo>
                    <a:pt x="809078" y="1790700"/>
                  </a:lnTo>
                  <a:lnTo>
                    <a:pt x="809078" y="1771650"/>
                  </a:lnTo>
                  <a:close/>
                </a:path>
                <a:path w="4391025" h="1790700">
                  <a:moveTo>
                    <a:pt x="821258" y="0"/>
                  </a:moveTo>
                  <a:lnTo>
                    <a:pt x="764108" y="0"/>
                  </a:lnTo>
                  <a:lnTo>
                    <a:pt x="764108" y="19050"/>
                  </a:lnTo>
                  <a:lnTo>
                    <a:pt x="821258" y="19050"/>
                  </a:lnTo>
                  <a:lnTo>
                    <a:pt x="821258" y="0"/>
                  </a:lnTo>
                  <a:close/>
                </a:path>
                <a:path w="4391025" h="1790700">
                  <a:moveTo>
                    <a:pt x="904633" y="1771650"/>
                  </a:moveTo>
                  <a:lnTo>
                    <a:pt x="847483" y="1771650"/>
                  </a:lnTo>
                  <a:lnTo>
                    <a:pt x="847483" y="1790700"/>
                  </a:lnTo>
                  <a:lnTo>
                    <a:pt x="904633" y="1790700"/>
                  </a:lnTo>
                  <a:lnTo>
                    <a:pt x="904633" y="1771650"/>
                  </a:lnTo>
                  <a:close/>
                </a:path>
                <a:path w="4391025" h="1790700">
                  <a:moveTo>
                    <a:pt x="916800" y="0"/>
                  </a:moveTo>
                  <a:lnTo>
                    <a:pt x="859650" y="0"/>
                  </a:lnTo>
                  <a:lnTo>
                    <a:pt x="859650" y="19050"/>
                  </a:lnTo>
                  <a:lnTo>
                    <a:pt x="916800" y="19050"/>
                  </a:lnTo>
                  <a:lnTo>
                    <a:pt x="916800" y="0"/>
                  </a:lnTo>
                  <a:close/>
                </a:path>
                <a:path w="4391025" h="1790700">
                  <a:moveTo>
                    <a:pt x="1000188" y="1771650"/>
                  </a:moveTo>
                  <a:lnTo>
                    <a:pt x="943038" y="1771650"/>
                  </a:lnTo>
                  <a:lnTo>
                    <a:pt x="943038" y="1790700"/>
                  </a:lnTo>
                  <a:lnTo>
                    <a:pt x="1000188" y="1790700"/>
                  </a:lnTo>
                  <a:lnTo>
                    <a:pt x="1000188" y="1771650"/>
                  </a:lnTo>
                  <a:close/>
                </a:path>
                <a:path w="4391025" h="1790700">
                  <a:moveTo>
                    <a:pt x="1012355" y="0"/>
                  </a:moveTo>
                  <a:lnTo>
                    <a:pt x="955205" y="0"/>
                  </a:lnTo>
                  <a:lnTo>
                    <a:pt x="955205" y="19050"/>
                  </a:lnTo>
                  <a:lnTo>
                    <a:pt x="1012355" y="19050"/>
                  </a:lnTo>
                  <a:lnTo>
                    <a:pt x="1012355" y="0"/>
                  </a:lnTo>
                  <a:close/>
                </a:path>
                <a:path w="4391025" h="1790700">
                  <a:moveTo>
                    <a:pt x="1095730" y="1771650"/>
                  </a:moveTo>
                  <a:lnTo>
                    <a:pt x="1038580" y="1771650"/>
                  </a:lnTo>
                  <a:lnTo>
                    <a:pt x="1038580" y="1790700"/>
                  </a:lnTo>
                  <a:lnTo>
                    <a:pt x="1095730" y="1790700"/>
                  </a:lnTo>
                  <a:lnTo>
                    <a:pt x="1095730" y="1771650"/>
                  </a:lnTo>
                  <a:close/>
                </a:path>
                <a:path w="4391025" h="1790700">
                  <a:moveTo>
                    <a:pt x="1107909" y="0"/>
                  </a:moveTo>
                  <a:lnTo>
                    <a:pt x="1050759" y="0"/>
                  </a:lnTo>
                  <a:lnTo>
                    <a:pt x="1050759" y="19050"/>
                  </a:lnTo>
                  <a:lnTo>
                    <a:pt x="1107909" y="19050"/>
                  </a:lnTo>
                  <a:lnTo>
                    <a:pt x="1107909" y="0"/>
                  </a:lnTo>
                  <a:close/>
                </a:path>
                <a:path w="4391025" h="1790700">
                  <a:moveTo>
                    <a:pt x="1191285" y="1771650"/>
                  </a:moveTo>
                  <a:lnTo>
                    <a:pt x="1134135" y="1771650"/>
                  </a:lnTo>
                  <a:lnTo>
                    <a:pt x="1134135" y="1790700"/>
                  </a:lnTo>
                  <a:lnTo>
                    <a:pt x="1191285" y="1790700"/>
                  </a:lnTo>
                  <a:lnTo>
                    <a:pt x="1191285" y="1771650"/>
                  </a:lnTo>
                  <a:close/>
                </a:path>
                <a:path w="4391025" h="1790700">
                  <a:moveTo>
                    <a:pt x="1203452" y="0"/>
                  </a:moveTo>
                  <a:lnTo>
                    <a:pt x="1146302" y="0"/>
                  </a:lnTo>
                  <a:lnTo>
                    <a:pt x="1146302" y="19050"/>
                  </a:lnTo>
                  <a:lnTo>
                    <a:pt x="1203452" y="19050"/>
                  </a:lnTo>
                  <a:lnTo>
                    <a:pt x="1203452" y="0"/>
                  </a:lnTo>
                  <a:close/>
                </a:path>
                <a:path w="4391025" h="1790700">
                  <a:moveTo>
                    <a:pt x="1286827" y="1771650"/>
                  </a:moveTo>
                  <a:lnTo>
                    <a:pt x="1229677" y="1771650"/>
                  </a:lnTo>
                  <a:lnTo>
                    <a:pt x="1229677" y="1790700"/>
                  </a:lnTo>
                  <a:lnTo>
                    <a:pt x="1286827" y="1790700"/>
                  </a:lnTo>
                  <a:lnTo>
                    <a:pt x="1286827" y="1771650"/>
                  </a:lnTo>
                  <a:close/>
                </a:path>
                <a:path w="4391025" h="1790700">
                  <a:moveTo>
                    <a:pt x="1299006" y="0"/>
                  </a:moveTo>
                  <a:lnTo>
                    <a:pt x="1241856" y="0"/>
                  </a:lnTo>
                  <a:lnTo>
                    <a:pt x="1241856" y="19050"/>
                  </a:lnTo>
                  <a:lnTo>
                    <a:pt x="1299006" y="19050"/>
                  </a:lnTo>
                  <a:lnTo>
                    <a:pt x="1299006" y="0"/>
                  </a:lnTo>
                  <a:close/>
                </a:path>
                <a:path w="4391025" h="1790700">
                  <a:moveTo>
                    <a:pt x="1382382" y="1771650"/>
                  </a:moveTo>
                  <a:lnTo>
                    <a:pt x="1325232" y="1771650"/>
                  </a:lnTo>
                  <a:lnTo>
                    <a:pt x="1325232" y="1790700"/>
                  </a:lnTo>
                  <a:lnTo>
                    <a:pt x="1382382" y="1790700"/>
                  </a:lnTo>
                  <a:lnTo>
                    <a:pt x="1382382" y="1771650"/>
                  </a:lnTo>
                  <a:close/>
                </a:path>
                <a:path w="4391025" h="1790700">
                  <a:moveTo>
                    <a:pt x="1394561" y="0"/>
                  </a:moveTo>
                  <a:lnTo>
                    <a:pt x="1337411" y="0"/>
                  </a:lnTo>
                  <a:lnTo>
                    <a:pt x="1337411" y="19050"/>
                  </a:lnTo>
                  <a:lnTo>
                    <a:pt x="1394561" y="19050"/>
                  </a:lnTo>
                  <a:lnTo>
                    <a:pt x="1394561" y="0"/>
                  </a:lnTo>
                  <a:close/>
                </a:path>
                <a:path w="4391025" h="1790700">
                  <a:moveTo>
                    <a:pt x="1477937" y="1771650"/>
                  </a:moveTo>
                  <a:lnTo>
                    <a:pt x="1420787" y="1771650"/>
                  </a:lnTo>
                  <a:lnTo>
                    <a:pt x="1420787" y="1790700"/>
                  </a:lnTo>
                  <a:lnTo>
                    <a:pt x="1477937" y="1790700"/>
                  </a:lnTo>
                  <a:lnTo>
                    <a:pt x="1477937" y="1771650"/>
                  </a:lnTo>
                  <a:close/>
                </a:path>
                <a:path w="4391025" h="1790700">
                  <a:moveTo>
                    <a:pt x="1490103" y="0"/>
                  </a:moveTo>
                  <a:lnTo>
                    <a:pt x="1432953" y="0"/>
                  </a:lnTo>
                  <a:lnTo>
                    <a:pt x="1432953" y="19050"/>
                  </a:lnTo>
                  <a:lnTo>
                    <a:pt x="1490103" y="19050"/>
                  </a:lnTo>
                  <a:lnTo>
                    <a:pt x="1490103" y="0"/>
                  </a:lnTo>
                  <a:close/>
                </a:path>
                <a:path w="4391025" h="1790700">
                  <a:moveTo>
                    <a:pt x="1573479" y="1771650"/>
                  </a:moveTo>
                  <a:lnTo>
                    <a:pt x="1516329" y="1771650"/>
                  </a:lnTo>
                  <a:lnTo>
                    <a:pt x="1516329" y="1790700"/>
                  </a:lnTo>
                  <a:lnTo>
                    <a:pt x="1573479" y="1790700"/>
                  </a:lnTo>
                  <a:lnTo>
                    <a:pt x="1573479" y="1771650"/>
                  </a:lnTo>
                  <a:close/>
                </a:path>
                <a:path w="4391025" h="1790700">
                  <a:moveTo>
                    <a:pt x="1585658" y="0"/>
                  </a:moveTo>
                  <a:lnTo>
                    <a:pt x="1528508" y="0"/>
                  </a:lnTo>
                  <a:lnTo>
                    <a:pt x="1528508" y="19050"/>
                  </a:lnTo>
                  <a:lnTo>
                    <a:pt x="1585658" y="19050"/>
                  </a:lnTo>
                  <a:lnTo>
                    <a:pt x="1585658" y="0"/>
                  </a:lnTo>
                  <a:close/>
                </a:path>
                <a:path w="4391025" h="1790700">
                  <a:moveTo>
                    <a:pt x="1669034" y="1771650"/>
                  </a:moveTo>
                  <a:lnTo>
                    <a:pt x="1611884" y="1771650"/>
                  </a:lnTo>
                  <a:lnTo>
                    <a:pt x="1611884" y="1790700"/>
                  </a:lnTo>
                  <a:lnTo>
                    <a:pt x="1669034" y="1790700"/>
                  </a:lnTo>
                  <a:lnTo>
                    <a:pt x="1669034" y="1771650"/>
                  </a:lnTo>
                  <a:close/>
                </a:path>
                <a:path w="4391025" h="1790700">
                  <a:moveTo>
                    <a:pt x="1681200" y="0"/>
                  </a:moveTo>
                  <a:lnTo>
                    <a:pt x="1624050" y="0"/>
                  </a:lnTo>
                  <a:lnTo>
                    <a:pt x="1624050" y="19050"/>
                  </a:lnTo>
                  <a:lnTo>
                    <a:pt x="1681200" y="19050"/>
                  </a:lnTo>
                  <a:lnTo>
                    <a:pt x="1681200" y="0"/>
                  </a:lnTo>
                  <a:close/>
                </a:path>
                <a:path w="4391025" h="1790700">
                  <a:moveTo>
                    <a:pt x="1764588" y="1771650"/>
                  </a:moveTo>
                  <a:lnTo>
                    <a:pt x="1707438" y="1771650"/>
                  </a:lnTo>
                  <a:lnTo>
                    <a:pt x="1707438" y="1790700"/>
                  </a:lnTo>
                  <a:lnTo>
                    <a:pt x="1764588" y="1790700"/>
                  </a:lnTo>
                  <a:lnTo>
                    <a:pt x="1764588" y="1771650"/>
                  </a:lnTo>
                  <a:close/>
                </a:path>
                <a:path w="4391025" h="1790700">
                  <a:moveTo>
                    <a:pt x="1776755" y="0"/>
                  </a:moveTo>
                  <a:lnTo>
                    <a:pt x="1719605" y="0"/>
                  </a:lnTo>
                  <a:lnTo>
                    <a:pt x="1719605" y="19050"/>
                  </a:lnTo>
                  <a:lnTo>
                    <a:pt x="1776755" y="19050"/>
                  </a:lnTo>
                  <a:lnTo>
                    <a:pt x="1776755" y="0"/>
                  </a:lnTo>
                  <a:close/>
                </a:path>
                <a:path w="4391025" h="1790700">
                  <a:moveTo>
                    <a:pt x="1860130" y="1771650"/>
                  </a:moveTo>
                  <a:lnTo>
                    <a:pt x="1802980" y="1771650"/>
                  </a:lnTo>
                  <a:lnTo>
                    <a:pt x="1802980" y="1790700"/>
                  </a:lnTo>
                  <a:lnTo>
                    <a:pt x="1860130" y="1790700"/>
                  </a:lnTo>
                  <a:lnTo>
                    <a:pt x="1860130" y="1771650"/>
                  </a:lnTo>
                  <a:close/>
                </a:path>
                <a:path w="4391025" h="1790700">
                  <a:moveTo>
                    <a:pt x="1872310" y="0"/>
                  </a:moveTo>
                  <a:lnTo>
                    <a:pt x="1815160" y="0"/>
                  </a:lnTo>
                  <a:lnTo>
                    <a:pt x="1815160" y="19050"/>
                  </a:lnTo>
                  <a:lnTo>
                    <a:pt x="1872310" y="19050"/>
                  </a:lnTo>
                  <a:lnTo>
                    <a:pt x="1872310" y="0"/>
                  </a:lnTo>
                  <a:close/>
                </a:path>
                <a:path w="4391025" h="1790700">
                  <a:moveTo>
                    <a:pt x="1955685" y="1771650"/>
                  </a:moveTo>
                  <a:lnTo>
                    <a:pt x="1898535" y="1771650"/>
                  </a:lnTo>
                  <a:lnTo>
                    <a:pt x="1898535" y="1790700"/>
                  </a:lnTo>
                  <a:lnTo>
                    <a:pt x="1955685" y="1790700"/>
                  </a:lnTo>
                  <a:lnTo>
                    <a:pt x="1955685" y="1771650"/>
                  </a:lnTo>
                  <a:close/>
                </a:path>
                <a:path w="4391025" h="1790700">
                  <a:moveTo>
                    <a:pt x="1967852" y="0"/>
                  </a:moveTo>
                  <a:lnTo>
                    <a:pt x="1910702" y="0"/>
                  </a:lnTo>
                  <a:lnTo>
                    <a:pt x="1910702" y="19050"/>
                  </a:lnTo>
                  <a:lnTo>
                    <a:pt x="1967852" y="19050"/>
                  </a:lnTo>
                  <a:lnTo>
                    <a:pt x="1967852" y="0"/>
                  </a:lnTo>
                  <a:close/>
                </a:path>
                <a:path w="4391025" h="1790700">
                  <a:moveTo>
                    <a:pt x="2051227" y="1771650"/>
                  </a:moveTo>
                  <a:lnTo>
                    <a:pt x="1994077" y="1771650"/>
                  </a:lnTo>
                  <a:lnTo>
                    <a:pt x="1994077" y="1790700"/>
                  </a:lnTo>
                  <a:lnTo>
                    <a:pt x="2051227" y="1790700"/>
                  </a:lnTo>
                  <a:lnTo>
                    <a:pt x="2051227" y="1771650"/>
                  </a:lnTo>
                  <a:close/>
                </a:path>
                <a:path w="4391025" h="1790700">
                  <a:moveTo>
                    <a:pt x="2063407" y="0"/>
                  </a:moveTo>
                  <a:lnTo>
                    <a:pt x="2006257" y="0"/>
                  </a:lnTo>
                  <a:lnTo>
                    <a:pt x="2006257" y="19050"/>
                  </a:lnTo>
                  <a:lnTo>
                    <a:pt x="2063407" y="19050"/>
                  </a:lnTo>
                  <a:lnTo>
                    <a:pt x="2063407" y="0"/>
                  </a:lnTo>
                  <a:close/>
                </a:path>
                <a:path w="4391025" h="1790700">
                  <a:moveTo>
                    <a:pt x="2146782" y="1771650"/>
                  </a:moveTo>
                  <a:lnTo>
                    <a:pt x="2089632" y="1771650"/>
                  </a:lnTo>
                  <a:lnTo>
                    <a:pt x="2089632" y="1790700"/>
                  </a:lnTo>
                  <a:lnTo>
                    <a:pt x="2146782" y="1790700"/>
                  </a:lnTo>
                  <a:lnTo>
                    <a:pt x="2146782" y="1771650"/>
                  </a:lnTo>
                  <a:close/>
                </a:path>
                <a:path w="4391025" h="1790700">
                  <a:moveTo>
                    <a:pt x="2158962" y="0"/>
                  </a:moveTo>
                  <a:lnTo>
                    <a:pt x="2101811" y="0"/>
                  </a:lnTo>
                  <a:lnTo>
                    <a:pt x="2101811" y="19050"/>
                  </a:lnTo>
                  <a:lnTo>
                    <a:pt x="2158962" y="19050"/>
                  </a:lnTo>
                  <a:lnTo>
                    <a:pt x="2158962" y="0"/>
                  </a:lnTo>
                  <a:close/>
                </a:path>
                <a:path w="4391025" h="1790700">
                  <a:moveTo>
                    <a:pt x="2242337" y="1771650"/>
                  </a:moveTo>
                  <a:lnTo>
                    <a:pt x="2185187" y="1771650"/>
                  </a:lnTo>
                  <a:lnTo>
                    <a:pt x="2185187" y="1790700"/>
                  </a:lnTo>
                  <a:lnTo>
                    <a:pt x="2242337" y="1790700"/>
                  </a:lnTo>
                  <a:lnTo>
                    <a:pt x="2242337" y="1771650"/>
                  </a:lnTo>
                  <a:close/>
                </a:path>
                <a:path w="4391025" h="1790700">
                  <a:moveTo>
                    <a:pt x="2254504" y="0"/>
                  </a:moveTo>
                  <a:lnTo>
                    <a:pt x="2197354" y="0"/>
                  </a:lnTo>
                  <a:lnTo>
                    <a:pt x="2197354" y="19050"/>
                  </a:lnTo>
                  <a:lnTo>
                    <a:pt x="2254504" y="19050"/>
                  </a:lnTo>
                  <a:lnTo>
                    <a:pt x="2254504" y="0"/>
                  </a:lnTo>
                  <a:close/>
                </a:path>
                <a:path w="4391025" h="1790700">
                  <a:moveTo>
                    <a:pt x="2337879" y="1771650"/>
                  </a:moveTo>
                  <a:lnTo>
                    <a:pt x="2280729" y="1771650"/>
                  </a:lnTo>
                  <a:lnTo>
                    <a:pt x="2280729" y="1790700"/>
                  </a:lnTo>
                  <a:lnTo>
                    <a:pt x="2337879" y="1790700"/>
                  </a:lnTo>
                  <a:lnTo>
                    <a:pt x="2337879" y="1771650"/>
                  </a:lnTo>
                  <a:close/>
                </a:path>
                <a:path w="4391025" h="1790700">
                  <a:moveTo>
                    <a:pt x="2350058" y="0"/>
                  </a:moveTo>
                  <a:lnTo>
                    <a:pt x="2292908" y="0"/>
                  </a:lnTo>
                  <a:lnTo>
                    <a:pt x="2292908" y="19050"/>
                  </a:lnTo>
                  <a:lnTo>
                    <a:pt x="2350058" y="19050"/>
                  </a:lnTo>
                  <a:lnTo>
                    <a:pt x="2350058" y="0"/>
                  </a:lnTo>
                  <a:close/>
                </a:path>
                <a:path w="4391025" h="1790700">
                  <a:moveTo>
                    <a:pt x="2433434" y="1771650"/>
                  </a:moveTo>
                  <a:lnTo>
                    <a:pt x="2376284" y="1771650"/>
                  </a:lnTo>
                  <a:lnTo>
                    <a:pt x="2376284" y="1790700"/>
                  </a:lnTo>
                  <a:lnTo>
                    <a:pt x="2433434" y="1790700"/>
                  </a:lnTo>
                  <a:lnTo>
                    <a:pt x="2433434" y="1771650"/>
                  </a:lnTo>
                  <a:close/>
                </a:path>
                <a:path w="4391025" h="1790700">
                  <a:moveTo>
                    <a:pt x="2445601" y="0"/>
                  </a:moveTo>
                  <a:lnTo>
                    <a:pt x="2388451" y="0"/>
                  </a:lnTo>
                  <a:lnTo>
                    <a:pt x="2388451" y="19050"/>
                  </a:lnTo>
                  <a:lnTo>
                    <a:pt x="2445601" y="19050"/>
                  </a:lnTo>
                  <a:lnTo>
                    <a:pt x="2445601" y="0"/>
                  </a:lnTo>
                  <a:close/>
                </a:path>
                <a:path w="4391025" h="1790700">
                  <a:moveTo>
                    <a:pt x="2528989" y="1771650"/>
                  </a:moveTo>
                  <a:lnTo>
                    <a:pt x="2471839" y="1771650"/>
                  </a:lnTo>
                  <a:lnTo>
                    <a:pt x="2471839" y="1790700"/>
                  </a:lnTo>
                  <a:lnTo>
                    <a:pt x="2528989" y="1790700"/>
                  </a:lnTo>
                  <a:lnTo>
                    <a:pt x="2528989" y="1771650"/>
                  </a:lnTo>
                  <a:close/>
                </a:path>
                <a:path w="4391025" h="1790700">
                  <a:moveTo>
                    <a:pt x="2541155" y="0"/>
                  </a:moveTo>
                  <a:lnTo>
                    <a:pt x="2484005" y="0"/>
                  </a:lnTo>
                  <a:lnTo>
                    <a:pt x="2484005" y="19050"/>
                  </a:lnTo>
                  <a:lnTo>
                    <a:pt x="2541155" y="19050"/>
                  </a:lnTo>
                  <a:lnTo>
                    <a:pt x="2541155" y="0"/>
                  </a:lnTo>
                  <a:close/>
                </a:path>
                <a:path w="4391025" h="1790700">
                  <a:moveTo>
                    <a:pt x="2624531" y="1771650"/>
                  </a:moveTo>
                  <a:lnTo>
                    <a:pt x="2567381" y="1771650"/>
                  </a:lnTo>
                  <a:lnTo>
                    <a:pt x="2567381" y="1790700"/>
                  </a:lnTo>
                  <a:lnTo>
                    <a:pt x="2624531" y="1790700"/>
                  </a:lnTo>
                  <a:lnTo>
                    <a:pt x="2624531" y="1771650"/>
                  </a:lnTo>
                  <a:close/>
                </a:path>
                <a:path w="4391025" h="1790700">
                  <a:moveTo>
                    <a:pt x="2636710" y="0"/>
                  </a:moveTo>
                  <a:lnTo>
                    <a:pt x="2579560" y="0"/>
                  </a:lnTo>
                  <a:lnTo>
                    <a:pt x="2579560" y="19050"/>
                  </a:lnTo>
                  <a:lnTo>
                    <a:pt x="2636710" y="19050"/>
                  </a:lnTo>
                  <a:lnTo>
                    <a:pt x="2636710" y="0"/>
                  </a:lnTo>
                  <a:close/>
                </a:path>
                <a:path w="4391025" h="1790700">
                  <a:moveTo>
                    <a:pt x="2720086" y="1771650"/>
                  </a:moveTo>
                  <a:lnTo>
                    <a:pt x="2662936" y="1771650"/>
                  </a:lnTo>
                  <a:lnTo>
                    <a:pt x="2662936" y="1790700"/>
                  </a:lnTo>
                  <a:lnTo>
                    <a:pt x="2720086" y="1790700"/>
                  </a:lnTo>
                  <a:lnTo>
                    <a:pt x="2720086" y="1771650"/>
                  </a:lnTo>
                  <a:close/>
                </a:path>
                <a:path w="4391025" h="1790700">
                  <a:moveTo>
                    <a:pt x="2732252" y="0"/>
                  </a:moveTo>
                  <a:lnTo>
                    <a:pt x="2675102" y="0"/>
                  </a:lnTo>
                  <a:lnTo>
                    <a:pt x="2675102" y="19050"/>
                  </a:lnTo>
                  <a:lnTo>
                    <a:pt x="2732252" y="19050"/>
                  </a:lnTo>
                  <a:lnTo>
                    <a:pt x="2732252" y="0"/>
                  </a:lnTo>
                  <a:close/>
                </a:path>
                <a:path w="4391025" h="1790700">
                  <a:moveTo>
                    <a:pt x="2815628" y="1771650"/>
                  </a:moveTo>
                  <a:lnTo>
                    <a:pt x="2758478" y="1771650"/>
                  </a:lnTo>
                  <a:lnTo>
                    <a:pt x="2758478" y="1790700"/>
                  </a:lnTo>
                  <a:lnTo>
                    <a:pt x="2815628" y="1790700"/>
                  </a:lnTo>
                  <a:lnTo>
                    <a:pt x="2815628" y="1771650"/>
                  </a:lnTo>
                  <a:close/>
                </a:path>
                <a:path w="4391025" h="1790700">
                  <a:moveTo>
                    <a:pt x="2827807" y="0"/>
                  </a:moveTo>
                  <a:lnTo>
                    <a:pt x="2770657" y="0"/>
                  </a:lnTo>
                  <a:lnTo>
                    <a:pt x="2770657" y="19050"/>
                  </a:lnTo>
                  <a:lnTo>
                    <a:pt x="2827807" y="19050"/>
                  </a:lnTo>
                  <a:lnTo>
                    <a:pt x="2827807" y="0"/>
                  </a:lnTo>
                  <a:close/>
                </a:path>
                <a:path w="4391025" h="1790700">
                  <a:moveTo>
                    <a:pt x="2911183" y="1771650"/>
                  </a:moveTo>
                  <a:lnTo>
                    <a:pt x="2854033" y="1771650"/>
                  </a:lnTo>
                  <a:lnTo>
                    <a:pt x="2854033" y="1790700"/>
                  </a:lnTo>
                  <a:lnTo>
                    <a:pt x="2911183" y="1790700"/>
                  </a:lnTo>
                  <a:lnTo>
                    <a:pt x="2911183" y="1771650"/>
                  </a:lnTo>
                  <a:close/>
                </a:path>
                <a:path w="4391025" h="1790700">
                  <a:moveTo>
                    <a:pt x="2923349" y="0"/>
                  </a:moveTo>
                  <a:lnTo>
                    <a:pt x="2866199" y="0"/>
                  </a:lnTo>
                  <a:lnTo>
                    <a:pt x="2866199" y="19050"/>
                  </a:lnTo>
                  <a:lnTo>
                    <a:pt x="2923349" y="19050"/>
                  </a:lnTo>
                  <a:lnTo>
                    <a:pt x="2923349" y="0"/>
                  </a:lnTo>
                  <a:close/>
                </a:path>
                <a:path w="4391025" h="1790700">
                  <a:moveTo>
                    <a:pt x="3006737" y="1771650"/>
                  </a:moveTo>
                  <a:lnTo>
                    <a:pt x="2949587" y="1771650"/>
                  </a:lnTo>
                  <a:lnTo>
                    <a:pt x="2949587" y="1790700"/>
                  </a:lnTo>
                  <a:lnTo>
                    <a:pt x="3006737" y="1790700"/>
                  </a:lnTo>
                  <a:lnTo>
                    <a:pt x="3006737" y="1771650"/>
                  </a:lnTo>
                  <a:close/>
                </a:path>
                <a:path w="4391025" h="1790700">
                  <a:moveTo>
                    <a:pt x="3018904" y="0"/>
                  </a:moveTo>
                  <a:lnTo>
                    <a:pt x="2961754" y="0"/>
                  </a:lnTo>
                  <a:lnTo>
                    <a:pt x="2961754" y="19050"/>
                  </a:lnTo>
                  <a:lnTo>
                    <a:pt x="3018904" y="19050"/>
                  </a:lnTo>
                  <a:lnTo>
                    <a:pt x="3018904" y="0"/>
                  </a:lnTo>
                  <a:close/>
                </a:path>
                <a:path w="4391025" h="1790700">
                  <a:moveTo>
                    <a:pt x="3102279" y="1771650"/>
                  </a:moveTo>
                  <a:lnTo>
                    <a:pt x="3045129" y="1771650"/>
                  </a:lnTo>
                  <a:lnTo>
                    <a:pt x="3045129" y="1790700"/>
                  </a:lnTo>
                  <a:lnTo>
                    <a:pt x="3102279" y="1790700"/>
                  </a:lnTo>
                  <a:lnTo>
                    <a:pt x="3102279" y="1771650"/>
                  </a:lnTo>
                  <a:close/>
                </a:path>
                <a:path w="4391025" h="1790700">
                  <a:moveTo>
                    <a:pt x="3114459" y="0"/>
                  </a:moveTo>
                  <a:lnTo>
                    <a:pt x="3057309" y="0"/>
                  </a:lnTo>
                  <a:lnTo>
                    <a:pt x="3057309" y="19050"/>
                  </a:lnTo>
                  <a:lnTo>
                    <a:pt x="3114459" y="19050"/>
                  </a:lnTo>
                  <a:lnTo>
                    <a:pt x="3114459" y="0"/>
                  </a:lnTo>
                  <a:close/>
                </a:path>
                <a:path w="4391025" h="1790700">
                  <a:moveTo>
                    <a:pt x="3197834" y="1771650"/>
                  </a:moveTo>
                  <a:lnTo>
                    <a:pt x="3140684" y="1771650"/>
                  </a:lnTo>
                  <a:lnTo>
                    <a:pt x="3140684" y="1790700"/>
                  </a:lnTo>
                  <a:lnTo>
                    <a:pt x="3197834" y="1790700"/>
                  </a:lnTo>
                  <a:lnTo>
                    <a:pt x="3197834" y="1771650"/>
                  </a:lnTo>
                  <a:close/>
                </a:path>
                <a:path w="4391025" h="1790700">
                  <a:moveTo>
                    <a:pt x="3210001" y="0"/>
                  </a:moveTo>
                  <a:lnTo>
                    <a:pt x="3152851" y="0"/>
                  </a:lnTo>
                  <a:lnTo>
                    <a:pt x="3152851" y="19050"/>
                  </a:lnTo>
                  <a:lnTo>
                    <a:pt x="3210001" y="19050"/>
                  </a:lnTo>
                  <a:lnTo>
                    <a:pt x="3210001" y="0"/>
                  </a:lnTo>
                  <a:close/>
                </a:path>
                <a:path w="4391025" h="1790700">
                  <a:moveTo>
                    <a:pt x="3293389" y="1771650"/>
                  </a:moveTo>
                  <a:lnTo>
                    <a:pt x="3236239" y="1771650"/>
                  </a:lnTo>
                  <a:lnTo>
                    <a:pt x="3236239" y="1790700"/>
                  </a:lnTo>
                  <a:lnTo>
                    <a:pt x="3293389" y="1790700"/>
                  </a:lnTo>
                  <a:lnTo>
                    <a:pt x="3293389" y="1771650"/>
                  </a:lnTo>
                  <a:close/>
                </a:path>
                <a:path w="4391025" h="1790700">
                  <a:moveTo>
                    <a:pt x="3305556" y="0"/>
                  </a:moveTo>
                  <a:lnTo>
                    <a:pt x="3248406" y="0"/>
                  </a:lnTo>
                  <a:lnTo>
                    <a:pt x="3248406" y="19050"/>
                  </a:lnTo>
                  <a:lnTo>
                    <a:pt x="3305556" y="19050"/>
                  </a:lnTo>
                  <a:lnTo>
                    <a:pt x="3305556" y="0"/>
                  </a:lnTo>
                  <a:close/>
                </a:path>
                <a:path w="4391025" h="1790700">
                  <a:moveTo>
                    <a:pt x="3388931" y="1771650"/>
                  </a:moveTo>
                  <a:lnTo>
                    <a:pt x="3331781" y="1771650"/>
                  </a:lnTo>
                  <a:lnTo>
                    <a:pt x="3331781" y="1790700"/>
                  </a:lnTo>
                  <a:lnTo>
                    <a:pt x="3388931" y="1790700"/>
                  </a:lnTo>
                  <a:lnTo>
                    <a:pt x="3388931" y="1771650"/>
                  </a:lnTo>
                  <a:close/>
                </a:path>
                <a:path w="4391025" h="1790700">
                  <a:moveTo>
                    <a:pt x="3401110" y="0"/>
                  </a:moveTo>
                  <a:lnTo>
                    <a:pt x="3343960" y="0"/>
                  </a:lnTo>
                  <a:lnTo>
                    <a:pt x="3343960" y="19050"/>
                  </a:lnTo>
                  <a:lnTo>
                    <a:pt x="3401110" y="19050"/>
                  </a:lnTo>
                  <a:lnTo>
                    <a:pt x="3401110" y="0"/>
                  </a:lnTo>
                  <a:close/>
                </a:path>
                <a:path w="4391025" h="1790700">
                  <a:moveTo>
                    <a:pt x="3484486" y="1771650"/>
                  </a:moveTo>
                  <a:lnTo>
                    <a:pt x="3427336" y="1771650"/>
                  </a:lnTo>
                  <a:lnTo>
                    <a:pt x="3427336" y="1790700"/>
                  </a:lnTo>
                  <a:lnTo>
                    <a:pt x="3484486" y="1790700"/>
                  </a:lnTo>
                  <a:lnTo>
                    <a:pt x="3484486" y="1771650"/>
                  </a:lnTo>
                  <a:close/>
                </a:path>
                <a:path w="4391025" h="1790700">
                  <a:moveTo>
                    <a:pt x="3496653" y="0"/>
                  </a:moveTo>
                  <a:lnTo>
                    <a:pt x="3439503" y="0"/>
                  </a:lnTo>
                  <a:lnTo>
                    <a:pt x="3439503" y="19050"/>
                  </a:lnTo>
                  <a:lnTo>
                    <a:pt x="3496653" y="19050"/>
                  </a:lnTo>
                  <a:lnTo>
                    <a:pt x="3496653" y="0"/>
                  </a:lnTo>
                  <a:close/>
                </a:path>
                <a:path w="4391025" h="1790700">
                  <a:moveTo>
                    <a:pt x="3580028" y="1771650"/>
                  </a:moveTo>
                  <a:lnTo>
                    <a:pt x="3522878" y="1771650"/>
                  </a:lnTo>
                  <a:lnTo>
                    <a:pt x="3522878" y="1790700"/>
                  </a:lnTo>
                  <a:lnTo>
                    <a:pt x="3580028" y="1790700"/>
                  </a:lnTo>
                  <a:lnTo>
                    <a:pt x="3580028" y="1771650"/>
                  </a:lnTo>
                  <a:close/>
                </a:path>
                <a:path w="4391025" h="1790700">
                  <a:moveTo>
                    <a:pt x="3592207" y="0"/>
                  </a:moveTo>
                  <a:lnTo>
                    <a:pt x="3535057" y="0"/>
                  </a:lnTo>
                  <a:lnTo>
                    <a:pt x="3535057" y="19050"/>
                  </a:lnTo>
                  <a:lnTo>
                    <a:pt x="3592207" y="19050"/>
                  </a:lnTo>
                  <a:lnTo>
                    <a:pt x="3592207" y="0"/>
                  </a:lnTo>
                  <a:close/>
                </a:path>
                <a:path w="4391025" h="1790700">
                  <a:moveTo>
                    <a:pt x="3675583" y="1771650"/>
                  </a:moveTo>
                  <a:lnTo>
                    <a:pt x="3618433" y="1771650"/>
                  </a:lnTo>
                  <a:lnTo>
                    <a:pt x="3618433" y="1790700"/>
                  </a:lnTo>
                  <a:lnTo>
                    <a:pt x="3675583" y="1790700"/>
                  </a:lnTo>
                  <a:lnTo>
                    <a:pt x="3675583" y="1771650"/>
                  </a:lnTo>
                  <a:close/>
                </a:path>
                <a:path w="4391025" h="1790700">
                  <a:moveTo>
                    <a:pt x="3687749" y="0"/>
                  </a:moveTo>
                  <a:lnTo>
                    <a:pt x="3630599" y="0"/>
                  </a:lnTo>
                  <a:lnTo>
                    <a:pt x="3630599" y="19050"/>
                  </a:lnTo>
                  <a:lnTo>
                    <a:pt x="3687749" y="19050"/>
                  </a:lnTo>
                  <a:lnTo>
                    <a:pt x="3687749" y="0"/>
                  </a:lnTo>
                  <a:close/>
                </a:path>
                <a:path w="4391025" h="1790700">
                  <a:moveTo>
                    <a:pt x="3771138" y="1771650"/>
                  </a:moveTo>
                  <a:lnTo>
                    <a:pt x="3713988" y="1771650"/>
                  </a:lnTo>
                  <a:lnTo>
                    <a:pt x="3713988" y="1790700"/>
                  </a:lnTo>
                  <a:lnTo>
                    <a:pt x="3771138" y="1790700"/>
                  </a:lnTo>
                  <a:lnTo>
                    <a:pt x="3771138" y="1771650"/>
                  </a:lnTo>
                  <a:close/>
                </a:path>
                <a:path w="4391025" h="1790700">
                  <a:moveTo>
                    <a:pt x="3783304" y="0"/>
                  </a:moveTo>
                  <a:lnTo>
                    <a:pt x="3726154" y="0"/>
                  </a:lnTo>
                  <a:lnTo>
                    <a:pt x="3726154" y="19050"/>
                  </a:lnTo>
                  <a:lnTo>
                    <a:pt x="3783304" y="19050"/>
                  </a:lnTo>
                  <a:lnTo>
                    <a:pt x="3783304" y="0"/>
                  </a:lnTo>
                  <a:close/>
                </a:path>
                <a:path w="4391025" h="1790700">
                  <a:moveTo>
                    <a:pt x="3866680" y="1771650"/>
                  </a:moveTo>
                  <a:lnTo>
                    <a:pt x="3809530" y="1771650"/>
                  </a:lnTo>
                  <a:lnTo>
                    <a:pt x="3809530" y="1790700"/>
                  </a:lnTo>
                  <a:lnTo>
                    <a:pt x="3866680" y="1790700"/>
                  </a:lnTo>
                  <a:lnTo>
                    <a:pt x="3866680" y="1771650"/>
                  </a:lnTo>
                  <a:close/>
                </a:path>
                <a:path w="4391025" h="1790700">
                  <a:moveTo>
                    <a:pt x="3878859" y="0"/>
                  </a:moveTo>
                  <a:lnTo>
                    <a:pt x="3821709" y="0"/>
                  </a:lnTo>
                  <a:lnTo>
                    <a:pt x="3821709" y="19050"/>
                  </a:lnTo>
                  <a:lnTo>
                    <a:pt x="3878859" y="19050"/>
                  </a:lnTo>
                  <a:lnTo>
                    <a:pt x="3878859" y="0"/>
                  </a:lnTo>
                  <a:close/>
                </a:path>
                <a:path w="4391025" h="1790700">
                  <a:moveTo>
                    <a:pt x="3962235" y="1771650"/>
                  </a:moveTo>
                  <a:lnTo>
                    <a:pt x="3905085" y="1771650"/>
                  </a:lnTo>
                  <a:lnTo>
                    <a:pt x="3905085" y="1790700"/>
                  </a:lnTo>
                  <a:lnTo>
                    <a:pt x="3962235" y="1790700"/>
                  </a:lnTo>
                  <a:lnTo>
                    <a:pt x="3962235" y="1771650"/>
                  </a:lnTo>
                  <a:close/>
                </a:path>
                <a:path w="4391025" h="1790700">
                  <a:moveTo>
                    <a:pt x="3974401" y="0"/>
                  </a:moveTo>
                  <a:lnTo>
                    <a:pt x="3917251" y="0"/>
                  </a:lnTo>
                  <a:lnTo>
                    <a:pt x="3917251" y="19050"/>
                  </a:lnTo>
                  <a:lnTo>
                    <a:pt x="3974401" y="19050"/>
                  </a:lnTo>
                  <a:lnTo>
                    <a:pt x="3974401" y="0"/>
                  </a:lnTo>
                  <a:close/>
                </a:path>
                <a:path w="4391025" h="1790700">
                  <a:moveTo>
                    <a:pt x="4057777" y="1771650"/>
                  </a:moveTo>
                  <a:lnTo>
                    <a:pt x="4000627" y="1771650"/>
                  </a:lnTo>
                  <a:lnTo>
                    <a:pt x="4000627" y="1790700"/>
                  </a:lnTo>
                  <a:lnTo>
                    <a:pt x="4057777" y="1790700"/>
                  </a:lnTo>
                  <a:lnTo>
                    <a:pt x="4057777" y="1771650"/>
                  </a:lnTo>
                  <a:close/>
                </a:path>
                <a:path w="4391025" h="1790700">
                  <a:moveTo>
                    <a:pt x="4069956" y="0"/>
                  </a:moveTo>
                  <a:lnTo>
                    <a:pt x="4012806" y="0"/>
                  </a:lnTo>
                  <a:lnTo>
                    <a:pt x="4012806" y="19050"/>
                  </a:lnTo>
                  <a:lnTo>
                    <a:pt x="4069956" y="19050"/>
                  </a:lnTo>
                  <a:lnTo>
                    <a:pt x="4069956" y="0"/>
                  </a:lnTo>
                  <a:close/>
                </a:path>
                <a:path w="4391025" h="1790700">
                  <a:moveTo>
                    <a:pt x="4153331" y="1771650"/>
                  </a:moveTo>
                  <a:lnTo>
                    <a:pt x="4096181" y="1771650"/>
                  </a:lnTo>
                  <a:lnTo>
                    <a:pt x="4096181" y="1790700"/>
                  </a:lnTo>
                  <a:lnTo>
                    <a:pt x="4153331" y="1790700"/>
                  </a:lnTo>
                  <a:lnTo>
                    <a:pt x="4153331" y="1771650"/>
                  </a:lnTo>
                  <a:close/>
                </a:path>
                <a:path w="4391025" h="1790700">
                  <a:moveTo>
                    <a:pt x="4165511" y="0"/>
                  </a:moveTo>
                  <a:lnTo>
                    <a:pt x="4108361" y="0"/>
                  </a:lnTo>
                  <a:lnTo>
                    <a:pt x="4108361" y="19050"/>
                  </a:lnTo>
                  <a:lnTo>
                    <a:pt x="4165511" y="19050"/>
                  </a:lnTo>
                  <a:lnTo>
                    <a:pt x="4165511" y="0"/>
                  </a:lnTo>
                  <a:close/>
                </a:path>
                <a:path w="4391025" h="1790700">
                  <a:moveTo>
                    <a:pt x="4248886" y="1771650"/>
                  </a:moveTo>
                  <a:lnTo>
                    <a:pt x="4191736" y="1771650"/>
                  </a:lnTo>
                  <a:lnTo>
                    <a:pt x="4191736" y="1790700"/>
                  </a:lnTo>
                  <a:lnTo>
                    <a:pt x="4248886" y="1790700"/>
                  </a:lnTo>
                  <a:lnTo>
                    <a:pt x="4248886" y="1771650"/>
                  </a:lnTo>
                  <a:close/>
                </a:path>
                <a:path w="4391025" h="1790700">
                  <a:moveTo>
                    <a:pt x="4261053" y="0"/>
                  </a:moveTo>
                  <a:lnTo>
                    <a:pt x="4203903" y="0"/>
                  </a:lnTo>
                  <a:lnTo>
                    <a:pt x="4203903" y="19050"/>
                  </a:lnTo>
                  <a:lnTo>
                    <a:pt x="4261053" y="19050"/>
                  </a:lnTo>
                  <a:lnTo>
                    <a:pt x="4261053" y="0"/>
                  </a:lnTo>
                  <a:close/>
                </a:path>
                <a:path w="4391025" h="1790700">
                  <a:moveTo>
                    <a:pt x="4347070" y="1775650"/>
                  </a:moveTo>
                  <a:lnTo>
                    <a:pt x="4336808" y="1759610"/>
                  </a:lnTo>
                  <a:lnTo>
                    <a:pt x="4331741" y="1762645"/>
                  </a:lnTo>
                  <a:lnTo>
                    <a:pt x="4324947" y="1765858"/>
                  </a:lnTo>
                  <a:lnTo>
                    <a:pt x="4317873" y="1768398"/>
                  </a:lnTo>
                  <a:lnTo>
                    <a:pt x="4310646" y="1770202"/>
                  </a:lnTo>
                  <a:lnTo>
                    <a:pt x="4303293" y="1771294"/>
                  </a:lnTo>
                  <a:lnTo>
                    <a:pt x="4295775" y="1771650"/>
                  </a:lnTo>
                  <a:lnTo>
                    <a:pt x="4287278" y="1771650"/>
                  </a:lnTo>
                  <a:lnTo>
                    <a:pt x="4287278" y="1790700"/>
                  </a:lnTo>
                  <a:lnTo>
                    <a:pt x="4295775" y="1790700"/>
                  </a:lnTo>
                  <a:lnTo>
                    <a:pt x="4305160" y="1790255"/>
                  </a:lnTo>
                  <a:lnTo>
                    <a:pt x="4314368" y="1788896"/>
                  </a:lnTo>
                  <a:lnTo>
                    <a:pt x="4323385" y="1786623"/>
                  </a:lnTo>
                  <a:lnTo>
                    <a:pt x="4332236" y="1783461"/>
                  </a:lnTo>
                  <a:lnTo>
                    <a:pt x="4340720" y="1779447"/>
                  </a:lnTo>
                  <a:lnTo>
                    <a:pt x="4347070" y="1775650"/>
                  </a:lnTo>
                  <a:close/>
                </a:path>
                <a:path w="4391025" h="1790700">
                  <a:moveTo>
                    <a:pt x="4358043" y="23279"/>
                  </a:moveTo>
                  <a:lnTo>
                    <a:pt x="4323385" y="4089"/>
                  </a:lnTo>
                  <a:lnTo>
                    <a:pt x="4299661" y="190"/>
                  </a:lnTo>
                  <a:lnTo>
                    <a:pt x="4299597" y="1816"/>
                  </a:lnTo>
                  <a:lnTo>
                    <a:pt x="4299496" y="4089"/>
                  </a:lnTo>
                  <a:lnTo>
                    <a:pt x="4298886" y="19202"/>
                  </a:lnTo>
                  <a:lnTo>
                    <a:pt x="4303293" y="19418"/>
                  </a:lnTo>
                  <a:lnTo>
                    <a:pt x="4310646" y="20510"/>
                  </a:lnTo>
                  <a:lnTo>
                    <a:pt x="4345584" y="37680"/>
                  </a:lnTo>
                  <a:lnTo>
                    <a:pt x="4358043" y="23279"/>
                  </a:lnTo>
                  <a:close/>
                </a:path>
                <a:path w="4391025" h="1790700">
                  <a:moveTo>
                    <a:pt x="4391025" y="1685036"/>
                  </a:moveTo>
                  <a:lnTo>
                    <a:pt x="4371975" y="1685036"/>
                  </a:lnTo>
                  <a:lnTo>
                    <a:pt x="4371975" y="1695450"/>
                  </a:lnTo>
                  <a:lnTo>
                    <a:pt x="4371619" y="1702968"/>
                  </a:lnTo>
                  <a:lnTo>
                    <a:pt x="4360824" y="1735010"/>
                  </a:lnTo>
                  <a:lnTo>
                    <a:pt x="4377080" y="1744903"/>
                  </a:lnTo>
                  <a:lnTo>
                    <a:pt x="4390580" y="1704835"/>
                  </a:lnTo>
                  <a:lnTo>
                    <a:pt x="4391025" y="1695450"/>
                  </a:lnTo>
                  <a:lnTo>
                    <a:pt x="4391025" y="1685036"/>
                  </a:lnTo>
                  <a:close/>
                </a:path>
                <a:path w="4391025" h="1790700">
                  <a:moveTo>
                    <a:pt x="4391025" y="1589493"/>
                  </a:moveTo>
                  <a:lnTo>
                    <a:pt x="4371975" y="1589493"/>
                  </a:lnTo>
                  <a:lnTo>
                    <a:pt x="4371975" y="1646643"/>
                  </a:lnTo>
                  <a:lnTo>
                    <a:pt x="4391025" y="1646643"/>
                  </a:lnTo>
                  <a:lnTo>
                    <a:pt x="4391025" y="1589493"/>
                  </a:lnTo>
                  <a:close/>
                </a:path>
                <a:path w="4391025" h="1790700">
                  <a:moveTo>
                    <a:pt x="4391025" y="1493939"/>
                  </a:moveTo>
                  <a:lnTo>
                    <a:pt x="4371975" y="1493939"/>
                  </a:lnTo>
                  <a:lnTo>
                    <a:pt x="4371975" y="1551089"/>
                  </a:lnTo>
                  <a:lnTo>
                    <a:pt x="4391025" y="1551089"/>
                  </a:lnTo>
                  <a:lnTo>
                    <a:pt x="4391025" y="1493939"/>
                  </a:lnTo>
                  <a:close/>
                </a:path>
                <a:path w="4391025" h="1790700">
                  <a:moveTo>
                    <a:pt x="4391025" y="1398397"/>
                  </a:moveTo>
                  <a:lnTo>
                    <a:pt x="4371975" y="1398397"/>
                  </a:lnTo>
                  <a:lnTo>
                    <a:pt x="4371975" y="1455547"/>
                  </a:lnTo>
                  <a:lnTo>
                    <a:pt x="4391025" y="1455547"/>
                  </a:lnTo>
                  <a:lnTo>
                    <a:pt x="4391025" y="1398397"/>
                  </a:lnTo>
                  <a:close/>
                </a:path>
                <a:path w="4391025" h="1790700">
                  <a:moveTo>
                    <a:pt x="4391025" y="1302842"/>
                  </a:moveTo>
                  <a:lnTo>
                    <a:pt x="4371975" y="1302842"/>
                  </a:lnTo>
                  <a:lnTo>
                    <a:pt x="4371975" y="1359992"/>
                  </a:lnTo>
                  <a:lnTo>
                    <a:pt x="4391025" y="1359992"/>
                  </a:lnTo>
                  <a:lnTo>
                    <a:pt x="4391025" y="1302842"/>
                  </a:lnTo>
                  <a:close/>
                </a:path>
                <a:path w="4391025" h="1790700">
                  <a:moveTo>
                    <a:pt x="4391025" y="1207287"/>
                  </a:moveTo>
                  <a:lnTo>
                    <a:pt x="4371975" y="1207287"/>
                  </a:lnTo>
                  <a:lnTo>
                    <a:pt x="4371975" y="1264437"/>
                  </a:lnTo>
                  <a:lnTo>
                    <a:pt x="4391025" y="1264437"/>
                  </a:lnTo>
                  <a:lnTo>
                    <a:pt x="4391025" y="1207287"/>
                  </a:lnTo>
                  <a:close/>
                </a:path>
                <a:path w="4391025" h="1790700">
                  <a:moveTo>
                    <a:pt x="4391025" y="1111745"/>
                  </a:moveTo>
                  <a:lnTo>
                    <a:pt x="4371975" y="1111745"/>
                  </a:lnTo>
                  <a:lnTo>
                    <a:pt x="4371975" y="1168895"/>
                  </a:lnTo>
                  <a:lnTo>
                    <a:pt x="4391025" y="1168895"/>
                  </a:lnTo>
                  <a:lnTo>
                    <a:pt x="4391025" y="1111745"/>
                  </a:lnTo>
                  <a:close/>
                </a:path>
                <a:path w="4391025" h="1790700">
                  <a:moveTo>
                    <a:pt x="4391025" y="1016190"/>
                  </a:moveTo>
                  <a:lnTo>
                    <a:pt x="4371975" y="1016190"/>
                  </a:lnTo>
                  <a:lnTo>
                    <a:pt x="4371975" y="1073340"/>
                  </a:lnTo>
                  <a:lnTo>
                    <a:pt x="4391025" y="1073340"/>
                  </a:lnTo>
                  <a:lnTo>
                    <a:pt x="4391025" y="1016190"/>
                  </a:lnTo>
                  <a:close/>
                </a:path>
                <a:path w="4391025" h="1790700">
                  <a:moveTo>
                    <a:pt x="4391025" y="920648"/>
                  </a:moveTo>
                  <a:lnTo>
                    <a:pt x="4371975" y="920648"/>
                  </a:lnTo>
                  <a:lnTo>
                    <a:pt x="4371975" y="977798"/>
                  </a:lnTo>
                  <a:lnTo>
                    <a:pt x="4391025" y="977798"/>
                  </a:lnTo>
                  <a:lnTo>
                    <a:pt x="4391025" y="920648"/>
                  </a:lnTo>
                  <a:close/>
                </a:path>
                <a:path w="4391025" h="1790700">
                  <a:moveTo>
                    <a:pt x="4391025" y="825093"/>
                  </a:moveTo>
                  <a:lnTo>
                    <a:pt x="4371975" y="825093"/>
                  </a:lnTo>
                  <a:lnTo>
                    <a:pt x="4371975" y="882243"/>
                  </a:lnTo>
                  <a:lnTo>
                    <a:pt x="4391025" y="882243"/>
                  </a:lnTo>
                  <a:lnTo>
                    <a:pt x="4391025" y="825093"/>
                  </a:lnTo>
                  <a:close/>
                </a:path>
                <a:path w="4391025" h="1790700">
                  <a:moveTo>
                    <a:pt x="4391025" y="729538"/>
                  </a:moveTo>
                  <a:lnTo>
                    <a:pt x="4371975" y="729538"/>
                  </a:lnTo>
                  <a:lnTo>
                    <a:pt x="4371975" y="786688"/>
                  </a:lnTo>
                  <a:lnTo>
                    <a:pt x="4391025" y="786688"/>
                  </a:lnTo>
                  <a:lnTo>
                    <a:pt x="4391025" y="729538"/>
                  </a:lnTo>
                  <a:close/>
                </a:path>
                <a:path w="4391025" h="1790700">
                  <a:moveTo>
                    <a:pt x="4391025" y="633996"/>
                  </a:moveTo>
                  <a:lnTo>
                    <a:pt x="4371975" y="633996"/>
                  </a:lnTo>
                  <a:lnTo>
                    <a:pt x="4371975" y="691146"/>
                  </a:lnTo>
                  <a:lnTo>
                    <a:pt x="4391025" y="691146"/>
                  </a:lnTo>
                  <a:lnTo>
                    <a:pt x="4391025" y="633996"/>
                  </a:lnTo>
                  <a:close/>
                </a:path>
                <a:path w="4391025" h="1790700">
                  <a:moveTo>
                    <a:pt x="4391025" y="538441"/>
                  </a:moveTo>
                  <a:lnTo>
                    <a:pt x="4371975" y="538441"/>
                  </a:lnTo>
                  <a:lnTo>
                    <a:pt x="4371975" y="595591"/>
                  </a:lnTo>
                  <a:lnTo>
                    <a:pt x="4391025" y="595591"/>
                  </a:lnTo>
                  <a:lnTo>
                    <a:pt x="4391025" y="538441"/>
                  </a:lnTo>
                  <a:close/>
                </a:path>
                <a:path w="4391025" h="1790700">
                  <a:moveTo>
                    <a:pt x="4391025" y="442887"/>
                  </a:moveTo>
                  <a:lnTo>
                    <a:pt x="4371975" y="442887"/>
                  </a:lnTo>
                  <a:lnTo>
                    <a:pt x="4371975" y="500037"/>
                  </a:lnTo>
                  <a:lnTo>
                    <a:pt x="4391025" y="500037"/>
                  </a:lnTo>
                  <a:lnTo>
                    <a:pt x="4391025" y="442887"/>
                  </a:lnTo>
                  <a:close/>
                </a:path>
                <a:path w="4391025" h="1790700">
                  <a:moveTo>
                    <a:pt x="4391025" y="347345"/>
                  </a:moveTo>
                  <a:lnTo>
                    <a:pt x="4371975" y="347345"/>
                  </a:lnTo>
                  <a:lnTo>
                    <a:pt x="4371975" y="404495"/>
                  </a:lnTo>
                  <a:lnTo>
                    <a:pt x="4391025" y="404495"/>
                  </a:lnTo>
                  <a:lnTo>
                    <a:pt x="4391025" y="347345"/>
                  </a:lnTo>
                  <a:close/>
                </a:path>
                <a:path w="4391025" h="1790700">
                  <a:moveTo>
                    <a:pt x="4391025" y="251790"/>
                  </a:moveTo>
                  <a:lnTo>
                    <a:pt x="4371975" y="251790"/>
                  </a:lnTo>
                  <a:lnTo>
                    <a:pt x="4371975" y="308940"/>
                  </a:lnTo>
                  <a:lnTo>
                    <a:pt x="4391025" y="308940"/>
                  </a:lnTo>
                  <a:lnTo>
                    <a:pt x="4391025" y="251790"/>
                  </a:lnTo>
                  <a:close/>
                </a:path>
                <a:path w="4391025" h="1790700">
                  <a:moveTo>
                    <a:pt x="4391025" y="156248"/>
                  </a:moveTo>
                  <a:lnTo>
                    <a:pt x="4371975" y="156248"/>
                  </a:lnTo>
                  <a:lnTo>
                    <a:pt x="4371975" y="213398"/>
                  </a:lnTo>
                  <a:lnTo>
                    <a:pt x="4391025" y="213398"/>
                  </a:lnTo>
                  <a:lnTo>
                    <a:pt x="4391025" y="156248"/>
                  </a:lnTo>
                  <a:close/>
                </a:path>
                <a:path w="4391025" h="1790700">
                  <a:moveTo>
                    <a:pt x="4391025" y="95250"/>
                  </a:moveTo>
                  <a:lnTo>
                    <a:pt x="4383278" y="57746"/>
                  </a:lnTo>
                  <a:lnTo>
                    <a:pt x="4365777" y="65252"/>
                  </a:lnTo>
                  <a:lnTo>
                    <a:pt x="4366184" y="66090"/>
                  </a:lnTo>
                  <a:lnTo>
                    <a:pt x="4368724" y="73164"/>
                  </a:lnTo>
                  <a:lnTo>
                    <a:pt x="4370527" y="80391"/>
                  </a:lnTo>
                  <a:lnTo>
                    <a:pt x="4371619" y="87744"/>
                  </a:lnTo>
                  <a:lnTo>
                    <a:pt x="4371975" y="95250"/>
                  </a:lnTo>
                  <a:lnTo>
                    <a:pt x="4371975" y="117843"/>
                  </a:lnTo>
                  <a:lnTo>
                    <a:pt x="4391025" y="117843"/>
                  </a:lnTo>
                  <a:lnTo>
                    <a:pt x="4391025" y="95250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9" name="object 29" descr="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848724" y="4210049"/>
              <a:ext cx="171449" cy="133349"/>
            </a:xfrm>
            <a:prstGeom prst="rect">
              <a:avLst/>
            </a:prstGeom>
          </p:spPr>
        </p:pic>
      </p:grpSp>
      <p:sp>
        <p:nvSpPr>
          <p:cNvPr id="30" name="object 30" descr=""/>
          <p:cNvSpPr txBox="1"/>
          <p:nvPr/>
        </p:nvSpPr>
        <p:spPr>
          <a:xfrm>
            <a:off x="9086800" y="4142104"/>
            <a:ext cx="1155065" cy="22923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300" spc="-65" b="1">
                <a:solidFill>
                  <a:srgbClr val="0053A6"/>
                </a:solidFill>
                <a:latin typeface="Roboto"/>
                <a:cs typeface="Roboto"/>
              </a:rPr>
              <a:t>Future</a:t>
            </a:r>
            <a:r>
              <a:rPr dirty="0" sz="1300" spc="1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00" spc="-55" b="1">
                <a:solidFill>
                  <a:srgbClr val="0053A6"/>
                </a:solidFill>
                <a:latin typeface="Roboto"/>
                <a:cs typeface="Roboto"/>
              </a:rPr>
              <a:t>Roadmap</a:t>
            </a:r>
            <a:endParaRPr sz="1300">
              <a:latin typeface="Roboto"/>
              <a:cs typeface="Roboto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8661747" y="4497958"/>
            <a:ext cx="1757045" cy="4826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80010" marR="5080" indent="-67945">
              <a:lnSpc>
                <a:spcPct val="115399"/>
              </a:lnSpc>
              <a:spcBef>
                <a:spcPts val="90"/>
              </a:spcBef>
            </a:pPr>
            <a:r>
              <a:rPr dirty="0" sz="1300" spc="-60" b="0">
                <a:solidFill>
                  <a:srgbClr val="333333"/>
                </a:solidFill>
                <a:latin typeface="Roboto Medium"/>
                <a:cs typeface="Roboto Medium"/>
              </a:rPr>
              <a:t>Deploy</a:t>
            </a:r>
            <a:r>
              <a:rPr dirty="0" sz="13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300" spc="-35" b="0">
                <a:solidFill>
                  <a:srgbClr val="333333"/>
                </a:solidFill>
                <a:latin typeface="Roboto Medium"/>
                <a:cs typeface="Roboto Medium"/>
              </a:rPr>
              <a:t>in</a:t>
            </a:r>
            <a:r>
              <a:rPr dirty="0" sz="1300" spc="-15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300" spc="-55" b="0">
                <a:solidFill>
                  <a:srgbClr val="333333"/>
                </a:solidFill>
                <a:latin typeface="Roboto Medium"/>
                <a:cs typeface="Roboto Medium"/>
              </a:rPr>
              <a:t>real-</a:t>
            </a:r>
            <a:r>
              <a:rPr dirty="0" sz="1300" spc="-60" b="0">
                <a:solidFill>
                  <a:srgbClr val="333333"/>
                </a:solidFill>
                <a:latin typeface="Roboto Medium"/>
                <a:cs typeface="Roboto Medium"/>
              </a:rPr>
              <a:t>world</a:t>
            </a:r>
            <a:r>
              <a:rPr dirty="0" sz="1300" spc="-1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300" spc="-50" b="0">
                <a:solidFill>
                  <a:srgbClr val="333333"/>
                </a:solidFill>
                <a:latin typeface="Roboto Medium"/>
                <a:cs typeface="Roboto Medium"/>
              </a:rPr>
              <a:t>grids </a:t>
            </a:r>
            <a:r>
              <a:rPr dirty="0" sz="1300" spc="-60" b="0">
                <a:solidFill>
                  <a:srgbClr val="333333"/>
                </a:solidFill>
                <a:latin typeface="Roboto Medium"/>
                <a:cs typeface="Roboto Medium"/>
              </a:rPr>
              <a:t>and</a:t>
            </a:r>
            <a:r>
              <a:rPr dirty="0" sz="13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300" spc="-60" b="0">
                <a:solidFill>
                  <a:srgbClr val="333333"/>
                </a:solidFill>
                <a:latin typeface="Roboto Medium"/>
                <a:cs typeface="Roboto Medium"/>
              </a:rPr>
              <a:t>enhance</a:t>
            </a:r>
            <a:r>
              <a:rPr dirty="0" sz="1300" spc="-20" b="0">
                <a:solidFill>
                  <a:srgbClr val="333333"/>
                </a:solidFill>
                <a:latin typeface="Roboto Medium"/>
                <a:cs typeface="Roboto Medium"/>
              </a:rPr>
              <a:t> </a:t>
            </a:r>
            <a:r>
              <a:rPr dirty="0" sz="1300" spc="-10" b="0">
                <a:solidFill>
                  <a:srgbClr val="333333"/>
                </a:solidFill>
                <a:latin typeface="Roboto Medium"/>
                <a:cs typeface="Roboto Medium"/>
              </a:rPr>
              <a:t>scalability</a:t>
            </a:r>
            <a:endParaRPr sz="1300">
              <a:latin typeface="Roboto Medium"/>
              <a:cs typeface="Roboto Medium"/>
            </a:endParaRPr>
          </a:p>
        </p:txBody>
      </p:sp>
      <p:sp>
        <p:nvSpPr>
          <p:cNvPr id="32" name="object 32" descr=""/>
          <p:cNvSpPr/>
          <p:nvPr/>
        </p:nvSpPr>
        <p:spPr>
          <a:xfrm>
            <a:off x="9372600" y="5114924"/>
            <a:ext cx="342900" cy="342900"/>
          </a:xfrm>
          <a:custGeom>
            <a:avLst/>
            <a:gdLst/>
            <a:ahLst/>
            <a:cxnLst/>
            <a:rect l="l" t="t" r="r" b="b"/>
            <a:pathLst>
              <a:path w="342900" h="342900">
                <a:moveTo>
                  <a:pt x="171449" y="342899"/>
                </a:moveTo>
                <a:lnTo>
                  <a:pt x="129780" y="337760"/>
                </a:lnTo>
                <a:lnTo>
                  <a:pt x="90627" y="322657"/>
                </a:lnTo>
                <a:lnTo>
                  <a:pt x="56317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0" y="171441"/>
                </a:lnTo>
                <a:lnTo>
                  <a:pt x="147" y="165392"/>
                </a:lnTo>
                <a:lnTo>
                  <a:pt x="7380" y="121680"/>
                </a:lnTo>
                <a:lnTo>
                  <a:pt x="24386" y="83315"/>
                </a:lnTo>
                <a:lnTo>
                  <a:pt x="50216" y="50216"/>
                </a:lnTo>
                <a:lnTo>
                  <a:pt x="83315" y="24386"/>
                </a:lnTo>
                <a:lnTo>
                  <a:pt x="121679" y="7380"/>
                </a:lnTo>
                <a:lnTo>
                  <a:pt x="163026" y="205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6683" y="80425"/>
                </a:lnTo>
                <a:lnTo>
                  <a:pt x="176866" y="80425"/>
                </a:lnTo>
                <a:lnTo>
                  <a:pt x="170912" y="81590"/>
                </a:lnTo>
                <a:lnTo>
                  <a:pt x="168229" y="83315"/>
                </a:lnTo>
                <a:lnTo>
                  <a:pt x="165489" y="85122"/>
                </a:lnTo>
                <a:lnTo>
                  <a:pt x="161948" y="90412"/>
                </a:lnTo>
                <a:lnTo>
                  <a:pt x="160767" y="96448"/>
                </a:lnTo>
                <a:lnTo>
                  <a:pt x="161948" y="102498"/>
                </a:lnTo>
                <a:lnTo>
                  <a:pt x="165489" y="107825"/>
                </a:lnTo>
                <a:lnTo>
                  <a:pt x="213039" y="155376"/>
                </a:lnTo>
                <a:lnTo>
                  <a:pt x="82175" y="155376"/>
                </a:lnTo>
                <a:lnTo>
                  <a:pt x="75009" y="162542"/>
                </a:lnTo>
                <a:lnTo>
                  <a:pt x="75009" y="180357"/>
                </a:lnTo>
                <a:lnTo>
                  <a:pt x="82175" y="187523"/>
                </a:lnTo>
                <a:lnTo>
                  <a:pt x="213106" y="187523"/>
                </a:lnTo>
                <a:lnTo>
                  <a:pt x="165489" y="235140"/>
                </a:lnTo>
                <a:lnTo>
                  <a:pt x="161957" y="240430"/>
                </a:lnTo>
                <a:lnTo>
                  <a:pt x="160792" y="246467"/>
                </a:lnTo>
                <a:lnTo>
                  <a:pt x="161928" y="252271"/>
                </a:lnTo>
                <a:lnTo>
                  <a:pt x="161976" y="252517"/>
                </a:lnTo>
                <a:lnTo>
                  <a:pt x="165489" y="257844"/>
                </a:lnTo>
                <a:lnTo>
                  <a:pt x="170779" y="261385"/>
                </a:lnTo>
                <a:lnTo>
                  <a:pt x="176815" y="262566"/>
                </a:lnTo>
                <a:lnTo>
                  <a:pt x="316625" y="262566"/>
                </a:lnTo>
                <a:lnTo>
                  <a:pt x="314005" y="266702"/>
                </a:lnTo>
                <a:lnTo>
                  <a:pt x="286581" y="298493"/>
                </a:lnTo>
                <a:lnTo>
                  <a:pt x="252271" y="322657"/>
                </a:lnTo>
                <a:lnTo>
                  <a:pt x="213118" y="337760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  <a:path w="342900" h="342900">
                <a:moveTo>
                  <a:pt x="316625" y="262566"/>
                </a:moveTo>
                <a:lnTo>
                  <a:pt x="176815" y="262566"/>
                </a:lnTo>
                <a:lnTo>
                  <a:pt x="182865" y="261385"/>
                </a:lnTo>
                <a:lnTo>
                  <a:pt x="188192" y="257844"/>
                </a:lnTo>
                <a:lnTo>
                  <a:pt x="263202" y="182768"/>
                </a:lnTo>
                <a:lnTo>
                  <a:pt x="266743" y="177478"/>
                </a:lnTo>
                <a:lnTo>
                  <a:pt x="267923" y="171441"/>
                </a:lnTo>
                <a:lnTo>
                  <a:pt x="266743" y="165392"/>
                </a:lnTo>
                <a:lnTo>
                  <a:pt x="263202" y="160064"/>
                </a:lnTo>
                <a:lnTo>
                  <a:pt x="188192" y="85122"/>
                </a:lnTo>
                <a:lnTo>
                  <a:pt x="182903" y="81590"/>
                </a:lnTo>
                <a:lnTo>
                  <a:pt x="176866" y="80425"/>
                </a:lnTo>
                <a:lnTo>
                  <a:pt x="316683" y="80425"/>
                </a:lnTo>
                <a:lnTo>
                  <a:pt x="335519" y="121680"/>
                </a:lnTo>
                <a:lnTo>
                  <a:pt x="342658" y="162542"/>
                </a:lnTo>
                <a:lnTo>
                  <a:pt x="342899" y="171441"/>
                </a:lnTo>
                <a:lnTo>
                  <a:pt x="342752" y="177478"/>
                </a:lnTo>
                <a:lnTo>
                  <a:pt x="335519" y="221219"/>
                </a:lnTo>
                <a:lnTo>
                  <a:pt x="318513" y="259584"/>
                </a:lnTo>
                <a:lnTo>
                  <a:pt x="316625" y="262566"/>
                </a:lnTo>
                <a:close/>
              </a:path>
            </a:pathLst>
          </a:custGeom>
          <a:solidFill>
            <a:srgbClr val="1C4ED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 descr=""/>
          <p:cNvSpPr/>
          <p:nvPr/>
        </p:nvSpPr>
        <p:spPr>
          <a:xfrm>
            <a:off x="0" y="6743699"/>
            <a:ext cx="12192000" cy="114300"/>
          </a:xfrm>
          <a:custGeom>
            <a:avLst/>
            <a:gdLst/>
            <a:ahLst/>
            <a:cxnLst/>
            <a:rect l="l" t="t" r="r" b="b"/>
            <a:pathLst>
              <a:path w="12192000" h="1143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 descr=""/>
          <p:cNvGrpSpPr/>
          <p:nvPr/>
        </p:nvGrpSpPr>
        <p:grpSpPr>
          <a:xfrm>
            <a:off x="10544174" y="6343649"/>
            <a:ext cx="1457325" cy="323850"/>
            <a:chOff x="10544174" y="6343649"/>
            <a:chExt cx="1457325" cy="323850"/>
          </a:xfrm>
        </p:grpSpPr>
        <p:sp>
          <p:nvSpPr>
            <p:cNvPr id="35" name="object 35" descr="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l="l" t="t" r="r" b="b"/>
              <a:pathLst>
                <a:path w="1457325" h="323850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 descr="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37" name="object 37" descr="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975"/>
              </a:lnSpc>
            </a:pPr>
            <a:r>
              <a:rPr dirty="0" spc="-75"/>
              <a:t>Made</a:t>
            </a:r>
            <a:r>
              <a:rPr dirty="0" spc="5"/>
              <a:t> </a:t>
            </a:r>
            <a:r>
              <a:rPr dirty="0" spc="-55"/>
              <a:t>with</a:t>
            </a:r>
            <a:r>
              <a:rPr dirty="0" spc="5"/>
              <a:t> </a:t>
            </a:r>
            <a:r>
              <a:rPr dirty="0" spc="-50"/>
              <a:t>Genspark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355745" y="192631"/>
            <a:ext cx="4213860" cy="23050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50" spc="-85" b="1">
                <a:solidFill>
                  <a:srgbClr val="0053A6"/>
                </a:solidFill>
                <a:latin typeface="Roboto"/>
                <a:cs typeface="Roboto"/>
              </a:rPr>
              <a:t>Adaptive</a:t>
            </a:r>
            <a:r>
              <a:rPr dirty="0" sz="135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50" spc="-70" b="1">
                <a:solidFill>
                  <a:srgbClr val="0053A6"/>
                </a:solidFill>
                <a:latin typeface="Roboto"/>
                <a:cs typeface="Roboto"/>
              </a:rPr>
              <a:t>Multi-</a:t>
            </a:r>
            <a:r>
              <a:rPr dirty="0" sz="1350" spc="-75" b="1">
                <a:solidFill>
                  <a:srgbClr val="0053A6"/>
                </a:solidFill>
                <a:latin typeface="Roboto"/>
                <a:cs typeface="Roboto"/>
              </a:rPr>
              <a:t>Layer</a:t>
            </a:r>
            <a:r>
              <a:rPr dirty="0" sz="135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50" spc="-90" b="1">
                <a:solidFill>
                  <a:srgbClr val="0053A6"/>
                </a:solidFill>
                <a:latin typeface="Roboto"/>
                <a:cs typeface="Roboto"/>
              </a:rPr>
              <a:t>RL</a:t>
            </a:r>
            <a:r>
              <a:rPr dirty="0" sz="135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50" spc="-105" b="1">
                <a:solidFill>
                  <a:srgbClr val="0053A6"/>
                </a:solidFill>
                <a:latin typeface="Roboto"/>
                <a:cs typeface="Roboto"/>
              </a:rPr>
              <a:t>&amp;</a:t>
            </a:r>
            <a:r>
              <a:rPr dirty="0" sz="135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50" spc="-85" b="1">
                <a:solidFill>
                  <a:srgbClr val="0053A6"/>
                </a:solidFill>
                <a:latin typeface="Roboto"/>
                <a:cs typeface="Roboto"/>
              </a:rPr>
              <a:t>Neuro-</a:t>
            </a:r>
            <a:r>
              <a:rPr dirty="0" sz="1350" spc="-80" b="1">
                <a:solidFill>
                  <a:srgbClr val="0053A6"/>
                </a:solidFill>
                <a:latin typeface="Roboto"/>
                <a:cs typeface="Roboto"/>
              </a:rPr>
              <a:t>Fuzzy</a:t>
            </a:r>
            <a:r>
              <a:rPr dirty="0" sz="135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50" spc="-75" b="1">
                <a:solidFill>
                  <a:srgbClr val="0053A6"/>
                </a:solidFill>
                <a:latin typeface="Roboto"/>
                <a:cs typeface="Roboto"/>
              </a:rPr>
              <a:t>Coordination</a:t>
            </a:r>
            <a:r>
              <a:rPr dirty="0" sz="1350" spc="-5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50" spc="-70" b="1">
                <a:solidFill>
                  <a:srgbClr val="0053A6"/>
                </a:solidFill>
                <a:latin typeface="Roboto"/>
                <a:cs typeface="Roboto"/>
              </a:rPr>
              <a:t>for</a:t>
            </a:r>
            <a:r>
              <a:rPr dirty="0" sz="135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1350" spc="-25" b="1">
                <a:solidFill>
                  <a:srgbClr val="0053A6"/>
                </a:solidFill>
                <a:latin typeface="Roboto"/>
                <a:cs typeface="Roboto"/>
              </a:rPr>
              <a:t>LFC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9055834" y="215575"/>
            <a:ext cx="414020" cy="18478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50" spc="-65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r>
              <a:rPr dirty="0" sz="1050" spc="-60">
                <a:solidFill>
                  <a:srgbClr val="545454"/>
                </a:solidFill>
                <a:latin typeface="Futura Lt BT"/>
                <a:cs typeface="Futura Lt BT"/>
              </a:rPr>
              <a:t> /</a:t>
            </a:r>
            <a:r>
              <a:rPr dirty="0" sz="1050" spc="-55">
                <a:solidFill>
                  <a:srgbClr val="545454"/>
                </a:solidFill>
                <a:latin typeface="Futura Lt BT"/>
                <a:cs typeface="Futura Lt BT"/>
              </a:rPr>
              <a:t> </a:t>
            </a:r>
            <a:r>
              <a:rPr dirty="0" sz="1050" spc="-35">
                <a:solidFill>
                  <a:srgbClr val="545454"/>
                </a:solidFill>
                <a:latin typeface="Futura Lt BT"/>
                <a:cs typeface="Futura Lt BT"/>
              </a:rPr>
              <a:t>10</a:t>
            </a:r>
            <a:endParaRPr sz="1050">
              <a:latin typeface="Futura Lt BT"/>
              <a:cs typeface="Futura Lt BT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16519" y="3300845"/>
            <a:ext cx="2192655" cy="60007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3750" spc="-220" b="1">
                <a:solidFill>
                  <a:srgbClr val="0053A6"/>
                </a:solidFill>
                <a:latin typeface="Roboto"/>
                <a:cs typeface="Roboto"/>
              </a:rPr>
              <a:t>Thank</a:t>
            </a:r>
            <a:r>
              <a:rPr dirty="0" sz="3750" spc="-70" b="1">
                <a:solidFill>
                  <a:srgbClr val="0053A6"/>
                </a:solidFill>
                <a:latin typeface="Roboto"/>
                <a:cs typeface="Roboto"/>
              </a:rPr>
              <a:t> </a:t>
            </a:r>
            <a:r>
              <a:rPr dirty="0" sz="3750" spc="-195" b="1">
                <a:solidFill>
                  <a:srgbClr val="0053A6"/>
                </a:solidFill>
                <a:latin typeface="Roboto"/>
                <a:cs typeface="Roboto"/>
              </a:rPr>
              <a:t>You!</a:t>
            </a:r>
            <a:endParaRPr sz="3750">
              <a:latin typeface="Roboto"/>
              <a:cs typeface="Roboto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4284752" y="4141175"/>
            <a:ext cx="1256030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100" spc="-85" b="0">
                <a:solidFill>
                  <a:srgbClr val="545454"/>
                </a:solidFill>
                <a:latin typeface="Roboto Medium"/>
                <a:cs typeface="Roboto Medium"/>
              </a:rPr>
              <a:t>Questions?</a:t>
            </a:r>
            <a:endParaRPr sz="2100">
              <a:latin typeface="Roboto Medium"/>
              <a:cs typeface="Roboto Medium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3553964" y="4828171"/>
            <a:ext cx="2717800" cy="1681480"/>
            <a:chOff x="3553964" y="4828171"/>
            <a:chExt cx="2717800" cy="168148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592344" y="4828171"/>
              <a:ext cx="2678906" cy="1681032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3553964" y="4828572"/>
              <a:ext cx="83820" cy="1680845"/>
            </a:xfrm>
            <a:custGeom>
              <a:avLst/>
              <a:gdLst/>
              <a:ahLst/>
              <a:cxnLst/>
              <a:rect l="l" t="t" r="r" b="b"/>
              <a:pathLst>
                <a:path w="83820" h="1680845">
                  <a:moveTo>
                    <a:pt x="83810" y="1680230"/>
                  </a:moveTo>
                  <a:lnTo>
                    <a:pt x="40927" y="1665121"/>
                  </a:lnTo>
                  <a:lnTo>
                    <a:pt x="10888" y="1631984"/>
                  </a:lnTo>
                  <a:lnTo>
                    <a:pt x="0" y="1588520"/>
                  </a:lnTo>
                  <a:lnTo>
                    <a:pt x="0" y="91710"/>
                  </a:lnTo>
                  <a:lnTo>
                    <a:pt x="10888" y="48244"/>
                  </a:lnTo>
                  <a:lnTo>
                    <a:pt x="40927" y="15107"/>
                  </a:lnTo>
                  <a:lnTo>
                    <a:pt x="83810" y="0"/>
                  </a:lnTo>
                  <a:lnTo>
                    <a:pt x="78131" y="1936"/>
                  </a:lnTo>
                  <a:lnTo>
                    <a:pt x="71548" y="6610"/>
                  </a:lnTo>
                  <a:lnTo>
                    <a:pt x="47425" y="40525"/>
                  </a:lnTo>
                  <a:lnTo>
                    <a:pt x="38635" y="82636"/>
                  </a:lnTo>
                  <a:lnTo>
                    <a:pt x="38379" y="91710"/>
                  </a:lnTo>
                  <a:lnTo>
                    <a:pt x="38379" y="1588520"/>
                  </a:lnTo>
                  <a:lnTo>
                    <a:pt x="44730" y="1631984"/>
                  </a:lnTo>
                  <a:lnTo>
                    <a:pt x="66756" y="1669741"/>
                  </a:lnTo>
                  <a:lnTo>
                    <a:pt x="78131" y="1678293"/>
                  </a:lnTo>
                  <a:lnTo>
                    <a:pt x="83810" y="1680230"/>
                  </a:lnTo>
                  <a:close/>
                </a:path>
              </a:pathLst>
            </a:custGeom>
            <a:solidFill>
              <a:srgbClr val="0053A6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292774" y="5050774"/>
              <a:ext cx="134329" cy="153518"/>
            </a:xfrm>
            <a:prstGeom prst="rect">
              <a:avLst/>
            </a:prstGeom>
          </p:spPr>
        </p:pic>
        <p:pic>
          <p:nvPicPr>
            <p:cNvPr id="10" name="object 10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29246" y="5380600"/>
              <a:ext cx="155168" cy="153758"/>
            </a:xfrm>
            <a:prstGeom prst="rect">
              <a:avLst/>
            </a:prstGeom>
          </p:spPr>
        </p:pic>
        <p:pic>
          <p:nvPicPr>
            <p:cNvPr id="11" name="object 1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390642" y="5730096"/>
              <a:ext cx="153518" cy="115139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99382" y="6033296"/>
              <a:ext cx="153518" cy="15351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/>
          <p:nvPr/>
        </p:nvSpPr>
        <p:spPr>
          <a:xfrm>
            <a:off x="4166374" y="4997775"/>
            <a:ext cx="1807210" cy="12134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350" spc="-80">
                <a:solidFill>
                  <a:srgbClr val="333333"/>
                </a:solidFill>
                <a:latin typeface="Roboto"/>
                <a:cs typeface="Roboto"/>
              </a:rPr>
              <a:t>[Your</a:t>
            </a:r>
            <a:r>
              <a:rPr dirty="0" sz="1350" spc="-10">
                <a:solidFill>
                  <a:srgbClr val="333333"/>
                </a:solidFill>
                <a:latin typeface="Roboto"/>
                <a:cs typeface="Roboto"/>
              </a:rPr>
              <a:t> Name(s)]</a:t>
            </a:r>
            <a:endParaRPr sz="1350">
              <a:latin typeface="Roboto"/>
              <a:cs typeface="Roboto"/>
            </a:endParaRPr>
          </a:p>
          <a:p>
            <a:pPr algn="ctr" marL="12700" marR="5080" indent="-635">
              <a:lnSpc>
                <a:spcPct val="158600"/>
              </a:lnSpc>
              <a:spcBef>
                <a:spcPts val="30"/>
              </a:spcBef>
            </a:pPr>
            <a:r>
              <a:rPr dirty="0" sz="1350" spc="-60">
                <a:solidFill>
                  <a:srgbClr val="333333"/>
                </a:solidFill>
                <a:latin typeface="Roboto"/>
                <a:cs typeface="Roboto"/>
              </a:rPr>
              <a:t>[Institute</a:t>
            </a:r>
            <a:r>
              <a:rPr dirty="0" sz="1350" spc="-2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50" spc="-65">
                <a:solidFill>
                  <a:srgbClr val="333333"/>
                </a:solidFill>
                <a:latin typeface="Roboto"/>
                <a:cs typeface="Roboto"/>
              </a:rPr>
              <a:t>or</a:t>
            </a:r>
            <a:r>
              <a:rPr dirty="0" sz="1350" spc="-15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50" spc="-45">
                <a:solidFill>
                  <a:srgbClr val="333333"/>
                </a:solidFill>
                <a:latin typeface="Roboto"/>
                <a:cs typeface="Roboto"/>
              </a:rPr>
              <a:t>Organization] </a:t>
            </a:r>
            <a:r>
              <a:rPr dirty="0" sz="1350" spc="-80">
                <a:solidFill>
                  <a:srgbClr val="333333"/>
                </a:solidFill>
                <a:latin typeface="Roboto"/>
                <a:cs typeface="Roboto"/>
              </a:rPr>
              <a:t>[Your</a:t>
            </a:r>
            <a:r>
              <a:rPr dirty="0" sz="1350" spc="-10">
                <a:solidFill>
                  <a:srgbClr val="333333"/>
                </a:solidFill>
                <a:latin typeface="Roboto"/>
                <a:cs typeface="Roboto"/>
              </a:rPr>
              <a:t> Email] </a:t>
            </a:r>
            <a:r>
              <a:rPr dirty="0" sz="1350" spc="-80">
                <a:solidFill>
                  <a:srgbClr val="333333"/>
                </a:solidFill>
                <a:latin typeface="Roboto"/>
                <a:cs typeface="Roboto"/>
              </a:rPr>
              <a:t>[Website/Research</a:t>
            </a:r>
            <a:r>
              <a:rPr dirty="0" sz="1350" spc="40">
                <a:solidFill>
                  <a:srgbClr val="333333"/>
                </a:solidFill>
                <a:latin typeface="Roboto"/>
                <a:cs typeface="Roboto"/>
              </a:rPr>
              <a:t> </a:t>
            </a:r>
            <a:r>
              <a:rPr dirty="0" sz="1350" spc="-80">
                <a:solidFill>
                  <a:srgbClr val="333333"/>
                </a:solidFill>
                <a:latin typeface="Roboto"/>
                <a:cs typeface="Roboto"/>
              </a:rPr>
              <a:t>Group]</a:t>
            </a:r>
            <a:endParaRPr sz="1350">
              <a:latin typeface="Roboto"/>
              <a:cs typeface="Roboto"/>
            </a:endParaRPr>
          </a:p>
        </p:txBody>
      </p:sp>
      <p:sp>
        <p:nvSpPr>
          <p:cNvPr id="14" name="object 14" descr=""/>
          <p:cNvSpPr/>
          <p:nvPr/>
        </p:nvSpPr>
        <p:spPr>
          <a:xfrm>
            <a:off x="0" y="6754835"/>
            <a:ext cx="9825355" cy="92710"/>
          </a:xfrm>
          <a:custGeom>
            <a:avLst/>
            <a:gdLst/>
            <a:ahLst/>
            <a:cxnLst/>
            <a:rect l="l" t="t" r="r" b="b"/>
            <a:pathLst>
              <a:path w="9825355" h="92709">
                <a:moveTo>
                  <a:pt x="9825215" y="92111"/>
                </a:moveTo>
                <a:lnTo>
                  <a:pt x="0" y="92111"/>
                </a:lnTo>
                <a:lnTo>
                  <a:pt x="0" y="0"/>
                </a:lnTo>
                <a:lnTo>
                  <a:pt x="9825215" y="0"/>
                </a:lnTo>
                <a:lnTo>
                  <a:pt x="9825215" y="92111"/>
                </a:lnTo>
                <a:close/>
              </a:path>
            </a:pathLst>
          </a:custGeom>
          <a:solidFill>
            <a:srgbClr val="0053A6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 descr="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794867" y="762867"/>
            <a:ext cx="2235480" cy="2235480"/>
          </a:xfrm>
          <a:prstGeom prst="rect">
            <a:avLst/>
          </a:prstGeom>
        </p:spPr>
      </p:pic>
      <p:grpSp>
        <p:nvGrpSpPr>
          <p:cNvPr id="16" name="object 16" descr=""/>
          <p:cNvGrpSpPr/>
          <p:nvPr/>
        </p:nvGrpSpPr>
        <p:grpSpPr>
          <a:xfrm>
            <a:off x="8497275" y="6440121"/>
            <a:ext cx="1174750" cy="260985"/>
            <a:chOff x="8497275" y="6440121"/>
            <a:chExt cx="1174750" cy="260985"/>
          </a:xfrm>
        </p:grpSpPr>
        <p:sp>
          <p:nvSpPr>
            <p:cNvPr id="17" name="object 17" descr=""/>
            <p:cNvSpPr/>
            <p:nvPr/>
          </p:nvSpPr>
          <p:spPr>
            <a:xfrm>
              <a:off x="8497275" y="6440121"/>
              <a:ext cx="1174750" cy="260985"/>
            </a:xfrm>
            <a:custGeom>
              <a:avLst/>
              <a:gdLst/>
              <a:ahLst/>
              <a:cxnLst/>
              <a:rect l="l" t="t" r="r" b="b"/>
              <a:pathLst>
                <a:path w="1174750" h="260984">
                  <a:moveTo>
                    <a:pt x="1147787" y="260982"/>
                  </a:moveTo>
                  <a:lnTo>
                    <a:pt x="26632" y="260982"/>
                  </a:lnTo>
                  <a:lnTo>
                    <a:pt x="22715" y="260203"/>
                  </a:lnTo>
                  <a:lnTo>
                    <a:pt x="0" y="234350"/>
                  </a:lnTo>
                  <a:lnTo>
                    <a:pt x="0" y="230278"/>
                  </a:lnTo>
                  <a:lnTo>
                    <a:pt x="0" y="26632"/>
                  </a:lnTo>
                  <a:lnTo>
                    <a:pt x="26632" y="0"/>
                  </a:lnTo>
                  <a:lnTo>
                    <a:pt x="1147787" y="0"/>
                  </a:lnTo>
                  <a:lnTo>
                    <a:pt x="1174420" y="26632"/>
                  </a:lnTo>
                  <a:lnTo>
                    <a:pt x="1174420" y="234350"/>
                  </a:lnTo>
                  <a:lnTo>
                    <a:pt x="1151704" y="260203"/>
                  </a:lnTo>
                  <a:lnTo>
                    <a:pt x="1147787" y="260982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89387" y="6516881"/>
              <a:ext cx="107463" cy="107463"/>
            </a:xfrm>
            <a:prstGeom prst="rect">
              <a:avLst/>
            </a:prstGeom>
          </p:spPr>
        </p:pic>
      </p:grpSp>
      <p:sp>
        <p:nvSpPr>
          <p:cNvPr id="19" name="object 19" descr=""/>
          <p:cNvSpPr txBox="1"/>
          <p:nvPr/>
        </p:nvSpPr>
        <p:spPr>
          <a:xfrm>
            <a:off x="8727568" y="6486142"/>
            <a:ext cx="864869" cy="1485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800" spc="-60">
                <a:solidFill>
                  <a:srgbClr val="FFFFFF"/>
                </a:solidFill>
                <a:latin typeface="Roboto"/>
                <a:cs typeface="Roboto"/>
              </a:rPr>
              <a:t>Made</a:t>
            </a:r>
            <a:r>
              <a:rPr dirty="0" sz="800" spc="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800" spc="-45">
                <a:solidFill>
                  <a:srgbClr val="FFFFFF"/>
                </a:solidFill>
                <a:latin typeface="Roboto"/>
                <a:cs typeface="Roboto"/>
              </a:rPr>
              <a:t>with</a:t>
            </a:r>
            <a:r>
              <a:rPr dirty="0" sz="800" spc="15">
                <a:solidFill>
                  <a:srgbClr val="FFFFFF"/>
                </a:solidFill>
                <a:latin typeface="Roboto"/>
                <a:cs typeface="Roboto"/>
              </a:rPr>
              <a:t> </a:t>
            </a:r>
            <a:r>
              <a:rPr dirty="0" sz="800" spc="-40">
                <a:solidFill>
                  <a:srgbClr val="FFFFFF"/>
                </a:solidFill>
                <a:latin typeface="Roboto"/>
                <a:cs typeface="Roboto"/>
              </a:rPr>
              <a:t>Genspark</a:t>
            </a:r>
            <a:endParaRPr sz="800">
              <a:latin typeface="Roboto"/>
              <a:cs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2025-06-15T17:42:12Z</dcterms:created>
  <dcterms:modified xsi:type="dcterms:W3CDTF">2025-06-15T17:42:12Z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2025-06-15T00:00:00Z</vt:filetime>
  </property>
  <property fmtid="{D5CDD505-2E9C-101B-9397-08002B2CF9AE}" pid="3" name="Producer">
    <vt:lpwstr>pypdf</vt:lpwstr>
  </property>
  <property fmtid="{D5CDD505-2E9C-101B-9397-08002B2CF9AE}" pid="4" name="LastSaved">
    <vt:filetime>2025-06-15T00:00:00Z</vt:filetime>
  </property>
</Properties>
</file>