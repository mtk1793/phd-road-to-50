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6.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717" r:id="rId1"/>
  </p:sldMasterIdLst>
  <p:notesMasterIdLst>
    <p:notesMasterId r:id="rId41"/>
  </p:notesMasterIdLst>
  <p:sldIdLst>
    <p:sldId id="256" r:id="rId2"/>
    <p:sldId id="278" r:id="rId3"/>
    <p:sldId id="257" r:id="rId4"/>
    <p:sldId id="281" r:id="rId5"/>
    <p:sldId id="282" r:id="rId6"/>
    <p:sldId id="284" r:id="rId7"/>
    <p:sldId id="283" r:id="rId8"/>
    <p:sldId id="280" r:id="rId9"/>
    <p:sldId id="287" r:id="rId10"/>
    <p:sldId id="258" r:id="rId11"/>
    <p:sldId id="261" r:id="rId12"/>
    <p:sldId id="262" r:id="rId13"/>
    <p:sldId id="263" r:id="rId14"/>
    <p:sldId id="264" r:id="rId15"/>
    <p:sldId id="265" r:id="rId16"/>
    <p:sldId id="266" r:id="rId17"/>
    <p:sldId id="273" r:id="rId18"/>
    <p:sldId id="270" r:id="rId19"/>
    <p:sldId id="285" r:id="rId20"/>
    <p:sldId id="286" r:id="rId21"/>
    <p:sldId id="267" r:id="rId22"/>
    <p:sldId id="268" r:id="rId23"/>
    <p:sldId id="269" r:id="rId24"/>
    <p:sldId id="288" r:id="rId25"/>
    <p:sldId id="289" r:id="rId26"/>
    <p:sldId id="290" r:id="rId27"/>
    <p:sldId id="291" r:id="rId28"/>
    <p:sldId id="292" r:id="rId29"/>
    <p:sldId id="293" r:id="rId30"/>
    <p:sldId id="294" r:id="rId31"/>
    <p:sldId id="279" r:id="rId32"/>
    <p:sldId id="295" r:id="rId33"/>
    <p:sldId id="296" r:id="rId34"/>
    <p:sldId id="297" r:id="rId35"/>
    <p:sldId id="272" r:id="rId36"/>
    <p:sldId id="274" r:id="rId37"/>
    <p:sldId id="275" r:id="rId38"/>
    <p:sldId id="276" r:id="rId39"/>
    <p:sldId id="27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480" autoAdjust="0"/>
  </p:normalViewPr>
  <p:slideViewPr>
    <p:cSldViewPr snapToGrid="0">
      <p:cViewPr varScale="1">
        <p:scale>
          <a:sx n="117" d="100"/>
          <a:sy n="117" d="100"/>
        </p:scale>
        <p:origin x="193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Shiva\New%20paper%20conference\GA%20data.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Shiva\New%20paper%20conference\ACO%20data.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Shiva\New%20paper%20conference\Firefly%20data.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Shiva\New%20paper%20conference\PSO%20Data.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Shiva\New%20paper%20conference\Hybrid%20PSO%20FA.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Shiva\New%20paper%20conference\Hybrid%20PSO%20FA.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Shiva\Journal\New%20hybrid.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Shiva\New%20paper%20conference\homer%20hyb.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Shiva\New%20paper%20conference\battery_management_results.csv"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Shiva\New%20paper%20conference\battery_management_results2.csv"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Shiva\New%20paper%20conference\battery_management_results.csv"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Shiva\New%20paper%20conference\battery_management_results2.csv"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Convergence Curves for GA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strRef>
              <c:f>'GA data'!$B$1</c:f>
              <c:strCache>
                <c:ptCount val="1"/>
                <c:pt idx="0">
                  <c:v>LPSP 0% (Li-ion)</c:v>
                </c:pt>
              </c:strCache>
            </c:strRef>
          </c:tx>
          <c:spPr>
            <a:ln w="22225" cap="rnd">
              <a:solidFill>
                <a:schemeClr val="accent2"/>
              </a:solidFill>
              <a:round/>
            </a:ln>
            <a:effectLst/>
          </c:spPr>
          <c:marker>
            <c:symbol val="none"/>
          </c:marker>
          <c:val>
            <c:numRef>
              <c:f>'GA data'!$B$2:$B$101</c:f>
              <c:numCache>
                <c:formatCode>General</c:formatCode>
                <c:ptCount val="100"/>
                <c:pt idx="0">
                  <c:v>1187683.67</c:v>
                </c:pt>
                <c:pt idx="1">
                  <c:v>1187683.67</c:v>
                </c:pt>
                <c:pt idx="2">
                  <c:v>779683.67</c:v>
                </c:pt>
                <c:pt idx="3">
                  <c:v>779683.67</c:v>
                </c:pt>
                <c:pt idx="4">
                  <c:v>779683.67</c:v>
                </c:pt>
                <c:pt idx="5">
                  <c:v>779683.67</c:v>
                </c:pt>
                <c:pt idx="6">
                  <c:v>779683.67</c:v>
                </c:pt>
                <c:pt idx="7">
                  <c:v>779683.67</c:v>
                </c:pt>
                <c:pt idx="8">
                  <c:v>779683.67</c:v>
                </c:pt>
                <c:pt idx="9">
                  <c:v>779683.67</c:v>
                </c:pt>
                <c:pt idx="10">
                  <c:v>779683.67</c:v>
                </c:pt>
                <c:pt idx="11">
                  <c:v>779683.67</c:v>
                </c:pt>
                <c:pt idx="12">
                  <c:v>779683.67</c:v>
                </c:pt>
                <c:pt idx="13">
                  <c:v>779683.67</c:v>
                </c:pt>
                <c:pt idx="14">
                  <c:v>779683.67</c:v>
                </c:pt>
                <c:pt idx="15">
                  <c:v>779683.67</c:v>
                </c:pt>
                <c:pt idx="16">
                  <c:v>779683.67</c:v>
                </c:pt>
                <c:pt idx="17">
                  <c:v>779683.67</c:v>
                </c:pt>
                <c:pt idx="18">
                  <c:v>779683.67</c:v>
                </c:pt>
                <c:pt idx="19">
                  <c:v>779683.67</c:v>
                </c:pt>
                <c:pt idx="20">
                  <c:v>779683.67</c:v>
                </c:pt>
                <c:pt idx="21">
                  <c:v>779683.67</c:v>
                </c:pt>
                <c:pt idx="22">
                  <c:v>779683.67</c:v>
                </c:pt>
                <c:pt idx="23">
                  <c:v>779683.67</c:v>
                </c:pt>
                <c:pt idx="24">
                  <c:v>779683.67</c:v>
                </c:pt>
                <c:pt idx="25">
                  <c:v>779683.67</c:v>
                </c:pt>
                <c:pt idx="26">
                  <c:v>779683.67</c:v>
                </c:pt>
                <c:pt idx="27">
                  <c:v>779683.67</c:v>
                </c:pt>
                <c:pt idx="28">
                  <c:v>779683.67</c:v>
                </c:pt>
                <c:pt idx="29">
                  <c:v>779683.67</c:v>
                </c:pt>
                <c:pt idx="30">
                  <c:v>779683.67</c:v>
                </c:pt>
                <c:pt idx="31">
                  <c:v>779683.67</c:v>
                </c:pt>
                <c:pt idx="32">
                  <c:v>779683.67</c:v>
                </c:pt>
                <c:pt idx="33">
                  <c:v>779683.67</c:v>
                </c:pt>
                <c:pt idx="34">
                  <c:v>779683.67</c:v>
                </c:pt>
                <c:pt idx="35">
                  <c:v>779683.67</c:v>
                </c:pt>
                <c:pt idx="36">
                  <c:v>779683.67</c:v>
                </c:pt>
                <c:pt idx="37">
                  <c:v>779683.67</c:v>
                </c:pt>
                <c:pt idx="38">
                  <c:v>779683.67</c:v>
                </c:pt>
                <c:pt idx="39">
                  <c:v>779683.67</c:v>
                </c:pt>
                <c:pt idx="40">
                  <c:v>779683.67</c:v>
                </c:pt>
                <c:pt idx="41">
                  <c:v>779683.67</c:v>
                </c:pt>
                <c:pt idx="42">
                  <c:v>779683.67</c:v>
                </c:pt>
                <c:pt idx="43">
                  <c:v>779683.67</c:v>
                </c:pt>
                <c:pt idx="44">
                  <c:v>779683.67</c:v>
                </c:pt>
                <c:pt idx="45">
                  <c:v>779683.67</c:v>
                </c:pt>
                <c:pt idx="46">
                  <c:v>779683.67</c:v>
                </c:pt>
                <c:pt idx="47">
                  <c:v>779683.67</c:v>
                </c:pt>
                <c:pt idx="48">
                  <c:v>779683.67</c:v>
                </c:pt>
                <c:pt idx="49">
                  <c:v>779683.67</c:v>
                </c:pt>
                <c:pt idx="50">
                  <c:v>779683.67</c:v>
                </c:pt>
                <c:pt idx="51">
                  <c:v>779683.67</c:v>
                </c:pt>
                <c:pt idx="52">
                  <c:v>779683.67</c:v>
                </c:pt>
                <c:pt idx="53">
                  <c:v>779683.67</c:v>
                </c:pt>
                <c:pt idx="54">
                  <c:v>779683.67</c:v>
                </c:pt>
                <c:pt idx="55">
                  <c:v>779683.67</c:v>
                </c:pt>
                <c:pt idx="56">
                  <c:v>779683.67</c:v>
                </c:pt>
                <c:pt idx="57">
                  <c:v>779683.67</c:v>
                </c:pt>
                <c:pt idx="58">
                  <c:v>779683.67</c:v>
                </c:pt>
                <c:pt idx="59">
                  <c:v>779683.67</c:v>
                </c:pt>
                <c:pt idx="60">
                  <c:v>779683.67</c:v>
                </c:pt>
                <c:pt idx="61">
                  <c:v>779683.67</c:v>
                </c:pt>
                <c:pt idx="62">
                  <c:v>779683.67</c:v>
                </c:pt>
                <c:pt idx="63">
                  <c:v>779683.67</c:v>
                </c:pt>
                <c:pt idx="64">
                  <c:v>779683.67</c:v>
                </c:pt>
                <c:pt idx="65">
                  <c:v>779683.67</c:v>
                </c:pt>
                <c:pt idx="66">
                  <c:v>779683.67</c:v>
                </c:pt>
                <c:pt idx="67">
                  <c:v>779683.67</c:v>
                </c:pt>
                <c:pt idx="68">
                  <c:v>779683.67</c:v>
                </c:pt>
                <c:pt idx="69">
                  <c:v>779683.67</c:v>
                </c:pt>
                <c:pt idx="70">
                  <c:v>779683.67</c:v>
                </c:pt>
                <c:pt idx="71">
                  <c:v>779683.67</c:v>
                </c:pt>
                <c:pt idx="72">
                  <c:v>779683.67</c:v>
                </c:pt>
                <c:pt idx="73">
                  <c:v>779683.67</c:v>
                </c:pt>
                <c:pt idx="74">
                  <c:v>779683.67</c:v>
                </c:pt>
                <c:pt idx="75">
                  <c:v>779683.67</c:v>
                </c:pt>
                <c:pt idx="76">
                  <c:v>779683.67</c:v>
                </c:pt>
                <c:pt idx="77">
                  <c:v>779683.67</c:v>
                </c:pt>
                <c:pt idx="78">
                  <c:v>779683.67</c:v>
                </c:pt>
                <c:pt idx="79">
                  <c:v>779683.67</c:v>
                </c:pt>
                <c:pt idx="80">
                  <c:v>779683.67</c:v>
                </c:pt>
                <c:pt idx="81">
                  <c:v>779683.67</c:v>
                </c:pt>
                <c:pt idx="82">
                  <c:v>779683.67</c:v>
                </c:pt>
                <c:pt idx="83">
                  <c:v>779683.67</c:v>
                </c:pt>
                <c:pt idx="84">
                  <c:v>779683.67</c:v>
                </c:pt>
                <c:pt idx="85">
                  <c:v>779683.67</c:v>
                </c:pt>
                <c:pt idx="86">
                  <c:v>779683.67</c:v>
                </c:pt>
                <c:pt idx="87">
                  <c:v>779683.67</c:v>
                </c:pt>
                <c:pt idx="88">
                  <c:v>779683.67</c:v>
                </c:pt>
                <c:pt idx="89">
                  <c:v>779683.67</c:v>
                </c:pt>
                <c:pt idx="90">
                  <c:v>779683.67</c:v>
                </c:pt>
                <c:pt idx="91">
                  <c:v>779683.67</c:v>
                </c:pt>
                <c:pt idx="92">
                  <c:v>779683.67</c:v>
                </c:pt>
                <c:pt idx="93">
                  <c:v>779683.67</c:v>
                </c:pt>
                <c:pt idx="94">
                  <c:v>779683.67</c:v>
                </c:pt>
                <c:pt idx="95">
                  <c:v>779683.67</c:v>
                </c:pt>
                <c:pt idx="96">
                  <c:v>779683.67</c:v>
                </c:pt>
                <c:pt idx="97">
                  <c:v>779683.67</c:v>
                </c:pt>
                <c:pt idx="98">
                  <c:v>779683.67</c:v>
                </c:pt>
                <c:pt idx="99">
                  <c:v>779683.67</c:v>
                </c:pt>
              </c:numCache>
            </c:numRef>
          </c:val>
          <c:smooth val="0"/>
          <c:extLst>
            <c:ext xmlns:c16="http://schemas.microsoft.com/office/drawing/2014/chart" uri="{C3380CC4-5D6E-409C-BE32-E72D297353CC}">
              <c16:uniqueId val="{00000000-937E-4D8A-ABB4-BA7A6DEF24D9}"/>
            </c:ext>
          </c:extLst>
        </c:ser>
        <c:ser>
          <c:idx val="1"/>
          <c:order val="1"/>
          <c:tx>
            <c:strRef>
              <c:f>'GA data'!$C$1</c:f>
              <c:strCache>
                <c:ptCount val="1"/>
                <c:pt idx="0">
                  <c:v>LPSP 2% (Li-ion)</c:v>
                </c:pt>
              </c:strCache>
            </c:strRef>
          </c:tx>
          <c:spPr>
            <a:ln w="22225" cap="rnd">
              <a:solidFill>
                <a:schemeClr val="accent4"/>
              </a:solidFill>
              <a:round/>
            </a:ln>
            <a:effectLst/>
          </c:spPr>
          <c:marker>
            <c:symbol val="none"/>
          </c:marker>
          <c:val>
            <c:numRef>
              <c:f>'GA data'!$C$2:$C$101</c:f>
              <c:numCache>
                <c:formatCode>General</c:formatCode>
                <c:ptCount val="100"/>
                <c:pt idx="0">
                  <c:v>2585483.67</c:v>
                </c:pt>
                <c:pt idx="1">
                  <c:v>1945799.29</c:v>
                </c:pt>
                <c:pt idx="2">
                  <c:v>1252793.67</c:v>
                </c:pt>
                <c:pt idx="3">
                  <c:v>1129799.29</c:v>
                </c:pt>
                <c:pt idx="4">
                  <c:v>850803.67</c:v>
                </c:pt>
                <c:pt idx="5">
                  <c:v>778683.67</c:v>
                </c:pt>
                <c:pt idx="6">
                  <c:v>778683.67</c:v>
                </c:pt>
                <c:pt idx="7">
                  <c:v>778683.67</c:v>
                </c:pt>
                <c:pt idx="8">
                  <c:v>778683.67</c:v>
                </c:pt>
                <c:pt idx="9">
                  <c:v>778683.67</c:v>
                </c:pt>
                <c:pt idx="10">
                  <c:v>778683.67</c:v>
                </c:pt>
                <c:pt idx="11">
                  <c:v>778683.67</c:v>
                </c:pt>
                <c:pt idx="12">
                  <c:v>778683.67</c:v>
                </c:pt>
                <c:pt idx="13">
                  <c:v>778683.67</c:v>
                </c:pt>
                <c:pt idx="14">
                  <c:v>778683.67</c:v>
                </c:pt>
                <c:pt idx="15">
                  <c:v>778683.67</c:v>
                </c:pt>
                <c:pt idx="16">
                  <c:v>778683.67</c:v>
                </c:pt>
                <c:pt idx="17">
                  <c:v>778683.67</c:v>
                </c:pt>
                <c:pt idx="18">
                  <c:v>778683.67</c:v>
                </c:pt>
                <c:pt idx="19">
                  <c:v>778683.67</c:v>
                </c:pt>
                <c:pt idx="20">
                  <c:v>778683.67</c:v>
                </c:pt>
                <c:pt idx="21">
                  <c:v>778683.67</c:v>
                </c:pt>
                <c:pt idx="22">
                  <c:v>778683.67</c:v>
                </c:pt>
                <c:pt idx="23">
                  <c:v>778683.67</c:v>
                </c:pt>
                <c:pt idx="24">
                  <c:v>778683.67</c:v>
                </c:pt>
                <c:pt idx="25">
                  <c:v>778683.67</c:v>
                </c:pt>
                <c:pt idx="26">
                  <c:v>778683.67</c:v>
                </c:pt>
                <c:pt idx="27">
                  <c:v>778683.67</c:v>
                </c:pt>
                <c:pt idx="28">
                  <c:v>778683.67</c:v>
                </c:pt>
                <c:pt idx="29">
                  <c:v>778683.67</c:v>
                </c:pt>
                <c:pt idx="30">
                  <c:v>778683.67</c:v>
                </c:pt>
                <c:pt idx="31">
                  <c:v>778683.67</c:v>
                </c:pt>
                <c:pt idx="32">
                  <c:v>778683.67</c:v>
                </c:pt>
                <c:pt idx="33">
                  <c:v>778683.67</c:v>
                </c:pt>
                <c:pt idx="34">
                  <c:v>778683.67</c:v>
                </c:pt>
                <c:pt idx="35">
                  <c:v>778683.67</c:v>
                </c:pt>
                <c:pt idx="36">
                  <c:v>778683.67</c:v>
                </c:pt>
                <c:pt idx="37">
                  <c:v>778683.67</c:v>
                </c:pt>
                <c:pt idx="38">
                  <c:v>778683.67</c:v>
                </c:pt>
                <c:pt idx="39">
                  <c:v>778683.67</c:v>
                </c:pt>
                <c:pt idx="40">
                  <c:v>778683.67</c:v>
                </c:pt>
                <c:pt idx="41">
                  <c:v>778683.67</c:v>
                </c:pt>
                <c:pt idx="42">
                  <c:v>778683.67</c:v>
                </c:pt>
                <c:pt idx="43">
                  <c:v>778683.67</c:v>
                </c:pt>
                <c:pt idx="44">
                  <c:v>778683.67</c:v>
                </c:pt>
                <c:pt idx="45">
                  <c:v>778683.67</c:v>
                </c:pt>
                <c:pt idx="46">
                  <c:v>778683.67</c:v>
                </c:pt>
                <c:pt idx="47">
                  <c:v>778683.67</c:v>
                </c:pt>
                <c:pt idx="48">
                  <c:v>778683.67</c:v>
                </c:pt>
                <c:pt idx="49">
                  <c:v>778683.67</c:v>
                </c:pt>
                <c:pt idx="50">
                  <c:v>778683.67</c:v>
                </c:pt>
                <c:pt idx="51">
                  <c:v>778683.67</c:v>
                </c:pt>
                <c:pt idx="52">
                  <c:v>778683.67</c:v>
                </c:pt>
                <c:pt idx="53">
                  <c:v>778683.67</c:v>
                </c:pt>
                <c:pt idx="54">
                  <c:v>778683.67</c:v>
                </c:pt>
                <c:pt idx="55">
                  <c:v>778683.67</c:v>
                </c:pt>
                <c:pt idx="56">
                  <c:v>778683.67</c:v>
                </c:pt>
                <c:pt idx="57">
                  <c:v>778683.67</c:v>
                </c:pt>
                <c:pt idx="58">
                  <c:v>778683.67</c:v>
                </c:pt>
                <c:pt idx="59">
                  <c:v>778683.67</c:v>
                </c:pt>
                <c:pt idx="60">
                  <c:v>778683.67</c:v>
                </c:pt>
                <c:pt idx="61">
                  <c:v>778683.67</c:v>
                </c:pt>
                <c:pt idx="62">
                  <c:v>778683.67</c:v>
                </c:pt>
                <c:pt idx="63">
                  <c:v>778683.67</c:v>
                </c:pt>
                <c:pt idx="64">
                  <c:v>778683.67</c:v>
                </c:pt>
                <c:pt idx="65">
                  <c:v>778683.67</c:v>
                </c:pt>
                <c:pt idx="66">
                  <c:v>778683.67</c:v>
                </c:pt>
                <c:pt idx="67">
                  <c:v>778683.67</c:v>
                </c:pt>
                <c:pt idx="68">
                  <c:v>778683.67</c:v>
                </c:pt>
                <c:pt idx="69">
                  <c:v>778683.67</c:v>
                </c:pt>
                <c:pt idx="70">
                  <c:v>778683.67</c:v>
                </c:pt>
                <c:pt idx="71">
                  <c:v>778683.67</c:v>
                </c:pt>
                <c:pt idx="72">
                  <c:v>778683.67</c:v>
                </c:pt>
                <c:pt idx="73">
                  <c:v>778683.67</c:v>
                </c:pt>
                <c:pt idx="74">
                  <c:v>778683.67</c:v>
                </c:pt>
                <c:pt idx="75">
                  <c:v>778683.67</c:v>
                </c:pt>
                <c:pt idx="76">
                  <c:v>778683.67</c:v>
                </c:pt>
                <c:pt idx="77">
                  <c:v>778683.67</c:v>
                </c:pt>
                <c:pt idx="78">
                  <c:v>778683.67</c:v>
                </c:pt>
                <c:pt idx="79">
                  <c:v>778683.67</c:v>
                </c:pt>
                <c:pt idx="80">
                  <c:v>778683.67</c:v>
                </c:pt>
                <c:pt idx="81">
                  <c:v>778683.67</c:v>
                </c:pt>
                <c:pt idx="82">
                  <c:v>778683.67</c:v>
                </c:pt>
                <c:pt idx="83">
                  <c:v>778683.67</c:v>
                </c:pt>
                <c:pt idx="84">
                  <c:v>778683.67</c:v>
                </c:pt>
                <c:pt idx="85">
                  <c:v>778683.67</c:v>
                </c:pt>
                <c:pt idx="86">
                  <c:v>778683.67</c:v>
                </c:pt>
                <c:pt idx="87">
                  <c:v>778683.67</c:v>
                </c:pt>
                <c:pt idx="88">
                  <c:v>778683.67</c:v>
                </c:pt>
                <c:pt idx="89">
                  <c:v>778683.67</c:v>
                </c:pt>
                <c:pt idx="90">
                  <c:v>778683.67</c:v>
                </c:pt>
                <c:pt idx="91">
                  <c:v>778683.67</c:v>
                </c:pt>
                <c:pt idx="92">
                  <c:v>778683.67</c:v>
                </c:pt>
                <c:pt idx="93">
                  <c:v>778683.67</c:v>
                </c:pt>
                <c:pt idx="94">
                  <c:v>778683.67</c:v>
                </c:pt>
                <c:pt idx="95">
                  <c:v>778683.67</c:v>
                </c:pt>
                <c:pt idx="96">
                  <c:v>778683.67</c:v>
                </c:pt>
                <c:pt idx="97">
                  <c:v>778683.67</c:v>
                </c:pt>
                <c:pt idx="98">
                  <c:v>778683.67</c:v>
                </c:pt>
                <c:pt idx="99">
                  <c:v>778683.67</c:v>
                </c:pt>
              </c:numCache>
            </c:numRef>
          </c:val>
          <c:smooth val="0"/>
          <c:extLst>
            <c:ext xmlns:c16="http://schemas.microsoft.com/office/drawing/2014/chart" uri="{C3380CC4-5D6E-409C-BE32-E72D297353CC}">
              <c16:uniqueId val="{00000001-937E-4D8A-ABB4-BA7A6DEF24D9}"/>
            </c:ext>
          </c:extLst>
        </c:ser>
        <c:ser>
          <c:idx val="2"/>
          <c:order val="2"/>
          <c:tx>
            <c:strRef>
              <c:f>'GA data'!$D$1</c:f>
              <c:strCache>
                <c:ptCount val="1"/>
                <c:pt idx="0">
                  <c:v>LPSP 5% (Li-ion)</c:v>
                </c:pt>
              </c:strCache>
            </c:strRef>
          </c:tx>
          <c:spPr>
            <a:ln w="22225" cap="rnd">
              <a:solidFill>
                <a:schemeClr val="accent6"/>
              </a:solidFill>
              <a:round/>
            </a:ln>
            <a:effectLst/>
          </c:spPr>
          <c:marker>
            <c:symbol val="none"/>
          </c:marker>
          <c:val>
            <c:numRef>
              <c:f>'GA data'!$D$2:$D$101</c:f>
              <c:numCache>
                <c:formatCode>General</c:formatCode>
                <c:ptCount val="100"/>
                <c:pt idx="0">
                  <c:v>1756813.67</c:v>
                </c:pt>
                <c:pt idx="1">
                  <c:v>1324093.67</c:v>
                </c:pt>
                <c:pt idx="2">
                  <c:v>1128299.29</c:v>
                </c:pt>
                <c:pt idx="3">
                  <c:v>879353.67</c:v>
                </c:pt>
                <c:pt idx="4">
                  <c:v>819253.67</c:v>
                </c:pt>
                <c:pt idx="5">
                  <c:v>777183.67</c:v>
                </c:pt>
                <c:pt idx="6">
                  <c:v>777183.67</c:v>
                </c:pt>
                <c:pt idx="7">
                  <c:v>777183.67</c:v>
                </c:pt>
                <c:pt idx="8">
                  <c:v>777183.67</c:v>
                </c:pt>
                <c:pt idx="9">
                  <c:v>777183.67</c:v>
                </c:pt>
                <c:pt idx="10">
                  <c:v>777183.67</c:v>
                </c:pt>
                <c:pt idx="11">
                  <c:v>777183.67</c:v>
                </c:pt>
                <c:pt idx="12">
                  <c:v>777183.67</c:v>
                </c:pt>
                <c:pt idx="13">
                  <c:v>777183.67</c:v>
                </c:pt>
                <c:pt idx="14">
                  <c:v>777183.67</c:v>
                </c:pt>
                <c:pt idx="15">
                  <c:v>777183.67</c:v>
                </c:pt>
                <c:pt idx="16">
                  <c:v>777183.67</c:v>
                </c:pt>
                <c:pt idx="17">
                  <c:v>777183.67</c:v>
                </c:pt>
                <c:pt idx="18">
                  <c:v>777183.67</c:v>
                </c:pt>
                <c:pt idx="19">
                  <c:v>777183.67</c:v>
                </c:pt>
                <c:pt idx="20">
                  <c:v>777183.67</c:v>
                </c:pt>
                <c:pt idx="21">
                  <c:v>777183.67</c:v>
                </c:pt>
                <c:pt idx="22">
                  <c:v>777183.67</c:v>
                </c:pt>
                <c:pt idx="23">
                  <c:v>777183.67</c:v>
                </c:pt>
                <c:pt idx="24">
                  <c:v>777183.67</c:v>
                </c:pt>
                <c:pt idx="25">
                  <c:v>777183.67</c:v>
                </c:pt>
                <c:pt idx="26">
                  <c:v>777183.67</c:v>
                </c:pt>
                <c:pt idx="27">
                  <c:v>777183.67</c:v>
                </c:pt>
                <c:pt idx="28">
                  <c:v>777183.67</c:v>
                </c:pt>
                <c:pt idx="29">
                  <c:v>777183.67</c:v>
                </c:pt>
                <c:pt idx="30">
                  <c:v>777183.67</c:v>
                </c:pt>
                <c:pt idx="31">
                  <c:v>777183.67</c:v>
                </c:pt>
                <c:pt idx="32">
                  <c:v>777183.67</c:v>
                </c:pt>
                <c:pt idx="33">
                  <c:v>777183.67</c:v>
                </c:pt>
                <c:pt idx="34">
                  <c:v>777183.67</c:v>
                </c:pt>
                <c:pt idx="35">
                  <c:v>777183.67</c:v>
                </c:pt>
                <c:pt idx="36">
                  <c:v>777183.67</c:v>
                </c:pt>
                <c:pt idx="37">
                  <c:v>777183.67</c:v>
                </c:pt>
                <c:pt idx="38">
                  <c:v>777183.67</c:v>
                </c:pt>
                <c:pt idx="39">
                  <c:v>777183.67</c:v>
                </c:pt>
                <c:pt idx="40">
                  <c:v>777183.67</c:v>
                </c:pt>
                <c:pt idx="41">
                  <c:v>777183.67</c:v>
                </c:pt>
                <c:pt idx="42">
                  <c:v>777183.67</c:v>
                </c:pt>
                <c:pt idx="43">
                  <c:v>777183.67</c:v>
                </c:pt>
                <c:pt idx="44">
                  <c:v>777183.67</c:v>
                </c:pt>
                <c:pt idx="45">
                  <c:v>777183.67</c:v>
                </c:pt>
                <c:pt idx="46">
                  <c:v>777183.67</c:v>
                </c:pt>
                <c:pt idx="47">
                  <c:v>777183.67</c:v>
                </c:pt>
                <c:pt idx="48">
                  <c:v>777183.67</c:v>
                </c:pt>
                <c:pt idx="49">
                  <c:v>777183.67</c:v>
                </c:pt>
                <c:pt idx="50">
                  <c:v>777183.67</c:v>
                </c:pt>
                <c:pt idx="51">
                  <c:v>777183.67</c:v>
                </c:pt>
                <c:pt idx="52">
                  <c:v>777183.67</c:v>
                </c:pt>
                <c:pt idx="53">
                  <c:v>777183.67</c:v>
                </c:pt>
                <c:pt idx="54">
                  <c:v>777183.67</c:v>
                </c:pt>
                <c:pt idx="55">
                  <c:v>777183.67</c:v>
                </c:pt>
                <c:pt idx="56">
                  <c:v>777183.67</c:v>
                </c:pt>
                <c:pt idx="57">
                  <c:v>777183.67</c:v>
                </c:pt>
                <c:pt idx="58">
                  <c:v>777183.67</c:v>
                </c:pt>
                <c:pt idx="59">
                  <c:v>777183.67</c:v>
                </c:pt>
                <c:pt idx="60">
                  <c:v>777183.67</c:v>
                </c:pt>
                <c:pt idx="61">
                  <c:v>777183.67</c:v>
                </c:pt>
                <c:pt idx="62">
                  <c:v>777183.67</c:v>
                </c:pt>
                <c:pt idx="63">
                  <c:v>777183.67</c:v>
                </c:pt>
                <c:pt idx="64">
                  <c:v>777183.67</c:v>
                </c:pt>
                <c:pt idx="65">
                  <c:v>777183.67</c:v>
                </c:pt>
                <c:pt idx="66">
                  <c:v>777183.67</c:v>
                </c:pt>
                <c:pt idx="67">
                  <c:v>777183.67</c:v>
                </c:pt>
                <c:pt idx="68">
                  <c:v>777183.67</c:v>
                </c:pt>
                <c:pt idx="69">
                  <c:v>777183.67</c:v>
                </c:pt>
                <c:pt idx="70">
                  <c:v>777183.67</c:v>
                </c:pt>
                <c:pt idx="71">
                  <c:v>777183.67</c:v>
                </c:pt>
                <c:pt idx="72">
                  <c:v>777183.67</c:v>
                </c:pt>
                <c:pt idx="73">
                  <c:v>777183.67</c:v>
                </c:pt>
                <c:pt idx="74">
                  <c:v>777183.67</c:v>
                </c:pt>
                <c:pt idx="75">
                  <c:v>777183.67</c:v>
                </c:pt>
                <c:pt idx="76">
                  <c:v>777183.67</c:v>
                </c:pt>
                <c:pt idx="77">
                  <c:v>777183.67</c:v>
                </c:pt>
                <c:pt idx="78">
                  <c:v>777183.67</c:v>
                </c:pt>
                <c:pt idx="79">
                  <c:v>777183.67</c:v>
                </c:pt>
                <c:pt idx="80">
                  <c:v>777183.67</c:v>
                </c:pt>
                <c:pt idx="81">
                  <c:v>777183.67</c:v>
                </c:pt>
                <c:pt idx="82">
                  <c:v>777183.67</c:v>
                </c:pt>
                <c:pt idx="83">
                  <c:v>777183.67</c:v>
                </c:pt>
                <c:pt idx="84">
                  <c:v>777183.67</c:v>
                </c:pt>
                <c:pt idx="85">
                  <c:v>777183.67</c:v>
                </c:pt>
                <c:pt idx="86">
                  <c:v>777183.67</c:v>
                </c:pt>
                <c:pt idx="87">
                  <c:v>777183.67</c:v>
                </c:pt>
                <c:pt idx="88">
                  <c:v>777183.67</c:v>
                </c:pt>
                <c:pt idx="89">
                  <c:v>777183.67</c:v>
                </c:pt>
                <c:pt idx="90">
                  <c:v>777183.67</c:v>
                </c:pt>
                <c:pt idx="91">
                  <c:v>777183.67</c:v>
                </c:pt>
                <c:pt idx="92">
                  <c:v>777183.67</c:v>
                </c:pt>
                <c:pt idx="93">
                  <c:v>777183.67</c:v>
                </c:pt>
                <c:pt idx="94">
                  <c:v>777183.67</c:v>
                </c:pt>
                <c:pt idx="95">
                  <c:v>777183.67</c:v>
                </c:pt>
                <c:pt idx="96">
                  <c:v>777183.67</c:v>
                </c:pt>
                <c:pt idx="97">
                  <c:v>777183.67</c:v>
                </c:pt>
                <c:pt idx="98">
                  <c:v>777183.67</c:v>
                </c:pt>
                <c:pt idx="99">
                  <c:v>777183.67</c:v>
                </c:pt>
              </c:numCache>
            </c:numRef>
          </c:val>
          <c:smooth val="0"/>
          <c:extLst>
            <c:ext xmlns:c16="http://schemas.microsoft.com/office/drawing/2014/chart" uri="{C3380CC4-5D6E-409C-BE32-E72D297353CC}">
              <c16:uniqueId val="{00000002-937E-4D8A-ABB4-BA7A6DEF24D9}"/>
            </c:ext>
          </c:extLst>
        </c:ser>
        <c:ser>
          <c:idx val="3"/>
          <c:order val="3"/>
          <c:tx>
            <c:strRef>
              <c:f>'GA data'!$E$1</c:f>
              <c:strCache>
                <c:ptCount val="1"/>
                <c:pt idx="0">
                  <c:v>LPSP 0% (Lead acid)</c:v>
                </c:pt>
              </c:strCache>
            </c:strRef>
          </c:tx>
          <c:spPr>
            <a:ln w="22225" cap="rnd">
              <a:solidFill>
                <a:schemeClr val="accent2">
                  <a:lumMod val="60000"/>
                </a:schemeClr>
              </a:solidFill>
              <a:round/>
            </a:ln>
            <a:effectLst/>
          </c:spPr>
          <c:marker>
            <c:symbol val="none"/>
          </c:marker>
          <c:val>
            <c:numRef>
              <c:f>'GA data'!$E$2:$E$101</c:f>
              <c:numCache>
                <c:formatCode>General</c:formatCode>
                <c:ptCount val="100"/>
                <c:pt idx="0">
                  <c:v>1056288.8700000001</c:v>
                </c:pt>
                <c:pt idx="1">
                  <c:v>699554.35</c:v>
                </c:pt>
                <c:pt idx="2">
                  <c:v>587114.35</c:v>
                </c:pt>
                <c:pt idx="3">
                  <c:v>587114.35</c:v>
                </c:pt>
                <c:pt idx="4">
                  <c:v>587114.35</c:v>
                </c:pt>
                <c:pt idx="5">
                  <c:v>587114.35</c:v>
                </c:pt>
                <c:pt idx="6">
                  <c:v>587114.35</c:v>
                </c:pt>
                <c:pt idx="7">
                  <c:v>587114.35</c:v>
                </c:pt>
                <c:pt idx="8">
                  <c:v>587114.35</c:v>
                </c:pt>
                <c:pt idx="9">
                  <c:v>587114.35</c:v>
                </c:pt>
                <c:pt idx="10">
                  <c:v>587114.35</c:v>
                </c:pt>
                <c:pt idx="11">
                  <c:v>587114.35</c:v>
                </c:pt>
                <c:pt idx="12">
                  <c:v>587114.35</c:v>
                </c:pt>
                <c:pt idx="13">
                  <c:v>587114.35</c:v>
                </c:pt>
                <c:pt idx="14">
                  <c:v>587114.35</c:v>
                </c:pt>
                <c:pt idx="15">
                  <c:v>587114.35</c:v>
                </c:pt>
                <c:pt idx="16">
                  <c:v>587114.35</c:v>
                </c:pt>
                <c:pt idx="17">
                  <c:v>587114.35</c:v>
                </c:pt>
                <c:pt idx="18">
                  <c:v>587114.35</c:v>
                </c:pt>
                <c:pt idx="19">
                  <c:v>587114.35</c:v>
                </c:pt>
                <c:pt idx="20">
                  <c:v>587114.35</c:v>
                </c:pt>
                <c:pt idx="21">
                  <c:v>587114.35</c:v>
                </c:pt>
                <c:pt idx="22">
                  <c:v>587114.35</c:v>
                </c:pt>
                <c:pt idx="23">
                  <c:v>587114.35</c:v>
                </c:pt>
                <c:pt idx="24">
                  <c:v>587114.35</c:v>
                </c:pt>
                <c:pt idx="25">
                  <c:v>587114.35</c:v>
                </c:pt>
                <c:pt idx="26">
                  <c:v>587114.35</c:v>
                </c:pt>
                <c:pt idx="27">
                  <c:v>587114.35</c:v>
                </c:pt>
                <c:pt idx="28">
                  <c:v>587114.35</c:v>
                </c:pt>
                <c:pt idx="29">
                  <c:v>587114.35</c:v>
                </c:pt>
                <c:pt idx="30">
                  <c:v>587114.35</c:v>
                </c:pt>
                <c:pt idx="31">
                  <c:v>587114.35</c:v>
                </c:pt>
                <c:pt idx="32">
                  <c:v>587114.35</c:v>
                </c:pt>
                <c:pt idx="33">
                  <c:v>587114.35</c:v>
                </c:pt>
                <c:pt idx="34">
                  <c:v>587114.35</c:v>
                </c:pt>
                <c:pt idx="35">
                  <c:v>587114.35</c:v>
                </c:pt>
                <c:pt idx="36">
                  <c:v>587114.35</c:v>
                </c:pt>
                <c:pt idx="37">
                  <c:v>587114.35</c:v>
                </c:pt>
                <c:pt idx="38">
                  <c:v>587114.35</c:v>
                </c:pt>
                <c:pt idx="39">
                  <c:v>587114.35</c:v>
                </c:pt>
                <c:pt idx="40">
                  <c:v>587114.35</c:v>
                </c:pt>
                <c:pt idx="41">
                  <c:v>587114.35</c:v>
                </c:pt>
                <c:pt idx="42">
                  <c:v>587114.35</c:v>
                </c:pt>
                <c:pt idx="43">
                  <c:v>587114.35</c:v>
                </c:pt>
                <c:pt idx="44">
                  <c:v>587114.35</c:v>
                </c:pt>
                <c:pt idx="45">
                  <c:v>587114.35</c:v>
                </c:pt>
                <c:pt idx="46">
                  <c:v>587114.35</c:v>
                </c:pt>
                <c:pt idx="47">
                  <c:v>587114.35</c:v>
                </c:pt>
                <c:pt idx="48">
                  <c:v>587114.35</c:v>
                </c:pt>
                <c:pt idx="49">
                  <c:v>587114.35</c:v>
                </c:pt>
                <c:pt idx="50">
                  <c:v>587114.35</c:v>
                </c:pt>
                <c:pt idx="51">
                  <c:v>587114.35</c:v>
                </c:pt>
                <c:pt idx="52">
                  <c:v>587114.35</c:v>
                </c:pt>
                <c:pt idx="53">
                  <c:v>587114.35</c:v>
                </c:pt>
                <c:pt idx="54">
                  <c:v>587114.35</c:v>
                </c:pt>
                <c:pt idx="55">
                  <c:v>587114.35</c:v>
                </c:pt>
                <c:pt idx="56">
                  <c:v>587114.35</c:v>
                </c:pt>
                <c:pt idx="57">
                  <c:v>587114.35</c:v>
                </c:pt>
                <c:pt idx="58">
                  <c:v>587114.35</c:v>
                </c:pt>
                <c:pt idx="59">
                  <c:v>587114.35</c:v>
                </c:pt>
                <c:pt idx="60">
                  <c:v>587114.35</c:v>
                </c:pt>
                <c:pt idx="61">
                  <c:v>587114.35</c:v>
                </c:pt>
                <c:pt idx="62">
                  <c:v>587114.35</c:v>
                </c:pt>
                <c:pt idx="63">
                  <c:v>587114.35</c:v>
                </c:pt>
                <c:pt idx="64">
                  <c:v>587114.35</c:v>
                </c:pt>
                <c:pt idx="65">
                  <c:v>587114.35</c:v>
                </c:pt>
                <c:pt idx="66">
                  <c:v>587114.35</c:v>
                </c:pt>
                <c:pt idx="67">
                  <c:v>587114.35</c:v>
                </c:pt>
                <c:pt idx="68">
                  <c:v>587114.35</c:v>
                </c:pt>
                <c:pt idx="69">
                  <c:v>587114.35</c:v>
                </c:pt>
                <c:pt idx="70">
                  <c:v>587114.35</c:v>
                </c:pt>
                <c:pt idx="71">
                  <c:v>587114.35</c:v>
                </c:pt>
                <c:pt idx="72">
                  <c:v>587114.35</c:v>
                </c:pt>
                <c:pt idx="73">
                  <c:v>587114.35</c:v>
                </c:pt>
                <c:pt idx="74">
                  <c:v>587114.35</c:v>
                </c:pt>
                <c:pt idx="75">
                  <c:v>587114.35</c:v>
                </c:pt>
                <c:pt idx="76">
                  <c:v>587114.35</c:v>
                </c:pt>
                <c:pt idx="77">
                  <c:v>587114.35</c:v>
                </c:pt>
                <c:pt idx="78">
                  <c:v>587114.35</c:v>
                </c:pt>
                <c:pt idx="79">
                  <c:v>587114.35</c:v>
                </c:pt>
                <c:pt idx="80">
                  <c:v>587114.35</c:v>
                </c:pt>
                <c:pt idx="81">
                  <c:v>587114.35</c:v>
                </c:pt>
                <c:pt idx="82">
                  <c:v>587114.35</c:v>
                </c:pt>
                <c:pt idx="83">
                  <c:v>587114.35</c:v>
                </c:pt>
                <c:pt idx="84">
                  <c:v>587114.35</c:v>
                </c:pt>
                <c:pt idx="85">
                  <c:v>587114.35</c:v>
                </c:pt>
                <c:pt idx="86">
                  <c:v>587114.35</c:v>
                </c:pt>
                <c:pt idx="87">
                  <c:v>587114.35</c:v>
                </c:pt>
                <c:pt idx="88">
                  <c:v>587114.35</c:v>
                </c:pt>
                <c:pt idx="89">
                  <c:v>587114.35</c:v>
                </c:pt>
                <c:pt idx="90">
                  <c:v>587114.35</c:v>
                </c:pt>
                <c:pt idx="91">
                  <c:v>587114.35</c:v>
                </c:pt>
                <c:pt idx="92">
                  <c:v>587114.35</c:v>
                </c:pt>
                <c:pt idx="93">
                  <c:v>587114.35</c:v>
                </c:pt>
                <c:pt idx="94">
                  <c:v>587114.35</c:v>
                </c:pt>
                <c:pt idx="95">
                  <c:v>587114.35</c:v>
                </c:pt>
                <c:pt idx="96">
                  <c:v>587114.35</c:v>
                </c:pt>
                <c:pt idx="97">
                  <c:v>587114.35</c:v>
                </c:pt>
                <c:pt idx="98">
                  <c:v>587114.35</c:v>
                </c:pt>
                <c:pt idx="99">
                  <c:v>587114.35</c:v>
                </c:pt>
              </c:numCache>
            </c:numRef>
          </c:val>
          <c:smooth val="0"/>
          <c:extLst>
            <c:ext xmlns:c16="http://schemas.microsoft.com/office/drawing/2014/chart" uri="{C3380CC4-5D6E-409C-BE32-E72D297353CC}">
              <c16:uniqueId val="{00000003-937E-4D8A-ABB4-BA7A6DEF24D9}"/>
            </c:ext>
          </c:extLst>
        </c:ser>
        <c:ser>
          <c:idx val="4"/>
          <c:order val="4"/>
          <c:tx>
            <c:strRef>
              <c:f>'GA data'!$F$1</c:f>
              <c:strCache>
                <c:ptCount val="1"/>
                <c:pt idx="0">
                  <c:v>LPSP 2% (Lead acid)</c:v>
                </c:pt>
              </c:strCache>
            </c:strRef>
          </c:tx>
          <c:spPr>
            <a:ln w="22225" cap="rnd">
              <a:solidFill>
                <a:schemeClr val="accent4">
                  <a:lumMod val="60000"/>
                </a:schemeClr>
              </a:solidFill>
              <a:round/>
            </a:ln>
            <a:effectLst/>
          </c:spPr>
          <c:marker>
            <c:symbol val="none"/>
          </c:marker>
          <c:val>
            <c:numRef>
              <c:f>'GA data'!$F$2:$F$101</c:f>
              <c:numCache>
                <c:formatCode>General</c:formatCode>
                <c:ptCount val="100"/>
                <c:pt idx="0">
                  <c:v>1087074.3500000001</c:v>
                </c:pt>
                <c:pt idx="1">
                  <c:v>908318.35</c:v>
                </c:pt>
                <c:pt idx="2">
                  <c:v>848416.35</c:v>
                </c:pt>
                <c:pt idx="3">
                  <c:v>680334.35</c:v>
                </c:pt>
                <c:pt idx="4">
                  <c:v>586114.35</c:v>
                </c:pt>
                <c:pt idx="5">
                  <c:v>621010.35</c:v>
                </c:pt>
                <c:pt idx="6">
                  <c:v>586114.35</c:v>
                </c:pt>
                <c:pt idx="7">
                  <c:v>610154.35</c:v>
                </c:pt>
                <c:pt idx="8">
                  <c:v>602980.35</c:v>
                </c:pt>
                <c:pt idx="9">
                  <c:v>586114.35</c:v>
                </c:pt>
                <c:pt idx="10">
                  <c:v>586114.35</c:v>
                </c:pt>
                <c:pt idx="11">
                  <c:v>586114.35</c:v>
                </c:pt>
                <c:pt idx="12">
                  <c:v>586114.35</c:v>
                </c:pt>
                <c:pt idx="13">
                  <c:v>586114.35</c:v>
                </c:pt>
                <c:pt idx="14">
                  <c:v>586114.35</c:v>
                </c:pt>
                <c:pt idx="15">
                  <c:v>586114.35</c:v>
                </c:pt>
                <c:pt idx="16">
                  <c:v>586114.35</c:v>
                </c:pt>
                <c:pt idx="17">
                  <c:v>586114.35</c:v>
                </c:pt>
                <c:pt idx="18">
                  <c:v>586114.35</c:v>
                </c:pt>
                <c:pt idx="19">
                  <c:v>586114.35</c:v>
                </c:pt>
                <c:pt idx="20">
                  <c:v>586114.35</c:v>
                </c:pt>
                <c:pt idx="21">
                  <c:v>586114.35</c:v>
                </c:pt>
                <c:pt idx="22">
                  <c:v>586114.35</c:v>
                </c:pt>
                <c:pt idx="23">
                  <c:v>586114.35</c:v>
                </c:pt>
                <c:pt idx="24">
                  <c:v>586114.35</c:v>
                </c:pt>
                <c:pt idx="25">
                  <c:v>586114.35</c:v>
                </c:pt>
                <c:pt idx="26">
                  <c:v>586114.35</c:v>
                </c:pt>
                <c:pt idx="27">
                  <c:v>586114.35</c:v>
                </c:pt>
                <c:pt idx="28">
                  <c:v>586114.35</c:v>
                </c:pt>
                <c:pt idx="29">
                  <c:v>586114.35</c:v>
                </c:pt>
                <c:pt idx="30">
                  <c:v>586114.35</c:v>
                </c:pt>
                <c:pt idx="31">
                  <c:v>586114.35</c:v>
                </c:pt>
                <c:pt idx="32">
                  <c:v>586114.35</c:v>
                </c:pt>
                <c:pt idx="33">
                  <c:v>586114.35</c:v>
                </c:pt>
                <c:pt idx="34">
                  <c:v>586114.35</c:v>
                </c:pt>
                <c:pt idx="35">
                  <c:v>586114.35</c:v>
                </c:pt>
                <c:pt idx="36">
                  <c:v>586114.35</c:v>
                </c:pt>
                <c:pt idx="37">
                  <c:v>586114.35</c:v>
                </c:pt>
                <c:pt idx="38">
                  <c:v>586114.35</c:v>
                </c:pt>
                <c:pt idx="39">
                  <c:v>586114.35</c:v>
                </c:pt>
                <c:pt idx="40">
                  <c:v>586114.35</c:v>
                </c:pt>
                <c:pt idx="41">
                  <c:v>586114.35</c:v>
                </c:pt>
                <c:pt idx="42">
                  <c:v>586114.35</c:v>
                </c:pt>
                <c:pt idx="43">
                  <c:v>586114.35</c:v>
                </c:pt>
                <c:pt idx="44">
                  <c:v>586114.35</c:v>
                </c:pt>
                <c:pt idx="45">
                  <c:v>586114.35</c:v>
                </c:pt>
                <c:pt idx="46">
                  <c:v>586114.35</c:v>
                </c:pt>
                <c:pt idx="47">
                  <c:v>586114.35</c:v>
                </c:pt>
                <c:pt idx="48">
                  <c:v>586114.35</c:v>
                </c:pt>
                <c:pt idx="49">
                  <c:v>586114.35</c:v>
                </c:pt>
                <c:pt idx="50">
                  <c:v>586114.35</c:v>
                </c:pt>
                <c:pt idx="51">
                  <c:v>586114.35</c:v>
                </c:pt>
                <c:pt idx="52">
                  <c:v>586114.35</c:v>
                </c:pt>
                <c:pt idx="53">
                  <c:v>586114.35</c:v>
                </c:pt>
                <c:pt idx="54">
                  <c:v>586114.35</c:v>
                </c:pt>
                <c:pt idx="55">
                  <c:v>586114.35</c:v>
                </c:pt>
                <c:pt idx="56">
                  <c:v>586114.35</c:v>
                </c:pt>
                <c:pt idx="57">
                  <c:v>586114.35</c:v>
                </c:pt>
                <c:pt idx="58">
                  <c:v>586114.35</c:v>
                </c:pt>
                <c:pt idx="59">
                  <c:v>586114.35</c:v>
                </c:pt>
                <c:pt idx="60">
                  <c:v>586114.35</c:v>
                </c:pt>
                <c:pt idx="61">
                  <c:v>586114.35</c:v>
                </c:pt>
                <c:pt idx="62">
                  <c:v>586114.35</c:v>
                </c:pt>
                <c:pt idx="63">
                  <c:v>586114.35</c:v>
                </c:pt>
                <c:pt idx="64">
                  <c:v>586114.35</c:v>
                </c:pt>
                <c:pt idx="65">
                  <c:v>586114.35</c:v>
                </c:pt>
                <c:pt idx="66">
                  <c:v>586114.35</c:v>
                </c:pt>
                <c:pt idx="67">
                  <c:v>586114.35</c:v>
                </c:pt>
                <c:pt idx="68">
                  <c:v>586114.35</c:v>
                </c:pt>
                <c:pt idx="69">
                  <c:v>586114.35</c:v>
                </c:pt>
                <c:pt idx="70">
                  <c:v>586114.35</c:v>
                </c:pt>
                <c:pt idx="71">
                  <c:v>586114.35</c:v>
                </c:pt>
                <c:pt idx="72">
                  <c:v>586114.35</c:v>
                </c:pt>
                <c:pt idx="73">
                  <c:v>586114.35</c:v>
                </c:pt>
                <c:pt idx="74">
                  <c:v>586114.35</c:v>
                </c:pt>
                <c:pt idx="75">
                  <c:v>586114.35</c:v>
                </c:pt>
                <c:pt idx="76">
                  <c:v>586114.35</c:v>
                </c:pt>
                <c:pt idx="77">
                  <c:v>586114.35</c:v>
                </c:pt>
                <c:pt idx="78">
                  <c:v>586114.35</c:v>
                </c:pt>
                <c:pt idx="79">
                  <c:v>586114.35</c:v>
                </c:pt>
                <c:pt idx="80">
                  <c:v>586114.35</c:v>
                </c:pt>
                <c:pt idx="81">
                  <c:v>586114.35</c:v>
                </c:pt>
                <c:pt idx="82">
                  <c:v>586114.35</c:v>
                </c:pt>
                <c:pt idx="83">
                  <c:v>586114.35</c:v>
                </c:pt>
                <c:pt idx="84">
                  <c:v>586114.35</c:v>
                </c:pt>
                <c:pt idx="85">
                  <c:v>586114.35</c:v>
                </c:pt>
                <c:pt idx="86">
                  <c:v>586114.35</c:v>
                </c:pt>
                <c:pt idx="87">
                  <c:v>586114.35</c:v>
                </c:pt>
                <c:pt idx="88">
                  <c:v>586114.35</c:v>
                </c:pt>
                <c:pt idx="89">
                  <c:v>586114.35</c:v>
                </c:pt>
                <c:pt idx="90">
                  <c:v>586114.35</c:v>
                </c:pt>
                <c:pt idx="91">
                  <c:v>586114.35</c:v>
                </c:pt>
                <c:pt idx="92">
                  <c:v>586114.35</c:v>
                </c:pt>
                <c:pt idx="93">
                  <c:v>586114.35</c:v>
                </c:pt>
                <c:pt idx="94">
                  <c:v>586114.35</c:v>
                </c:pt>
                <c:pt idx="95">
                  <c:v>586114.35</c:v>
                </c:pt>
                <c:pt idx="96">
                  <c:v>586114.35</c:v>
                </c:pt>
                <c:pt idx="97">
                  <c:v>586114.35</c:v>
                </c:pt>
                <c:pt idx="98">
                  <c:v>586114.35</c:v>
                </c:pt>
                <c:pt idx="99">
                  <c:v>586114.35</c:v>
                </c:pt>
              </c:numCache>
            </c:numRef>
          </c:val>
          <c:smooth val="0"/>
          <c:extLst>
            <c:ext xmlns:c16="http://schemas.microsoft.com/office/drawing/2014/chart" uri="{C3380CC4-5D6E-409C-BE32-E72D297353CC}">
              <c16:uniqueId val="{00000004-937E-4D8A-ABB4-BA7A6DEF24D9}"/>
            </c:ext>
          </c:extLst>
        </c:ser>
        <c:ser>
          <c:idx val="5"/>
          <c:order val="5"/>
          <c:tx>
            <c:strRef>
              <c:f>'GA data'!$G$1</c:f>
              <c:strCache>
                <c:ptCount val="1"/>
                <c:pt idx="0">
                  <c:v>LPSP 5% (Lead acid)</c:v>
                </c:pt>
              </c:strCache>
            </c:strRef>
          </c:tx>
          <c:spPr>
            <a:ln w="22225" cap="rnd">
              <a:solidFill>
                <a:schemeClr val="accent6">
                  <a:lumMod val="60000"/>
                </a:schemeClr>
              </a:solidFill>
              <a:round/>
            </a:ln>
            <a:effectLst/>
          </c:spPr>
          <c:marker>
            <c:symbol val="none"/>
          </c:marker>
          <c:val>
            <c:numRef>
              <c:f>'GA data'!$G$2:$G$101</c:f>
              <c:numCache>
                <c:formatCode>General</c:formatCode>
                <c:ptCount val="100"/>
                <c:pt idx="0">
                  <c:v>1093698.3500000001</c:v>
                </c:pt>
                <c:pt idx="1">
                  <c:v>879096.35</c:v>
                </c:pt>
                <c:pt idx="2">
                  <c:v>715084.35</c:v>
                </c:pt>
                <c:pt idx="3">
                  <c:v>640834.35</c:v>
                </c:pt>
                <c:pt idx="4">
                  <c:v>654794.35</c:v>
                </c:pt>
                <c:pt idx="5">
                  <c:v>623968.35</c:v>
                </c:pt>
                <c:pt idx="6">
                  <c:v>629590.35</c:v>
                </c:pt>
                <c:pt idx="7">
                  <c:v>629590.35</c:v>
                </c:pt>
                <c:pt idx="8">
                  <c:v>624356.35</c:v>
                </c:pt>
                <c:pt idx="9">
                  <c:v>623968.35</c:v>
                </c:pt>
                <c:pt idx="10">
                  <c:v>590624.35</c:v>
                </c:pt>
                <c:pt idx="11">
                  <c:v>584614.35</c:v>
                </c:pt>
                <c:pt idx="12">
                  <c:v>584614.35</c:v>
                </c:pt>
                <c:pt idx="13">
                  <c:v>584614.35</c:v>
                </c:pt>
                <c:pt idx="14">
                  <c:v>584614.35</c:v>
                </c:pt>
                <c:pt idx="15">
                  <c:v>584614.35</c:v>
                </c:pt>
                <c:pt idx="16">
                  <c:v>584614.35</c:v>
                </c:pt>
                <c:pt idx="17">
                  <c:v>584614.35</c:v>
                </c:pt>
                <c:pt idx="18">
                  <c:v>584614.35</c:v>
                </c:pt>
                <c:pt idx="19">
                  <c:v>584614.35</c:v>
                </c:pt>
                <c:pt idx="20">
                  <c:v>584614.35</c:v>
                </c:pt>
                <c:pt idx="21">
                  <c:v>584614.35</c:v>
                </c:pt>
                <c:pt idx="22">
                  <c:v>584614.35</c:v>
                </c:pt>
                <c:pt idx="23">
                  <c:v>584614.35</c:v>
                </c:pt>
                <c:pt idx="24">
                  <c:v>584614.35</c:v>
                </c:pt>
                <c:pt idx="25">
                  <c:v>584614.35</c:v>
                </c:pt>
                <c:pt idx="26">
                  <c:v>584614.35</c:v>
                </c:pt>
                <c:pt idx="27">
                  <c:v>584614.35</c:v>
                </c:pt>
                <c:pt idx="28">
                  <c:v>584614.35</c:v>
                </c:pt>
                <c:pt idx="29">
                  <c:v>584614.35</c:v>
                </c:pt>
                <c:pt idx="30">
                  <c:v>584614.35</c:v>
                </c:pt>
                <c:pt idx="31">
                  <c:v>584614.35</c:v>
                </c:pt>
                <c:pt idx="32">
                  <c:v>584614.35</c:v>
                </c:pt>
                <c:pt idx="33">
                  <c:v>584614.35</c:v>
                </c:pt>
                <c:pt idx="34">
                  <c:v>584614.35</c:v>
                </c:pt>
                <c:pt idx="35">
                  <c:v>584614.35</c:v>
                </c:pt>
                <c:pt idx="36">
                  <c:v>584614.35</c:v>
                </c:pt>
                <c:pt idx="37">
                  <c:v>584614.35</c:v>
                </c:pt>
                <c:pt idx="38">
                  <c:v>584614.35</c:v>
                </c:pt>
                <c:pt idx="39">
                  <c:v>584614.35</c:v>
                </c:pt>
                <c:pt idx="40">
                  <c:v>584614.35</c:v>
                </c:pt>
                <c:pt idx="41">
                  <c:v>584614.35</c:v>
                </c:pt>
                <c:pt idx="42">
                  <c:v>584614.35</c:v>
                </c:pt>
                <c:pt idx="43">
                  <c:v>584614.35</c:v>
                </c:pt>
                <c:pt idx="44">
                  <c:v>584614.35</c:v>
                </c:pt>
                <c:pt idx="45">
                  <c:v>584614.35</c:v>
                </c:pt>
                <c:pt idx="46">
                  <c:v>584614.35</c:v>
                </c:pt>
                <c:pt idx="47">
                  <c:v>584614.35</c:v>
                </c:pt>
                <c:pt idx="48">
                  <c:v>584614.35</c:v>
                </c:pt>
                <c:pt idx="49">
                  <c:v>584614.35</c:v>
                </c:pt>
                <c:pt idx="50">
                  <c:v>584614.35</c:v>
                </c:pt>
                <c:pt idx="51">
                  <c:v>584614.35</c:v>
                </c:pt>
                <c:pt idx="52">
                  <c:v>584614.35</c:v>
                </c:pt>
                <c:pt idx="53">
                  <c:v>584614.35</c:v>
                </c:pt>
                <c:pt idx="54">
                  <c:v>584614.35</c:v>
                </c:pt>
                <c:pt idx="55">
                  <c:v>584614.35</c:v>
                </c:pt>
                <c:pt idx="56">
                  <c:v>584614.35</c:v>
                </c:pt>
                <c:pt idx="57">
                  <c:v>584614.35</c:v>
                </c:pt>
                <c:pt idx="58">
                  <c:v>584614.35</c:v>
                </c:pt>
                <c:pt idx="59">
                  <c:v>584614.35</c:v>
                </c:pt>
                <c:pt idx="60">
                  <c:v>584614.35</c:v>
                </c:pt>
                <c:pt idx="61">
                  <c:v>584614.35</c:v>
                </c:pt>
                <c:pt idx="62">
                  <c:v>584614.35</c:v>
                </c:pt>
                <c:pt idx="63">
                  <c:v>584614.35</c:v>
                </c:pt>
                <c:pt idx="64">
                  <c:v>584614.35</c:v>
                </c:pt>
                <c:pt idx="65">
                  <c:v>584614.35</c:v>
                </c:pt>
                <c:pt idx="66">
                  <c:v>584614.35</c:v>
                </c:pt>
                <c:pt idx="67">
                  <c:v>584614.35</c:v>
                </c:pt>
                <c:pt idx="68">
                  <c:v>584614.35</c:v>
                </c:pt>
                <c:pt idx="69">
                  <c:v>584614.35</c:v>
                </c:pt>
                <c:pt idx="70">
                  <c:v>584614.35</c:v>
                </c:pt>
                <c:pt idx="71">
                  <c:v>584614.35</c:v>
                </c:pt>
                <c:pt idx="72">
                  <c:v>584614.35</c:v>
                </c:pt>
                <c:pt idx="73">
                  <c:v>584614.35</c:v>
                </c:pt>
                <c:pt idx="74">
                  <c:v>584614.35</c:v>
                </c:pt>
                <c:pt idx="75">
                  <c:v>584614.35</c:v>
                </c:pt>
                <c:pt idx="76">
                  <c:v>584614.35</c:v>
                </c:pt>
                <c:pt idx="77">
                  <c:v>584614.35</c:v>
                </c:pt>
                <c:pt idx="78">
                  <c:v>584614.35</c:v>
                </c:pt>
                <c:pt idx="79">
                  <c:v>584614.35</c:v>
                </c:pt>
                <c:pt idx="80">
                  <c:v>584614.35</c:v>
                </c:pt>
                <c:pt idx="81">
                  <c:v>584614.35</c:v>
                </c:pt>
                <c:pt idx="82">
                  <c:v>584614.35</c:v>
                </c:pt>
                <c:pt idx="83">
                  <c:v>584614.35</c:v>
                </c:pt>
                <c:pt idx="84">
                  <c:v>584614.35</c:v>
                </c:pt>
                <c:pt idx="85">
                  <c:v>584614.35</c:v>
                </c:pt>
                <c:pt idx="86">
                  <c:v>584614.35</c:v>
                </c:pt>
                <c:pt idx="87">
                  <c:v>584614.35</c:v>
                </c:pt>
                <c:pt idx="88">
                  <c:v>584614.35</c:v>
                </c:pt>
                <c:pt idx="89">
                  <c:v>584614.35</c:v>
                </c:pt>
                <c:pt idx="90">
                  <c:v>584614.35</c:v>
                </c:pt>
                <c:pt idx="91">
                  <c:v>584614.35</c:v>
                </c:pt>
                <c:pt idx="92">
                  <c:v>584614.35</c:v>
                </c:pt>
                <c:pt idx="93">
                  <c:v>584614.35</c:v>
                </c:pt>
                <c:pt idx="94">
                  <c:v>584614.35</c:v>
                </c:pt>
                <c:pt idx="95">
                  <c:v>584614.35</c:v>
                </c:pt>
                <c:pt idx="96">
                  <c:v>584614.35</c:v>
                </c:pt>
                <c:pt idx="97">
                  <c:v>584614.35</c:v>
                </c:pt>
                <c:pt idx="98">
                  <c:v>584614.35</c:v>
                </c:pt>
                <c:pt idx="99">
                  <c:v>584614.35</c:v>
                </c:pt>
              </c:numCache>
            </c:numRef>
          </c:val>
          <c:smooth val="0"/>
          <c:extLst>
            <c:ext xmlns:c16="http://schemas.microsoft.com/office/drawing/2014/chart" uri="{C3380CC4-5D6E-409C-BE32-E72D297353CC}">
              <c16:uniqueId val="{00000005-937E-4D8A-ABB4-BA7A6DEF24D9}"/>
            </c:ext>
          </c:extLst>
        </c:ser>
        <c:dLbls>
          <c:showLegendKey val="0"/>
          <c:showVal val="0"/>
          <c:showCatName val="0"/>
          <c:showSerName val="0"/>
          <c:showPercent val="0"/>
          <c:showBubbleSize val="0"/>
        </c:dLbls>
        <c:smooth val="0"/>
        <c:axId val="148208495"/>
        <c:axId val="268186063"/>
      </c:lineChart>
      <c:catAx>
        <c:axId val="14820849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Iteration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68186063"/>
        <c:crosses val="autoZero"/>
        <c:auto val="1"/>
        <c:lblAlgn val="ctr"/>
        <c:lblOffset val="100"/>
        <c:noMultiLvlLbl val="0"/>
      </c:catAx>
      <c:valAx>
        <c:axId val="2681860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Best NPC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482084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Convergence Curves for</a:t>
            </a:r>
            <a:r>
              <a:rPr lang="en-CA" baseline="0">
                <a:latin typeface="Times New Roman" panose="02020603050405020304" pitchFamily="18" charset="0"/>
                <a:cs typeface="Times New Roman" panose="02020603050405020304" pitchFamily="18" charset="0"/>
              </a:rPr>
              <a:t> ACO</a:t>
            </a:r>
            <a:endParaRPr lang="en-CA">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CA"/>
        </a:p>
      </c:txPr>
    </c:title>
    <c:autoTitleDeleted val="0"/>
    <c:plotArea>
      <c:layout/>
      <c:lineChart>
        <c:grouping val="standard"/>
        <c:varyColors val="0"/>
        <c:ser>
          <c:idx val="0"/>
          <c:order val="0"/>
          <c:tx>
            <c:strRef>
              <c:f>'ACO data'!$A$1</c:f>
              <c:strCache>
                <c:ptCount val="1"/>
                <c:pt idx="0">
                  <c:v>LPSP 0% (Lead acid)</c:v>
                </c:pt>
              </c:strCache>
            </c:strRef>
          </c:tx>
          <c:spPr>
            <a:ln w="28575" cap="rnd">
              <a:solidFill>
                <a:schemeClr val="accent1"/>
              </a:solidFill>
              <a:round/>
            </a:ln>
            <a:effectLst/>
          </c:spPr>
          <c:marker>
            <c:symbol val="none"/>
          </c:marker>
          <c:val>
            <c:numRef>
              <c:f>'ACO data'!$A$2:$A$101</c:f>
              <c:numCache>
                <c:formatCode>General</c:formatCode>
                <c:ptCount val="100"/>
                <c:pt idx="0">
                  <c:v>1298790.27</c:v>
                </c:pt>
                <c:pt idx="1">
                  <c:v>1298790.27</c:v>
                </c:pt>
                <c:pt idx="2">
                  <c:v>1298790.27</c:v>
                </c:pt>
                <c:pt idx="3">
                  <c:v>1298790.27</c:v>
                </c:pt>
                <c:pt idx="4">
                  <c:v>1278104.27</c:v>
                </c:pt>
                <c:pt idx="5">
                  <c:v>1278104.27</c:v>
                </c:pt>
                <c:pt idx="6">
                  <c:v>1278104.27</c:v>
                </c:pt>
                <c:pt idx="7">
                  <c:v>1249942.27</c:v>
                </c:pt>
                <c:pt idx="8">
                  <c:v>1249942.27</c:v>
                </c:pt>
                <c:pt idx="9">
                  <c:v>1249942.27</c:v>
                </c:pt>
                <c:pt idx="10">
                  <c:v>1249942.27</c:v>
                </c:pt>
                <c:pt idx="11">
                  <c:v>1249942.27</c:v>
                </c:pt>
                <c:pt idx="12">
                  <c:v>1249942.27</c:v>
                </c:pt>
                <c:pt idx="13">
                  <c:v>1249942.27</c:v>
                </c:pt>
                <c:pt idx="14">
                  <c:v>1249942.27</c:v>
                </c:pt>
                <c:pt idx="15">
                  <c:v>1109108.2</c:v>
                </c:pt>
                <c:pt idx="16">
                  <c:v>1109108.2</c:v>
                </c:pt>
                <c:pt idx="17">
                  <c:v>1109108.2</c:v>
                </c:pt>
                <c:pt idx="18">
                  <c:v>988397.76</c:v>
                </c:pt>
                <c:pt idx="19">
                  <c:v>872487.76</c:v>
                </c:pt>
                <c:pt idx="20">
                  <c:v>872487.76</c:v>
                </c:pt>
                <c:pt idx="21">
                  <c:v>872487.76</c:v>
                </c:pt>
                <c:pt idx="22">
                  <c:v>872487.76</c:v>
                </c:pt>
                <c:pt idx="23">
                  <c:v>872487.76</c:v>
                </c:pt>
                <c:pt idx="24">
                  <c:v>872487.76</c:v>
                </c:pt>
                <c:pt idx="25">
                  <c:v>872487.76</c:v>
                </c:pt>
                <c:pt idx="26">
                  <c:v>872487.76</c:v>
                </c:pt>
                <c:pt idx="27">
                  <c:v>872487.76</c:v>
                </c:pt>
                <c:pt idx="28">
                  <c:v>872487.76</c:v>
                </c:pt>
                <c:pt idx="29">
                  <c:v>841441.76</c:v>
                </c:pt>
                <c:pt idx="30">
                  <c:v>841441.76</c:v>
                </c:pt>
                <c:pt idx="31">
                  <c:v>841441.76</c:v>
                </c:pt>
                <c:pt idx="32">
                  <c:v>841441.76</c:v>
                </c:pt>
                <c:pt idx="33">
                  <c:v>823411.76</c:v>
                </c:pt>
                <c:pt idx="34">
                  <c:v>823411.76</c:v>
                </c:pt>
                <c:pt idx="35">
                  <c:v>823411.76</c:v>
                </c:pt>
                <c:pt idx="36">
                  <c:v>823411.76</c:v>
                </c:pt>
                <c:pt idx="37">
                  <c:v>823411.76</c:v>
                </c:pt>
                <c:pt idx="38">
                  <c:v>823411.76</c:v>
                </c:pt>
                <c:pt idx="39">
                  <c:v>823411.76</c:v>
                </c:pt>
                <c:pt idx="40">
                  <c:v>823411.76</c:v>
                </c:pt>
                <c:pt idx="41">
                  <c:v>823411.76</c:v>
                </c:pt>
                <c:pt idx="42">
                  <c:v>823411.76</c:v>
                </c:pt>
                <c:pt idx="43">
                  <c:v>823411.76</c:v>
                </c:pt>
                <c:pt idx="44">
                  <c:v>823411.76</c:v>
                </c:pt>
                <c:pt idx="45">
                  <c:v>823411.76</c:v>
                </c:pt>
                <c:pt idx="46">
                  <c:v>823411.76</c:v>
                </c:pt>
                <c:pt idx="47">
                  <c:v>823411.76</c:v>
                </c:pt>
                <c:pt idx="48">
                  <c:v>823411.76</c:v>
                </c:pt>
                <c:pt idx="49">
                  <c:v>823411.76</c:v>
                </c:pt>
                <c:pt idx="50">
                  <c:v>823411.76</c:v>
                </c:pt>
                <c:pt idx="51">
                  <c:v>823411.76</c:v>
                </c:pt>
                <c:pt idx="52">
                  <c:v>823411.76</c:v>
                </c:pt>
                <c:pt idx="53">
                  <c:v>823411.76</c:v>
                </c:pt>
                <c:pt idx="54">
                  <c:v>823411.76</c:v>
                </c:pt>
                <c:pt idx="55">
                  <c:v>823411.76</c:v>
                </c:pt>
                <c:pt idx="56">
                  <c:v>823411.76</c:v>
                </c:pt>
                <c:pt idx="57">
                  <c:v>823411.76</c:v>
                </c:pt>
                <c:pt idx="58">
                  <c:v>823411.76</c:v>
                </c:pt>
                <c:pt idx="59">
                  <c:v>823411.76</c:v>
                </c:pt>
                <c:pt idx="60">
                  <c:v>823411.76</c:v>
                </c:pt>
                <c:pt idx="61">
                  <c:v>823411.76</c:v>
                </c:pt>
                <c:pt idx="62">
                  <c:v>823411.76</c:v>
                </c:pt>
                <c:pt idx="63">
                  <c:v>823411.76</c:v>
                </c:pt>
                <c:pt idx="64">
                  <c:v>823411.76</c:v>
                </c:pt>
                <c:pt idx="65">
                  <c:v>823411.76</c:v>
                </c:pt>
                <c:pt idx="66">
                  <c:v>823411.76</c:v>
                </c:pt>
                <c:pt idx="67">
                  <c:v>823411.76</c:v>
                </c:pt>
                <c:pt idx="68">
                  <c:v>823411.76</c:v>
                </c:pt>
                <c:pt idx="69">
                  <c:v>823411.76</c:v>
                </c:pt>
                <c:pt idx="70">
                  <c:v>823411.76</c:v>
                </c:pt>
                <c:pt idx="71">
                  <c:v>823411.76</c:v>
                </c:pt>
                <c:pt idx="72">
                  <c:v>823411.76</c:v>
                </c:pt>
                <c:pt idx="73">
                  <c:v>823411.76</c:v>
                </c:pt>
                <c:pt idx="74">
                  <c:v>823411.76</c:v>
                </c:pt>
                <c:pt idx="75">
                  <c:v>823411.76</c:v>
                </c:pt>
                <c:pt idx="76">
                  <c:v>823411.76</c:v>
                </c:pt>
                <c:pt idx="77">
                  <c:v>823411.76</c:v>
                </c:pt>
                <c:pt idx="78">
                  <c:v>823411.76</c:v>
                </c:pt>
                <c:pt idx="79">
                  <c:v>823411.76</c:v>
                </c:pt>
                <c:pt idx="80">
                  <c:v>823411.76</c:v>
                </c:pt>
                <c:pt idx="81">
                  <c:v>823411.76</c:v>
                </c:pt>
                <c:pt idx="82">
                  <c:v>823411.76</c:v>
                </c:pt>
                <c:pt idx="83">
                  <c:v>823411.76</c:v>
                </c:pt>
                <c:pt idx="84">
                  <c:v>823411.76</c:v>
                </c:pt>
                <c:pt idx="85">
                  <c:v>823411.76</c:v>
                </c:pt>
                <c:pt idx="86">
                  <c:v>823411.76</c:v>
                </c:pt>
                <c:pt idx="87">
                  <c:v>823411.76</c:v>
                </c:pt>
                <c:pt idx="88">
                  <c:v>823411.76</c:v>
                </c:pt>
                <c:pt idx="89">
                  <c:v>823411.76</c:v>
                </c:pt>
                <c:pt idx="90">
                  <c:v>823411.76</c:v>
                </c:pt>
                <c:pt idx="91">
                  <c:v>823411.76</c:v>
                </c:pt>
                <c:pt idx="92">
                  <c:v>823411.76</c:v>
                </c:pt>
                <c:pt idx="93">
                  <c:v>823411.76</c:v>
                </c:pt>
                <c:pt idx="94">
                  <c:v>823411.76</c:v>
                </c:pt>
                <c:pt idx="95">
                  <c:v>823411.76</c:v>
                </c:pt>
                <c:pt idx="96">
                  <c:v>823411.76</c:v>
                </c:pt>
                <c:pt idx="97">
                  <c:v>823411.76</c:v>
                </c:pt>
                <c:pt idx="98">
                  <c:v>823411.76</c:v>
                </c:pt>
                <c:pt idx="99">
                  <c:v>823411.76</c:v>
                </c:pt>
              </c:numCache>
            </c:numRef>
          </c:val>
          <c:smooth val="0"/>
          <c:extLst>
            <c:ext xmlns:c16="http://schemas.microsoft.com/office/drawing/2014/chart" uri="{C3380CC4-5D6E-409C-BE32-E72D297353CC}">
              <c16:uniqueId val="{00000000-B029-4E24-9F1E-34531AD07339}"/>
            </c:ext>
          </c:extLst>
        </c:ser>
        <c:ser>
          <c:idx val="1"/>
          <c:order val="1"/>
          <c:tx>
            <c:strRef>
              <c:f>'ACO data'!$B$1</c:f>
              <c:strCache>
                <c:ptCount val="1"/>
                <c:pt idx="0">
                  <c:v>LPSP 2% (Lead acid)</c:v>
                </c:pt>
              </c:strCache>
            </c:strRef>
          </c:tx>
          <c:spPr>
            <a:ln w="28575" cap="rnd">
              <a:solidFill>
                <a:schemeClr val="accent2"/>
              </a:solidFill>
              <a:round/>
            </a:ln>
            <a:effectLst/>
          </c:spPr>
          <c:marker>
            <c:symbol val="none"/>
          </c:marker>
          <c:val>
            <c:numRef>
              <c:f>'ACO data'!$B$2:$B$101</c:f>
              <c:numCache>
                <c:formatCode>General</c:formatCode>
                <c:ptCount val="100"/>
                <c:pt idx="0">
                  <c:v>1700625.05</c:v>
                </c:pt>
                <c:pt idx="1">
                  <c:v>1700625.05</c:v>
                </c:pt>
                <c:pt idx="2">
                  <c:v>1700625.05</c:v>
                </c:pt>
                <c:pt idx="3">
                  <c:v>897269.76000000001</c:v>
                </c:pt>
                <c:pt idx="4">
                  <c:v>897269.76000000001</c:v>
                </c:pt>
                <c:pt idx="5">
                  <c:v>897269.76000000001</c:v>
                </c:pt>
                <c:pt idx="6">
                  <c:v>897269.76000000001</c:v>
                </c:pt>
                <c:pt idx="7">
                  <c:v>897269.76000000001</c:v>
                </c:pt>
                <c:pt idx="8">
                  <c:v>897269.76000000001</c:v>
                </c:pt>
                <c:pt idx="9">
                  <c:v>897269.76000000001</c:v>
                </c:pt>
                <c:pt idx="10">
                  <c:v>897269.76000000001</c:v>
                </c:pt>
                <c:pt idx="11">
                  <c:v>897269.76000000001</c:v>
                </c:pt>
                <c:pt idx="12">
                  <c:v>897269.76000000001</c:v>
                </c:pt>
                <c:pt idx="13">
                  <c:v>897269.76000000001</c:v>
                </c:pt>
                <c:pt idx="14">
                  <c:v>897269.76000000001</c:v>
                </c:pt>
                <c:pt idx="15">
                  <c:v>897269.76000000001</c:v>
                </c:pt>
                <c:pt idx="16">
                  <c:v>897269.76000000001</c:v>
                </c:pt>
                <c:pt idx="17">
                  <c:v>897269.76000000001</c:v>
                </c:pt>
                <c:pt idx="18">
                  <c:v>897269.76000000001</c:v>
                </c:pt>
                <c:pt idx="19">
                  <c:v>897269.76000000001</c:v>
                </c:pt>
                <c:pt idx="20">
                  <c:v>897269.76000000001</c:v>
                </c:pt>
                <c:pt idx="21">
                  <c:v>897269.76000000001</c:v>
                </c:pt>
                <c:pt idx="22">
                  <c:v>897269.76000000001</c:v>
                </c:pt>
                <c:pt idx="23">
                  <c:v>897269.76000000001</c:v>
                </c:pt>
                <c:pt idx="24">
                  <c:v>897269.76000000001</c:v>
                </c:pt>
                <c:pt idx="25">
                  <c:v>897269.76000000001</c:v>
                </c:pt>
                <c:pt idx="26">
                  <c:v>801695.76</c:v>
                </c:pt>
                <c:pt idx="27">
                  <c:v>801695.76</c:v>
                </c:pt>
                <c:pt idx="28">
                  <c:v>801695.76</c:v>
                </c:pt>
                <c:pt idx="29">
                  <c:v>731873.76</c:v>
                </c:pt>
                <c:pt idx="30">
                  <c:v>731873.76</c:v>
                </c:pt>
                <c:pt idx="31">
                  <c:v>731873.76</c:v>
                </c:pt>
                <c:pt idx="32">
                  <c:v>605085.76</c:v>
                </c:pt>
                <c:pt idx="33">
                  <c:v>605085.76</c:v>
                </c:pt>
                <c:pt idx="34">
                  <c:v>605085.76</c:v>
                </c:pt>
                <c:pt idx="35">
                  <c:v>605085.76</c:v>
                </c:pt>
                <c:pt idx="36">
                  <c:v>605085.76</c:v>
                </c:pt>
                <c:pt idx="37">
                  <c:v>605085.76</c:v>
                </c:pt>
                <c:pt idx="38">
                  <c:v>605085.76</c:v>
                </c:pt>
                <c:pt idx="39">
                  <c:v>605085.76</c:v>
                </c:pt>
                <c:pt idx="40">
                  <c:v>605085.76</c:v>
                </c:pt>
                <c:pt idx="41">
                  <c:v>605085.76</c:v>
                </c:pt>
                <c:pt idx="42">
                  <c:v>605085.76</c:v>
                </c:pt>
                <c:pt idx="43">
                  <c:v>605085.76</c:v>
                </c:pt>
                <c:pt idx="44">
                  <c:v>605085.76</c:v>
                </c:pt>
                <c:pt idx="45">
                  <c:v>605085.76</c:v>
                </c:pt>
                <c:pt idx="46">
                  <c:v>605085.76</c:v>
                </c:pt>
                <c:pt idx="47">
                  <c:v>605085.76</c:v>
                </c:pt>
                <c:pt idx="48">
                  <c:v>605085.76</c:v>
                </c:pt>
                <c:pt idx="49">
                  <c:v>605085.76</c:v>
                </c:pt>
                <c:pt idx="50">
                  <c:v>605085.76</c:v>
                </c:pt>
                <c:pt idx="51">
                  <c:v>605085.76</c:v>
                </c:pt>
                <c:pt idx="52">
                  <c:v>605085.76</c:v>
                </c:pt>
                <c:pt idx="53">
                  <c:v>605085.76</c:v>
                </c:pt>
                <c:pt idx="54">
                  <c:v>605085.76</c:v>
                </c:pt>
                <c:pt idx="55">
                  <c:v>605085.76</c:v>
                </c:pt>
                <c:pt idx="56">
                  <c:v>605085.76</c:v>
                </c:pt>
                <c:pt idx="57">
                  <c:v>605085.76</c:v>
                </c:pt>
                <c:pt idx="58">
                  <c:v>605085.76</c:v>
                </c:pt>
                <c:pt idx="59">
                  <c:v>605085.76</c:v>
                </c:pt>
                <c:pt idx="60">
                  <c:v>605085.76</c:v>
                </c:pt>
                <c:pt idx="61">
                  <c:v>605085.76</c:v>
                </c:pt>
                <c:pt idx="62">
                  <c:v>605085.76</c:v>
                </c:pt>
                <c:pt idx="63">
                  <c:v>605085.76</c:v>
                </c:pt>
                <c:pt idx="64">
                  <c:v>605085.76</c:v>
                </c:pt>
                <c:pt idx="65">
                  <c:v>605085.76</c:v>
                </c:pt>
                <c:pt idx="66">
                  <c:v>605085.76</c:v>
                </c:pt>
                <c:pt idx="67">
                  <c:v>605085.76</c:v>
                </c:pt>
                <c:pt idx="68">
                  <c:v>605085.76</c:v>
                </c:pt>
                <c:pt idx="69">
                  <c:v>605085.76</c:v>
                </c:pt>
                <c:pt idx="70">
                  <c:v>605085.76</c:v>
                </c:pt>
                <c:pt idx="71">
                  <c:v>605085.76</c:v>
                </c:pt>
                <c:pt idx="72">
                  <c:v>605085.76</c:v>
                </c:pt>
                <c:pt idx="73">
                  <c:v>605085.76</c:v>
                </c:pt>
                <c:pt idx="74">
                  <c:v>605085.76</c:v>
                </c:pt>
                <c:pt idx="75">
                  <c:v>605085.76</c:v>
                </c:pt>
                <c:pt idx="76">
                  <c:v>605085.76</c:v>
                </c:pt>
                <c:pt idx="77">
                  <c:v>605085.76</c:v>
                </c:pt>
                <c:pt idx="78">
                  <c:v>605085.76</c:v>
                </c:pt>
                <c:pt idx="79">
                  <c:v>605085.76</c:v>
                </c:pt>
                <c:pt idx="80">
                  <c:v>605085.76</c:v>
                </c:pt>
                <c:pt idx="81">
                  <c:v>605085.76</c:v>
                </c:pt>
                <c:pt idx="82">
                  <c:v>605085.76</c:v>
                </c:pt>
                <c:pt idx="83">
                  <c:v>605085.76</c:v>
                </c:pt>
                <c:pt idx="84">
                  <c:v>605085.76</c:v>
                </c:pt>
                <c:pt idx="85">
                  <c:v>605085.76</c:v>
                </c:pt>
                <c:pt idx="86">
                  <c:v>605085.76</c:v>
                </c:pt>
                <c:pt idx="87">
                  <c:v>605085.76</c:v>
                </c:pt>
                <c:pt idx="88">
                  <c:v>605085.76</c:v>
                </c:pt>
                <c:pt idx="89">
                  <c:v>605085.76</c:v>
                </c:pt>
                <c:pt idx="90">
                  <c:v>605085.76</c:v>
                </c:pt>
                <c:pt idx="91">
                  <c:v>605085.76</c:v>
                </c:pt>
                <c:pt idx="92">
                  <c:v>605085.76</c:v>
                </c:pt>
                <c:pt idx="93">
                  <c:v>605085.76</c:v>
                </c:pt>
                <c:pt idx="94">
                  <c:v>605085.76</c:v>
                </c:pt>
                <c:pt idx="95">
                  <c:v>605085.76</c:v>
                </c:pt>
                <c:pt idx="96">
                  <c:v>605085.76</c:v>
                </c:pt>
                <c:pt idx="97">
                  <c:v>605085.76</c:v>
                </c:pt>
                <c:pt idx="98">
                  <c:v>605085.76</c:v>
                </c:pt>
                <c:pt idx="99">
                  <c:v>605085.76</c:v>
                </c:pt>
              </c:numCache>
            </c:numRef>
          </c:val>
          <c:smooth val="0"/>
          <c:extLst>
            <c:ext xmlns:c16="http://schemas.microsoft.com/office/drawing/2014/chart" uri="{C3380CC4-5D6E-409C-BE32-E72D297353CC}">
              <c16:uniqueId val="{00000001-B029-4E24-9F1E-34531AD07339}"/>
            </c:ext>
          </c:extLst>
        </c:ser>
        <c:ser>
          <c:idx val="2"/>
          <c:order val="2"/>
          <c:tx>
            <c:strRef>
              <c:f>'ACO data'!$C$1</c:f>
              <c:strCache>
                <c:ptCount val="1"/>
                <c:pt idx="0">
                  <c:v>LPSP 5% (Lead acid)</c:v>
                </c:pt>
              </c:strCache>
            </c:strRef>
          </c:tx>
          <c:spPr>
            <a:ln w="28575" cap="rnd">
              <a:solidFill>
                <a:schemeClr val="accent3"/>
              </a:solidFill>
              <a:round/>
            </a:ln>
            <a:effectLst/>
          </c:spPr>
          <c:marker>
            <c:symbol val="none"/>
          </c:marker>
          <c:val>
            <c:numRef>
              <c:f>'ACO data'!$C$2:$C$101</c:f>
              <c:numCache>
                <c:formatCode>General</c:formatCode>
                <c:ptCount val="100"/>
                <c:pt idx="0">
                  <c:v>1421828.2</c:v>
                </c:pt>
                <c:pt idx="1">
                  <c:v>1421828.2</c:v>
                </c:pt>
                <c:pt idx="2">
                  <c:v>1421828.2</c:v>
                </c:pt>
                <c:pt idx="3">
                  <c:v>1421828.2</c:v>
                </c:pt>
                <c:pt idx="4">
                  <c:v>1417500.03</c:v>
                </c:pt>
                <c:pt idx="5">
                  <c:v>1351581.94</c:v>
                </c:pt>
                <c:pt idx="6">
                  <c:v>1351581.94</c:v>
                </c:pt>
                <c:pt idx="7">
                  <c:v>1248050.27</c:v>
                </c:pt>
                <c:pt idx="8">
                  <c:v>1248050.27</c:v>
                </c:pt>
                <c:pt idx="9">
                  <c:v>1248050.27</c:v>
                </c:pt>
                <c:pt idx="10">
                  <c:v>967075.76</c:v>
                </c:pt>
                <c:pt idx="11">
                  <c:v>967075.76</c:v>
                </c:pt>
                <c:pt idx="12">
                  <c:v>967075.76</c:v>
                </c:pt>
                <c:pt idx="13">
                  <c:v>967075.76</c:v>
                </c:pt>
                <c:pt idx="14">
                  <c:v>967075.76</c:v>
                </c:pt>
                <c:pt idx="15">
                  <c:v>967075.76</c:v>
                </c:pt>
                <c:pt idx="16">
                  <c:v>967075.76</c:v>
                </c:pt>
                <c:pt idx="17">
                  <c:v>967075.76</c:v>
                </c:pt>
                <c:pt idx="18">
                  <c:v>967075.76</c:v>
                </c:pt>
                <c:pt idx="19">
                  <c:v>967075.76</c:v>
                </c:pt>
                <c:pt idx="20">
                  <c:v>967075.76</c:v>
                </c:pt>
                <c:pt idx="21">
                  <c:v>840152.03</c:v>
                </c:pt>
                <c:pt idx="22">
                  <c:v>840152.03</c:v>
                </c:pt>
                <c:pt idx="23">
                  <c:v>840152.03</c:v>
                </c:pt>
                <c:pt idx="24">
                  <c:v>840152.03</c:v>
                </c:pt>
                <c:pt idx="25">
                  <c:v>840152.03</c:v>
                </c:pt>
                <c:pt idx="26">
                  <c:v>683666.27</c:v>
                </c:pt>
                <c:pt idx="27">
                  <c:v>683666.27</c:v>
                </c:pt>
                <c:pt idx="28">
                  <c:v>683666.27</c:v>
                </c:pt>
                <c:pt idx="29">
                  <c:v>683666.27</c:v>
                </c:pt>
                <c:pt idx="30">
                  <c:v>683666.27</c:v>
                </c:pt>
                <c:pt idx="31">
                  <c:v>595247.76</c:v>
                </c:pt>
                <c:pt idx="32">
                  <c:v>595247.76</c:v>
                </c:pt>
                <c:pt idx="33">
                  <c:v>595247.76</c:v>
                </c:pt>
                <c:pt idx="34">
                  <c:v>584003.76</c:v>
                </c:pt>
                <c:pt idx="35">
                  <c:v>567137.76</c:v>
                </c:pt>
                <c:pt idx="36">
                  <c:v>567137.76</c:v>
                </c:pt>
                <c:pt idx="37">
                  <c:v>567137.76</c:v>
                </c:pt>
                <c:pt idx="38">
                  <c:v>567137.76</c:v>
                </c:pt>
                <c:pt idx="39">
                  <c:v>567137.76</c:v>
                </c:pt>
                <c:pt idx="40">
                  <c:v>567137.76</c:v>
                </c:pt>
                <c:pt idx="41">
                  <c:v>567137.76</c:v>
                </c:pt>
                <c:pt idx="42">
                  <c:v>567137.76</c:v>
                </c:pt>
                <c:pt idx="43">
                  <c:v>567137.76</c:v>
                </c:pt>
                <c:pt idx="44">
                  <c:v>567137.76</c:v>
                </c:pt>
                <c:pt idx="45">
                  <c:v>567137.76</c:v>
                </c:pt>
                <c:pt idx="46">
                  <c:v>567137.76</c:v>
                </c:pt>
                <c:pt idx="47">
                  <c:v>567137.76</c:v>
                </c:pt>
                <c:pt idx="48">
                  <c:v>567137.76</c:v>
                </c:pt>
                <c:pt idx="49">
                  <c:v>567137.76</c:v>
                </c:pt>
                <c:pt idx="50">
                  <c:v>567137.76</c:v>
                </c:pt>
                <c:pt idx="51">
                  <c:v>567137.76</c:v>
                </c:pt>
                <c:pt idx="52">
                  <c:v>567137.76</c:v>
                </c:pt>
                <c:pt idx="53">
                  <c:v>567137.76</c:v>
                </c:pt>
                <c:pt idx="54">
                  <c:v>567137.76</c:v>
                </c:pt>
                <c:pt idx="55">
                  <c:v>567137.76</c:v>
                </c:pt>
                <c:pt idx="56">
                  <c:v>567137.76</c:v>
                </c:pt>
                <c:pt idx="57">
                  <c:v>567137.76</c:v>
                </c:pt>
                <c:pt idx="58">
                  <c:v>567137.76</c:v>
                </c:pt>
                <c:pt idx="59">
                  <c:v>567137.76</c:v>
                </c:pt>
                <c:pt idx="60">
                  <c:v>567137.76</c:v>
                </c:pt>
                <c:pt idx="61">
                  <c:v>567137.76</c:v>
                </c:pt>
                <c:pt idx="62">
                  <c:v>567137.76</c:v>
                </c:pt>
                <c:pt idx="63">
                  <c:v>567137.76</c:v>
                </c:pt>
                <c:pt idx="64">
                  <c:v>567137.76</c:v>
                </c:pt>
                <c:pt idx="65">
                  <c:v>567137.76</c:v>
                </c:pt>
                <c:pt idx="66">
                  <c:v>567137.76</c:v>
                </c:pt>
                <c:pt idx="67">
                  <c:v>567137.76</c:v>
                </c:pt>
                <c:pt idx="68">
                  <c:v>567137.76</c:v>
                </c:pt>
                <c:pt idx="69">
                  <c:v>567137.76</c:v>
                </c:pt>
                <c:pt idx="70">
                  <c:v>567137.76</c:v>
                </c:pt>
                <c:pt idx="71">
                  <c:v>567137.76</c:v>
                </c:pt>
                <c:pt idx="72">
                  <c:v>567137.76</c:v>
                </c:pt>
                <c:pt idx="73">
                  <c:v>567137.76</c:v>
                </c:pt>
                <c:pt idx="74">
                  <c:v>567137.76</c:v>
                </c:pt>
                <c:pt idx="75">
                  <c:v>567137.76</c:v>
                </c:pt>
                <c:pt idx="76">
                  <c:v>567137.76</c:v>
                </c:pt>
                <c:pt idx="77">
                  <c:v>567137.76</c:v>
                </c:pt>
                <c:pt idx="78">
                  <c:v>567137.76</c:v>
                </c:pt>
                <c:pt idx="79">
                  <c:v>567137.76</c:v>
                </c:pt>
                <c:pt idx="80">
                  <c:v>567137.76</c:v>
                </c:pt>
                <c:pt idx="81">
                  <c:v>567137.76</c:v>
                </c:pt>
                <c:pt idx="82">
                  <c:v>567137.76</c:v>
                </c:pt>
                <c:pt idx="83">
                  <c:v>567137.76</c:v>
                </c:pt>
                <c:pt idx="84">
                  <c:v>567137.76</c:v>
                </c:pt>
                <c:pt idx="85">
                  <c:v>567137.76</c:v>
                </c:pt>
                <c:pt idx="86">
                  <c:v>567137.76</c:v>
                </c:pt>
                <c:pt idx="87">
                  <c:v>567137.76</c:v>
                </c:pt>
                <c:pt idx="88">
                  <c:v>567137.76</c:v>
                </c:pt>
                <c:pt idx="89">
                  <c:v>567137.76</c:v>
                </c:pt>
                <c:pt idx="90">
                  <c:v>567137.76</c:v>
                </c:pt>
                <c:pt idx="91">
                  <c:v>567137.76</c:v>
                </c:pt>
                <c:pt idx="92">
                  <c:v>567137.76</c:v>
                </c:pt>
                <c:pt idx="93">
                  <c:v>567137.76</c:v>
                </c:pt>
                <c:pt idx="94">
                  <c:v>567137.76</c:v>
                </c:pt>
                <c:pt idx="95">
                  <c:v>567137.76</c:v>
                </c:pt>
                <c:pt idx="96">
                  <c:v>567137.76</c:v>
                </c:pt>
                <c:pt idx="97">
                  <c:v>567137.76</c:v>
                </c:pt>
                <c:pt idx="98">
                  <c:v>567137.76</c:v>
                </c:pt>
                <c:pt idx="99">
                  <c:v>567137.76</c:v>
                </c:pt>
              </c:numCache>
            </c:numRef>
          </c:val>
          <c:smooth val="0"/>
          <c:extLst>
            <c:ext xmlns:c16="http://schemas.microsoft.com/office/drawing/2014/chart" uri="{C3380CC4-5D6E-409C-BE32-E72D297353CC}">
              <c16:uniqueId val="{00000002-B029-4E24-9F1E-34531AD07339}"/>
            </c:ext>
          </c:extLst>
        </c:ser>
        <c:ser>
          <c:idx val="3"/>
          <c:order val="3"/>
          <c:tx>
            <c:strRef>
              <c:f>'ACO data'!$D$1</c:f>
              <c:strCache>
                <c:ptCount val="1"/>
                <c:pt idx="0">
                  <c:v>LPSP 0% (Li-ion)</c:v>
                </c:pt>
              </c:strCache>
            </c:strRef>
          </c:tx>
          <c:spPr>
            <a:ln w="28575" cap="rnd">
              <a:solidFill>
                <a:schemeClr val="accent4"/>
              </a:solidFill>
              <a:round/>
            </a:ln>
            <a:effectLst/>
          </c:spPr>
          <c:marker>
            <c:symbol val="none"/>
          </c:marker>
          <c:val>
            <c:numRef>
              <c:f>'ACO data'!$D$2:$D$101</c:f>
              <c:numCache>
                <c:formatCode>General</c:formatCode>
                <c:ptCount val="100"/>
                <c:pt idx="0">
                  <c:v>2932724.8</c:v>
                </c:pt>
                <c:pt idx="1">
                  <c:v>2932724.8</c:v>
                </c:pt>
                <c:pt idx="2">
                  <c:v>2932724.8</c:v>
                </c:pt>
                <c:pt idx="3">
                  <c:v>2932724.8</c:v>
                </c:pt>
                <c:pt idx="4">
                  <c:v>2932724.8</c:v>
                </c:pt>
                <c:pt idx="5">
                  <c:v>2932724.8</c:v>
                </c:pt>
                <c:pt idx="6">
                  <c:v>2660719.0299999998</c:v>
                </c:pt>
                <c:pt idx="7">
                  <c:v>2660719.0299999998</c:v>
                </c:pt>
                <c:pt idx="8">
                  <c:v>2660719.0299999998</c:v>
                </c:pt>
                <c:pt idx="9">
                  <c:v>2660719.0299999998</c:v>
                </c:pt>
                <c:pt idx="10">
                  <c:v>2185943.87</c:v>
                </c:pt>
                <c:pt idx="11">
                  <c:v>2185943.87</c:v>
                </c:pt>
                <c:pt idx="12">
                  <c:v>2185943.87</c:v>
                </c:pt>
                <c:pt idx="13">
                  <c:v>2185943.87</c:v>
                </c:pt>
                <c:pt idx="14">
                  <c:v>2185943.87</c:v>
                </c:pt>
                <c:pt idx="15">
                  <c:v>2185943.87</c:v>
                </c:pt>
                <c:pt idx="16">
                  <c:v>2185943.87</c:v>
                </c:pt>
                <c:pt idx="17">
                  <c:v>2185943.87</c:v>
                </c:pt>
                <c:pt idx="18">
                  <c:v>2185943.87</c:v>
                </c:pt>
                <c:pt idx="19">
                  <c:v>2185943.87</c:v>
                </c:pt>
                <c:pt idx="20">
                  <c:v>2185943.87</c:v>
                </c:pt>
                <c:pt idx="21">
                  <c:v>2185943.87</c:v>
                </c:pt>
                <c:pt idx="22">
                  <c:v>2185943.87</c:v>
                </c:pt>
                <c:pt idx="23">
                  <c:v>2185943.87</c:v>
                </c:pt>
                <c:pt idx="24">
                  <c:v>2185943.87</c:v>
                </c:pt>
                <c:pt idx="25">
                  <c:v>2185943.87</c:v>
                </c:pt>
                <c:pt idx="26">
                  <c:v>1752189.03</c:v>
                </c:pt>
                <c:pt idx="27">
                  <c:v>1752189.03</c:v>
                </c:pt>
                <c:pt idx="28">
                  <c:v>1752189.03</c:v>
                </c:pt>
                <c:pt idx="29">
                  <c:v>1752189.03</c:v>
                </c:pt>
                <c:pt idx="30">
                  <c:v>1752189.03</c:v>
                </c:pt>
                <c:pt idx="31">
                  <c:v>1572399.03</c:v>
                </c:pt>
                <c:pt idx="32">
                  <c:v>1409619.03</c:v>
                </c:pt>
                <c:pt idx="33">
                  <c:v>1409619.03</c:v>
                </c:pt>
                <c:pt idx="34">
                  <c:v>1409619.03</c:v>
                </c:pt>
                <c:pt idx="35">
                  <c:v>1409619.03</c:v>
                </c:pt>
                <c:pt idx="36">
                  <c:v>1409619.03</c:v>
                </c:pt>
                <c:pt idx="37">
                  <c:v>1409619.03</c:v>
                </c:pt>
                <c:pt idx="38">
                  <c:v>1253880.53</c:v>
                </c:pt>
                <c:pt idx="39">
                  <c:v>1103619.03</c:v>
                </c:pt>
                <c:pt idx="40">
                  <c:v>1103619.03</c:v>
                </c:pt>
                <c:pt idx="41">
                  <c:v>1003180.53</c:v>
                </c:pt>
                <c:pt idx="42">
                  <c:v>1003180.53</c:v>
                </c:pt>
                <c:pt idx="43">
                  <c:v>1003180.53</c:v>
                </c:pt>
                <c:pt idx="44">
                  <c:v>1003180.53</c:v>
                </c:pt>
                <c:pt idx="45">
                  <c:v>1003180.53</c:v>
                </c:pt>
                <c:pt idx="46">
                  <c:v>1003180.53</c:v>
                </c:pt>
                <c:pt idx="47">
                  <c:v>1003180.53</c:v>
                </c:pt>
                <c:pt idx="48">
                  <c:v>1003180.53</c:v>
                </c:pt>
                <c:pt idx="49">
                  <c:v>1003180.53</c:v>
                </c:pt>
                <c:pt idx="50">
                  <c:v>1003180.53</c:v>
                </c:pt>
                <c:pt idx="51">
                  <c:v>1003180.53</c:v>
                </c:pt>
                <c:pt idx="52">
                  <c:v>1003180.53</c:v>
                </c:pt>
                <c:pt idx="53">
                  <c:v>1003180.53</c:v>
                </c:pt>
                <c:pt idx="54">
                  <c:v>1003180.53</c:v>
                </c:pt>
                <c:pt idx="55">
                  <c:v>1003180.53</c:v>
                </c:pt>
                <c:pt idx="56">
                  <c:v>1003180.53</c:v>
                </c:pt>
                <c:pt idx="57">
                  <c:v>1003180.53</c:v>
                </c:pt>
                <c:pt idx="58">
                  <c:v>1003180.53</c:v>
                </c:pt>
                <c:pt idx="59">
                  <c:v>1003180.53</c:v>
                </c:pt>
                <c:pt idx="60">
                  <c:v>1003180.53</c:v>
                </c:pt>
                <c:pt idx="61">
                  <c:v>1003180.53</c:v>
                </c:pt>
                <c:pt idx="62">
                  <c:v>1003180.53</c:v>
                </c:pt>
                <c:pt idx="63">
                  <c:v>1003180.53</c:v>
                </c:pt>
                <c:pt idx="64">
                  <c:v>1003180.53</c:v>
                </c:pt>
                <c:pt idx="65">
                  <c:v>1003180.53</c:v>
                </c:pt>
                <c:pt idx="66">
                  <c:v>1003180.53</c:v>
                </c:pt>
                <c:pt idx="67">
                  <c:v>1003180.53</c:v>
                </c:pt>
                <c:pt idx="68">
                  <c:v>1003180.53</c:v>
                </c:pt>
                <c:pt idx="69">
                  <c:v>1003180.53</c:v>
                </c:pt>
                <c:pt idx="70">
                  <c:v>1003180.53</c:v>
                </c:pt>
                <c:pt idx="71">
                  <c:v>1003180.53</c:v>
                </c:pt>
                <c:pt idx="72">
                  <c:v>1003180.53</c:v>
                </c:pt>
                <c:pt idx="73">
                  <c:v>1003180.53</c:v>
                </c:pt>
                <c:pt idx="74">
                  <c:v>1003180.53</c:v>
                </c:pt>
                <c:pt idx="75">
                  <c:v>1003180.53</c:v>
                </c:pt>
                <c:pt idx="76">
                  <c:v>1003180.53</c:v>
                </c:pt>
                <c:pt idx="77">
                  <c:v>1003180.53</c:v>
                </c:pt>
                <c:pt idx="78">
                  <c:v>1003180.53</c:v>
                </c:pt>
                <c:pt idx="79">
                  <c:v>1003180.53</c:v>
                </c:pt>
                <c:pt idx="80">
                  <c:v>1003180.53</c:v>
                </c:pt>
                <c:pt idx="81">
                  <c:v>1003180.53</c:v>
                </c:pt>
                <c:pt idx="82">
                  <c:v>1003180.53</c:v>
                </c:pt>
                <c:pt idx="83">
                  <c:v>1003180.53</c:v>
                </c:pt>
                <c:pt idx="84">
                  <c:v>1003180.53</c:v>
                </c:pt>
                <c:pt idx="85">
                  <c:v>1003180.53</c:v>
                </c:pt>
                <c:pt idx="86">
                  <c:v>1003180.53</c:v>
                </c:pt>
                <c:pt idx="87">
                  <c:v>1003180.53</c:v>
                </c:pt>
                <c:pt idx="88">
                  <c:v>1003180.53</c:v>
                </c:pt>
                <c:pt idx="89">
                  <c:v>1003180.53</c:v>
                </c:pt>
                <c:pt idx="90">
                  <c:v>1003180.53</c:v>
                </c:pt>
                <c:pt idx="91">
                  <c:v>1003180.53</c:v>
                </c:pt>
                <c:pt idx="92">
                  <c:v>1003180.53</c:v>
                </c:pt>
                <c:pt idx="93">
                  <c:v>1003180.53</c:v>
                </c:pt>
                <c:pt idx="94">
                  <c:v>1003180.53</c:v>
                </c:pt>
                <c:pt idx="95">
                  <c:v>1003180.53</c:v>
                </c:pt>
                <c:pt idx="96">
                  <c:v>1003180.53</c:v>
                </c:pt>
                <c:pt idx="97">
                  <c:v>1003180.53</c:v>
                </c:pt>
                <c:pt idx="98">
                  <c:v>1003180.53</c:v>
                </c:pt>
                <c:pt idx="99">
                  <c:v>1003180.53</c:v>
                </c:pt>
              </c:numCache>
            </c:numRef>
          </c:val>
          <c:smooth val="0"/>
          <c:extLst>
            <c:ext xmlns:c16="http://schemas.microsoft.com/office/drawing/2014/chart" uri="{C3380CC4-5D6E-409C-BE32-E72D297353CC}">
              <c16:uniqueId val="{00000003-B029-4E24-9F1E-34531AD07339}"/>
            </c:ext>
          </c:extLst>
        </c:ser>
        <c:ser>
          <c:idx val="4"/>
          <c:order val="4"/>
          <c:tx>
            <c:strRef>
              <c:f>'ACO data'!$E$1</c:f>
              <c:strCache>
                <c:ptCount val="1"/>
                <c:pt idx="0">
                  <c:v>LPSP 2% (Li-ion)</c:v>
                </c:pt>
              </c:strCache>
            </c:strRef>
          </c:tx>
          <c:spPr>
            <a:ln w="28575" cap="rnd">
              <a:solidFill>
                <a:schemeClr val="accent5"/>
              </a:solidFill>
              <a:round/>
            </a:ln>
            <a:effectLst/>
          </c:spPr>
          <c:marker>
            <c:symbol val="none"/>
          </c:marker>
          <c:val>
            <c:numRef>
              <c:f>'ACO data'!$E$2:$E$101</c:f>
              <c:numCache>
                <c:formatCode>General</c:formatCode>
                <c:ptCount val="100"/>
                <c:pt idx="0">
                  <c:v>2699239.03</c:v>
                </c:pt>
                <c:pt idx="1">
                  <c:v>2699239.03</c:v>
                </c:pt>
                <c:pt idx="2">
                  <c:v>2699239.03</c:v>
                </c:pt>
                <c:pt idx="3">
                  <c:v>2699239.03</c:v>
                </c:pt>
                <c:pt idx="4">
                  <c:v>2699239.03</c:v>
                </c:pt>
                <c:pt idx="5">
                  <c:v>2555690.5299999998</c:v>
                </c:pt>
                <c:pt idx="6">
                  <c:v>2555690.5299999998</c:v>
                </c:pt>
                <c:pt idx="7">
                  <c:v>2555690.5299999998</c:v>
                </c:pt>
                <c:pt idx="8">
                  <c:v>2555690.5299999998</c:v>
                </c:pt>
                <c:pt idx="9">
                  <c:v>2364193.7599999998</c:v>
                </c:pt>
                <c:pt idx="10">
                  <c:v>2364193.7599999998</c:v>
                </c:pt>
                <c:pt idx="11">
                  <c:v>1166844.8</c:v>
                </c:pt>
                <c:pt idx="12">
                  <c:v>1166844.8</c:v>
                </c:pt>
                <c:pt idx="13">
                  <c:v>1166844.8</c:v>
                </c:pt>
                <c:pt idx="14">
                  <c:v>1166844.8</c:v>
                </c:pt>
                <c:pt idx="15">
                  <c:v>1166844.8</c:v>
                </c:pt>
                <c:pt idx="16">
                  <c:v>1166844.8</c:v>
                </c:pt>
                <c:pt idx="17">
                  <c:v>1166844.8</c:v>
                </c:pt>
                <c:pt idx="18">
                  <c:v>1166844.8</c:v>
                </c:pt>
                <c:pt idx="19">
                  <c:v>1166844.8</c:v>
                </c:pt>
                <c:pt idx="20">
                  <c:v>1166844.8</c:v>
                </c:pt>
                <c:pt idx="21">
                  <c:v>1166844.8</c:v>
                </c:pt>
                <c:pt idx="22">
                  <c:v>1166844.8</c:v>
                </c:pt>
                <c:pt idx="23">
                  <c:v>1166844.8</c:v>
                </c:pt>
                <c:pt idx="24">
                  <c:v>1166844.8</c:v>
                </c:pt>
                <c:pt idx="25">
                  <c:v>1166844.8</c:v>
                </c:pt>
                <c:pt idx="26">
                  <c:v>1166844.8</c:v>
                </c:pt>
                <c:pt idx="27">
                  <c:v>1166844.8</c:v>
                </c:pt>
                <c:pt idx="28">
                  <c:v>1166844.8</c:v>
                </c:pt>
                <c:pt idx="29">
                  <c:v>1166844.8</c:v>
                </c:pt>
                <c:pt idx="30">
                  <c:v>1166844.8</c:v>
                </c:pt>
                <c:pt idx="31">
                  <c:v>1122040.53</c:v>
                </c:pt>
                <c:pt idx="32">
                  <c:v>1122040.53</c:v>
                </c:pt>
                <c:pt idx="33">
                  <c:v>1096450.53</c:v>
                </c:pt>
                <c:pt idx="34">
                  <c:v>1096450.53</c:v>
                </c:pt>
                <c:pt idx="35">
                  <c:v>965780.53</c:v>
                </c:pt>
                <c:pt idx="36">
                  <c:v>965780.53</c:v>
                </c:pt>
                <c:pt idx="37">
                  <c:v>965780.53</c:v>
                </c:pt>
                <c:pt idx="38">
                  <c:v>965780.53</c:v>
                </c:pt>
                <c:pt idx="39">
                  <c:v>965780.53</c:v>
                </c:pt>
                <c:pt idx="40">
                  <c:v>965780.53</c:v>
                </c:pt>
                <c:pt idx="41">
                  <c:v>947750.53</c:v>
                </c:pt>
                <c:pt idx="42">
                  <c:v>947750.53</c:v>
                </c:pt>
                <c:pt idx="43">
                  <c:v>947750.53</c:v>
                </c:pt>
                <c:pt idx="44">
                  <c:v>845750.53</c:v>
                </c:pt>
                <c:pt idx="45">
                  <c:v>845750.53</c:v>
                </c:pt>
                <c:pt idx="46">
                  <c:v>845750.53</c:v>
                </c:pt>
                <c:pt idx="47">
                  <c:v>845750.53</c:v>
                </c:pt>
                <c:pt idx="48">
                  <c:v>845750.53</c:v>
                </c:pt>
                <c:pt idx="49">
                  <c:v>845750.53</c:v>
                </c:pt>
                <c:pt idx="50">
                  <c:v>845750.53</c:v>
                </c:pt>
                <c:pt idx="51">
                  <c:v>845750.53</c:v>
                </c:pt>
                <c:pt idx="52">
                  <c:v>845750.53</c:v>
                </c:pt>
                <c:pt idx="53">
                  <c:v>845750.53</c:v>
                </c:pt>
                <c:pt idx="54">
                  <c:v>845750.53</c:v>
                </c:pt>
                <c:pt idx="55">
                  <c:v>845750.53</c:v>
                </c:pt>
                <c:pt idx="56">
                  <c:v>845750.53</c:v>
                </c:pt>
                <c:pt idx="57">
                  <c:v>845750.53</c:v>
                </c:pt>
                <c:pt idx="58">
                  <c:v>845750.53</c:v>
                </c:pt>
                <c:pt idx="59">
                  <c:v>845750.53</c:v>
                </c:pt>
                <c:pt idx="60">
                  <c:v>845750.53</c:v>
                </c:pt>
                <c:pt idx="61">
                  <c:v>845750.53</c:v>
                </c:pt>
                <c:pt idx="62">
                  <c:v>845750.53</c:v>
                </c:pt>
                <c:pt idx="63">
                  <c:v>845750.53</c:v>
                </c:pt>
                <c:pt idx="64">
                  <c:v>845750.53</c:v>
                </c:pt>
                <c:pt idx="65">
                  <c:v>845750.53</c:v>
                </c:pt>
                <c:pt idx="66">
                  <c:v>845750.53</c:v>
                </c:pt>
                <c:pt idx="67">
                  <c:v>845750.53</c:v>
                </c:pt>
                <c:pt idx="68">
                  <c:v>845750.53</c:v>
                </c:pt>
                <c:pt idx="69">
                  <c:v>845750.53</c:v>
                </c:pt>
                <c:pt idx="70">
                  <c:v>845750.53</c:v>
                </c:pt>
                <c:pt idx="71">
                  <c:v>845750.53</c:v>
                </c:pt>
                <c:pt idx="72">
                  <c:v>845750.53</c:v>
                </c:pt>
                <c:pt idx="73">
                  <c:v>845750.53</c:v>
                </c:pt>
                <c:pt idx="74">
                  <c:v>845750.53</c:v>
                </c:pt>
                <c:pt idx="75">
                  <c:v>845750.53</c:v>
                </c:pt>
                <c:pt idx="76">
                  <c:v>845750.53</c:v>
                </c:pt>
                <c:pt idx="77">
                  <c:v>845750.53</c:v>
                </c:pt>
                <c:pt idx="78">
                  <c:v>845750.53</c:v>
                </c:pt>
                <c:pt idx="79">
                  <c:v>845750.53</c:v>
                </c:pt>
                <c:pt idx="80">
                  <c:v>845750.53</c:v>
                </c:pt>
                <c:pt idx="81">
                  <c:v>845750.53</c:v>
                </c:pt>
                <c:pt idx="82">
                  <c:v>845750.53</c:v>
                </c:pt>
                <c:pt idx="83">
                  <c:v>845750.53</c:v>
                </c:pt>
                <c:pt idx="84">
                  <c:v>845750.53</c:v>
                </c:pt>
                <c:pt idx="85">
                  <c:v>845750.53</c:v>
                </c:pt>
                <c:pt idx="86">
                  <c:v>845750.53</c:v>
                </c:pt>
                <c:pt idx="87">
                  <c:v>845750.53</c:v>
                </c:pt>
                <c:pt idx="88">
                  <c:v>845750.53</c:v>
                </c:pt>
                <c:pt idx="89">
                  <c:v>845750.53</c:v>
                </c:pt>
                <c:pt idx="90">
                  <c:v>845750.53</c:v>
                </c:pt>
                <c:pt idx="91">
                  <c:v>845750.53</c:v>
                </c:pt>
                <c:pt idx="92">
                  <c:v>845750.53</c:v>
                </c:pt>
                <c:pt idx="93">
                  <c:v>845750.53</c:v>
                </c:pt>
                <c:pt idx="94">
                  <c:v>845750.53</c:v>
                </c:pt>
                <c:pt idx="95">
                  <c:v>845750.53</c:v>
                </c:pt>
                <c:pt idx="96">
                  <c:v>845750.53</c:v>
                </c:pt>
                <c:pt idx="97">
                  <c:v>845750.53</c:v>
                </c:pt>
                <c:pt idx="98">
                  <c:v>845750.53</c:v>
                </c:pt>
                <c:pt idx="99">
                  <c:v>845750.53</c:v>
                </c:pt>
              </c:numCache>
            </c:numRef>
          </c:val>
          <c:smooth val="0"/>
          <c:extLst>
            <c:ext xmlns:c16="http://schemas.microsoft.com/office/drawing/2014/chart" uri="{C3380CC4-5D6E-409C-BE32-E72D297353CC}">
              <c16:uniqueId val="{00000004-B029-4E24-9F1E-34531AD07339}"/>
            </c:ext>
          </c:extLst>
        </c:ser>
        <c:ser>
          <c:idx val="5"/>
          <c:order val="5"/>
          <c:tx>
            <c:strRef>
              <c:f>'ACO data'!$F$1</c:f>
              <c:strCache>
                <c:ptCount val="1"/>
                <c:pt idx="0">
                  <c:v>LPSP 5% (Li-ion)</c:v>
                </c:pt>
              </c:strCache>
            </c:strRef>
          </c:tx>
          <c:spPr>
            <a:ln w="28575" cap="rnd">
              <a:solidFill>
                <a:schemeClr val="accent6"/>
              </a:solidFill>
              <a:round/>
            </a:ln>
            <a:effectLst/>
          </c:spPr>
          <c:marker>
            <c:symbol val="none"/>
          </c:marker>
          <c:val>
            <c:numRef>
              <c:f>'ACO data'!$F$2:$F$101</c:f>
              <c:numCache>
                <c:formatCode>General</c:formatCode>
                <c:ptCount val="100"/>
                <c:pt idx="0">
                  <c:v>2689819.03</c:v>
                </c:pt>
                <c:pt idx="1">
                  <c:v>2689819.03</c:v>
                </c:pt>
                <c:pt idx="2">
                  <c:v>2689819.03</c:v>
                </c:pt>
                <c:pt idx="3">
                  <c:v>1956089.03</c:v>
                </c:pt>
                <c:pt idx="4">
                  <c:v>1824053.87</c:v>
                </c:pt>
                <c:pt idx="5">
                  <c:v>1824053.87</c:v>
                </c:pt>
                <c:pt idx="6">
                  <c:v>1824053.87</c:v>
                </c:pt>
                <c:pt idx="7">
                  <c:v>1824053.87</c:v>
                </c:pt>
                <c:pt idx="8">
                  <c:v>1824053.87</c:v>
                </c:pt>
                <c:pt idx="9">
                  <c:v>1824053.87</c:v>
                </c:pt>
                <c:pt idx="10">
                  <c:v>1824053.87</c:v>
                </c:pt>
                <c:pt idx="11">
                  <c:v>1824053.87</c:v>
                </c:pt>
                <c:pt idx="12">
                  <c:v>1824053.87</c:v>
                </c:pt>
                <c:pt idx="13">
                  <c:v>1824053.87</c:v>
                </c:pt>
                <c:pt idx="14">
                  <c:v>1824053.87</c:v>
                </c:pt>
                <c:pt idx="15">
                  <c:v>1824053.87</c:v>
                </c:pt>
                <c:pt idx="16">
                  <c:v>1824053.87</c:v>
                </c:pt>
                <c:pt idx="17">
                  <c:v>1824053.87</c:v>
                </c:pt>
                <c:pt idx="18">
                  <c:v>1824053.87</c:v>
                </c:pt>
                <c:pt idx="19">
                  <c:v>1824053.87</c:v>
                </c:pt>
                <c:pt idx="20">
                  <c:v>1824053.87</c:v>
                </c:pt>
                <c:pt idx="21">
                  <c:v>1824053.87</c:v>
                </c:pt>
                <c:pt idx="22">
                  <c:v>1824053.87</c:v>
                </c:pt>
                <c:pt idx="23">
                  <c:v>1824053.87</c:v>
                </c:pt>
                <c:pt idx="24">
                  <c:v>1016990.53</c:v>
                </c:pt>
                <c:pt idx="25">
                  <c:v>1016990.53</c:v>
                </c:pt>
                <c:pt idx="26">
                  <c:v>1016990.53</c:v>
                </c:pt>
                <c:pt idx="27">
                  <c:v>1016990.53</c:v>
                </c:pt>
                <c:pt idx="28">
                  <c:v>724220.53</c:v>
                </c:pt>
                <c:pt idx="29">
                  <c:v>724220.53</c:v>
                </c:pt>
                <c:pt idx="30">
                  <c:v>724220.53</c:v>
                </c:pt>
                <c:pt idx="31">
                  <c:v>724220.53</c:v>
                </c:pt>
                <c:pt idx="32">
                  <c:v>724220.53</c:v>
                </c:pt>
                <c:pt idx="33">
                  <c:v>724220.53</c:v>
                </c:pt>
                <c:pt idx="34">
                  <c:v>724220.53</c:v>
                </c:pt>
                <c:pt idx="35">
                  <c:v>724220.53</c:v>
                </c:pt>
                <c:pt idx="36">
                  <c:v>724220.53</c:v>
                </c:pt>
                <c:pt idx="37">
                  <c:v>724220.53</c:v>
                </c:pt>
                <c:pt idx="38">
                  <c:v>724220.53</c:v>
                </c:pt>
                <c:pt idx="39">
                  <c:v>724220.53</c:v>
                </c:pt>
                <c:pt idx="40">
                  <c:v>724220.53</c:v>
                </c:pt>
                <c:pt idx="41">
                  <c:v>724220.53</c:v>
                </c:pt>
                <c:pt idx="42">
                  <c:v>724220.53</c:v>
                </c:pt>
                <c:pt idx="43">
                  <c:v>724220.53</c:v>
                </c:pt>
                <c:pt idx="44">
                  <c:v>724220.53</c:v>
                </c:pt>
                <c:pt idx="45">
                  <c:v>724220.53</c:v>
                </c:pt>
                <c:pt idx="46">
                  <c:v>724220.53</c:v>
                </c:pt>
                <c:pt idx="47">
                  <c:v>724220.53</c:v>
                </c:pt>
                <c:pt idx="48">
                  <c:v>724220.53</c:v>
                </c:pt>
                <c:pt idx="49">
                  <c:v>724220.53</c:v>
                </c:pt>
                <c:pt idx="50">
                  <c:v>724220.53</c:v>
                </c:pt>
                <c:pt idx="51">
                  <c:v>724220.53</c:v>
                </c:pt>
                <c:pt idx="52">
                  <c:v>724220.53</c:v>
                </c:pt>
                <c:pt idx="53">
                  <c:v>724220.53</c:v>
                </c:pt>
                <c:pt idx="54">
                  <c:v>724220.53</c:v>
                </c:pt>
                <c:pt idx="55">
                  <c:v>724220.53</c:v>
                </c:pt>
                <c:pt idx="56">
                  <c:v>724220.53</c:v>
                </c:pt>
                <c:pt idx="57">
                  <c:v>724220.53</c:v>
                </c:pt>
                <c:pt idx="58">
                  <c:v>724220.53</c:v>
                </c:pt>
                <c:pt idx="59">
                  <c:v>724220.53</c:v>
                </c:pt>
                <c:pt idx="60">
                  <c:v>724220.53</c:v>
                </c:pt>
                <c:pt idx="61">
                  <c:v>724220.53</c:v>
                </c:pt>
                <c:pt idx="62">
                  <c:v>724220.53</c:v>
                </c:pt>
                <c:pt idx="63">
                  <c:v>724220.53</c:v>
                </c:pt>
                <c:pt idx="64">
                  <c:v>724220.53</c:v>
                </c:pt>
                <c:pt idx="65">
                  <c:v>724220.53</c:v>
                </c:pt>
                <c:pt idx="66">
                  <c:v>724220.53</c:v>
                </c:pt>
                <c:pt idx="67">
                  <c:v>724220.53</c:v>
                </c:pt>
                <c:pt idx="68">
                  <c:v>724220.53</c:v>
                </c:pt>
                <c:pt idx="69">
                  <c:v>724220.53</c:v>
                </c:pt>
                <c:pt idx="70">
                  <c:v>724220.53</c:v>
                </c:pt>
                <c:pt idx="71">
                  <c:v>724220.53</c:v>
                </c:pt>
                <c:pt idx="72">
                  <c:v>724220.53</c:v>
                </c:pt>
                <c:pt idx="73">
                  <c:v>724220.53</c:v>
                </c:pt>
                <c:pt idx="74">
                  <c:v>724220.53</c:v>
                </c:pt>
                <c:pt idx="75">
                  <c:v>724220.53</c:v>
                </c:pt>
                <c:pt idx="76">
                  <c:v>724220.53</c:v>
                </c:pt>
                <c:pt idx="77">
                  <c:v>724220.53</c:v>
                </c:pt>
                <c:pt idx="78">
                  <c:v>724220.53</c:v>
                </c:pt>
                <c:pt idx="79">
                  <c:v>724220.53</c:v>
                </c:pt>
                <c:pt idx="80">
                  <c:v>724220.53</c:v>
                </c:pt>
                <c:pt idx="81">
                  <c:v>724220.53</c:v>
                </c:pt>
                <c:pt idx="82">
                  <c:v>724220.53</c:v>
                </c:pt>
                <c:pt idx="83">
                  <c:v>724220.53</c:v>
                </c:pt>
                <c:pt idx="84">
                  <c:v>724220.53</c:v>
                </c:pt>
                <c:pt idx="85">
                  <c:v>724220.53</c:v>
                </c:pt>
                <c:pt idx="86">
                  <c:v>724220.53</c:v>
                </c:pt>
                <c:pt idx="87">
                  <c:v>724220.53</c:v>
                </c:pt>
                <c:pt idx="88">
                  <c:v>724220.53</c:v>
                </c:pt>
                <c:pt idx="89">
                  <c:v>724220.53</c:v>
                </c:pt>
                <c:pt idx="90">
                  <c:v>724220.53</c:v>
                </c:pt>
                <c:pt idx="91">
                  <c:v>724220.53</c:v>
                </c:pt>
                <c:pt idx="92">
                  <c:v>724220.53</c:v>
                </c:pt>
                <c:pt idx="93">
                  <c:v>724220.53</c:v>
                </c:pt>
                <c:pt idx="94">
                  <c:v>724220.53</c:v>
                </c:pt>
                <c:pt idx="95">
                  <c:v>724220.53</c:v>
                </c:pt>
                <c:pt idx="96">
                  <c:v>724220.53</c:v>
                </c:pt>
                <c:pt idx="97">
                  <c:v>724220.53</c:v>
                </c:pt>
                <c:pt idx="98">
                  <c:v>724220.53</c:v>
                </c:pt>
                <c:pt idx="99">
                  <c:v>724220.53</c:v>
                </c:pt>
              </c:numCache>
            </c:numRef>
          </c:val>
          <c:smooth val="0"/>
          <c:extLst>
            <c:ext xmlns:c16="http://schemas.microsoft.com/office/drawing/2014/chart" uri="{C3380CC4-5D6E-409C-BE32-E72D297353CC}">
              <c16:uniqueId val="{00000005-B029-4E24-9F1E-34531AD07339}"/>
            </c:ext>
          </c:extLst>
        </c:ser>
        <c:dLbls>
          <c:showLegendKey val="0"/>
          <c:showVal val="0"/>
          <c:showCatName val="0"/>
          <c:showSerName val="0"/>
          <c:showPercent val="0"/>
          <c:showBubbleSize val="0"/>
        </c:dLbls>
        <c:smooth val="0"/>
        <c:axId val="144409615"/>
        <c:axId val="144414895"/>
      </c:lineChart>
      <c:catAx>
        <c:axId val="14440961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Iteration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44414895"/>
        <c:crosses val="autoZero"/>
        <c:auto val="1"/>
        <c:lblAlgn val="ctr"/>
        <c:lblOffset val="100"/>
        <c:noMultiLvlLbl val="0"/>
      </c:catAx>
      <c:valAx>
        <c:axId val="14441489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Best NPC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444096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Convergence</a:t>
            </a:r>
            <a:r>
              <a:rPr lang="en-CA" baseline="0">
                <a:latin typeface="Times New Roman" panose="02020603050405020304" pitchFamily="18" charset="0"/>
                <a:cs typeface="Times New Roman" panose="02020603050405020304" pitchFamily="18" charset="0"/>
              </a:rPr>
              <a:t> Curves for FA</a:t>
            </a:r>
            <a:endParaRPr lang="en-CA">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CA"/>
        </a:p>
      </c:txPr>
    </c:title>
    <c:autoTitleDeleted val="0"/>
    <c:plotArea>
      <c:layout/>
      <c:lineChart>
        <c:grouping val="standard"/>
        <c:varyColors val="0"/>
        <c:ser>
          <c:idx val="0"/>
          <c:order val="0"/>
          <c:tx>
            <c:strRef>
              <c:f>'Firefly data'!$A$1</c:f>
              <c:strCache>
                <c:ptCount val="1"/>
                <c:pt idx="0">
                  <c:v>LPSP 0% (Lead acid)</c:v>
                </c:pt>
              </c:strCache>
            </c:strRef>
          </c:tx>
          <c:spPr>
            <a:ln w="28575" cap="rnd">
              <a:solidFill>
                <a:schemeClr val="accent1"/>
              </a:solidFill>
              <a:round/>
            </a:ln>
            <a:effectLst/>
          </c:spPr>
          <c:marker>
            <c:symbol val="none"/>
          </c:marker>
          <c:val>
            <c:numRef>
              <c:f>'Firefly data'!$A$2:$A$101</c:f>
              <c:numCache>
                <c:formatCode>General</c:formatCode>
                <c:ptCount val="100"/>
                <c:pt idx="0">
                  <c:v>1739816.56</c:v>
                </c:pt>
                <c:pt idx="1">
                  <c:v>1194991.77</c:v>
                </c:pt>
                <c:pt idx="2">
                  <c:v>1022656.39</c:v>
                </c:pt>
                <c:pt idx="3">
                  <c:v>1022656.39</c:v>
                </c:pt>
                <c:pt idx="4">
                  <c:v>1022656.39</c:v>
                </c:pt>
                <c:pt idx="5">
                  <c:v>970901.71</c:v>
                </c:pt>
                <c:pt idx="6">
                  <c:v>773767.26</c:v>
                </c:pt>
                <c:pt idx="7">
                  <c:v>773767.26</c:v>
                </c:pt>
                <c:pt idx="8">
                  <c:v>773767.26</c:v>
                </c:pt>
                <c:pt idx="9">
                  <c:v>773767.26</c:v>
                </c:pt>
                <c:pt idx="10">
                  <c:v>773767.26</c:v>
                </c:pt>
                <c:pt idx="11">
                  <c:v>773767.26</c:v>
                </c:pt>
                <c:pt idx="12">
                  <c:v>773767.26</c:v>
                </c:pt>
                <c:pt idx="13">
                  <c:v>773767.26</c:v>
                </c:pt>
                <c:pt idx="14">
                  <c:v>773767.26</c:v>
                </c:pt>
                <c:pt idx="15">
                  <c:v>773767.26</c:v>
                </c:pt>
                <c:pt idx="16">
                  <c:v>773767.26</c:v>
                </c:pt>
                <c:pt idx="17">
                  <c:v>773767.26</c:v>
                </c:pt>
                <c:pt idx="18">
                  <c:v>773767.26</c:v>
                </c:pt>
                <c:pt idx="19">
                  <c:v>773767.26</c:v>
                </c:pt>
                <c:pt idx="20">
                  <c:v>773767.26</c:v>
                </c:pt>
                <c:pt idx="21">
                  <c:v>773767.26</c:v>
                </c:pt>
                <c:pt idx="22">
                  <c:v>773767.26</c:v>
                </c:pt>
                <c:pt idx="23">
                  <c:v>772611.26</c:v>
                </c:pt>
                <c:pt idx="24">
                  <c:v>772611.26</c:v>
                </c:pt>
                <c:pt idx="25">
                  <c:v>766989.26</c:v>
                </c:pt>
                <c:pt idx="26">
                  <c:v>760979.26</c:v>
                </c:pt>
                <c:pt idx="27">
                  <c:v>760979.26</c:v>
                </c:pt>
                <c:pt idx="28">
                  <c:v>749347.26</c:v>
                </c:pt>
                <c:pt idx="29">
                  <c:v>749347.26</c:v>
                </c:pt>
                <c:pt idx="30">
                  <c:v>749347.26</c:v>
                </c:pt>
                <c:pt idx="31">
                  <c:v>735973.26</c:v>
                </c:pt>
                <c:pt idx="32">
                  <c:v>717943.26</c:v>
                </c:pt>
                <c:pt idx="33">
                  <c:v>699913.26</c:v>
                </c:pt>
                <c:pt idx="34">
                  <c:v>681883.26</c:v>
                </c:pt>
                <c:pt idx="35">
                  <c:v>663853.26</c:v>
                </c:pt>
                <c:pt idx="36">
                  <c:v>645823.26</c:v>
                </c:pt>
                <c:pt idx="37">
                  <c:v>627793.26</c:v>
                </c:pt>
                <c:pt idx="38">
                  <c:v>609763.26</c:v>
                </c:pt>
                <c:pt idx="39">
                  <c:v>597743.26</c:v>
                </c:pt>
                <c:pt idx="40">
                  <c:v>585723.26</c:v>
                </c:pt>
                <c:pt idx="41">
                  <c:v>573703.26</c:v>
                </c:pt>
                <c:pt idx="42">
                  <c:v>561683.26</c:v>
                </c:pt>
                <c:pt idx="43">
                  <c:v>549663.26</c:v>
                </c:pt>
                <c:pt idx="44">
                  <c:v>537643.26</c:v>
                </c:pt>
                <c:pt idx="45">
                  <c:v>537643.26</c:v>
                </c:pt>
                <c:pt idx="46">
                  <c:v>537643.26</c:v>
                </c:pt>
                <c:pt idx="47">
                  <c:v>537643.26</c:v>
                </c:pt>
                <c:pt idx="48">
                  <c:v>537643.26</c:v>
                </c:pt>
                <c:pt idx="49">
                  <c:v>537643.26</c:v>
                </c:pt>
                <c:pt idx="50">
                  <c:v>537643.26</c:v>
                </c:pt>
                <c:pt idx="51">
                  <c:v>537643.26</c:v>
                </c:pt>
                <c:pt idx="52">
                  <c:v>537643.26</c:v>
                </c:pt>
                <c:pt idx="53">
                  <c:v>537643.26</c:v>
                </c:pt>
                <c:pt idx="54">
                  <c:v>537643.26</c:v>
                </c:pt>
                <c:pt idx="55">
                  <c:v>537643.26</c:v>
                </c:pt>
                <c:pt idx="56">
                  <c:v>537643.26</c:v>
                </c:pt>
                <c:pt idx="57">
                  <c:v>537643.26</c:v>
                </c:pt>
                <c:pt idx="58">
                  <c:v>537643.26</c:v>
                </c:pt>
                <c:pt idx="59">
                  <c:v>537643.26</c:v>
                </c:pt>
                <c:pt idx="60">
                  <c:v>537643.26</c:v>
                </c:pt>
                <c:pt idx="61">
                  <c:v>537643.26</c:v>
                </c:pt>
                <c:pt idx="62">
                  <c:v>537643.26</c:v>
                </c:pt>
                <c:pt idx="63">
                  <c:v>537643.26</c:v>
                </c:pt>
                <c:pt idx="64">
                  <c:v>537643.26</c:v>
                </c:pt>
                <c:pt idx="65">
                  <c:v>537643.26</c:v>
                </c:pt>
                <c:pt idx="66">
                  <c:v>537643.26</c:v>
                </c:pt>
                <c:pt idx="67">
                  <c:v>537643.26</c:v>
                </c:pt>
                <c:pt idx="68">
                  <c:v>537643.26</c:v>
                </c:pt>
                <c:pt idx="69">
                  <c:v>537643.26</c:v>
                </c:pt>
                <c:pt idx="70">
                  <c:v>537643.26</c:v>
                </c:pt>
                <c:pt idx="71">
                  <c:v>537643.26</c:v>
                </c:pt>
                <c:pt idx="72">
                  <c:v>537643.26</c:v>
                </c:pt>
                <c:pt idx="73">
                  <c:v>537643.26</c:v>
                </c:pt>
                <c:pt idx="74">
                  <c:v>537643.26</c:v>
                </c:pt>
                <c:pt idx="75">
                  <c:v>537643.26</c:v>
                </c:pt>
                <c:pt idx="76">
                  <c:v>537643.26</c:v>
                </c:pt>
                <c:pt idx="77">
                  <c:v>537643.26</c:v>
                </c:pt>
                <c:pt idx="78">
                  <c:v>537643.26</c:v>
                </c:pt>
                <c:pt idx="79">
                  <c:v>537643.26</c:v>
                </c:pt>
                <c:pt idx="80">
                  <c:v>537643.26</c:v>
                </c:pt>
                <c:pt idx="81">
                  <c:v>537643.26</c:v>
                </c:pt>
                <c:pt idx="82">
                  <c:v>537643.26</c:v>
                </c:pt>
                <c:pt idx="83">
                  <c:v>537643.26</c:v>
                </c:pt>
                <c:pt idx="84">
                  <c:v>537643.26</c:v>
                </c:pt>
                <c:pt idx="85">
                  <c:v>537643.26</c:v>
                </c:pt>
                <c:pt idx="86">
                  <c:v>537643.26</c:v>
                </c:pt>
                <c:pt idx="87">
                  <c:v>537643.26</c:v>
                </c:pt>
                <c:pt idx="88">
                  <c:v>537643.26</c:v>
                </c:pt>
                <c:pt idx="89">
                  <c:v>537643.26</c:v>
                </c:pt>
                <c:pt idx="90">
                  <c:v>537643.26</c:v>
                </c:pt>
                <c:pt idx="91">
                  <c:v>537643.26</c:v>
                </c:pt>
                <c:pt idx="92">
                  <c:v>537643.26</c:v>
                </c:pt>
                <c:pt idx="93">
                  <c:v>537643.26</c:v>
                </c:pt>
                <c:pt idx="94">
                  <c:v>537643.26</c:v>
                </c:pt>
                <c:pt idx="95">
                  <c:v>537643.26</c:v>
                </c:pt>
                <c:pt idx="96">
                  <c:v>537643.26</c:v>
                </c:pt>
                <c:pt idx="97">
                  <c:v>537643.26</c:v>
                </c:pt>
                <c:pt idx="98">
                  <c:v>537643.26</c:v>
                </c:pt>
                <c:pt idx="99">
                  <c:v>537643.26</c:v>
                </c:pt>
              </c:numCache>
            </c:numRef>
          </c:val>
          <c:smooth val="0"/>
          <c:extLst>
            <c:ext xmlns:c16="http://schemas.microsoft.com/office/drawing/2014/chart" uri="{C3380CC4-5D6E-409C-BE32-E72D297353CC}">
              <c16:uniqueId val="{00000000-3D2B-4C9A-9208-457A9463E084}"/>
            </c:ext>
          </c:extLst>
        </c:ser>
        <c:ser>
          <c:idx val="1"/>
          <c:order val="1"/>
          <c:tx>
            <c:strRef>
              <c:f>'Firefly data'!$B$1</c:f>
              <c:strCache>
                <c:ptCount val="1"/>
                <c:pt idx="0">
                  <c:v>LPSP 2% (Lead acid)</c:v>
                </c:pt>
              </c:strCache>
            </c:strRef>
          </c:tx>
          <c:spPr>
            <a:ln w="28575" cap="rnd">
              <a:solidFill>
                <a:schemeClr val="accent2"/>
              </a:solidFill>
              <a:round/>
            </a:ln>
            <a:effectLst/>
          </c:spPr>
          <c:marker>
            <c:symbol val="none"/>
          </c:marker>
          <c:val>
            <c:numRef>
              <c:f>'Firefly data'!$B$2:$B$101</c:f>
              <c:numCache>
                <c:formatCode>General</c:formatCode>
                <c:ptCount val="100"/>
                <c:pt idx="0">
                  <c:v>1421808.39</c:v>
                </c:pt>
                <c:pt idx="1">
                  <c:v>1142635.3999999999</c:v>
                </c:pt>
                <c:pt idx="2">
                  <c:v>1016279.26</c:v>
                </c:pt>
                <c:pt idx="3">
                  <c:v>923746.83</c:v>
                </c:pt>
                <c:pt idx="4">
                  <c:v>817331.71</c:v>
                </c:pt>
                <c:pt idx="5">
                  <c:v>817331.71</c:v>
                </c:pt>
                <c:pt idx="6">
                  <c:v>817331.71</c:v>
                </c:pt>
                <c:pt idx="7">
                  <c:v>780725.26</c:v>
                </c:pt>
                <c:pt idx="8">
                  <c:v>716943.26</c:v>
                </c:pt>
                <c:pt idx="9">
                  <c:v>716943.26</c:v>
                </c:pt>
                <c:pt idx="10">
                  <c:v>716943.26</c:v>
                </c:pt>
                <c:pt idx="11">
                  <c:v>716943.26</c:v>
                </c:pt>
                <c:pt idx="12">
                  <c:v>716943.26</c:v>
                </c:pt>
                <c:pt idx="13">
                  <c:v>716943.26</c:v>
                </c:pt>
                <c:pt idx="14">
                  <c:v>716943.26</c:v>
                </c:pt>
                <c:pt idx="15">
                  <c:v>716943.26</c:v>
                </c:pt>
                <c:pt idx="16">
                  <c:v>716943.26</c:v>
                </c:pt>
                <c:pt idx="17">
                  <c:v>716943.26</c:v>
                </c:pt>
                <c:pt idx="18">
                  <c:v>716943.26</c:v>
                </c:pt>
                <c:pt idx="19">
                  <c:v>711511.26</c:v>
                </c:pt>
                <c:pt idx="20">
                  <c:v>698913.26</c:v>
                </c:pt>
                <c:pt idx="21">
                  <c:v>692903.26</c:v>
                </c:pt>
                <c:pt idx="22">
                  <c:v>680883.26</c:v>
                </c:pt>
                <c:pt idx="23">
                  <c:v>668863.26</c:v>
                </c:pt>
                <c:pt idx="24">
                  <c:v>647341.26</c:v>
                </c:pt>
                <c:pt idx="25">
                  <c:v>632803.26</c:v>
                </c:pt>
                <c:pt idx="26">
                  <c:v>620783.26</c:v>
                </c:pt>
                <c:pt idx="27">
                  <c:v>602753.26</c:v>
                </c:pt>
                <c:pt idx="28">
                  <c:v>594803.26</c:v>
                </c:pt>
                <c:pt idx="29">
                  <c:v>572703.26</c:v>
                </c:pt>
                <c:pt idx="30">
                  <c:v>560683.26</c:v>
                </c:pt>
                <c:pt idx="31">
                  <c:v>542653.26</c:v>
                </c:pt>
                <c:pt idx="32">
                  <c:v>536643.26</c:v>
                </c:pt>
                <c:pt idx="33">
                  <c:v>536643.26</c:v>
                </c:pt>
                <c:pt idx="34">
                  <c:v>536643.26</c:v>
                </c:pt>
                <c:pt idx="35">
                  <c:v>536643.26</c:v>
                </c:pt>
                <c:pt idx="36">
                  <c:v>536643.26</c:v>
                </c:pt>
                <c:pt idx="37">
                  <c:v>536643.26</c:v>
                </c:pt>
                <c:pt idx="38">
                  <c:v>536643.26</c:v>
                </c:pt>
                <c:pt idx="39">
                  <c:v>536643.26</c:v>
                </c:pt>
                <c:pt idx="40">
                  <c:v>536643.26</c:v>
                </c:pt>
                <c:pt idx="41">
                  <c:v>536643.26</c:v>
                </c:pt>
                <c:pt idx="42">
                  <c:v>536643.26</c:v>
                </c:pt>
                <c:pt idx="43">
                  <c:v>536643.26</c:v>
                </c:pt>
                <c:pt idx="44">
                  <c:v>536643.26</c:v>
                </c:pt>
                <c:pt idx="45">
                  <c:v>536643.26</c:v>
                </c:pt>
                <c:pt idx="46">
                  <c:v>536643.26</c:v>
                </c:pt>
                <c:pt idx="47">
                  <c:v>536643.26</c:v>
                </c:pt>
                <c:pt idx="48">
                  <c:v>536643.26</c:v>
                </c:pt>
                <c:pt idx="49">
                  <c:v>536643.26</c:v>
                </c:pt>
                <c:pt idx="50">
                  <c:v>536643.26</c:v>
                </c:pt>
                <c:pt idx="51">
                  <c:v>536643.26</c:v>
                </c:pt>
                <c:pt idx="52">
                  <c:v>536643.26</c:v>
                </c:pt>
                <c:pt idx="53">
                  <c:v>536643.26</c:v>
                </c:pt>
                <c:pt idx="54">
                  <c:v>536643.26</c:v>
                </c:pt>
                <c:pt idx="55">
                  <c:v>536643.26</c:v>
                </c:pt>
                <c:pt idx="56">
                  <c:v>536643.26</c:v>
                </c:pt>
                <c:pt idx="57">
                  <c:v>536643.26</c:v>
                </c:pt>
                <c:pt idx="58">
                  <c:v>536643.26</c:v>
                </c:pt>
                <c:pt idx="59">
                  <c:v>536643.26</c:v>
                </c:pt>
                <c:pt idx="60">
                  <c:v>536643.26</c:v>
                </c:pt>
                <c:pt idx="61">
                  <c:v>536643.26</c:v>
                </c:pt>
                <c:pt idx="62">
                  <c:v>536643.26</c:v>
                </c:pt>
                <c:pt idx="63">
                  <c:v>536643.26</c:v>
                </c:pt>
                <c:pt idx="64">
                  <c:v>536643.26</c:v>
                </c:pt>
                <c:pt idx="65">
                  <c:v>536643.26</c:v>
                </c:pt>
                <c:pt idx="66">
                  <c:v>536643.26</c:v>
                </c:pt>
                <c:pt idx="67">
                  <c:v>536643.26</c:v>
                </c:pt>
                <c:pt idx="68">
                  <c:v>536643.26</c:v>
                </c:pt>
                <c:pt idx="69">
                  <c:v>536643.26</c:v>
                </c:pt>
                <c:pt idx="70">
                  <c:v>536643.26</c:v>
                </c:pt>
                <c:pt idx="71">
                  <c:v>536643.26</c:v>
                </c:pt>
                <c:pt idx="72">
                  <c:v>536643.26</c:v>
                </c:pt>
                <c:pt idx="73">
                  <c:v>536643.26</c:v>
                </c:pt>
                <c:pt idx="74">
                  <c:v>536643.26</c:v>
                </c:pt>
                <c:pt idx="75">
                  <c:v>536643.26</c:v>
                </c:pt>
                <c:pt idx="76">
                  <c:v>536643.26</c:v>
                </c:pt>
                <c:pt idx="77">
                  <c:v>536643.26</c:v>
                </c:pt>
                <c:pt idx="78">
                  <c:v>536643.26</c:v>
                </c:pt>
                <c:pt idx="79">
                  <c:v>536643.26</c:v>
                </c:pt>
                <c:pt idx="80">
                  <c:v>536643.26</c:v>
                </c:pt>
                <c:pt idx="81">
                  <c:v>536643.26</c:v>
                </c:pt>
                <c:pt idx="82">
                  <c:v>536643.26</c:v>
                </c:pt>
                <c:pt idx="83">
                  <c:v>536643.26</c:v>
                </c:pt>
                <c:pt idx="84">
                  <c:v>536643.26</c:v>
                </c:pt>
                <c:pt idx="85">
                  <c:v>536643.26</c:v>
                </c:pt>
                <c:pt idx="86">
                  <c:v>536643.26</c:v>
                </c:pt>
                <c:pt idx="87">
                  <c:v>536643.26</c:v>
                </c:pt>
                <c:pt idx="88">
                  <c:v>536643.26</c:v>
                </c:pt>
                <c:pt idx="89">
                  <c:v>536643.26</c:v>
                </c:pt>
                <c:pt idx="90">
                  <c:v>536643.26</c:v>
                </c:pt>
                <c:pt idx="91">
                  <c:v>536643.26</c:v>
                </c:pt>
                <c:pt idx="92">
                  <c:v>536643.26</c:v>
                </c:pt>
                <c:pt idx="93">
                  <c:v>536643.26</c:v>
                </c:pt>
                <c:pt idx="94">
                  <c:v>536643.26</c:v>
                </c:pt>
                <c:pt idx="95">
                  <c:v>536643.26</c:v>
                </c:pt>
                <c:pt idx="96">
                  <c:v>536643.26</c:v>
                </c:pt>
                <c:pt idx="97">
                  <c:v>536643.26</c:v>
                </c:pt>
                <c:pt idx="98">
                  <c:v>536643.26</c:v>
                </c:pt>
                <c:pt idx="99">
                  <c:v>536643.26</c:v>
                </c:pt>
              </c:numCache>
            </c:numRef>
          </c:val>
          <c:smooth val="0"/>
          <c:extLst>
            <c:ext xmlns:c16="http://schemas.microsoft.com/office/drawing/2014/chart" uri="{C3380CC4-5D6E-409C-BE32-E72D297353CC}">
              <c16:uniqueId val="{00000001-3D2B-4C9A-9208-457A9463E084}"/>
            </c:ext>
          </c:extLst>
        </c:ser>
        <c:ser>
          <c:idx val="2"/>
          <c:order val="2"/>
          <c:tx>
            <c:strRef>
              <c:f>'Firefly data'!$C$1</c:f>
              <c:strCache>
                <c:ptCount val="1"/>
                <c:pt idx="0">
                  <c:v>LPSP 5% (Lead acid)</c:v>
                </c:pt>
              </c:strCache>
            </c:strRef>
          </c:tx>
          <c:spPr>
            <a:ln w="28575" cap="rnd">
              <a:solidFill>
                <a:schemeClr val="accent3"/>
              </a:solidFill>
              <a:round/>
            </a:ln>
            <a:effectLst/>
          </c:spPr>
          <c:marker>
            <c:symbol val="none"/>
          </c:marker>
          <c:val>
            <c:numRef>
              <c:f>'Firefly data'!$C$2:$C$101</c:f>
              <c:numCache>
                <c:formatCode>General</c:formatCode>
                <c:ptCount val="100"/>
                <c:pt idx="0">
                  <c:v>1443053.53</c:v>
                </c:pt>
                <c:pt idx="1">
                  <c:v>920931.26</c:v>
                </c:pt>
                <c:pt idx="2">
                  <c:v>871703.26</c:v>
                </c:pt>
                <c:pt idx="3">
                  <c:v>871703.26</c:v>
                </c:pt>
                <c:pt idx="4">
                  <c:v>832309.71</c:v>
                </c:pt>
                <c:pt idx="5">
                  <c:v>832309.71</c:v>
                </c:pt>
                <c:pt idx="6">
                  <c:v>832309.71</c:v>
                </c:pt>
                <c:pt idx="7">
                  <c:v>832309.71</c:v>
                </c:pt>
                <c:pt idx="8">
                  <c:v>832309.71</c:v>
                </c:pt>
                <c:pt idx="9">
                  <c:v>832309.71</c:v>
                </c:pt>
                <c:pt idx="10">
                  <c:v>832309.71</c:v>
                </c:pt>
                <c:pt idx="11">
                  <c:v>832309.71</c:v>
                </c:pt>
                <c:pt idx="12">
                  <c:v>827487.26</c:v>
                </c:pt>
                <c:pt idx="13">
                  <c:v>813345.26</c:v>
                </c:pt>
                <c:pt idx="14">
                  <c:v>714279.26</c:v>
                </c:pt>
                <c:pt idx="15">
                  <c:v>714279.26</c:v>
                </c:pt>
                <c:pt idx="16">
                  <c:v>714279.26</c:v>
                </c:pt>
                <c:pt idx="17">
                  <c:v>714279.26</c:v>
                </c:pt>
                <c:pt idx="18">
                  <c:v>714279.26</c:v>
                </c:pt>
                <c:pt idx="19">
                  <c:v>714279.26</c:v>
                </c:pt>
                <c:pt idx="20">
                  <c:v>714279.26</c:v>
                </c:pt>
                <c:pt idx="21">
                  <c:v>714279.26</c:v>
                </c:pt>
                <c:pt idx="22">
                  <c:v>714279.26</c:v>
                </c:pt>
                <c:pt idx="23">
                  <c:v>714279.26</c:v>
                </c:pt>
                <c:pt idx="24">
                  <c:v>714279.26</c:v>
                </c:pt>
                <c:pt idx="25">
                  <c:v>703423.26</c:v>
                </c:pt>
                <c:pt idx="26">
                  <c:v>691403.26</c:v>
                </c:pt>
                <c:pt idx="27">
                  <c:v>679383.26</c:v>
                </c:pt>
                <c:pt idx="28">
                  <c:v>667363.26</c:v>
                </c:pt>
                <c:pt idx="29">
                  <c:v>655343.26</c:v>
                </c:pt>
                <c:pt idx="30">
                  <c:v>643323.26</c:v>
                </c:pt>
                <c:pt idx="31">
                  <c:v>631303.26</c:v>
                </c:pt>
                <c:pt idx="32">
                  <c:v>625293.26</c:v>
                </c:pt>
                <c:pt idx="33">
                  <c:v>619283.26</c:v>
                </c:pt>
                <c:pt idx="34">
                  <c:v>613273.26</c:v>
                </c:pt>
                <c:pt idx="35">
                  <c:v>607263.26</c:v>
                </c:pt>
                <c:pt idx="36">
                  <c:v>601253.26</c:v>
                </c:pt>
                <c:pt idx="37">
                  <c:v>595243.26</c:v>
                </c:pt>
                <c:pt idx="38">
                  <c:v>589233.26</c:v>
                </c:pt>
                <c:pt idx="39">
                  <c:v>583223.26</c:v>
                </c:pt>
                <c:pt idx="40">
                  <c:v>580119.26</c:v>
                </c:pt>
                <c:pt idx="41">
                  <c:v>571203.26</c:v>
                </c:pt>
                <c:pt idx="42">
                  <c:v>565193.26</c:v>
                </c:pt>
                <c:pt idx="43">
                  <c:v>559183.26</c:v>
                </c:pt>
                <c:pt idx="44">
                  <c:v>553173.26</c:v>
                </c:pt>
                <c:pt idx="45">
                  <c:v>547163.26</c:v>
                </c:pt>
                <c:pt idx="46">
                  <c:v>541153.26</c:v>
                </c:pt>
                <c:pt idx="47">
                  <c:v>535143.26</c:v>
                </c:pt>
                <c:pt idx="48">
                  <c:v>535143.26</c:v>
                </c:pt>
                <c:pt idx="49">
                  <c:v>535143.26</c:v>
                </c:pt>
                <c:pt idx="50">
                  <c:v>535143.26</c:v>
                </c:pt>
                <c:pt idx="51">
                  <c:v>535143.26</c:v>
                </c:pt>
                <c:pt idx="52">
                  <c:v>535143.26</c:v>
                </c:pt>
                <c:pt idx="53">
                  <c:v>535143.26</c:v>
                </c:pt>
                <c:pt idx="54">
                  <c:v>535143.26</c:v>
                </c:pt>
                <c:pt idx="55">
                  <c:v>535143.26</c:v>
                </c:pt>
                <c:pt idx="56">
                  <c:v>535143.26</c:v>
                </c:pt>
                <c:pt idx="57">
                  <c:v>535143.26</c:v>
                </c:pt>
                <c:pt idx="58">
                  <c:v>535143.26</c:v>
                </c:pt>
                <c:pt idx="59">
                  <c:v>535143.26</c:v>
                </c:pt>
                <c:pt idx="60">
                  <c:v>535143.26</c:v>
                </c:pt>
                <c:pt idx="61">
                  <c:v>535143.26</c:v>
                </c:pt>
                <c:pt idx="62">
                  <c:v>535143.26</c:v>
                </c:pt>
                <c:pt idx="63">
                  <c:v>535143.26</c:v>
                </c:pt>
                <c:pt idx="64">
                  <c:v>535143.26</c:v>
                </c:pt>
                <c:pt idx="65">
                  <c:v>535143.26</c:v>
                </c:pt>
                <c:pt idx="66">
                  <c:v>535143.26</c:v>
                </c:pt>
                <c:pt idx="67">
                  <c:v>535143.26</c:v>
                </c:pt>
                <c:pt idx="68">
                  <c:v>535143.26</c:v>
                </c:pt>
                <c:pt idx="69">
                  <c:v>535143.26</c:v>
                </c:pt>
                <c:pt idx="70">
                  <c:v>535143.26</c:v>
                </c:pt>
                <c:pt idx="71">
                  <c:v>535143.26</c:v>
                </c:pt>
                <c:pt idx="72">
                  <c:v>535143.26</c:v>
                </c:pt>
                <c:pt idx="73">
                  <c:v>535143.26</c:v>
                </c:pt>
                <c:pt idx="74">
                  <c:v>535143.26</c:v>
                </c:pt>
                <c:pt idx="75">
                  <c:v>535143.26</c:v>
                </c:pt>
                <c:pt idx="76">
                  <c:v>535143.26</c:v>
                </c:pt>
                <c:pt idx="77">
                  <c:v>535143.26</c:v>
                </c:pt>
                <c:pt idx="78">
                  <c:v>535143.26</c:v>
                </c:pt>
                <c:pt idx="79">
                  <c:v>535143.26</c:v>
                </c:pt>
                <c:pt idx="80">
                  <c:v>535143.26</c:v>
                </c:pt>
                <c:pt idx="81">
                  <c:v>535143.26</c:v>
                </c:pt>
                <c:pt idx="82">
                  <c:v>535143.26</c:v>
                </c:pt>
                <c:pt idx="83">
                  <c:v>535143.26</c:v>
                </c:pt>
                <c:pt idx="84">
                  <c:v>535143.26</c:v>
                </c:pt>
                <c:pt idx="85">
                  <c:v>535143.26</c:v>
                </c:pt>
                <c:pt idx="86">
                  <c:v>535143.26</c:v>
                </c:pt>
                <c:pt idx="87">
                  <c:v>535143.26</c:v>
                </c:pt>
                <c:pt idx="88">
                  <c:v>535143.26</c:v>
                </c:pt>
                <c:pt idx="89">
                  <c:v>535143.26</c:v>
                </c:pt>
                <c:pt idx="90">
                  <c:v>535143.26</c:v>
                </c:pt>
                <c:pt idx="91">
                  <c:v>535143.26</c:v>
                </c:pt>
                <c:pt idx="92">
                  <c:v>535143.26</c:v>
                </c:pt>
                <c:pt idx="93">
                  <c:v>535143.26</c:v>
                </c:pt>
                <c:pt idx="94">
                  <c:v>535143.26</c:v>
                </c:pt>
                <c:pt idx="95">
                  <c:v>535143.26</c:v>
                </c:pt>
                <c:pt idx="96">
                  <c:v>535143.26</c:v>
                </c:pt>
                <c:pt idx="97">
                  <c:v>535143.26</c:v>
                </c:pt>
                <c:pt idx="98">
                  <c:v>535143.26</c:v>
                </c:pt>
                <c:pt idx="99">
                  <c:v>535143.26</c:v>
                </c:pt>
              </c:numCache>
            </c:numRef>
          </c:val>
          <c:smooth val="0"/>
          <c:extLst>
            <c:ext xmlns:c16="http://schemas.microsoft.com/office/drawing/2014/chart" uri="{C3380CC4-5D6E-409C-BE32-E72D297353CC}">
              <c16:uniqueId val="{00000002-3D2B-4C9A-9208-457A9463E084}"/>
            </c:ext>
          </c:extLst>
        </c:ser>
        <c:ser>
          <c:idx val="3"/>
          <c:order val="3"/>
          <c:tx>
            <c:strRef>
              <c:f>'Firefly data'!$D$1</c:f>
              <c:strCache>
                <c:ptCount val="1"/>
                <c:pt idx="0">
                  <c:v>LPSP 0% (Li-ion)</c:v>
                </c:pt>
              </c:strCache>
            </c:strRef>
          </c:tx>
          <c:spPr>
            <a:ln w="28575" cap="rnd">
              <a:solidFill>
                <a:schemeClr val="accent4"/>
              </a:solidFill>
              <a:round/>
            </a:ln>
            <a:effectLst/>
          </c:spPr>
          <c:marker>
            <c:symbol val="none"/>
          </c:marker>
          <c:val>
            <c:numRef>
              <c:f>'Firefly data'!$D$2:$D$101</c:f>
              <c:numCache>
                <c:formatCode>General</c:formatCode>
                <c:ptCount val="100"/>
                <c:pt idx="0">
                  <c:v>2812462.79</c:v>
                </c:pt>
                <c:pt idx="1">
                  <c:v>2812462.79</c:v>
                </c:pt>
                <c:pt idx="2">
                  <c:v>2411718.36</c:v>
                </c:pt>
                <c:pt idx="3">
                  <c:v>2053734.81</c:v>
                </c:pt>
                <c:pt idx="4">
                  <c:v>1620936.69</c:v>
                </c:pt>
                <c:pt idx="5">
                  <c:v>1418482.54</c:v>
                </c:pt>
                <c:pt idx="6">
                  <c:v>1163504.3700000001</c:v>
                </c:pt>
                <c:pt idx="7">
                  <c:v>1163504.3700000001</c:v>
                </c:pt>
                <c:pt idx="8">
                  <c:v>1060784.25</c:v>
                </c:pt>
                <c:pt idx="9">
                  <c:v>934234.25</c:v>
                </c:pt>
                <c:pt idx="10">
                  <c:v>898344.25</c:v>
                </c:pt>
                <c:pt idx="11">
                  <c:v>832234.25</c:v>
                </c:pt>
                <c:pt idx="12">
                  <c:v>796344.25</c:v>
                </c:pt>
                <c:pt idx="13">
                  <c:v>730234.25</c:v>
                </c:pt>
                <c:pt idx="14">
                  <c:v>730234.25</c:v>
                </c:pt>
                <c:pt idx="15">
                  <c:v>730234.25</c:v>
                </c:pt>
                <c:pt idx="16">
                  <c:v>730234.25</c:v>
                </c:pt>
                <c:pt idx="17">
                  <c:v>730234.25</c:v>
                </c:pt>
                <c:pt idx="18">
                  <c:v>730234.25</c:v>
                </c:pt>
                <c:pt idx="19">
                  <c:v>730234.25</c:v>
                </c:pt>
                <c:pt idx="20">
                  <c:v>730234.25</c:v>
                </c:pt>
                <c:pt idx="21">
                  <c:v>730234.25</c:v>
                </c:pt>
                <c:pt idx="22">
                  <c:v>730234.25</c:v>
                </c:pt>
                <c:pt idx="23">
                  <c:v>730234.25</c:v>
                </c:pt>
                <c:pt idx="24">
                  <c:v>730234.25</c:v>
                </c:pt>
                <c:pt idx="25">
                  <c:v>730234.25</c:v>
                </c:pt>
                <c:pt idx="26">
                  <c:v>730234.25</c:v>
                </c:pt>
                <c:pt idx="27">
                  <c:v>730234.25</c:v>
                </c:pt>
                <c:pt idx="28">
                  <c:v>730234.25</c:v>
                </c:pt>
                <c:pt idx="29">
                  <c:v>730234.25</c:v>
                </c:pt>
                <c:pt idx="30">
                  <c:v>730234.25</c:v>
                </c:pt>
                <c:pt idx="31">
                  <c:v>730234.25</c:v>
                </c:pt>
                <c:pt idx="32">
                  <c:v>730234.25</c:v>
                </c:pt>
                <c:pt idx="33">
                  <c:v>730234.25</c:v>
                </c:pt>
                <c:pt idx="34">
                  <c:v>730234.25</c:v>
                </c:pt>
                <c:pt idx="35">
                  <c:v>730234.25</c:v>
                </c:pt>
                <c:pt idx="36">
                  <c:v>730234.25</c:v>
                </c:pt>
                <c:pt idx="37">
                  <c:v>730234.25</c:v>
                </c:pt>
                <c:pt idx="38">
                  <c:v>730234.25</c:v>
                </c:pt>
                <c:pt idx="39">
                  <c:v>730234.25</c:v>
                </c:pt>
                <c:pt idx="40">
                  <c:v>730234.25</c:v>
                </c:pt>
                <c:pt idx="41">
                  <c:v>730234.25</c:v>
                </c:pt>
                <c:pt idx="42">
                  <c:v>730234.25</c:v>
                </c:pt>
                <c:pt idx="43">
                  <c:v>730234.25</c:v>
                </c:pt>
                <c:pt idx="44">
                  <c:v>730234.25</c:v>
                </c:pt>
                <c:pt idx="45">
                  <c:v>730234.25</c:v>
                </c:pt>
                <c:pt idx="46">
                  <c:v>730234.25</c:v>
                </c:pt>
                <c:pt idx="47">
                  <c:v>730234.25</c:v>
                </c:pt>
                <c:pt idx="48">
                  <c:v>730234.25</c:v>
                </c:pt>
                <c:pt idx="49">
                  <c:v>730234.25</c:v>
                </c:pt>
                <c:pt idx="50">
                  <c:v>730234.25</c:v>
                </c:pt>
                <c:pt idx="51">
                  <c:v>730234.25</c:v>
                </c:pt>
                <c:pt idx="52">
                  <c:v>730234.25</c:v>
                </c:pt>
                <c:pt idx="53">
                  <c:v>730234.25</c:v>
                </c:pt>
                <c:pt idx="54">
                  <c:v>730234.25</c:v>
                </c:pt>
                <c:pt idx="55">
                  <c:v>730234.25</c:v>
                </c:pt>
                <c:pt idx="56">
                  <c:v>730234.25</c:v>
                </c:pt>
                <c:pt idx="57">
                  <c:v>730234.25</c:v>
                </c:pt>
                <c:pt idx="58">
                  <c:v>730234.25</c:v>
                </c:pt>
                <c:pt idx="59">
                  <c:v>730234.25</c:v>
                </c:pt>
                <c:pt idx="60">
                  <c:v>730234.25</c:v>
                </c:pt>
                <c:pt idx="61">
                  <c:v>730234.25</c:v>
                </c:pt>
                <c:pt idx="62">
                  <c:v>730234.25</c:v>
                </c:pt>
                <c:pt idx="63">
                  <c:v>730234.25</c:v>
                </c:pt>
                <c:pt idx="64">
                  <c:v>730234.25</c:v>
                </c:pt>
                <c:pt idx="65">
                  <c:v>730234.25</c:v>
                </c:pt>
                <c:pt idx="66">
                  <c:v>730234.25</c:v>
                </c:pt>
                <c:pt idx="67">
                  <c:v>730234.25</c:v>
                </c:pt>
                <c:pt idx="68">
                  <c:v>730234.25</c:v>
                </c:pt>
                <c:pt idx="69">
                  <c:v>730234.25</c:v>
                </c:pt>
                <c:pt idx="70">
                  <c:v>730234.25</c:v>
                </c:pt>
                <c:pt idx="71">
                  <c:v>730234.25</c:v>
                </c:pt>
                <c:pt idx="72">
                  <c:v>730234.25</c:v>
                </c:pt>
                <c:pt idx="73">
                  <c:v>730234.25</c:v>
                </c:pt>
                <c:pt idx="74">
                  <c:v>730234.25</c:v>
                </c:pt>
                <c:pt idx="75">
                  <c:v>730234.25</c:v>
                </c:pt>
                <c:pt idx="76">
                  <c:v>730234.25</c:v>
                </c:pt>
                <c:pt idx="77">
                  <c:v>730234.25</c:v>
                </c:pt>
                <c:pt idx="78">
                  <c:v>730234.25</c:v>
                </c:pt>
                <c:pt idx="79">
                  <c:v>730234.25</c:v>
                </c:pt>
                <c:pt idx="80">
                  <c:v>730234.25</c:v>
                </c:pt>
                <c:pt idx="81">
                  <c:v>730234.25</c:v>
                </c:pt>
                <c:pt idx="82">
                  <c:v>730234.25</c:v>
                </c:pt>
                <c:pt idx="83">
                  <c:v>730234.25</c:v>
                </c:pt>
                <c:pt idx="84">
                  <c:v>730234.25</c:v>
                </c:pt>
                <c:pt idx="85">
                  <c:v>730234.25</c:v>
                </c:pt>
                <c:pt idx="86">
                  <c:v>730234.25</c:v>
                </c:pt>
                <c:pt idx="87">
                  <c:v>730234.25</c:v>
                </c:pt>
                <c:pt idx="88">
                  <c:v>730234.25</c:v>
                </c:pt>
                <c:pt idx="89">
                  <c:v>730234.25</c:v>
                </c:pt>
                <c:pt idx="90">
                  <c:v>730234.25</c:v>
                </c:pt>
                <c:pt idx="91">
                  <c:v>730234.25</c:v>
                </c:pt>
                <c:pt idx="92">
                  <c:v>730234.25</c:v>
                </c:pt>
                <c:pt idx="93">
                  <c:v>730234.25</c:v>
                </c:pt>
                <c:pt idx="94">
                  <c:v>730234.25</c:v>
                </c:pt>
                <c:pt idx="95">
                  <c:v>730234.25</c:v>
                </c:pt>
                <c:pt idx="96">
                  <c:v>730234.25</c:v>
                </c:pt>
                <c:pt idx="97">
                  <c:v>730234.25</c:v>
                </c:pt>
                <c:pt idx="98">
                  <c:v>730234.25</c:v>
                </c:pt>
                <c:pt idx="99">
                  <c:v>730234.25</c:v>
                </c:pt>
              </c:numCache>
            </c:numRef>
          </c:val>
          <c:smooth val="0"/>
          <c:extLst>
            <c:ext xmlns:c16="http://schemas.microsoft.com/office/drawing/2014/chart" uri="{C3380CC4-5D6E-409C-BE32-E72D297353CC}">
              <c16:uniqueId val="{00000003-3D2B-4C9A-9208-457A9463E084}"/>
            </c:ext>
          </c:extLst>
        </c:ser>
        <c:ser>
          <c:idx val="4"/>
          <c:order val="4"/>
          <c:tx>
            <c:strRef>
              <c:f>'Firefly data'!$E$1</c:f>
              <c:strCache>
                <c:ptCount val="1"/>
                <c:pt idx="0">
                  <c:v>LPSP 2% (Li-ion)</c:v>
                </c:pt>
              </c:strCache>
            </c:strRef>
          </c:tx>
          <c:spPr>
            <a:ln w="28575" cap="rnd">
              <a:solidFill>
                <a:schemeClr val="accent5"/>
              </a:solidFill>
              <a:round/>
            </a:ln>
            <a:effectLst/>
          </c:spPr>
          <c:marker>
            <c:symbol val="none"/>
          </c:marker>
          <c:val>
            <c:numRef>
              <c:f>'Firefly data'!$E$2:$E$101</c:f>
              <c:numCache>
                <c:formatCode>General</c:formatCode>
                <c:ptCount val="100"/>
                <c:pt idx="0">
                  <c:v>3648414.11</c:v>
                </c:pt>
                <c:pt idx="1">
                  <c:v>3221366.83</c:v>
                </c:pt>
                <c:pt idx="2">
                  <c:v>2947011.39</c:v>
                </c:pt>
                <c:pt idx="3">
                  <c:v>2614844.25</c:v>
                </c:pt>
                <c:pt idx="4">
                  <c:v>2447454.37</c:v>
                </c:pt>
                <c:pt idx="5">
                  <c:v>2259234.25</c:v>
                </c:pt>
                <c:pt idx="6">
                  <c:v>1924204.25</c:v>
                </c:pt>
                <c:pt idx="7">
                  <c:v>1515694.25</c:v>
                </c:pt>
                <c:pt idx="8">
                  <c:v>1185654.25</c:v>
                </c:pt>
                <c:pt idx="9">
                  <c:v>1131564.25</c:v>
                </c:pt>
                <c:pt idx="10">
                  <c:v>1035234.25</c:v>
                </c:pt>
                <c:pt idx="11">
                  <c:v>933234.25</c:v>
                </c:pt>
                <c:pt idx="12">
                  <c:v>831234.25</c:v>
                </c:pt>
                <c:pt idx="13">
                  <c:v>831234.25</c:v>
                </c:pt>
                <c:pt idx="14">
                  <c:v>831234.25</c:v>
                </c:pt>
                <c:pt idx="15">
                  <c:v>831234.25</c:v>
                </c:pt>
                <c:pt idx="16">
                  <c:v>831234.25</c:v>
                </c:pt>
                <c:pt idx="17">
                  <c:v>831234.25</c:v>
                </c:pt>
                <c:pt idx="18">
                  <c:v>831234.25</c:v>
                </c:pt>
                <c:pt idx="19">
                  <c:v>831234.25</c:v>
                </c:pt>
                <c:pt idx="20">
                  <c:v>831234.25</c:v>
                </c:pt>
                <c:pt idx="21">
                  <c:v>831234.25</c:v>
                </c:pt>
                <c:pt idx="22">
                  <c:v>831234.25</c:v>
                </c:pt>
                <c:pt idx="23">
                  <c:v>831234.25</c:v>
                </c:pt>
                <c:pt idx="24">
                  <c:v>831234.25</c:v>
                </c:pt>
                <c:pt idx="25">
                  <c:v>729234.25</c:v>
                </c:pt>
                <c:pt idx="26">
                  <c:v>729234.25</c:v>
                </c:pt>
                <c:pt idx="27">
                  <c:v>729234.25</c:v>
                </c:pt>
                <c:pt idx="28">
                  <c:v>729234.25</c:v>
                </c:pt>
                <c:pt idx="29">
                  <c:v>729234.25</c:v>
                </c:pt>
                <c:pt idx="30">
                  <c:v>729234.25</c:v>
                </c:pt>
                <c:pt idx="31">
                  <c:v>729234.25</c:v>
                </c:pt>
                <c:pt idx="32">
                  <c:v>729234.25</c:v>
                </c:pt>
                <c:pt idx="33">
                  <c:v>729234.25</c:v>
                </c:pt>
                <c:pt idx="34">
                  <c:v>729234.25</c:v>
                </c:pt>
                <c:pt idx="35">
                  <c:v>729234.25</c:v>
                </c:pt>
                <c:pt idx="36">
                  <c:v>729234.25</c:v>
                </c:pt>
                <c:pt idx="37">
                  <c:v>729234.25</c:v>
                </c:pt>
                <c:pt idx="38">
                  <c:v>729234.25</c:v>
                </c:pt>
                <c:pt idx="39">
                  <c:v>729234.25</c:v>
                </c:pt>
                <c:pt idx="40">
                  <c:v>729234.25</c:v>
                </c:pt>
                <c:pt idx="41">
                  <c:v>729234.25</c:v>
                </c:pt>
                <c:pt idx="42">
                  <c:v>729234.25</c:v>
                </c:pt>
                <c:pt idx="43">
                  <c:v>729234.25</c:v>
                </c:pt>
                <c:pt idx="44">
                  <c:v>729234.25</c:v>
                </c:pt>
                <c:pt idx="45">
                  <c:v>729234.25</c:v>
                </c:pt>
                <c:pt idx="46">
                  <c:v>729234.25</c:v>
                </c:pt>
                <c:pt idx="47">
                  <c:v>729234.25</c:v>
                </c:pt>
                <c:pt idx="48">
                  <c:v>729234.25</c:v>
                </c:pt>
                <c:pt idx="49">
                  <c:v>729234.25</c:v>
                </c:pt>
                <c:pt idx="50">
                  <c:v>729234.25</c:v>
                </c:pt>
                <c:pt idx="51">
                  <c:v>729234.25</c:v>
                </c:pt>
                <c:pt idx="52">
                  <c:v>729234.25</c:v>
                </c:pt>
                <c:pt idx="53">
                  <c:v>729234.25</c:v>
                </c:pt>
                <c:pt idx="54">
                  <c:v>729234.25</c:v>
                </c:pt>
                <c:pt idx="55">
                  <c:v>729234.25</c:v>
                </c:pt>
                <c:pt idx="56">
                  <c:v>729234.25</c:v>
                </c:pt>
                <c:pt idx="57">
                  <c:v>729234.25</c:v>
                </c:pt>
                <c:pt idx="58">
                  <c:v>729234.25</c:v>
                </c:pt>
                <c:pt idx="59">
                  <c:v>729234.25</c:v>
                </c:pt>
                <c:pt idx="60">
                  <c:v>729234.25</c:v>
                </c:pt>
                <c:pt idx="61">
                  <c:v>729234.25</c:v>
                </c:pt>
                <c:pt idx="62">
                  <c:v>729234.25</c:v>
                </c:pt>
                <c:pt idx="63">
                  <c:v>729234.25</c:v>
                </c:pt>
                <c:pt idx="64">
                  <c:v>729234.25</c:v>
                </c:pt>
                <c:pt idx="65">
                  <c:v>729234.25</c:v>
                </c:pt>
                <c:pt idx="66">
                  <c:v>729234.25</c:v>
                </c:pt>
                <c:pt idx="67">
                  <c:v>729234.25</c:v>
                </c:pt>
                <c:pt idx="68">
                  <c:v>729234.25</c:v>
                </c:pt>
                <c:pt idx="69">
                  <c:v>729234.25</c:v>
                </c:pt>
                <c:pt idx="70">
                  <c:v>729234.25</c:v>
                </c:pt>
                <c:pt idx="71">
                  <c:v>729234.25</c:v>
                </c:pt>
                <c:pt idx="72">
                  <c:v>729234.25</c:v>
                </c:pt>
                <c:pt idx="73">
                  <c:v>729234.25</c:v>
                </c:pt>
                <c:pt idx="74">
                  <c:v>729234.25</c:v>
                </c:pt>
                <c:pt idx="75">
                  <c:v>729234.25</c:v>
                </c:pt>
                <c:pt idx="76">
                  <c:v>729234.25</c:v>
                </c:pt>
                <c:pt idx="77">
                  <c:v>729234.25</c:v>
                </c:pt>
                <c:pt idx="78">
                  <c:v>729234.25</c:v>
                </c:pt>
                <c:pt idx="79">
                  <c:v>729234.25</c:v>
                </c:pt>
                <c:pt idx="80">
                  <c:v>729234.25</c:v>
                </c:pt>
                <c:pt idx="81">
                  <c:v>729234.25</c:v>
                </c:pt>
                <c:pt idx="82">
                  <c:v>729234.25</c:v>
                </c:pt>
                <c:pt idx="83">
                  <c:v>729234.25</c:v>
                </c:pt>
                <c:pt idx="84">
                  <c:v>729234.25</c:v>
                </c:pt>
                <c:pt idx="85">
                  <c:v>729234.25</c:v>
                </c:pt>
                <c:pt idx="86">
                  <c:v>729234.25</c:v>
                </c:pt>
                <c:pt idx="87">
                  <c:v>729234.25</c:v>
                </c:pt>
                <c:pt idx="88">
                  <c:v>729234.25</c:v>
                </c:pt>
                <c:pt idx="89">
                  <c:v>729234.25</c:v>
                </c:pt>
                <c:pt idx="90">
                  <c:v>729234.25</c:v>
                </c:pt>
                <c:pt idx="91">
                  <c:v>729234.25</c:v>
                </c:pt>
                <c:pt idx="92">
                  <c:v>729234.25</c:v>
                </c:pt>
                <c:pt idx="93">
                  <c:v>729234.25</c:v>
                </c:pt>
                <c:pt idx="94">
                  <c:v>729234.25</c:v>
                </c:pt>
                <c:pt idx="95">
                  <c:v>729234.25</c:v>
                </c:pt>
                <c:pt idx="96">
                  <c:v>729234.25</c:v>
                </c:pt>
                <c:pt idx="97">
                  <c:v>729234.25</c:v>
                </c:pt>
                <c:pt idx="98">
                  <c:v>729234.25</c:v>
                </c:pt>
                <c:pt idx="99">
                  <c:v>729234.25</c:v>
                </c:pt>
              </c:numCache>
            </c:numRef>
          </c:val>
          <c:smooth val="0"/>
          <c:extLst>
            <c:ext xmlns:c16="http://schemas.microsoft.com/office/drawing/2014/chart" uri="{C3380CC4-5D6E-409C-BE32-E72D297353CC}">
              <c16:uniqueId val="{00000004-3D2B-4C9A-9208-457A9463E084}"/>
            </c:ext>
          </c:extLst>
        </c:ser>
        <c:ser>
          <c:idx val="5"/>
          <c:order val="5"/>
          <c:tx>
            <c:strRef>
              <c:f>'Firefly data'!$F$1</c:f>
              <c:strCache>
                <c:ptCount val="1"/>
                <c:pt idx="0">
                  <c:v>LPSP 5% (Li-ion)</c:v>
                </c:pt>
              </c:strCache>
            </c:strRef>
          </c:tx>
          <c:spPr>
            <a:ln w="28575" cap="rnd">
              <a:solidFill>
                <a:schemeClr val="accent6"/>
              </a:solidFill>
              <a:round/>
            </a:ln>
            <a:effectLst/>
          </c:spPr>
          <c:marker>
            <c:symbol val="none"/>
          </c:marker>
          <c:val>
            <c:numRef>
              <c:f>'Firefly data'!$F$2:$F$101</c:f>
              <c:numCache>
                <c:formatCode>General</c:formatCode>
                <c:ptCount val="100"/>
                <c:pt idx="0">
                  <c:v>2980837.69</c:v>
                </c:pt>
                <c:pt idx="1">
                  <c:v>2735701.44</c:v>
                </c:pt>
                <c:pt idx="2">
                  <c:v>2356531.39</c:v>
                </c:pt>
                <c:pt idx="3">
                  <c:v>2154124.96</c:v>
                </c:pt>
                <c:pt idx="4">
                  <c:v>1823194.81</c:v>
                </c:pt>
                <c:pt idx="5">
                  <c:v>1651212.85</c:v>
                </c:pt>
                <c:pt idx="6">
                  <c:v>1394888.36</c:v>
                </c:pt>
                <c:pt idx="7">
                  <c:v>1138904.81</c:v>
                </c:pt>
                <c:pt idx="8">
                  <c:v>890004.25</c:v>
                </c:pt>
                <c:pt idx="9">
                  <c:v>829734.25</c:v>
                </c:pt>
                <c:pt idx="10">
                  <c:v>775814.25</c:v>
                </c:pt>
                <c:pt idx="11">
                  <c:v>727734.25</c:v>
                </c:pt>
                <c:pt idx="12">
                  <c:v>727734.25</c:v>
                </c:pt>
                <c:pt idx="13">
                  <c:v>727734.25</c:v>
                </c:pt>
                <c:pt idx="14">
                  <c:v>727734.25</c:v>
                </c:pt>
                <c:pt idx="15">
                  <c:v>727734.25</c:v>
                </c:pt>
                <c:pt idx="16">
                  <c:v>727734.25</c:v>
                </c:pt>
                <c:pt idx="17">
                  <c:v>727734.25</c:v>
                </c:pt>
                <c:pt idx="18">
                  <c:v>727734.25</c:v>
                </c:pt>
                <c:pt idx="19">
                  <c:v>727734.25</c:v>
                </c:pt>
                <c:pt idx="20">
                  <c:v>727734.25</c:v>
                </c:pt>
                <c:pt idx="21">
                  <c:v>727734.25</c:v>
                </c:pt>
                <c:pt idx="22">
                  <c:v>727734.25</c:v>
                </c:pt>
                <c:pt idx="23">
                  <c:v>727734.25</c:v>
                </c:pt>
                <c:pt idx="24">
                  <c:v>727734.25</c:v>
                </c:pt>
                <c:pt idx="25">
                  <c:v>727734.25</c:v>
                </c:pt>
                <c:pt idx="26">
                  <c:v>727734.25</c:v>
                </c:pt>
                <c:pt idx="27">
                  <c:v>727734.25</c:v>
                </c:pt>
                <c:pt idx="28">
                  <c:v>727734.25</c:v>
                </c:pt>
                <c:pt idx="29">
                  <c:v>727734.25</c:v>
                </c:pt>
                <c:pt idx="30">
                  <c:v>727734.25</c:v>
                </c:pt>
                <c:pt idx="31">
                  <c:v>727734.25</c:v>
                </c:pt>
                <c:pt idx="32">
                  <c:v>727734.25</c:v>
                </c:pt>
                <c:pt idx="33">
                  <c:v>727734.25</c:v>
                </c:pt>
                <c:pt idx="34">
                  <c:v>727734.25</c:v>
                </c:pt>
                <c:pt idx="35">
                  <c:v>727734.25</c:v>
                </c:pt>
                <c:pt idx="36">
                  <c:v>727734.25</c:v>
                </c:pt>
                <c:pt idx="37">
                  <c:v>727734.25</c:v>
                </c:pt>
                <c:pt idx="38">
                  <c:v>727734.25</c:v>
                </c:pt>
                <c:pt idx="39">
                  <c:v>727734.25</c:v>
                </c:pt>
                <c:pt idx="40">
                  <c:v>727734.25</c:v>
                </c:pt>
                <c:pt idx="41">
                  <c:v>727734.25</c:v>
                </c:pt>
                <c:pt idx="42">
                  <c:v>727734.25</c:v>
                </c:pt>
                <c:pt idx="43">
                  <c:v>727734.25</c:v>
                </c:pt>
                <c:pt idx="44">
                  <c:v>727734.25</c:v>
                </c:pt>
                <c:pt idx="45">
                  <c:v>727734.25</c:v>
                </c:pt>
                <c:pt idx="46">
                  <c:v>727734.25</c:v>
                </c:pt>
                <c:pt idx="47">
                  <c:v>727734.25</c:v>
                </c:pt>
                <c:pt idx="48">
                  <c:v>727734.25</c:v>
                </c:pt>
                <c:pt idx="49">
                  <c:v>727734.25</c:v>
                </c:pt>
                <c:pt idx="50">
                  <c:v>727734.25</c:v>
                </c:pt>
                <c:pt idx="51">
                  <c:v>727734.25</c:v>
                </c:pt>
                <c:pt idx="52">
                  <c:v>727734.25</c:v>
                </c:pt>
                <c:pt idx="53">
                  <c:v>727734.25</c:v>
                </c:pt>
                <c:pt idx="54">
                  <c:v>727734.25</c:v>
                </c:pt>
                <c:pt idx="55">
                  <c:v>727734.25</c:v>
                </c:pt>
                <c:pt idx="56">
                  <c:v>727734.25</c:v>
                </c:pt>
                <c:pt idx="57">
                  <c:v>727734.25</c:v>
                </c:pt>
                <c:pt idx="58">
                  <c:v>727734.25</c:v>
                </c:pt>
                <c:pt idx="59">
                  <c:v>727734.25</c:v>
                </c:pt>
                <c:pt idx="60">
                  <c:v>727734.25</c:v>
                </c:pt>
                <c:pt idx="61">
                  <c:v>727734.25</c:v>
                </c:pt>
                <c:pt idx="62">
                  <c:v>727734.25</c:v>
                </c:pt>
                <c:pt idx="63">
                  <c:v>727734.25</c:v>
                </c:pt>
                <c:pt idx="64">
                  <c:v>727734.25</c:v>
                </c:pt>
                <c:pt idx="65">
                  <c:v>727734.25</c:v>
                </c:pt>
                <c:pt idx="66">
                  <c:v>727734.25</c:v>
                </c:pt>
                <c:pt idx="67">
                  <c:v>727734.25</c:v>
                </c:pt>
                <c:pt idx="68">
                  <c:v>727734.25</c:v>
                </c:pt>
                <c:pt idx="69">
                  <c:v>727734.25</c:v>
                </c:pt>
                <c:pt idx="70">
                  <c:v>727734.25</c:v>
                </c:pt>
                <c:pt idx="71">
                  <c:v>727734.25</c:v>
                </c:pt>
                <c:pt idx="72">
                  <c:v>727734.25</c:v>
                </c:pt>
                <c:pt idx="73">
                  <c:v>727734.25</c:v>
                </c:pt>
                <c:pt idx="74">
                  <c:v>727734.25</c:v>
                </c:pt>
                <c:pt idx="75">
                  <c:v>727734.25</c:v>
                </c:pt>
                <c:pt idx="76">
                  <c:v>727734.25</c:v>
                </c:pt>
                <c:pt idx="77">
                  <c:v>727734.25</c:v>
                </c:pt>
                <c:pt idx="78">
                  <c:v>727734.25</c:v>
                </c:pt>
                <c:pt idx="79">
                  <c:v>727734.25</c:v>
                </c:pt>
                <c:pt idx="80">
                  <c:v>727734.25</c:v>
                </c:pt>
                <c:pt idx="81">
                  <c:v>727734.25</c:v>
                </c:pt>
                <c:pt idx="82">
                  <c:v>727734.25</c:v>
                </c:pt>
                <c:pt idx="83">
                  <c:v>727734.25</c:v>
                </c:pt>
                <c:pt idx="84">
                  <c:v>727734.25</c:v>
                </c:pt>
                <c:pt idx="85">
                  <c:v>727734.25</c:v>
                </c:pt>
                <c:pt idx="86">
                  <c:v>727734.25</c:v>
                </c:pt>
                <c:pt idx="87">
                  <c:v>727734.25</c:v>
                </c:pt>
                <c:pt idx="88">
                  <c:v>727734.25</c:v>
                </c:pt>
                <c:pt idx="89">
                  <c:v>727734.25</c:v>
                </c:pt>
                <c:pt idx="90">
                  <c:v>727734.25</c:v>
                </c:pt>
                <c:pt idx="91">
                  <c:v>727734.25</c:v>
                </c:pt>
                <c:pt idx="92">
                  <c:v>727734.25</c:v>
                </c:pt>
                <c:pt idx="93">
                  <c:v>727734.25</c:v>
                </c:pt>
                <c:pt idx="94">
                  <c:v>727734.25</c:v>
                </c:pt>
                <c:pt idx="95">
                  <c:v>727734.25</c:v>
                </c:pt>
                <c:pt idx="96">
                  <c:v>727734.25</c:v>
                </c:pt>
                <c:pt idx="97">
                  <c:v>727734.25</c:v>
                </c:pt>
                <c:pt idx="98">
                  <c:v>727734.25</c:v>
                </c:pt>
                <c:pt idx="99">
                  <c:v>727734.25</c:v>
                </c:pt>
              </c:numCache>
            </c:numRef>
          </c:val>
          <c:smooth val="0"/>
          <c:extLst>
            <c:ext xmlns:c16="http://schemas.microsoft.com/office/drawing/2014/chart" uri="{C3380CC4-5D6E-409C-BE32-E72D297353CC}">
              <c16:uniqueId val="{00000005-3D2B-4C9A-9208-457A9463E084}"/>
            </c:ext>
          </c:extLst>
        </c:ser>
        <c:dLbls>
          <c:showLegendKey val="0"/>
          <c:showVal val="0"/>
          <c:showCatName val="0"/>
          <c:showSerName val="0"/>
          <c:showPercent val="0"/>
          <c:showBubbleSize val="0"/>
        </c:dLbls>
        <c:smooth val="0"/>
        <c:axId val="587716239"/>
        <c:axId val="587716719"/>
      </c:lineChart>
      <c:catAx>
        <c:axId val="58771623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Iteration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87716719"/>
        <c:crosses val="autoZero"/>
        <c:auto val="1"/>
        <c:lblAlgn val="ctr"/>
        <c:lblOffset val="100"/>
        <c:noMultiLvlLbl val="0"/>
      </c:catAx>
      <c:valAx>
        <c:axId val="58771671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Best NPC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8771623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Convergence Curves for PSO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strRef>
              <c:f>'PSO Data'!$W$1</c:f>
              <c:strCache>
                <c:ptCount val="1"/>
                <c:pt idx="0">
                  <c:v>LPSP 0% (Lead acid)</c:v>
                </c:pt>
              </c:strCache>
            </c:strRef>
          </c:tx>
          <c:spPr>
            <a:ln w="28575" cap="rnd">
              <a:solidFill>
                <a:schemeClr val="accent1"/>
              </a:solidFill>
              <a:round/>
            </a:ln>
            <a:effectLst/>
          </c:spPr>
          <c:marker>
            <c:symbol val="none"/>
          </c:marker>
          <c:val>
            <c:numRef>
              <c:f>'PSO Data'!$W$2:$W$101</c:f>
              <c:numCache>
                <c:formatCode>General</c:formatCode>
                <c:ptCount val="100"/>
                <c:pt idx="0">
                  <c:v>906692.78599999996</c:v>
                </c:pt>
                <c:pt idx="1">
                  <c:v>906692.78599999996</c:v>
                </c:pt>
                <c:pt idx="2">
                  <c:v>855211.85309999995</c:v>
                </c:pt>
                <c:pt idx="3">
                  <c:v>855211.85309999995</c:v>
                </c:pt>
                <c:pt idx="4">
                  <c:v>841337.53659999999</c:v>
                </c:pt>
                <c:pt idx="5">
                  <c:v>610762.48670000001</c:v>
                </c:pt>
                <c:pt idx="6">
                  <c:v>610762.48670000001</c:v>
                </c:pt>
                <c:pt idx="7">
                  <c:v>610762.48670000001</c:v>
                </c:pt>
                <c:pt idx="8">
                  <c:v>610762.48670000001</c:v>
                </c:pt>
                <c:pt idx="9">
                  <c:v>610762.48670000001</c:v>
                </c:pt>
                <c:pt idx="10">
                  <c:v>610762.48670000001</c:v>
                </c:pt>
                <c:pt idx="11">
                  <c:v>610762.48670000001</c:v>
                </c:pt>
                <c:pt idx="12">
                  <c:v>610762.48670000001</c:v>
                </c:pt>
                <c:pt idx="13">
                  <c:v>610762.48670000001</c:v>
                </c:pt>
                <c:pt idx="14">
                  <c:v>610762.48670000001</c:v>
                </c:pt>
                <c:pt idx="15">
                  <c:v>610762.48670000001</c:v>
                </c:pt>
                <c:pt idx="16">
                  <c:v>610762.48670000001</c:v>
                </c:pt>
                <c:pt idx="17">
                  <c:v>610762.48670000001</c:v>
                </c:pt>
                <c:pt idx="18">
                  <c:v>610762.48670000001</c:v>
                </c:pt>
                <c:pt idx="19">
                  <c:v>610762.48670000001</c:v>
                </c:pt>
                <c:pt idx="20">
                  <c:v>610762.48670000001</c:v>
                </c:pt>
                <c:pt idx="21">
                  <c:v>610762.48670000001</c:v>
                </c:pt>
                <c:pt idx="22">
                  <c:v>610762.48670000001</c:v>
                </c:pt>
                <c:pt idx="23">
                  <c:v>601823.52179999999</c:v>
                </c:pt>
                <c:pt idx="24">
                  <c:v>601823.52179999999</c:v>
                </c:pt>
                <c:pt idx="25">
                  <c:v>601823.52179999999</c:v>
                </c:pt>
                <c:pt idx="26">
                  <c:v>601823.52179999999</c:v>
                </c:pt>
                <c:pt idx="27">
                  <c:v>601823.52179999999</c:v>
                </c:pt>
                <c:pt idx="28">
                  <c:v>601823.52179999999</c:v>
                </c:pt>
                <c:pt idx="29">
                  <c:v>601823.52179999999</c:v>
                </c:pt>
                <c:pt idx="30">
                  <c:v>601823.52179999999</c:v>
                </c:pt>
                <c:pt idx="31">
                  <c:v>601823.52179999999</c:v>
                </c:pt>
                <c:pt idx="32">
                  <c:v>601823.52179999999</c:v>
                </c:pt>
                <c:pt idx="33">
                  <c:v>601823.52179999999</c:v>
                </c:pt>
                <c:pt idx="34">
                  <c:v>601823.52179999999</c:v>
                </c:pt>
                <c:pt idx="35">
                  <c:v>601823.52179999999</c:v>
                </c:pt>
                <c:pt idx="36">
                  <c:v>601823.52179999999</c:v>
                </c:pt>
                <c:pt idx="37">
                  <c:v>601823.52179999999</c:v>
                </c:pt>
                <c:pt idx="38">
                  <c:v>601823.52179999999</c:v>
                </c:pt>
                <c:pt idx="39">
                  <c:v>601823.52179999999</c:v>
                </c:pt>
                <c:pt idx="40">
                  <c:v>601823.52179999999</c:v>
                </c:pt>
                <c:pt idx="41">
                  <c:v>601823.52179999999</c:v>
                </c:pt>
                <c:pt idx="42">
                  <c:v>601823.52179999999</c:v>
                </c:pt>
                <c:pt idx="43">
                  <c:v>601823.52179999999</c:v>
                </c:pt>
                <c:pt idx="44">
                  <c:v>601823.52179999999</c:v>
                </c:pt>
                <c:pt idx="45">
                  <c:v>601823.52179999999</c:v>
                </c:pt>
                <c:pt idx="46">
                  <c:v>601823.52179999999</c:v>
                </c:pt>
                <c:pt idx="47">
                  <c:v>601823.52179999999</c:v>
                </c:pt>
                <c:pt idx="48">
                  <c:v>601823.52179999999</c:v>
                </c:pt>
                <c:pt idx="49">
                  <c:v>601823.52179999999</c:v>
                </c:pt>
                <c:pt idx="50">
                  <c:v>601823.52179999999</c:v>
                </c:pt>
                <c:pt idx="51">
                  <c:v>601823.52179999999</c:v>
                </c:pt>
                <c:pt idx="52">
                  <c:v>601823.52179999999</c:v>
                </c:pt>
                <c:pt idx="53">
                  <c:v>601823.52179999999</c:v>
                </c:pt>
                <c:pt idx="54">
                  <c:v>601823.52179999999</c:v>
                </c:pt>
                <c:pt idx="55">
                  <c:v>601823.52179999999</c:v>
                </c:pt>
                <c:pt idx="56">
                  <c:v>601823.52179999999</c:v>
                </c:pt>
                <c:pt idx="57">
                  <c:v>601823.52179999999</c:v>
                </c:pt>
                <c:pt idx="58">
                  <c:v>601823.52179999999</c:v>
                </c:pt>
                <c:pt idx="59">
                  <c:v>601823.52179999999</c:v>
                </c:pt>
                <c:pt idx="60">
                  <c:v>601823.52179999999</c:v>
                </c:pt>
                <c:pt idx="61">
                  <c:v>601823.52179999999</c:v>
                </c:pt>
                <c:pt idx="62">
                  <c:v>601823.52179999999</c:v>
                </c:pt>
                <c:pt idx="63">
                  <c:v>529077.96490000002</c:v>
                </c:pt>
                <c:pt idx="64">
                  <c:v>529077.96490000002</c:v>
                </c:pt>
                <c:pt idx="65">
                  <c:v>529077.96490000002</c:v>
                </c:pt>
                <c:pt idx="66">
                  <c:v>529077.96490000002</c:v>
                </c:pt>
                <c:pt idx="67">
                  <c:v>529077.96490000002</c:v>
                </c:pt>
                <c:pt idx="68">
                  <c:v>529077.96490000002</c:v>
                </c:pt>
                <c:pt idx="69">
                  <c:v>529077.96490000002</c:v>
                </c:pt>
                <c:pt idx="70">
                  <c:v>529077.96490000002</c:v>
                </c:pt>
                <c:pt idx="71">
                  <c:v>529077.96490000002</c:v>
                </c:pt>
                <c:pt idx="72">
                  <c:v>529077.96490000002</c:v>
                </c:pt>
                <c:pt idx="73">
                  <c:v>529077.96490000002</c:v>
                </c:pt>
                <c:pt idx="74">
                  <c:v>529077.96490000002</c:v>
                </c:pt>
                <c:pt idx="75">
                  <c:v>529077.96490000002</c:v>
                </c:pt>
                <c:pt idx="76">
                  <c:v>529077.96490000002</c:v>
                </c:pt>
                <c:pt idx="77">
                  <c:v>529077.96490000002</c:v>
                </c:pt>
                <c:pt idx="78">
                  <c:v>520139</c:v>
                </c:pt>
                <c:pt idx="79">
                  <c:v>520139</c:v>
                </c:pt>
                <c:pt idx="80">
                  <c:v>520139</c:v>
                </c:pt>
                <c:pt idx="81">
                  <c:v>520139</c:v>
                </c:pt>
                <c:pt idx="82">
                  <c:v>520139</c:v>
                </c:pt>
                <c:pt idx="83">
                  <c:v>520139</c:v>
                </c:pt>
                <c:pt idx="84">
                  <c:v>520139</c:v>
                </c:pt>
                <c:pt idx="85">
                  <c:v>520139</c:v>
                </c:pt>
                <c:pt idx="86">
                  <c:v>520139</c:v>
                </c:pt>
                <c:pt idx="87">
                  <c:v>520139</c:v>
                </c:pt>
                <c:pt idx="88">
                  <c:v>520139</c:v>
                </c:pt>
                <c:pt idx="89">
                  <c:v>520139</c:v>
                </c:pt>
                <c:pt idx="90">
                  <c:v>520139</c:v>
                </c:pt>
                <c:pt idx="91">
                  <c:v>520139</c:v>
                </c:pt>
                <c:pt idx="92">
                  <c:v>520139</c:v>
                </c:pt>
                <c:pt idx="93">
                  <c:v>520139</c:v>
                </c:pt>
                <c:pt idx="94">
                  <c:v>520139</c:v>
                </c:pt>
                <c:pt idx="95">
                  <c:v>520139</c:v>
                </c:pt>
                <c:pt idx="96">
                  <c:v>520139</c:v>
                </c:pt>
                <c:pt idx="97">
                  <c:v>520139</c:v>
                </c:pt>
                <c:pt idx="98">
                  <c:v>520139</c:v>
                </c:pt>
                <c:pt idx="99">
                  <c:v>520139</c:v>
                </c:pt>
              </c:numCache>
            </c:numRef>
          </c:val>
          <c:smooth val="0"/>
          <c:extLst>
            <c:ext xmlns:c16="http://schemas.microsoft.com/office/drawing/2014/chart" uri="{C3380CC4-5D6E-409C-BE32-E72D297353CC}">
              <c16:uniqueId val="{00000000-F4D4-4F00-86E0-BDCEBF245F29}"/>
            </c:ext>
          </c:extLst>
        </c:ser>
        <c:ser>
          <c:idx val="1"/>
          <c:order val="1"/>
          <c:tx>
            <c:strRef>
              <c:f>'PSO Data'!$X$1</c:f>
              <c:strCache>
                <c:ptCount val="1"/>
                <c:pt idx="0">
                  <c:v>LPSP 2% (Lead acid)</c:v>
                </c:pt>
              </c:strCache>
            </c:strRef>
          </c:tx>
          <c:spPr>
            <a:ln w="28575" cap="rnd">
              <a:solidFill>
                <a:schemeClr val="accent2"/>
              </a:solidFill>
              <a:round/>
            </a:ln>
            <a:effectLst/>
          </c:spPr>
          <c:marker>
            <c:symbol val="none"/>
          </c:marker>
          <c:val>
            <c:numRef>
              <c:f>'PSO Data'!$X$2:$X$101</c:f>
              <c:numCache>
                <c:formatCode>General</c:formatCode>
                <c:ptCount val="100"/>
                <c:pt idx="0">
                  <c:v>985512.31019999995</c:v>
                </c:pt>
                <c:pt idx="1">
                  <c:v>976460.89839999995</c:v>
                </c:pt>
                <c:pt idx="2">
                  <c:v>497029.09129999997</c:v>
                </c:pt>
                <c:pt idx="3">
                  <c:v>497029.09129999997</c:v>
                </c:pt>
                <c:pt idx="4">
                  <c:v>497029.09129999997</c:v>
                </c:pt>
                <c:pt idx="5">
                  <c:v>487353</c:v>
                </c:pt>
                <c:pt idx="6">
                  <c:v>487353</c:v>
                </c:pt>
                <c:pt idx="7">
                  <c:v>487353</c:v>
                </c:pt>
                <c:pt idx="8">
                  <c:v>487353</c:v>
                </c:pt>
                <c:pt idx="9">
                  <c:v>487353</c:v>
                </c:pt>
                <c:pt idx="10">
                  <c:v>487353</c:v>
                </c:pt>
                <c:pt idx="11">
                  <c:v>487353</c:v>
                </c:pt>
                <c:pt idx="12">
                  <c:v>487353</c:v>
                </c:pt>
                <c:pt idx="13">
                  <c:v>487353</c:v>
                </c:pt>
                <c:pt idx="14">
                  <c:v>487353</c:v>
                </c:pt>
                <c:pt idx="15">
                  <c:v>487353</c:v>
                </c:pt>
                <c:pt idx="16">
                  <c:v>487353</c:v>
                </c:pt>
                <c:pt idx="17">
                  <c:v>487353</c:v>
                </c:pt>
                <c:pt idx="18">
                  <c:v>487353</c:v>
                </c:pt>
                <c:pt idx="19">
                  <c:v>487353</c:v>
                </c:pt>
                <c:pt idx="20">
                  <c:v>487353</c:v>
                </c:pt>
                <c:pt idx="21">
                  <c:v>487353</c:v>
                </c:pt>
                <c:pt idx="22">
                  <c:v>487353</c:v>
                </c:pt>
                <c:pt idx="23">
                  <c:v>487353</c:v>
                </c:pt>
                <c:pt idx="24">
                  <c:v>487353</c:v>
                </c:pt>
                <c:pt idx="25">
                  <c:v>487353</c:v>
                </c:pt>
                <c:pt idx="26">
                  <c:v>487353</c:v>
                </c:pt>
                <c:pt idx="27">
                  <c:v>487353</c:v>
                </c:pt>
                <c:pt idx="28">
                  <c:v>487353</c:v>
                </c:pt>
                <c:pt idx="29">
                  <c:v>487353</c:v>
                </c:pt>
                <c:pt idx="30">
                  <c:v>487353</c:v>
                </c:pt>
                <c:pt idx="31">
                  <c:v>487353</c:v>
                </c:pt>
                <c:pt idx="32">
                  <c:v>487353</c:v>
                </c:pt>
                <c:pt idx="33">
                  <c:v>487353</c:v>
                </c:pt>
                <c:pt idx="34">
                  <c:v>487353</c:v>
                </c:pt>
                <c:pt idx="35">
                  <c:v>487353</c:v>
                </c:pt>
                <c:pt idx="36">
                  <c:v>487353</c:v>
                </c:pt>
                <c:pt idx="37">
                  <c:v>487353</c:v>
                </c:pt>
                <c:pt idx="38">
                  <c:v>487353</c:v>
                </c:pt>
                <c:pt idx="39">
                  <c:v>487353</c:v>
                </c:pt>
                <c:pt idx="40">
                  <c:v>487353</c:v>
                </c:pt>
                <c:pt idx="41">
                  <c:v>487353</c:v>
                </c:pt>
                <c:pt idx="42">
                  <c:v>487353</c:v>
                </c:pt>
                <c:pt idx="43">
                  <c:v>487353</c:v>
                </c:pt>
                <c:pt idx="44">
                  <c:v>487353</c:v>
                </c:pt>
                <c:pt idx="45">
                  <c:v>487353</c:v>
                </c:pt>
                <c:pt idx="46">
                  <c:v>487353</c:v>
                </c:pt>
                <c:pt idx="47">
                  <c:v>487353</c:v>
                </c:pt>
                <c:pt idx="48">
                  <c:v>487353</c:v>
                </c:pt>
                <c:pt idx="49">
                  <c:v>487353</c:v>
                </c:pt>
                <c:pt idx="50">
                  <c:v>487353</c:v>
                </c:pt>
                <c:pt idx="51">
                  <c:v>487353</c:v>
                </c:pt>
                <c:pt idx="52">
                  <c:v>487353</c:v>
                </c:pt>
                <c:pt idx="53">
                  <c:v>487353</c:v>
                </c:pt>
                <c:pt idx="54">
                  <c:v>487353</c:v>
                </c:pt>
                <c:pt idx="55">
                  <c:v>487353</c:v>
                </c:pt>
                <c:pt idx="56">
                  <c:v>487353</c:v>
                </c:pt>
                <c:pt idx="57">
                  <c:v>487353</c:v>
                </c:pt>
                <c:pt idx="58">
                  <c:v>487353</c:v>
                </c:pt>
                <c:pt idx="59">
                  <c:v>487353</c:v>
                </c:pt>
                <c:pt idx="60">
                  <c:v>487353</c:v>
                </c:pt>
                <c:pt idx="61">
                  <c:v>487353</c:v>
                </c:pt>
                <c:pt idx="62">
                  <c:v>487353</c:v>
                </c:pt>
                <c:pt idx="63">
                  <c:v>487353</c:v>
                </c:pt>
                <c:pt idx="64">
                  <c:v>487353</c:v>
                </c:pt>
                <c:pt idx="65">
                  <c:v>487353</c:v>
                </c:pt>
                <c:pt idx="66">
                  <c:v>487353</c:v>
                </c:pt>
                <c:pt idx="67">
                  <c:v>487353</c:v>
                </c:pt>
                <c:pt idx="68">
                  <c:v>487353</c:v>
                </c:pt>
                <c:pt idx="69">
                  <c:v>487353</c:v>
                </c:pt>
                <c:pt idx="70">
                  <c:v>487353</c:v>
                </c:pt>
                <c:pt idx="71">
                  <c:v>487353</c:v>
                </c:pt>
                <c:pt idx="72">
                  <c:v>487353</c:v>
                </c:pt>
                <c:pt idx="73">
                  <c:v>487353</c:v>
                </c:pt>
                <c:pt idx="74">
                  <c:v>487353</c:v>
                </c:pt>
                <c:pt idx="75">
                  <c:v>487353</c:v>
                </c:pt>
                <c:pt idx="76">
                  <c:v>487353</c:v>
                </c:pt>
                <c:pt idx="77">
                  <c:v>487353</c:v>
                </c:pt>
                <c:pt idx="78">
                  <c:v>487353</c:v>
                </c:pt>
                <c:pt idx="79">
                  <c:v>487353</c:v>
                </c:pt>
                <c:pt idx="80">
                  <c:v>487353</c:v>
                </c:pt>
                <c:pt idx="81">
                  <c:v>487353</c:v>
                </c:pt>
                <c:pt idx="82">
                  <c:v>487353</c:v>
                </c:pt>
                <c:pt idx="83">
                  <c:v>487353</c:v>
                </c:pt>
                <c:pt idx="84">
                  <c:v>487353</c:v>
                </c:pt>
                <c:pt idx="85">
                  <c:v>487353</c:v>
                </c:pt>
                <c:pt idx="86">
                  <c:v>487353</c:v>
                </c:pt>
                <c:pt idx="87">
                  <c:v>487353</c:v>
                </c:pt>
                <c:pt idx="88">
                  <c:v>487353</c:v>
                </c:pt>
                <c:pt idx="89">
                  <c:v>487353</c:v>
                </c:pt>
                <c:pt idx="90">
                  <c:v>487353</c:v>
                </c:pt>
                <c:pt idx="91">
                  <c:v>487353</c:v>
                </c:pt>
                <c:pt idx="92">
                  <c:v>487353</c:v>
                </c:pt>
                <c:pt idx="93">
                  <c:v>487353</c:v>
                </c:pt>
                <c:pt idx="94">
                  <c:v>487353</c:v>
                </c:pt>
                <c:pt idx="95">
                  <c:v>487353</c:v>
                </c:pt>
                <c:pt idx="96">
                  <c:v>487353</c:v>
                </c:pt>
                <c:pt idx="97">
                  <c:v>487353</c:v>
                </c:pt>
                <c:pt idx="98">
                  <c:v>487353</c:v>
                </c:pt>
                <c:pt idx="99">
                  <c:v>487353</c:v>
                </c:pt>
              </c:numCache>
            </c:numRef>
          </c:val>
          <c:smooth val="0"/>
          <c:extLst>
            <c:ext xmlns:c16="http://schemas.microsoft.com/office/drawing/2014/chart" uri="{C3380CC4-5D6E-409C-BE32-E72D297353CC}">
              <c16:uniqueId val="{00000001-F4D4-4F00-86E0-BDCEBF245F29}"/>
            </c:ext>
          </c:extLst>
        </c:ser>
        <c:ser>
          <c:idx val="2"/>
          <c:order val="2"/>
          <c:tx>
            <c:strRef>
              <c:f>'PSO Data'!$Y$1</c:f>
              <c:strCache>
                <c:ptCount val="1"/>
                <c:pt idx="0">
                  <c:v>LPSP 5% (Lead acid)</c:v>
                </c:pt>
              </c:strCache>
            </c:strRef>
          </c:tx>
          <c:spPr>
            <a:ln w="28575" cap="rnd">
              <a:solidFill>
                <a:schemeClr val="accent3"/>
              </a:solidFill>
              <a:round/>
            </a:ln>
            <a:effectLst/>
          </c:spPr>
          <c:marker>
            <c:symbol val="none"/>
          </c:marker>
          <c:val>
            <c:numRef>
              <c:f>'PSO Data'!$Y$2:$Y$101</c:f>
              <c:numCache>
                <c:formatCode>General</c:formatCode>
                <c:ptCount val="100"/>
                <c:pt idx="0">
                  <c:v>1427158.7549999999</c:v>
                </c:pt>
                <c:pt idx="1">
                  <c:v>1306199.7150000001</c:v>
                </c:pt>
                <c:pt idx="2">
                  <c:v>967142.16249999998</c:v>
                </c:pt>
                <c:pt idx="3">
                  <c:v>967142.16249999998</c:v>
                </c:pt>
                <c:pt idx="4">
                  <c:v>967142.16249999998</c:v>
                </c:pt>
                <c:pt idx="5">
                  <c:v>627035.57180000003</c:v>
                </c:pt>
                <c:pt idx="6">
                  <c:v>627035.57180000003</c:v>
                </c:pt>
                <c:pt idx="7">
                  <c:v>627035.57180000003</c:v>
                </c:pt>
                <c:pt idx="8">
                  <c:v>627035.57180000003</c:v>
                </c:pt>
                <c:pt idx="9">
                  <c:v>627035.57180000003</c:v>
                </c:pt>
                <c:pt idx="10">
                  <c:v>627035.57180000003</c:v>
                </c:pt>
                <c:pt idx="11">
                  <c:v>627035.57180000003</c:v>
                </c:pt>
                <c:pt idx="12">
                  <c:v>627035.57180000003</c:v>
                </c:pt>
                <c:pt idx="13">
                  <c:v>627035.57180000003</c:v>
                </c:pt>
                <c:pt idx="14">
                  <c:v>627035.57180000003</c:v>
                </c:pt>
                <c:pt idx="15">
                  <c:v>627035.57180000003</c:v>
                </c:pt>
                <c:pt idx="16">
                  <c:v>627035.57180000003</c:v>
                </c:pt>
                <c:pt idx="17">
                  <c:v>627035.57180000003</c:v>
                </c:pt>
                <c:pt idx="18">
                  <c:v>627035.57180000003</c:v>
                </c:pt>
                <c:pt idx="19">
                  <c:v>627035.57180000003</c:v>
                </c:pt>
                <c:pt idx="20">
                  <c:v>627035.57180000003</c:v>
                </c:pt>
                <c:pt idx="21">
                  <c:v>627035.57180000003</c:v>
                </c:pt>
                <c:pt idx="22">
                  <c:v>627035.57180000003</c:v>
                </c:pt>
                <c:pt idx="23">
                  <c:v>627035.57180000003</c:v>
                </c:pt>
                <c:pt idx="24">
                  <c:v>627035.57180000003</c:v>
                </c:pt>
                <c:pt idx="25">
                  <c:v>627035.57180000003</c:v>
                </c:pt>
                <c:pt idx="26">
                  <c:v>627035.57180000003</c:v>
                </c:pt>
                <c:pt idx="27">
                  <c:v>627035.57180000003</c:v>
                </c:pt>
                <c:pt idx="28">
                  <c:v>627035.57180000003</c:v>
                </c:pt>
                <c:pt idx="29">
                  <c:v>627035.57180000003</c:v>
                </c:pt>
                <c:pt idx="30">
                  <c:v>627035.57180000003</c:v>
                </c:pt>
                <c:pt idx="31">
                  <c:v>627035.57180000003</c:v>
                </c:pt>
                <c:pt idx="32">
                  <c:v>627035.57180000003</c:v>
                </c:pt>
                <c:pt idx="33">
                  <c:v>627035.57180000003</c:v>
                </c:pt>
                <c:pt idx="34">
                  <c:v>627035.57180000003</c:v>
                </c:pt>
                <c:pt idx="35">
                  <c:v>627035.57180000003</c:v>
                </c:pt>
                <c:pt idx="36">
                  <c:v>627035.57180000003</c:v>
                </c:pt>
                <c:pt idx="37">
                  <c:v>627035.57180000003</c:v>
                </c:pt>
                <c:pt idx="38">
                  <c:v>627035.57180000003</c:v>
                </c:pt>
                <c:pt idx="39">
                  <c:v>627035.57180000003</c:v>
                </c:pt>
                <c:pt idx="40">
                  <c:v>627035.57180000003</c:v>
                </c:pt>
                <c:pt idx="41">
                  <c:v>627035.57180000003</c:v>
                </c:pt>
                <c:pt idx="42">
                  <c:v>627035.57180000003</c:v>
                </c:pt>
                <c:pt idx="43">
                  <c:v>627035.57180000003</c:v>
                </c:pt>
                <c:pt idx="44">
                  <c:v>627035.57180000003</c:v>
                </c:pt>
                <c:pt idx="45">
                  <c:v>627035.57180000003</c:v>
                </c:pt>
                <c:pt idx="46">
                  <c:v>627035.57180000003</c:v>
                </c:pt>
                <c:pt idx="47">
                  <c:v>627035.57180000003</c:v>
                </c:pt>
                <c:pt idx="48">
                  <c:v>627035.57180000003</c:v>
                </c:pt>
                <c:pt idx="49">
                  <c:v>627035.57180000003</c:v>
                </c:pt>
                <c:pt idx="50">
                  <c:v>627035.57180000003</c:v>
                </c:pt>
                <c:pt idx="51">
                  <c:v>627035.57180000003</c:v>
                </c:pt>
                <c:pt idx="52">
                  <c:v>627035.57180000003</c:v>
                </c:pt>
                <c:pt idx="53">
                  <c:v>627035.57180000003</c:v>
                </c:pt>
                <c:pt idx="54">
                  <c:v>627035.57180000003</c:v>
                </c:pt>
                <c:pt idx="55">
                  <c:v>627035.57180000003</c:v>
                </c:pt>
                <c:pt idx="56">
                  <c:v>627035.57180000003</c:v>
                </c:pt>
                <c:pt idx="57">
                  <c:v>627035.57180000003</c:v>
                </c:pt>
                <c:pt idx="58">
                  <c:v>627035.57180000003</c:v>
                </c:pt>
                <c:pt idx="59">
                  <c:v>627035.57180000003</c:v>
                </c:pt>
                <c:pt idx="60">
                  <c:v>627035.57180000003</c:v>
                </c:pt>
                <c:pt idx="61">
                  <c:v>627035.57180000003</c:v>
                </c:pt>
                <c:pt idx="62">
                  <c:v>627035.57180000003</c:v>
                </c:pt>
                <c:pt idx="63">
                  <c:v>627035.57180000003</c:v>
                </c:pt>
                <c:pt idx="64">
                  <c:v>627035.57180000003</c:v>
                </c:pt>
                <c:pt idx="65">
                  <c:v>559242.86129999999</c:v>
                </c:pt>
                <c:pt idx="66">
                  <c:v>559242.86129999999</c:v>
                </c:pt>
                <c:pt idx="67">
                  <c:v>559242.86129999999</c:v>
                </c:pt>
                <c:pt idx="68">
                  <c:v>559242.86129999999</c:v>
                </c:pt>
                <c:pt idx="69">
                  <c:v>538833.60829999996</c:v>
                </c:pt>
                <c:pt idx="70">
                  <c:v>538833.60829999996</c:v>
                </c:pt>
                <c:pt idx="71">
                  <c:v>538833.60829999996</c:v>
                </c:pt>
                <c:pt idx="72">
                  <c:v>538833.60829999996</c:v>
                </c:pt>
                <c:pt idx="73">
                  <c:v>538833.60829999996</c:v>
                </c:pt>
                <c:pt idx="74">
                  <c:v>538104.1692</c:v>
                </c:pt>
                <c:pt idx="75">
                  <c:v>527534.82319999998</c:v>
                </c:pt>
                <c:pt idx="76">
                  <c:v>527534.82319999998</c:v>
                </c:pt>
                <c:pt idx="77">
                  <c:v>527534.82319999998</c:v>
                </c:pt>
                <c:pt idx="78">
                  <c:v>527534.82319999998</c:v>
                </c:pt>
                <c:pt idx="79">
                  <c:v>516965.47720000002</c:v>
                </c:pt>
                <c:pt idx="80">
                  <c:v>506396.1311</c:v>
                </c:pt>
                <c:pt idx="81">
                  <c:v>484528</c:v>
                </c:pt>
                <c:pt idx="82">
                  <c:v>484528</c:v>
                </c:pt>
                <c:pt idx="83">
                  <c:v>484528</c:v>
                </c:pt>
                <c:pt idx="84">
                  <c:v>484528</c:v>
                </c:pt>
                <c:pt idx="85">
                  <c:v>484528</c:v>
                </c:pt>
                <c:pt idx="86">
                  <c:v>484528</c:v>
                </c:pt>
                <c:pt idx="87">
                  <c:v>484528</c:v>
                </c:pt>
                <c:pt idx="88">
                  <c:v>484528</c:v>
                </c:pt>
                <c:pt idx="89">
                  <c:v>484528</c:v>
                </c:pt>
                <c:pt idx="90">
                  <c:v>484528</c:v>
                </c:pt>
                <c:pt idx="91">
                  <c:v>484528</c:v>
                </c:pt>
                <c:pt idx="92">
                  <c:v>484528</c:v>
                </c:pt>
                <c:pt idx="93">
                  <c:v>484528</c:v>
                </c:pt>
                <c:pt idx="94">
                  <c:v>484528</c:v>
                </c:pt>
                <c:pt idx="95">
                  <c:v>484528</c:v>
                </c:pt>
                <c:pt idx="96">
                  <c:v>484528</c:v>
                </c:pt>
                <c:pt idx="97">
                  <c:v>484528</c:v>
                </c:pt>
                <c:pt idx="98">
                  <c:v>484528</c:v>
                </c:pt>
                <c:pt idx="99">
                  <c:v>484528</c:v>
                </c:pt>
              </c:numCache>
            </c:numRef>
          </c:val>
          <c:smooth val="0"/>
          <c:extLst>
            <c:ext xmlns:c16="http://schemas.microsoft.com/office/drawing/2014/chart" uri="{C3380CC4-5D6E-409C-BE32-E72D297353CC}">
              <c16:uniqueId val="{00000002-F4D4-4F00-86E0-BDCEBF245F29}"/>
            </c:ext>
          </c:extLst>
        </c:ser>
        <c:ser>
          <c:idx val="3"/>
          <c:order val="3"/>
          <c:tx>
            <c:strRef>
              <c:f>'PSO Data'!$Z$1</c:f>
              <c:strCache>
                <c:ptCount val="1"/>
                <c:pt idx="0">
                  <c:v>LPSP 0% (Li-ion)</c:v>
                </c:pt>
              </c:strCache>
            </c:strRef>
          </c:tx>
          <c:spPr>
            <a:ln w="28575" cap="rnd">
              <a:solidFill>
                <a:schemeClr val="accent4"/>
              </a:solidFill>
              <a:round/>
            </a:ln>
            <a:effectLst/>
          </c:spPr>
          <c:marker>
            <c:symbol val="none"/>
          </c:marker>
          <c:val>
            <c:numRef>
              <c:f>'PSO Data'!$Z$2:$Z$101</c:f>
              <c:numCache>
                <c:formatCode>General</c:formatCode>
                <c:ptCount val="100"/>
                <c:pt idx="0">
                  <c:v>836646.06</c:v>
                </c:pt>
                <c:pt idx="1">
                  <c:v>836646.06</c:v>
                </c:pt>
                <c:pt idx="2">
                  <c:v>704596.06</c:v>
                </c:pt>
                <c:pt idx="3">
                  <c:v>704596.06</c:v>
                </c:pt>
                <c:pt idx="4">
                  <c:v>704596.06</c:v>
                </c:pt>
                <c:pt idx="5">
                  <c:v>704596.06</c:v>
                </c:pt>
                <c:pt idx="6">
                  <c:v>704596.06</c:v>
                </c:pt>
                <c:pt idx="7">
                  <c:v>704596.06</c:v>
                </c:pt>
                <c:pt idx="8">
                  <c:v>704596.06</c:v>
                </c:pt>
                <c:pt idx="9">
                  <c:v>704596.06</c:v>
                </c:pt>
                <c:pt idx="10">
                  <c:v>704596.06</c:v>
                </c:pt>
                <c:pt idx="11">
                  <c:v>704596.06</c:v>
                </c:pt>
                <c:pt idx="12">
                  <c:v>704596.06</c:v>
                </c:pt>
                <c:pt idx="13">
                  <c:v>704596.06</c:v>
                </c:pt>
                <c:pt idx="14">
                  <c:v>704596.06</c:v>
                </c:pt>
                <c:pt idx="15">
                  <c:v>704596.06</c:v>
                </c:pt>
                <c:pt idx="16">
                  <c:v>704596.06</c:v>
                </c:pt>
                <c:pt idx="17">
                  <c:v>704596.06</c:v>
                </c:pt>
                <c:pt idx="18">
                  <c:v>704596.06</c:v>
                </c:pt>
                <c:pt idx="19">
                  <c:v>704596.06</c:v>
                </c:pt>
                <c:pt idx="20">
                  <c:v>704596.06</c:v>
                </c:pt>
                <c:pt idx="21">
                  <c:v>704596.06</c:v>
                </c:pt>
                <c:pt idx="22">
                  <c:v>704596.06</c:v>
                </c:pt>
                <c:pt idx="23">
                  <c:v>704596.06</c:v>
                </c:pt>
                <c:pt idx="24">
                  <c:v>704596.06</c:v>
                </c:pt>
                <c:pt idx="25">
                  <c:v>704596.06</c:v>
                </c:pt>
                <c:pt idx="26">
                  <c:v>704596.06</c:v>
                </c:pt>
                <c:pt idx="27">
                  <c:v>704596.06</c:v>
                </c:pt>
                <c:pt idx="28">
                  <c:v>704596.06</c:v>
                </c:pt>
                <c:pt idx="29">
                  <c:v>704596.06</c:v>
                </c:pt>
                <c:pt idx="30">
                  <c:v>704596.06</c:v>
                </c:pt>
                <c:pt idx="31">
                  <c:v>704596.06</c:v>
                </c:pt>
                <c:pt idx="32">
                  <c:v>704596.06</c:v>
                </c:pt>
                <c:pt idx="33">
                  <c:v>704596.06</c:v>
                </c:pt>
                <c:pt idx="34">
                  <c:v>704596.06</c:v>
                </c:pt>
                <c:pt idx="35">
                  <c:v>704596.06</c:v>
                </c:pt>
                <c:pt idx="36">
                  <c:v>704596.06</c:v>
                </c:pt>
                <c:pt idx="37">
                  <c:v>704596.06</c:v>
                </c:pt>
                <c:pt idx="38">
                  <c:v>704596.06</c:v>
                </c:pt>
                <c:pt idx="39">
                  <c:v>704596.06</c:v>
                </c:pt>
                <c:pt idx="40">
                  <c:v>704596.06</c:v>
                </c:pt>
                <c:pt idx="41">
                  <c:v>704596.06</c:v>
                </c:pt>
                <c:pt idx="42">
                  <c:v>704596.06</c:v>
                </c:pt>
                <c:pt idx="43">
                  <c:v>704596.06</c:v>
                </c:pt>
                <c:pt idx="44">
                  <c:v>704596.06</c:v>
                </c:pt>
                <c:pt idx="45">
                  <c:v>704596.06</c:v>
                </c:pt>
                <c:pt idx="46">
                  <c:v>704596.06</c:v>
                </c:pt>
                <c:pt idx="47">
                  <c:v>704596.06</c:v>
                </c:pt>
                <c:pt idx="48">
                  <c:v>704596.06</c:v>
                </c:pt>
                <c:pt idx="49">
                  <c:v>704596.06</c:v>
                </c:pt>
                <c:pt idx="50">
                  <c:v>704596.06</c:v>
                </c:pt>
                <c:pt idx="51">
                  <c:v>704596.06</c:v>
                </c:pt>
                <c:pt idx="52">
                  <c:v>704596.06</c:v>
                </c:pt>
                <c:pt idx="53">
                  <c:v>704596.06</c:v>
                </c:pt>
                <c:pt idx="54">
                  <c:v>704596.06</c:v>
                </c:pt>
                <c:pt idx="55">
                  <c:v>704596.06</c:v>
                </c:pt>
                <c:pt idx="56">
                  <c:v>704596.06</c:v>
                </c:pt>
                <c:pt idx="57">
                  <c:v>704596.06</c:v>
                </c:pt>
                <c:pt idx="58">
                  <c:v>704596.06</c:v>
                </c:pt>
                <c:pt idx="59">
                  <c:v>704596.06</c:v>
                </c:pt>
                <c:pt idx="60">
                  <c:v>704596.06</c:v>
                </c:pt>
                <c:pt idx="61">
                  <c:v>704596.06</c:v>
                </c:pt>
                <c:pt idx="62">
                  <c:v>704596.06</c:v>
                </c:pt>
                <c:pt idx="63">
                  <c:v>704596.06</c:v>
                </c:pt>
                <c:pt idx="64">
                  <c:v>704596.06</c:v>
                </c:pt>
                <c:pt idx="65">
                  <c:v>704596.06</c:v>
                </c:pt>
                <c:pt idx="66">
                  <c:v>704596.06</c:v>
                </c:pt>
                <c:pt idx="67">
                  <c:v>704596.06</c:v>
                </c:pt>
                <c:pt idx="68">
                  <c:v>704596.06</c:v>
                </c:pt>
                <c:pt idx="69">
                  <c:v>704596.06</c:v>
                </c:pt>
                <c:pt idx="70">
                  <c:v>704596.06</c:v>
                </c:pt>
                <c:pt idx="71">
                  <c:v>704596.06</c:v>
                </c:pt>
                <c:pt idx="72">
                  <c:v>704596.06</c:v>
                </c:pt>
                <c:pt idx="73">
                  <c:v>704596.06</c:v>
                </c:pt>
                <c:pt idx="74">
                  <c:v>704596.06</c:v>
                </c:pt>
                <c:pt idx="75">
                  <c:v>704596.06</c:v>
                </c:pt>
                <c:pt idx="76">
                  <c:v>704596.06</c:v>
                </c:pt>
                <c:pt idx="77">
                  <c:v>704596.06</c:v>
                </c:pt>
                <c:pt idx="78">
                  <c:v>704596.06</c:v>
                </c:pt>
                <c:pt idx="79">
                  <c:v>704596.06</c:v>
                </c:pt>
                <c:pt idx="80">
                  <c:v>704596.06</c:v>
                </c:pt>
                <c:pt idx="81">
                  <c:v>704596.06</c:v>
                </c:pt>
                <c:pt idx="82">
                  <c:v>704596.06</c:v>
                </c:pt>
                <c:pt idx="83">
                  <c:v>704596.06</c:v>
                </c:pt>
                <c:pt idx="84">
                  <c:v>704596.06</c:v>
                </c:pt>
                <c:pt idx="85">
                  <c:v>704596.06</c:v>
                </c:pt>
                <c:pt idx="86">
                  <c:v>704596.06</c:v>
                </c:pt>
                <c:pt idx="87">
                  <c:v>704596.06</c:v>
                </c:pt>
                <c:pt idx="88">
                  <c:v>704596.06</c:v>
                </c:pt>
                <c:pt idx="89">
                  <c:v>704596.06</c:v>
                </c:pt>
                <c:pt idx="90">
                  <c:v>704596.06</c:v>
                </c:pt>
                <c:pt idx="91">
                  <c:v>704596.06</c:v>
                </c:pt>
                <c:pt idx="92">
                  <c:v>704596.06</c:v>
                </c:pt>
                <c:pt idx="93">
                  <c:v>704596.06</c:v>
                </c:pt>
                <c:pt idx="94">
                  <c:v>704596.06</c:v>
                </c:pt>
                <c:pt idx="95">
                  <c:v>704596.06</c:v>
                </c:pt>
                <c:pt idx="96">
                  <c:v>704596.06</c:v>
                </c:pt>
                <c:pt idx="97">
                  <c:v>704596.06</c:v>
                </c:pt>
                <c:pt idx="98">
                  <c:v>704596.06</c:v>
                </c:pt>
                <c:pt idx="99">
                  <c:v>704596.06</c:v>
                </c:pt>
              </c:numCache>
            </c:numRef>
          </c:val>
          <c:smooth val="0"/>
          <c:extLst>
            <c:ext xmlns:c16="http://schemas.microsoft.com/office/drawing/2014/chart" uri="{C3380CC4-5D6E-409C-BE32-E72D297353CC}">
              <c16:uniqueId val="{00000003-F4D4-4F00-86E0-BDCEBF245F29}"/>
            </c:ext>
          </c:extLst>
        </c:ser>
        <c:ser>
          <c:idx val="4"/>
          <c:order val="4"/>
          <c:tx>
            <c:strRef>
              <c:f>'PSO Data'!$AA$1</c:f>
              <c:strCache>
                <c:ptCount val="1"/>
                <c:pt idx="0">
                  <c:v>LPSP 2% (Li-ion)</c:v>
                </c:pt>
              </c:strCache>
            </c:strRef>
          </c:tx>
          <c:spPr>
            <a:ln w="28575" cap="rnd">
              <a:solidFill>
                <a:schemeClr val="accent5"/>
              </a:solidFill>
              <a:round/>
            </a:ln>
            <a:effectLst/>
          </c:spPr>
          <c:marker>
            <c:symbol val="none"/>
          </c:marker>
          <c:val>
            <c:numRef>
              <c:f>'PSO Data'!$AA$2:$AA$101</c:f>
              <c:numCache>
                <c:formatCode>General</c:formatCode>
                <c:ptCount val="100"/>
                <c:pt idx="0">
                  <c:v>869824.53980000003</c:v>
                </c:pt>
                <c:pt idx="1">
                  <c:v>869824.53980000003</c:v>
                </c:pt>
                <c:pt idx="2">
                  <c:v>869824.53980000003</c:v>
                </c:pt>
                <c:pt idx="3">
                  <c:v>869824.53980000003</c:v>
                </c:pt>
                <c:pt idx="4">
                  <c:v>869824.53980000003</c:v>
                </c:pt>
                <c:pt idx="5">
                  <c:v>869824.53980000003</c:v>
                </c:pt>
                <c:pt idx="6">
                  <c:v>869824.53980000003</c:v>
                </c:pt>
                <c:pt idx="7">
                  <c:v>869824.53980000003</c:v>
                </c:pt>
                <c:pt idx="8">
                  <c:v>869824.53980000003</c:v>
                </c:pt>
                <c:pt idx="9">
                  <c:v>869824.53980000003</c:v>
                </c:pt>
                <c:pt idx="10">
                  <c:v>869824.53980000003</c:v>
                </c:pt>
                <c:pt idx="11">
                  <c:v>869824.53980000003</c:v>
                </c:pt>
                <c:pt idx="12">
                  <c:v>836122.40269999998</c:v>
                </c:pt>
                <c:pt idx="13">
                  <c:v>718227.04709999997</c:v>
                </c:pt>
                <c:pt idx="14">
                  <c:v>718227.04709999997</c:v>
                </c:pt>
                <c:pt idx="15">
                  <c:v>718227.04709999997</c:v>
                </c:pt>
                <c:pt idx="16">
                  <c:v>718227.04709999997</c:v>
                </c:pt>
                <c:pt idx="17">
                  <c:v>718227.04709999997</c:v>
                </c:pt>
                <c:pt idx="18">
                  <c:v>700089.30009999999</c:v>
                </c:pt>
                <c:pt idx="19">
                  <c:v>700089.30009999999</c:v>
                </c:pt>
                <c:pt idx="20">
                  <c:v>691020.42660000001</c:v>
                </c:pt>
                <c:pt idx="21">
                  <c:v>691020.42660000001</c:v>
                </c:pt>
                <c:pt idx="22">
                  <c:v>691020.42660000001</c:v>
                </c:pt>
                <c:pt idx="23">
                  <c:v>691020.42660000001</c:v>
                </c:pt>
                <c:pt idx="24">
                  <c:v>691020.42660000001</c:v>
                </c:pt>
                <c:pt idx="25">
                  <c:v>691020.42660000001</c:v>
                </c:pt>
                <c:pt idx="26">
                  <c:v>691020.42660000001</c:v>
                </c:pt>
                <c:pt idx="27">
                  <c:v>691020.42660000001</c:v>
                </c:pt>
                <c:pt idx="28">
                  <c:v>691020.42660000001</c:v>
                </c:pt>
                <c:pt idx="29">
                  <c:v>691020.42660000001</c:v>
                </c:pt>
                <c:pt idx="30">
                  <c:v>691020.42660000001</c:v>
                </c:pt>
                <c:pt idx="31">
                  <c:v>691020.42660000001</c:v>
                </c:pt>
                <c:pt idx="32">
                  <c:v>691020.42660000001</c:v>
                </c:pt>
                <c:pt idx="33">
                  <c:v>691020.42660000001</c:v>
                </c:pt>
                <c:pt idx="34">
                  <c:v>691020.42660000001</c:v>
                </c:pt>
                <c:pt idx="35">
                  <c:v>691020.42660000001</c:v>
                </c:pt>
                <c:pt idx="36">
                  <c:v>691020.42660000001</c:v>
                </c:pt>
                <c:pt idx="37">
                  <c:v>691020.42660000001</c:v>
                </c:pt>
                <c:pt idx="38">
                  <c:v>691020.42660000001</c:v>
                </c:pt>
                <c:pt idx="39">
                  <c:v>691020.42660000001</c:v>
                </c:pt>
                <c:pt idx="40">
                  <c:v>691020.42660000001</c:v>
                </c:pt>
                <c:pt idx="41">
                  <c:v>691020.42660000001</c:v>
                </c:pt>
                <c:pt idx="42">
                  <c:v>691020.42660000001</c:v>
                </c:pt>
                <c:pt idx="43">
                  <c:v>691020.42660000001</c:v>
                </c:pt>
                <c:pt idx="44">
                  <c:v>691020.42660000001</c:v>
                </c:pt>
                <c:pt idx="45">
                  <c:v>691020.42660000001</c:v>
                </c:pt>
                <c:pt idx="46">
                  <c:v>691020.42660000001</c:v>
                </c:pt>
                <c:pt idx="47">
                  <c:v>691020.42660000001</c:v>
                </c:pt>
                <c:pt idx="48">
                  <c:v>691020.42660000001</c:v>
                </c:pt>
                <c:pt idx="49">
                  <c:v>691020.42660000001</c:v>
                </c:pt>
                <c:pt idx="50">
                  <c:v>691020.42660000001</c:v>
                </c:pt>
                <c:pt idx="51">
                  <c:v>691020.42660000001</c:v>
                </c:pt>
                <c:pt idx="52">
                  <c:v>691020.42660000001</c:v>
                </c:pt>
                <c:pt idx="53">
                  <c:v>691020.42660000001</c:v>
                </c:pt>
                <c:pt idx="54">
                  <c:v>691020.42660000001</c:v>
                </c:pt>
                <c:pt idx="55">
                  <c:v>691020.42660000001</c:v>
                </c:pt>
                <c:pt idx="56">
                  <c:v>691020.42660000001</c:v>
                </c:pt>
                <c:pt idx="57">
                  <c:v>691020.42660000001</c:v>
                </c:pt>
                <c:pt idx="58">
                  <c:v>691020.42660000001</c:v>
                </c:pt>
                <c:pt idx="59">
                  <c:v>691020.42660000001</c:v>
                </c:pt>
                <c:pt idx="60">
                  <c:v>691020.42660000001</c:v>
                </c:pt>
                <c:pt idx="61">
                  <c:v>691020.42660000001</c:v>
                </c:pt>
                <c:pt idx="62">
                  <c:v>691020.42660000001</c:v>
                </c:pt>
                <c:pt idx="63">
                  <c:v>691020.42660000001</c:v>
                </c:pt>
                <c:pt idx="64">
                  <c:v>691020.42660000001</c:v>
                </c:pt>
                <c:pt idx="65">
                  <c:v>691020.42660000001</c:v>
                </c:pt>
                <c:pt idx="66">
                  <c:v>691020.42660000001</c:v>
                </c:pt>
                <c:pt idx="67">
                  <c:v>691020.42660000001</c:v>
                </c:pt>
                <c:pt idx="68">
                  <c:v>691020.42660000001</c:v>
                </c:pt>
                <c:pt idx="69">
                  <c:v>691020.42660000001</c:v>
                </c:pt>
                <c:pt idx="70">
                  <c:v>691020.42660000001</c:v>
                </c:pt>
                <c:pt idx="71">
                  <c:v>691020.42660000001</c:v>
                </c:pt>
                <c:pt idx="72">
                  <c:v>691020.42660000001</c:v>
                </c:pt>
                <c:pt idx="73">
                  <c:v>691020.42660000001</c:v>
                </c:pt>
                <c:pt idx="74">
                  <c:v>691020.42660000001</c:v>
                </c:pt>
                <c:pt idx="75">
                  <c:v>691020.42660000001</c:v>
                </c:pt>
                <c:pt idx="76">
                  <c:v>691020.42660000001</c:v>
                </c:pt>
                <c:pt idx="77">
                  <c:v>691020.42660000001</c:v>
                </c:pt>
                <c:pt idx="78">
                  <c:v>691020.42660000001</c:v>
                </c:pt>
                <c:pt idx="79">
                  <c:v>691020.42660000001</c:v>
                </c:pt>
                <c:pt idx="80">
                  <c:v>691020.42660000001</c:v>
                </c:pt>
                <c:pt idx="81">
                  <c:v>691020.42660000001</c:v>
                </c:pt>
                <c:pt idx="82">
                  <c:v>691020.42660000001</c:v>
                </c:pt>
                <c:pt idx="83">
                  <c:v>691020.42660000001</c:v>
                </c:pt>
                <c:pt idx="84">
                  <c:v>691020.42660000001</c:v>
                </c:pt>
                <c:pt idx="85">
                  <c:v>691020.42660000001</c:v>
                </c:pt>
                <c:pt idx="86">
                  <c:v>691020.42660000001</c:v>
                </c:pt>
                <c:pt idx="87">
                  <c:v>691020.42660000001</c:v>
                </c:pt>
                <c:pt idx="88">
                  <c:v>691020.42660000001</c:v>
                </c:pt>
                <c:pt idx="89">
                  <c:v>691020.42660000001</c:v>
                </c:pt>
                <c:pt idx="90">
                  <c:v>691020.42660000001</c:v>
                </c:pt>
                <c:pt idx="91">
                  <c:v>691020.42660000001</c:v>
                </c:pt>
                <c:pt idx="92">
                  <c:v>691020.42660000001</c:v>
                </c:pt>
                <c:pt idx="93">
                  <c:v>691020.42660000001</c:v>
                </c:pt>
                <c:pt idx="94">
                  <c:v>691020.42660000001</c:v>
                </c:pt>
                <c:pt idx="95">
                  <c:v>691020.42660000001</c:v>
                </c:pt>
                <c:pt idx="96">
                  <c:v>691020.42660000001</c:v>
                </c:pt>
                <c:pt idx="97">
                  <c:v>691020.42660000001</c:v>
                </c:pt>
                <c:pt idx="98">
                  <c:v>691020.42660000001</c:v>
                </c:pt>
                <c:pt idx="99">
                  <c:v>691020.42660000001</c:v>
                </c:pt>
              </c:numCache>
            </c:numRef>
          </c:val>
          <c:smooth val="0"/>
          <c:extLst>
            <c:ext xmlns:c16="http://schemas.microsoft.com/office/drawing/2014/chart" uri="{C3380CC4-5D6E-409C-BE32-E72D297353CC}">
              <c16:uniqueId val="{00000004-F4D4-4F00-86E0-BDCEBF245F29}"/>
            </c:ext>
          </c:extLst>
        </c:ser>
        <c:ser>
          <c:idx val="5"/>
          <c:order val="5"/>
          <c:tx>
            <c:strRef>
              <c:f>'PSO Data'!$AB$1</c:f>
              <c:strCache>
                <c:ptCount val="1"/>
                <c:pt idx="0">
                  <c:v>LPSP 5% (Li-ion)</c:v>
                </c:pt>
              </c:strCache>
            </c:strRef>
          </c:tx>
          <c:spPr>
            <a:ln w="28575" cap="rnd">
              <a:solidFill>
                <a:schemeClr val="accent6"/>
              </a:solidFill>
              <a:round/>
            </a:ln>
            <a:effectLst/>
          </c:spPr>
          <c:marker>
            <c:symbol val="none"/>
          </c:marker>
          <c:val>
            <c:numRef>
              <c:f>'PSO Data'!$AB$2:$AB$101</c:f>
              <c:numCache>
                <c:formatCode>General</c:formatCode>
                <c:ptCount val="100"/>
                <c:pt idx="0">
                  <c:v>1092154.2509999999</c:v>
                </c:pt>
                <c:pt idx="1">
                  <c:v>1010126.816</c:v>
                </c:pt>
                <c:pt idx="2">
                  <c:v>1010126.816</c:v>
                </c:pt>
                <c:pt idx="3">
                  <c:v>687632.58490000002</c:v>
                </c:pt>
                <c:pt idx="4">
                  <c:v>687632.58490000002</c:v>
                </c:pt>
                <c:pt idx="5">
                  <c:v>687632.58490000002</c:v>
                </c:pt>
                <c:pt idx="6">
                  <c:v>687632.58490000002</c:v>
                </c:pt>
                <c:pt idx="7">
                  <c:v>687632.58490000002</c:v>
                </c:pt>
                <c:pt idx="8">
                  <c:v>687632.58490000002</c:v>
                </c:pt>
                <c:pt idx="9">
                  <c:v>687632.58490000002</c:v>
                </c:pt>
                <c:pt idx="10">
                  <c:v>687632.58490000002</c:v>
                </c:pt>
                <c:pt idx="11">
                  <c:v>687632.58490000002</c:v>
                </c:pt>
                <c:pt idx="12">
                  <c:v>687632.58490000002</c:v>
                </c:pt>
                <c:pt idx="13">
                  <c:v>687632.58490000002</c:v>
                </c:pt>
                <c:pt idx="14">
                  <c:v>687632.58490000002</c:v>
                </c:pt>
                <c:pt idx="15">
                  <c:v>687632.58490000002</c:v>
                </c:pt>
                <c:pt idx="16">
                  <c:v>687632.58490000002</c:v>
                </c:pt>
                <c:pt idx="17">
                  <c:v>687632.58490000002</c:v>
                </c:pt>
                <c:pt idx="18">
                  <c:v>687632.58490000002</c:v>
                </c:pt>
                <c:pt idx="19">
                  <c:v>687632.58490000002</c:v>
                </c:pt>
                <c:pt idx="20">
                  <c:v>687632.58490000002</c:v>
                </c:pt>
                <c:pt idx="21">
                  <c:v>687632.58490000002</c:v>
                </c:pt>
                <c:pt idx="22">
                  <c:v>687632.58490000002</c:v>
                </c:pt>
                <c:pt idx="23">
                  <c:v>687632.58490000002</c:v>
                </c:pt>
                <c:pt idx="24">
                  <c:v>687632.58490000002</c:v>
                </c:pt>
                <c:pt idx="25">
                  <c:v>687632.58490000002</c:v>
                </c:pt>
                <c:pt idx="26">
                  <c:v>687632.58490000002</c:v>
                </c:pt>
                <c:pt idx="27">
                  <c:v>687632.58490000002</c:v>
                </c:pt>
                <c:pt idx="28">
                  <c:v>687632.58490000002</c:v>
                </c:pt>
                <c:pt idx="29">
                  <c:v>687632.58490000002</c:v>
                </c:pt>
                <c:pt idx="30">
                  <c:v>687632.58490000002</c:v>
                </c:pt>
                <c:pt idx="31">
                  <c:v>687632.58490000002</c:v>
                </c:pt>
                <c:pt idx="32">
                  <c:v>687632.58490000002</c:v>
                </c:pt>
                <c:pt idx="33">
                  <c:v>687632.58490000002</c:v>
                </c:pt>
                <c:pt idx="34">
                  <c:v>687632.58490000002</c:v>
                </c:pt>
                <c:pt idx="35">
                  <c:v>687632.58490000002</c:v>
                </c:pt>
                <c:pt idx="36">
                  <c:v>687632.58490000002</c:v>
                </c:pt>
                <c:pt idx="37">
                  <c:v>687632.58490000002</c:v>
                </c:pt>
                <c:pt idx="38">
                  <c:v>687632.58490000002</c:v>
                </c:pt>
                <c:pt idx="39">
                  <c:v>687632.58490000002</c:v>
                </c:pt>
                <c:pt idx="40">
                  <c:v>687632.58490000002</c:v>
                </c:pt>
                <c:pt idx="41">
                  <c:v>687632.58490000002</c:v>
                </c:pt>
                <c:pt idx="42">
                  <c:v>687632.58490000002</c:v>
                </c:pt>
                <c:pt idx="43">
                  <c:v>687632.58490000002</c:v>
                </c:pt>
                <c:pt idx="44">
                  <c:v>687632.58490000002</c:v>
                </c:pt>
                <c:pt idx="45">
                  <c:v>687632.58490000002</c:v>
                </c:pt>
                <c:pt idx="46">
                  <c:v>687632.58490000002</c:v>
                </c:pt>
                <c:pt idx="47">
                  <c:v>687632.58490000002</c:v>
                </c:pt>
                <c:pt idx="48">
                  <c:v>687632.58490000002</c:v>
                </c:pt>
                <c:pt idx="49">
                  <c:v>687632.58490000002</c:v>
                </c:pt>
                <c:pt idx="50">
                  <c:v>687632.58490000002</c:v>
                </c:pt>
                <c:pt idx="51">
                  <c:v>687632.58490000002</c:v>
                </c:pt>
                <c:pt idx="52">
                  <c:v>687632.58490000002</c:v>
                </c:pt>
                <c:pt idx="53">
                  <c:v>687632.58490000002</c:v>
                </c:pt>
                <c:pt idx="54">
                  <c:v>687632.58490000002</c:v>
                </c:pt>
                <c:pt idx="55">
                  <c:v>687632.58490000002</c:v>
                </c:pt>
                <c:pt idx="56">
                  <c:v>687632.58490000002</c:v>
                </c:pt>
                <c:pt idx="57">
                  <c:v>687632.58490000002</c:v>
                </c:pt>
                <c:pt idx="58">
                  <c:v>687632.58490000002</c:v>
                </c:pt>
                <c:pt idx="59">
                  <c:v>687632.58490000002</c:v>
                </c:pt>
                <c:pt idx="60">
                  <c:v>687632.58490000002</c:v>
                </c:pt>
                <c:pt idx="61">
                  <c:v>687632.58490000002</c:v>
                </c:pt>
                <c:pt idx="62">
                  <c:v>687632.58490000002</c:v>
                </c:pt>
                <c:pt idx="63">
                  <c:v>687632.58490000002</c:v>
                </c:pt>
                <c:pt idx="64">
                  <c:v>687632.58490000002</c:v>
                </c:pt>
                <c:pt idx="65">
                  <c:v>687632.58490000002</c:v>
                </c:pt>
                <c:pt idx="66">
                  <c:v>687632.58490000002</c:v>
                </c:pt>
                <c:pt idx="67">
                  <c:v>687632.58490000002</c:v>
                </c:pt>
                <c:pt idx="68">
                  <c:v>687632.58490000002</c:v>
                </c:pt>
                <c:pt idx="69">
                  <c:v>687632.58490000002</c:v>
                </c:pt>
                <c:pt idx="70">
                  <c:v>687632.58490000002</c:v>
                </c:pt>
                <c:pt idx="71">
                  <c:v>687632.58490000002</c:v>
                </c:pt>
                <c:pt idx="72">
                  <c:v>687632.58490000002</c:v>
                </c:pt>
                <c:pt idx="73">
                  <c:v>687632.58490000002</c:v>
                </c:pt>
                <c:pt idx="74">
                  <c:v>687632.58490000002</c:v>
                </c:pt>
                <c:pt idx="75">
                  <c:v>687632.58490000002</c:v>
                </c:pt>
                <c:pt idx="76">
                  <c:v>687632.58490000002</c:v>
                </c:pt>
                <c:pt idx="77">
                  <c:v>687632.58490000002</c:v>
                </c:pt>
                <c:pt idx="78">
                  <c:v>687632.58490000002</c:v>
                </c:pt>
                <c:pt idx="79">
                  <c:v>687632.58490000002</c:v>
                </c:pt>
                <c:pt idx="80">
                  <c:v>687632.58490000002</c:v>
                </c:pt>
                <c:pt idx="81">
                  <c:v>687632.58490000002</c:v>
                </c:pt>
                <c:pt idx="82">
                  <c:v>687632.58490000002</c:v>
                </c:pt>
                <c:pt idx="83">
                  <c:v>687632.58490000002</c:v>
                </c:pt>
                <c:pt idx="84">
                  <c:v>687632.58490000002</c:v>
                </c:pt>
                <c:pt idx="85">
                  <c:v>687632.58490000002</c:v>
                </c:pt>
                <c:pt idx="86">
                  <c:v>687632.58490000002</c:v>
                </c:pt>
                <c:pt idx="87">
                  <c:v>687632.58490000002</c:v>
                </c:pt>
                <c:pt idx="88">
                  <c:v>687632.58490000002</c:v>
                </c:pt>
                <c:pt idx="89">
                  <c:v>687632.58490000002</c:v>
                </c:pt>
                <c:pt idx="90">
                  <c:v>687632.58490000002</c:v>
                </c:pt>
                <c:pt idx="91">
                  <c:v>687632.58490000002</c:v>
                </c:pt>
                <c:pt idx="92">
                  <c:v>687632.58490000002</c:v>
                </c:pt>
                <c:pt idx="93">
                  <c:v>687632.58490000002</c:v>
                </c:pt>
                <c:pt idx="94">
                  <c:v>687632.58490000002</c:v>
                </c:pt>
                <c:pt idx="95">
                  <c:v>687632.58490000002</c:v>
                </c:pt>
                <c:pt idx="96">
                  <c:v>687632.58490000002</c:v>
                </c:pt>
                <c:pt idx="97">
                  <c:v>687632.58490000002</c:v>
                </c:pt>
                <c:pt idx="98">
                  <c:v>687632.58490000002</c:v>
                </c:pt>
                <c:pt idx="99">
                  <c:v>687632.58490000002</c:v>
                </c:pt>
              </c:numCache>
            </c:numRef>
          </c:val>
          <c:smooth val="0"/>
          <c:extLst>
            <c:ext xmlns:c16="http://schemas.microsoft.com/office/drawing/2014/chart" uri="{C3380CC4-5D6E-409C-BE32-E72D297353CC}">
              <c16:uniqueId val="{00000005-F4D4-4F00-86E0-BDCEBF245F29}"/>
            </c:ext>
          </c:extLst>
        </c:ser>
        <c:dLbls>
          <c:showLegendKey val="0"/>
          <c:showVal val="0"/>
          <c:showCatName val="0"/>
          <c:showSerName val="0"/>
          <c:showPercent val="0"/>
          <c:showBubbleSize val="0"/>
        </c:dLbls>
        <c:smooth val="0"/>
        <c:axId val="449211375"/>
        <c:axId val="449209455"/>
      </c:lineChart>
      <c:catAx>
        <c:axId val="44921137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Iteration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49209455"/>
        <c:crosses val="autoZero"/>
        <c:auto val="1"/>
        <c:lblAlgn val="ctr"/>
        <c:lblOffset val="100"/>
        <c:noMultiLvlLbl val="0"/>
      </c:catAx>
      <c:valAx>
        <c:axId val="44920945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Best NPC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492113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CA" sz="1400" b="0">
                <a:latin typeface="Times New Roman" panose="02020603050405020304" pitchFamily="18" charset="0"/>
                <a:cs typeface="Times New Roman" panose="02020603050405020304" pitchFamily="18" charset="0"/>
              </a:rPr>
              <a:t>Convergence Curves - Lead Acid</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CA"/>
        </a:p>
      </c:txPr>
    </c:title>
    <c:autoTitleDeleted val="0"/>
    <c:plotArea>
      <c:layout/>
      <c:lineChart>
        <c:grouping val="standard"/>
        <c:varyColors val="0"/>
        <c:ser>
          <c:idx val="0"/>
          <c:order val="0"/>
          <c:tx>
            <c:strRef>
              <c:f>Sheet1!$A$1</c:f>
              <c:strCache>
                <c:ptCount val="1"/>
                <c:pt idx="0">
                  <c:v>Hybrid</c:v>
                </c:pt>
              </c:strCache>
            </c:strRef>
          </c:tx>
          <c:spPr>
            <a:ln w="22225" cap="rnd">
              <a:solidFill>
                <a:schemeClr val="accent6"/>
              </a:solidFill>
              <a:round/>
            </a:ln>
            <a:effectLst/>
          </c:spPr>
          <c:marker>
            <c:symbol val="none"/>
          </c:marker>
          <c:val>
            <c:numRef>
              <c:f>Sheet1!$A$2:$A$101</c:f>
              <c:numCache>
                <c:formatCode>General</c:formatCode>
                <c:ptCount val="100"/>
                <c:pt idx="0">
                  <c:v>1602964</c:v>
                </c:pt>
                <c:pt idx="1">
                  <c:v>1035190</c:v>
                </c:pt>
                <c:pt idx="2">
                  <c:v>917436</c:v>
                </c:pt>
                <c:pt idx="3">
                  <c:v>917436</c:v>
                </c:pt>
                <c:pt idx="4">
                  <c:v>882810</c:v>
                </c:pt>
                <c:pt idx="5">
                  <c:v>882810</c:v>
                </c:pt>
                <c:pt idx="6">
                  <c:v>882810</c:v>
                </c:pt>
                <c:pt idx="7">
                  <c:v>882810</c:v>
                </c:pt>
                <c:pt idx="8">
                  <c:v>882810</c:v>
                </c:pt>
                <c:pt idx="9">
                  <c:v>876918</c:v>
                </c:pt>
                <c:pt idx="10">
                  <c:v>782310</c:v>
                </c:pt>
                <c:pt idx="11">
                  <c:v>782310</c:v>
                </c:pt>
                <c:pt idx="12">
                  <c:v>782310</c:v>
                </c:pt>
                <c:pt idx="13">
                  <c:v>782310</c:v>
                </c:pt>
                <c:pt idx="14">
                  <c:v>782310</c:v>
                </c:pt>
                <c:pt idx="15">
                  <c:v>782310</c:v>
                </c:pt>
                <c:pt idx="16">
                  <c:v>782310</c:v>
                </c:pt>
                <c:pt idx="17">
                  <c:v>782310</c:v>
                </c:pt>
                <c:pt idx="18">
                  <c:v>782310</c:v>
                </c:pt>
                <c:pt idx="19">
                  <c:v>773394</c:v>
                </c:pt>
                <c:pt idx="20">
                  <c:v>730548</c:v>
                </c:pt>
                <c:pt idx="21">
                  <c:v>687314</c:v>
                </c:pt>
                <c:pt idx="22">
                  <c:v>621592</c:v>
                </c:pt>
                <c:pt idx="23">
                  <c:v>539004</c:v>
                </c:pt>
                <c:pt idx="24">
                  <c:v>484526</c:v>
                </c:pt>
                <c:pt idx="25">
                  <c:v>478904</c:v>
                </c:pt>
                <c:pt idx="26">
                  <c:v>466884</c:v>
                </c:pt>
                <c:pt idx="27">
                  <c:v>466884</c:v>
                </c:pt>
                <c:pt idx="28">
                  <c:v>466884</c:v>
                </c:pt>
                <c:pt idx="29">
                  <c:v>460874</c:v>
                </c:pt>
                <c:pt idx="30">
                  <c:v>460874</c:v>
                </c:pt>
                <c:pt idx="31">
                  <c:v>460874</c:v>
                </c:pt>
                <c:pt idx="32">
                  <c:v>460874</c:v>
                </c:pt>
                <c:pt idx="33">
                  <c:v>460874</c:v>
                </c:pt>
                <c:pt idx="34">
                  <c:v>460874</c:v>
                </c:pt>
                <c:pt idx="35">
                  <c:v>460874</c:v>
                </c:pt>
                <c:pt idx="36">
                  <c:v>460874</c:v>
                </c:pt>
                <c:pt idx="37">
                  <c:v>460874</c:v>
                </c:pt>
                <c:pt idx="38">
                  <c:v>460874</c:v>
                </c:pt>
                <c:pt idx="39">
                  <c:v>460874</c:v>
                </c:pt>
                <c:pt idx="40">
                  <c:v>460874</c:v>
                </c:pt>
                <c:pt idx="41">
                  <c:v>460874</c:v>
                </c:pt>
                <c:pt idx="42">
                  <c:v>460874</c:v>
                </c:pt>
                <c:pt idx="43">
                  <c:v>460874</c:v>
                </c:pt>
                <c:pt idx="44">
                  <c:v>460874</c:v>
                </c:pt>
                <c:pt idx="45">
                  <c:v>460874</c:v>
                </c:pt>
                <c:pt idx="46">
                  <c:v>460874</c:v>
                </c:pt>
                <c:pt idx="47">
                  <c:v>460874</c:v>
                </c:pt>
                <c:pt idx="48">
                  <c:v>460874</c:v>
                </c:pt>
                <c:pt idx="49">
                  <c:v>460874</c:v>
                </c:pt>
                <c:pt idx="50">
                  <c:v>460874</c:v>
                </c:pt>
                <c:pt idx="51">
                  <c:v>460874</c:v>
                </c:pt>
                <c:pt idx="52">
                  <c:v>460874</c:v>
                </c:pt>
                <c:pt idx="53">
                  <c:v>460874</c:v>
                </c:pt>
                <c:pt idx="54">
                  <c:v>460874</c:v>
                </c:pt>
                <c:pt idx="55">
                  <c:v>460874</c:v>
                </c:pt>
                <c:pt idx="56">
                  <c:v>460874</c:v>
                </c:pt>
                <c:pt idx="57">
                  <c:v>460874</c:v>
                </c:pt>
                <c:pt idx="58">
                  <c:v>460874</c:v>
                </c:pt>
                <c:pt idx="59">
                  <c:v>460874</c:v>
                </c:pt>
                <c:pt idx="60">
                  <c:v>460874</c:v>
                </c:pt>
                <c:pt idx="61">
                  <c:v>460874</c:v>
                </c:pt>
                <c:pt idx="62">
                  <c:v>460874</c:v>
                </c:pt>
                <c:pt idx="63">
                  <c:v>460874</c:v>
                </c:pt>
                <c:pt idx="64">
                  <c:v>460874</c:v>
                </c:pt>
                <c:pt idx="65">
                  <c:v>460874</c:v>
                </c:pt>
                <c:pt idx="66">
                  <c:v>460874</c:v>
                </c:pt>
                <c:pt idx="67">
                  <c:v>460874</c:v>
                </c:pt>
                <c:pt idx="68">
                  <c:v>460874</c:v>
                </c:pt>
                <c:pt idx="69">
                  <c:v>460874</c:v>
                </c:pt>
                <c:pt idx="70">
                  <c:v>460874</c:v>
                </c:pt>
                <c:pt idx="71">
                  <c:v>460874</c:v>
                </c:pt>
                <c:pt idx="72">
                  <c:v>460874</c:v>
                </c:pt>
                <c:pt idx="73">
                  <c:v>460874</c:v>
                </c:pt>
                <c:pt idx="74">
                  <c:v>460874</c:v>
                </c:pt>
                <c:pt idx="75">
                  <c:v>460874</c:v>
                </c:pt>
                <c:pt idx="76">
                  <c:v>460874</c:v>
                </c:pt>
                <c:pt idx="77">
                  <c:v>460874</c:v>
                </c:pt>
                <c:pt idx="78">
                  <c:v>460874</c:v>
                </c:pt>
                <c:pt idx="79">
                  <c:v>460874</c:v>
                </c:pt>
                <c:pt idx="80">
                  <c:v>460874</c:v>
                </c:pt>
                <c:pt idx="81">
                  <c:v>460874</c:v>
                </c:pt>
                <c:pt idx="82">
                  <c:v>460874</c:v>
                </c:pt>
                <c:pt idx="83">
                  <c:v>460874</c:v>
                </c:pt>
                <c:pt idx="84">
                  <c:v>460874</c:v>
                </c:pt>
                <c:pt idx="85">
                  <c:v>460874</c:v>
                </c:pt>
                <c:pt idx="86">
                  <c:v>460874</c:v>
                </c:pt>
                <c:pt idx="87">
                  <c:v>460874</c:v>
                </c:pt>
                <c:pt idx="88">
                  <c:v>460874</c:v>
                </c:pt>
                <c:pt idx="89">
                  <c:v>460874</c:v>
                </c:pt>
                <c:pt idx="90">
                  <c:v>460874</c:v>
                </c:pt>
                <c:pt idx="91">
                  <c:v>460874</c:v>
                </c:pt>
                <c:pt idx="92">
                  <c:v>460874</c:v>
                </c:pt>
                <c:pt idx="93">
                  <c:v>460874</c:v>
                </c:pt>
                <c:pt idx="94">
                  <c:v>460874</c:v>
                </c:pt>
                <c:pt idx="95">
                  <c:v>460874</c:v>
                </c:pt>
                <c:pt idx="96">
                  <c:v>460874</c:v>
                </c:pt>
                <c:pt idx="97">
                  <c:v>460874</c:v>
                </c:pt>
                <c:pt idx="98">
                  <c:v>460874</c:v>
                </c:pt>
                <c:pt idx="99">
                  <c:v>460874</c:v>
                </c:pt>
              </c:numCache>
            </c:numRef>
          </c:val>
          <c:smooth val="0"/>
          <c:extLst>
            <c:ext xmlns:c16="http://schemas.microsoft.com/office/drawing/2014/chart" uri="{C3380CC4-5D6E-409C-BE32-E72D297353CC}">
              <c16:uniqueId val="{00000000-AFE3-4F52-987F-1B5B0AEE69BB}"/>
            </c:ext>
          </c:extLst>
        </c:ser>
        <c:ser>
          <c:idx val="1"/>
          <c:order val="1"/>
          <c:tx>
            <c:strRef>
              <c:f>Sheet1!$B$1</c:f>
              <c:strCache>
                <c:ptCount val="1"/>
                <c:pt idx="0">
                  <c:v>PSO</c:v>
                </c:pt>
              </c:strCache>
            </c:strRef>
          </c:tx>
          <c:spPr>
            <a:ln w="22225" cap="rnd">
              <a:solidFill>
                <a:schemeClr val="accent5"/>
              </a:solidFill>
              <a:round/>
            </a:ln>
            <a:effectLst/>
          </c:spPr>
          <c:marker>
            <c:symbol val="none"/>
          </c:marker>
          <c:val>
            <c:numRef>
              <c:f>Sheet1!$B$2:$B$101</c:f>
              <c:numCache>
                <c:formatCode>General</c:formatCode>
                <c:ptCount val="100"/>
                <c:pt idx="0">
                  <c:v>1427158.7549999999</c:v>
                </c:pt>
                <c:pt idx="1">
                  <c:v>1306199.7150000001</c:v>
                </c:pt>
                <c:pt idx="2">
                  <c:v>967142.16249999998</c:v>
                </c:pt>
                <c:pt idx="3">
                  <c:v>967142.16249999998</c:v>
                </c:pt>
                <c:pt idx="4">
                  <c:v>955843.37749999994</c:v>
                </c:pt>
                <c:pt idx="5">
                  <c:v>955843.37749999994</c:v>
                </c:pt>
                <c:pt idx="6">
                  <c:v>955843.37749999994</c:v>
                </c:pt>
                <c:pt idx="7">
                  <c:v>627035.57180000003</c:v>
                </c:pt>
                <c:pt idx="8">
                  <c:v>627035.57180000003</c:v>
                </c:pt>
                <c:pt idx="9">
                  <c:v>627035.57180000003</c:v>
                </c:pt>
                <c:pt idx="10">
                  <c:v>627035.57180000003</c:v>
                </c:pt>
                <c:pt idx="11">
                  <c:v>627035.57180000003</c:v>
                </c:pt>
                <c:pt idx="12">
                  <c:v>627035.57180000003</c:v>
                </c:pt>
                <c:pt idx="13">
                  <c:v>627035.57180000003</c:v>
                </c:pt>
                <c:pt idx="14">
                  <c:v>627035.57180000003</c:v>
                </c:pt>
                <c:pt idx="15">
                  <c:v>627035.57180000003</c:v>
                </c:pt>
                <c:pt idx="16">
                  <c:v>627035.57180000003</c:v>
                </c:pt>
                <c:pt idx="17">
                  <c:v>627035.57180000003</c:v>
                </c:pt>
                <c:pt idx="18">
                  <c:v>627035.57180000003</c:v>
                </c:pt>
                <c:pt idx="19">
                  <c:v>627035.57180000003</c:v>
                </c:pt>
                <c:pt idx="20">
                  <c:v>627035.57180000003</c:v>
                </c:pt>
                <c:pt idx="21">
                  <c:v>627035.57180000003</c:v>
                </c:pt>
                <c:pt idx="22">
                  <c:v>627035.57180000003</c:v>
                </c:pt>
                <c:pt idx="23">
                  <c:v>627035.57180000003</c:v>
                </c:pt>
                <c:pt idx="24">
                  <c:v>627035.57180000003</c:v>
                </c:pt>
                <c:pt idx="25">
                  <c:v>627035.57180000003</c:v>
                </c:pt>
                <c:pt idx="26">
                  <c:v>627035.57180000003</c:v>
                </c:pt>
                <c:pt idx="27">
                  <c:v>627035.57180000003</c:v>
                </c:pt>
                <c:pt idx="28">
                  <c:v>627035.57180000003</c:v>
                </c:pt>
                <c:pt idx="29">
                  <c:v>627035.57180000003</c:v>
                </c:pt>
                <c:pt idx="30">
                  <c:v>627035.57180000003</c:v>
                </c:pt>
                <c:pt idx="31">
                  <c:v>627035.57180000003</c:v>
                </c:pt>
                <c:pt idx="32">
                  <c:v>627035.57180000003</c:v>
                </c:pt>
                <c:pt idx="33">
                  <c:v>627035.57180000003</c:v>
                </c:pt>
                <c:pt idx="34">
                  <c:v>627035.57180000003</c:v>
                </c:pt>
                <c:pt idx="35">
                  <c:v>627035.57180000003</c:v>
                </c:pt>
                <c:pt idx="36">
                  <c:v>627035.57180000003</c:v>
                </c:pt>
                <c:pt idx="37">
                  <c:v>627035.57180000003</c:v>
                </c:pt>
                <c:pt idx="38">
                  <c:v>627035.57180000003</c:v>
                </c:pt>
                <c:pt idx="39">
                  <c:v>627035.57180000003</c:v>
                </c:pt>
                <c:pt idx="40">
                  <c:v>627035.57180000003</c:v>
                </c:pt>
                <c:pt idx="41">
                  <c:v>627035.57180000003</c:v>
                </c:pt>
                <c:pt idx="42">
                  <c:v>627035.57180000003</c:v>
                </c:pt>
                <c:pt idx="43">
                  <c:v>627035.57180000003</c:v>
                </c:pt>
                <c:pt idx="44">
                  <c:v>627035.57180000003</c:v>
                </c:pt>
                <c:pt idx="45">
                  <c:v>627035.57180000003</c:v>
                </c:pt>
                <c:pt idx="46">
                  <c:v>627035.57180000003</c:v>
                </c:pt>
                <c:pt idx="47">
                  <c:v>627035.57180000003</c:v>
                </c:pt>
                <c:pt idx="48">
                  <c:v>627035.57180000003</c:v>
                </c:pt>
                <c:pt idx="49">
                  <c:v>627035.57180000003</c:v>
                </c:pt>
                <c:pt idx="50">
                  <c:v>627035.57180000003</c:v>
                </c:pt>
                <c:pt idx="51">
                  <c:v>627035.57180000003</c:v>
                </c:pt>
                <c:pt idx="52">
                  <c:v>627035.57180000003</c:v>
                </c:pt>
                <c:pt idx="53">
                  <c:v>627035.57180000003</c:v>
                </c:pt>
                <c:pt idx="54">
                  <c:v>627035.57180000003</c:v>
                </c:pt>
                <c:pt idx="55">
                  <c:v>627035.57180000003</c:v>
                </c:pt>
                <c:pt idx="56">
                  <c:v>627035.57180000003</c:v>
                </c:pt>
                <c:pt idx="57">
                  <c:v>627035.57180000003</c:v>
                </c:pt>
                <c:pt idx="58">
                  <c:v>627035.57180000003</c:v>
                </c:pt>
                <c:pt idx="59">
                  <c:v>627035.57180000003</c:v>
                </c:pt>
                <c:pt idx="60">
                  <c:v>627035.57180000003</c:v>
                </c:pt>
                <c:pt idx="61">
                  <c:v>627035.57180000003</c:v>
                </c:pt>
                <c:pt idx="62">
                  <c:v>627035.57180000003</c:v>
                </c:pt>
                <c:pt idx="63">
                  <c:v>627035.57180000003</c:v>
                </c:pt>
                <c:pt idx="64">
                  <c:v>627035.57180000003</c:v>
                </c:pt>
                <c:pt idx="65">
                  <c:v>559242.86129999999</c:v>
                </c:pt>
                <c:pt idx="66">
                  <c:v>559242.86129999999</c:v>
                </c:pt>
                <c:pt idx="67">
                  <c:v>559242.86129999999</c:v>
                </c:pt>
                <c:pt idx="68">
                  <c:v>559242.86129999999</c:v>
                </c:pt>
                <c:pt idx="69">
                  <c:v>538833.60829999996</c:v>
                </c:pt>
                <c:pt idx="70">
                  <c:v>538833.60829999996</c:v>
                </c:pt>
                <c:pt idx="71">
                  <c:v>538833.60829999996</c:v>
                </c:pt>
                <c:pt idx="72">
                  <c:v>538833.60829999996</c:v>
                </c:pt>
                <c:pt idx="73">
                  <c:v>538833.60829999996</c:v>
                </c:pt>
                <c:pt idx="74">
                  <c:v>538104.1692</c:v>
                </c:pt>
                <c:pt idx="75">
                  <c:v>527534.82319999998</c:v>
                </c:pt>
                <c:pt idx="76">
                  <c:v>527534.82319999998</c:v>
                </c:pt>
                <c:pt idx="77">
                  <c:v>527534.82319999998</c:v>
                </c:pt>
                <c:pt idx="78">
                  <c:v>527534.82319999998</c:v>
                </c:pt>
                <c:pt idx="79">
                  <c:v>516965.47720000002</c:v>
                </c:pt>
                <c:pt idx="80">
                  <c:v>506396.1311</c:v>
                </c:pt>
                <c:pt idx="81">
                  <c:v>484528</c:v>
                </c:pt>
                <c:pt idx="82">
                  <c:v>484528</c:v>
                </c:pt>
                <c:pt idx="83">
                  <c:v>484528</c:v>
                </c:pt>
                <c:pt idx="84">
                  <c:v>484528</c:v>
                </c:pt>
                <c:pt idx="85">
                  <c:v>484528</c:v>
                </c:pt>
                <c:pt idx="86">
                  <c:v>484528</c:v>
                </c:pt>
                <c:pt idx="87">
                  <c:v>484528</c:v>
                </c:pt>
                <c:pt idx="88">
                  <c:v>484528</c:v>
                </c:pt>
                <c:pt idx="89">
                  <c:v>484528</c:v>
                </c:pt>
                <c:pt idx="90">
                  <c:v>484528</c:v>
                </c:pt>
                <c:pt idx="91">
                  <c:v>484528</c:v>
                </c:pt>
                <c:pt idx="92">
                  <c:v>484528</c:v>
                </c:pt>
                <c:pt idx="93">
                  <c:v>484528</c:v>
                </c:pt>
                <c:pt idx="94">
                  <c:v>484528</c:v>
                </c:pt>
                <c:pt idx="95">
                  <c:v>484528</c:v>
                </c:pt>
                <c:pt idx="96">
                  <c:v>484528</c:v>
                </c:pt>
                <c:pt idx="97">
                  <c:v>484528</c:v>
                </c:pt>
                <c:pt idx="98">
                  <c:v>484528</c:v>
                </c:pt>
                <c:pt idx="99">
                  <c:v>484528</c:v>
                </c:pt>
              </c:numCache>
            </c:numRef>
          </c:val>
          <c:smooth val="0"/>
          <c:extLst>
            <c:ext xmlns:c16="http://schemas.microsoft.com/office/drawing/2014/chart" uri="{C3380CC4-5D6E-409C-BE32-E72D297353CC}">
              <c16:uniqueId val="{00000001-AFE3-4F52-987F-1B5B0AEE69BB}"/>
            </c:ext>
          </c:extLst>
        </c:ser>
        <c:ser>
          <c:idx val="2"/>
          <c:order val="2"/>
          <c:tx>
            <c:strRef>
              <c:f>Sheet1!$C$1</c:f>
              <c:strCache>
                <c:ptCount val="1"/>
                <c:pt idx="0">
                  <c:v>Firefly</c:v>
                </c:pt>
              </c:strCache>
            </c:strRef>
          </c:tx>
          <c:spPr>
            <a:ln w="22225" cap="rnd">
              <a:solidFill>
                <a:schemeClr val="accent4"/>
              </a:solidFill>
              <a:round/>
            </a:ln>
            <a:effectLst/>
          </c:spPr>
          <c:marker>
            <c:symbol val="none"/>
          </c:marker>
          <c:val>
            <c:numRef>
              <c:f>Sheet1!$C$2:$C$101</c:f>
              <c:numCache>
                <c:formatCode>General</c:formatCode>
                <c:ptCount val="100"/>
                <c:pt idx="0">
                  <c:v>1443053.53</c:v>
                </c:pt>
                <c:pt idx="1">
                  <c:v>920931.26</c:v>
                </c:pt>
                <c:pt idx="2">
                  <c:v>871703.26</c:v>
                </c:pt>
                <c:pt idx="3">
                  <c:v>871703.26</c:v>
                </c:pt>
                <c:pt idx="4">
                  <c:v>832309.71</c:v>
                </c:pt>
                <c:pt idx="5">
                  <c:v>832309.71</c:v>
                </c:pt>
                <c:pt idx="6">
                  <c:v>832309.71</c:v>
                </c:pt>
                <c:pt idx="7">
                  <c:v>832309.71</c:v>
                </c:pt>
                <c:pt idx="8">
                  <c:v>832309.71</c:v>
                </c:pt>
                <c:pt idx="9">
                  <c:v>832309.71</c:v>
                </c:pt>
                <c:pt idx="10">
                  <c:v>832309.71</c:v>
                </c:pt>
                <c:pt idx="11">
                  <c:v>832309.71</c:v>
                </c:pt>
                <c:pt idx="12">
                  <c:v>827487.26</c:v>
                </c:pt>
                <c:pt idx="13">
                  <c:v>813345.26</c:v>
                </c:pt>
                <c:pt idx="14">
                  <c:v>714279.26</c:v>
                </c:pt>
                <c:pt idx="15">
                  <c:v>714279.26</c:v>
                </c:pt>
                <c:pt idx="16">
                  <c:v>714279.26</c:v>
                </c:pt>
                <c:pt idx="17">
                  <c:v>714279.26</c:v>
                </c:pt>
                <c:pt idx="18">
                  <c:v>714279.26</c:v>
                </c:pt>
                <c:pt idx="19">
                  <c:v>714279.26</c:v>
                </c:pt>
                <c:pt idx="20">
                  <c:v>714279.26</c:v>
                </c:pt>
                <c:pt idx="21">
                  <c:v>714279.26</c:v>
                </c:pt>
                <c:pt idx="22">
                  <c:v>714279.26</c:v>
                </c:pt>
                <c:pt idx="23">
                  <c:v>714279.26</c:v>
                </c:pt>
                <c:pt idx="24">
                  <c:v>714279.26</c:v>
                </c:pt>
                <c:pt idx="25">
                  <c:v>703423.26</c:v>
                </c:pt>
                <c:pt idx="26">
                  <c:v>691403.26</c:v>
                </c:pt>
                <c:pt idx="27">
                  <c:v>679383.26</c:v>
                </c:pt>
                <c:pt idx="28">
                  <c:v>667363.26</c:v>
                </c:pt>
                <c:pt idx="29">
                  <c:v>655343.26</c:v>
                </c:pt>
                <c:pt idx="30">
                  <c:v>643323.26</c:v>
                </c:pt>
                <c:pt idx="31">
                  <c:v>631303.26</c:v>
                </c:pt>
                <c:pt idx="32">
                  <c:v>625293.26</c:v>
                </c:pt>
                <c:pt idx="33">
                  <c:v>619283.26</c:v>
                </c:pt>
                <c:pt idx="34">
                  <c:v>613273.26</c:v>
                </c:pt>
                <c:pt idx="35">
                  <c:v>607263.26</c:v>
                </c:pt>
                <c:pt idx="36">
                  <c:v>601253.26</c:v>
                </c:pt>
                <c:pt idx="37">
                  <c:v>595243.26</c:v>
                </c:pt>
                <c:pt idx="38">
                  <c:v>589233.26</c:v>
                </c:pt>
                <c:pt idx="39">
                  <c:v>583223.26</c:v>
                </c:pt>
                <c:pt idx="40">
                  <c:v>580119.26</c:v>
                </c:pt>
                <c:pt idx="41">
                  <c:v>571203.26</c:v>
                </c:pt>
                <c:pt idx="42">
                  <c:v>565193.26</c:v>
                </c:pt>
                <c:pt idx="43">
                  <c:v>559183.26</c:v>
                </c:pt>
                <c:pt idx="44">
                  <c:v>553173.26</c:v>
                </c:pt>
                <c:pt idx="45">
                  <c:v>547163.26</c:v>
                </c:pt>
                <c:pt idx="46">
                  <c:v>541153.26</c:v>
                </c:pt>
                <c:pt idx="47">
                  <c:v>535143.26</c:v>
                </c:pt>
                <c:pt idx="48">
                  <c:v>535143.26</c:v>
                </c:pt>
                <c:pt idx="49">
                  <c:v>535143.26</c:v>
                </c:pt>
                <c:pt idx="50">
                  <c:v>535143.26</c:v>
                </c:pt>
                <c:pt idx="51">
                  <c:v>535143.26</c:v>
                </c:pt>
                <c:pt idx="52">
                  <c:v>535143.26</c:v>
                </c:pt>
                <c:pt idx="53">
                  <c:v>535143.26</c:v>
                </c:pt>
                <c:pt idx="54">
                  <c:v>535143.26</c:v>
                </c:pt>
                <c:pt idx="55">
                  <c:v>535143.26</c:v>
                </c:pt>
                <c:pt idx="56">
                  <c:v>535143.26</c:v>
                </c:pt>
                <c:pt idx="57">
                  <c:v>535143.26</c:v>
                </c:pt>
                <c:pt idx="58">
                  <c:v>535143.26</c:v>
                </c:pt>
                <c:pt idx="59">
                  <c:v>535143.26</c:v>
                </c:pt>
                <c:pt idx="60">
                  <c:v>535143.26</c:v>
                </c:pt>
                <c:pt idx="61">
                  <c:v>535143.26</c:v>
                </c:pt>
                <c:pt idx="62">
                  <c:v>535143.26</c:v>
                </c:pt>
                <c:pt idx="63">
                  <c:v>535143.26</c:v>
                </c:pt>
                <c:pt idx="64">
                  <c:v>535143.26</c:v>
                </c:pt>
                <c:pt idx="65">
                  <c:v>535143.26</c:v>
                </c:pt>
                <c:pt idx="66">
                  <c:v>535143.26</c:v>
                </c:pt>
                <c:pt idx="67">
                  <c:v>535143.26</c:v>
                </c:pt>
                <c:pt idx="68">
                  <c:v>535143.26</c:v>
                </c:pt>
                <c:pt idx="69">
                  <c:v>535143.26</c:v>
                </c:pt>
                <c:pt idx="70">
                  <c:v>535143.26</c:v>
                </c:pt>
                <c:pt idx="71">
                  <c:v>535143.26</c:v>
                </c:pt>
                <c:pt idx="72">
                  <c:v>535143.26</c:v>
                </c:pt>
                <c:pt idx="73">
                  <c:v>535143.26</c:v>
                </c:pt>
                <c:pt idx="74">
                  <c:v>535143.26</c:v>
                </c:pt>
                <c:pt idx="75">
                  <c:v>535143.26</c:v>
                </c:pt>
                <c:pt idx="76">
                  <c:v>535143.26</c:v>
                </c:pt>
                <c:pt idx="77">
                  <c:v>535143.26</c:v>
                </c:pt>
                <c:pt idx="78">
                  <c:v>535143.26</c:v>
                </c:pt>
                <c:pt idx="79">
                  <c:v>535143.26</c:v>
                </c:pt>
                <c:pt idx="80">
                  <c:v>535143.26</c:v>
                </c:pt>
                <c:pt idx="81">
                  <c:v>535143.26</c:v>
                </c:pt>
                <c:pt idx="82">
                  <c:v>535143.26</c:v>
                </c:pt>
                <c:pt idx="83">
                  <c:v>535143.26</c:v>
                </c:pt>
                <c:pt idx="84">
                  <c:v>535143.26</c:v>
                </c:pt>
                <c:pt idx="85">
                  <c:v>535143.26</c:v>
                </c:pt>
                <c:pt idx="86">
                  <c:v>535143.26</c:v>
                </c:pt>
                <c:pt idx="87">
                  <c:v>535143.26</c:v>
                </c:pt>
                <c:pt idx="88">
                  <c:v>535143.26</c:v>
                </c:pt>
                <c:pt idx="89">
                  <c:v>535143.26</c:v>
                </c:pt>
                <c:pt idx="90">
                  <c:v>535143.26</c:v>
                </c:pt>
                <c:pt idx="91">
                  <c:v>535143.26</c:v>
                </c:pt>
                <c:pt idx="92">
                  <c:v>535143.26</c:v>
                </c:pt>
                <c:pt idx="93">
                  <c:v>535143.26</c:v>
                </c:pt>
                <c:pt idx="94">
                  <c:v>535143.26</c:v>
                </c:pt>
                <c:pt idx="95">
                  <c:v>535143.26</c:v>
                </c:pt>
                <c:pt idx="96">
                  <c:v>535143.26</c:v>
                </c:pt>
                <c:pt idx="97">
                  <c:v>535143.26</c:v>
                </c:pt>
                <c:pt idx="98">
                  <c:v>535143.26</c:v>
                </c:pt>
                <c:pt idx="99">
                  <c:v>535143.26</c:v>
                </c:pt>
              </c:numCache>
            </c:numRef>
          </c:val>
          <c:smooth val="0"/>
          <c:extLst>
            <c:ext xmlns:c16="http://schemas.microsoft.com/office/drawing/2014/chart" uri="{C3380CC4-5D6E-409C-BE32-E72D297353CC}">
              <c16:uniqueId val="{00000002-AFE3-4F52-987F-1B5B0AEE69BB}"/>
            </c:ext>
          </c:extLst>
        </c:ser>
        <c:dLbls>
          <c:showLegendKey val="0"/>
          <c:showVal val="0"/>
          <c:showCatName val="0"/>
          <c:showSerName val="0"/>
          <c:showPercent val="0"/>
          <c:showBubbleSize val="0"/>
        </c:dLbls>
        <c:smooth val="0"/>
        <c:axId val="1550213904"/>
        <c:axId val="1550199504"/>
      </c:lineChart>
      <c:catAx>
        <c:axId val="155021390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CA" sz="1000" b="0">
                    <a:latin typeface="Times New Roman" panose="02020603050405020304" pitchFamily="18" charset="0"/>
                    <a:cs typeface="Times New Roman" panose="02020603050405020304" pitchFamily="18" charset="0"/>
                  </a:rPr>
                  <a:t>Iteration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crossAx val="1550199504"/>
        <c:crosses val="autoZero"/>
        <c:auto val="1"/>
        <c:lblAlgn val="ctr"/>
        <c:lblOffset val="100"/>
        <c:noMultiLvlLbl val="0"/>
      </c:catAx>
      <c:valAx>
        <c:axId val="1550199504"/>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CA" sz="1000" b="0">
                    <a:latin typeface="Times New Roman" panose="02020603050405020304" pitchFamily="18" charset="0"/>
                    <a:cs typeface="Times New Roman" panose="02020603050405020304" pitchFamily="18" charset="0"/>
                  </a:rPr>
                  <a:t>Best NPC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crossAx val="15502139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sz="6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CA" sz="1400" b="0">
                <a:latin typeface="Times New Roman" panose="02020603050405020304" pitchFamily="18" charset="0"/>
                <a:cs typeface="Times New Roman" panose="02020603050405020304" pitchFamily="18" charset="0"/>
              </a:rPr>
              <a:t>Convergence Curves - Li-ion</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strRef>
              <c:f>Sheet1!$E$1</c:f>
              <c:strCache>
                <c:ptCount val="1"/>
                <c:pt idx="0">
                  <c:v>Hybrid</c:v>
                </c:pt>
              </c:strCache>
            </c:strRef>
          </c:tx>
          <c:spPr>
            <a:ln w="22225" cap="rnd">
              <a:solidFill>
                <a:schemeClr val="accent1"/>
              </a:solidFill>
              <a:round/>
            </a:ln>
            <a:effectLst/>
          </c:spPr>
          <c:marker>
            <c:symbol val="none"/>
          </c:marker>
          <c:val>
            <c:numRef>
              <c:f>Sheet1!$E$2:$E$101</c:f>
              <c:numCache>
                <c:formatCode>General</c:formatCode>
                <c:ptCount val="100"/>
                <c:pt idx="0">
                  <c:v>2606367.15</c:v>
                </c:pt>
                <c:pt idx="1">
                  <c:v>2449940</c:v>
                </c:pt>
                <c:pt idx="2">
                  <c:v>2256460</c:v>
                </c:pt>
                <c:pt idx="3">
                  <c:v>2131920</c:v>
                </c:pt>
                <c:pt idx="4">
                  <c:v>1866120</c:v>
                </c:pt>
                <c:pt idx="5">
                  <c:v>1800350</c:v>
                </c:pt>
                <c:pt idx="6">
                  <c:v>1457780</c:v>
                </c:pt>
                <c:pt idx="7">
                  <c:v>1152290</c:v>
                </c:pt>
                <c:pt idx="8">
                  <c:v>923740</c:v>
                </c:pt>
                <c:pt idx="9">
                  <c:v>743780</c:v>
                </c:pt>
                <c:pt idx="10">
                  <c:v>743780</c:v>
                </c:pt>
                <c:pt idx="11">
                  <c:v>743780</c:v>
                </c:pt>
                <c:pt idx="12">
                  <c:v>743780</c:v>
                </c:pt>
                <c:pt idx="13">
                  <c:v>737770</c:v>
                </c:pt>
                <c:pt idx="14">
                  <c:v>683680</c:v>
                </c:pt>
                <c:pt idx="15">
                  <c:v>665650</c:v>
                </c:pt>
                <c:pt idx="16">
                  <c:v>659640</c:v>
                </c:pt>
                <c:pt idx="17">
                  <c:v>659640</c:v>
                </c:pt>
                <c:pt idx="18">
                  <c:v>659640</c:v>
                </c:pt>
                <c:pt idx="19">
                  <c:v>659640</c:v>
                </c:pt>
                <c:pt idx="20">
                  <c:v>659640</c:v>
                </c:pt>
                <c:pt idx="21">
                  <c:v>659640</c:v>
                </c:pt>
                <c:pt idx="22">
                  <c:v>659640</c:v>
                </c:pt>
                <c:pt idx="23">
                  <c:v>659640</c:v>
                </c:pt>
                <c:pt idx="24">
                  <c:v>659640</c:v>
                </c:pt>
                <c:pt idx="25">
                  <c:v>659640</c:v>
                </c:pt>
                <c:pt idx="26">
                  <c:v>659640</c:v>
                </c:pt>
                <c:pt idx="27">
                  <c:v>659640</c:v>
                </c:pt>
                <c:pt idx="28">
                  <c:v>659640</c:v>
                </c:pt>
                <c:pt idx="29">
                  <c:v>659640</c:v>
                </c:pt>
                <c:pt idx="30">
                  <c:v>659640</c:v>
                </c:pt>
                <c:pt idx="31">
                  <c:v>659640</c:v>
                </c:pt>
                <c:pt idx="32">
                  <c:v>659640</c:v>
                </c:pt>
                <c:pt idx="33">
                  <c:v>659640</c:v>
                </c:pt>
                <c:pt idx="34">
                  <c:v>659640</c:v>
                </c:pt>
                <c:pt idx="35">
                  <c:v>659640</c:v>
                </c:pt>
                <c:pt idx="36">
                  <c:v>659640</c:v>
                </c:pt>
                <c:pt idx="37">
                  <c:v>653630</c:v>
                </c:pt>
                <c:pt idx="38">
                  <c:v>653630</c:v>
                </c:pt>
                <c:pt idx="39">
                  <c:v>653630</c:v>
                </c:pt>
                <c:pt idx="40">
                  <c:v>653630</c:v>
                </c:pt>
                <c:pt idx="41">
                  <c:v>653630</c:v>
                </c:pt>
                <c:pt idx="42">
                  <c:v>653630</c:v>
                </c:pt>
                <c:pt idx="43">
                  <c:v>653630</c:v>
                </c:pt>
                <c:pt idx="44">
                  <c:v>653630</c:v>
                </c:pt>
                <c:pt idx="45">
                  <c:v>653630</c:v>
                </c:pt>
                <c:pt idx="46">
                  <c:v>653630</c:v>
                </c:pt>
                <c:pt idx="47">
                  <c:v>653630</c:v>
                </c:pt>
                <c:pt idx="48">
                  <c:v>653630</c:v>
                </c:pt>
                <c:pt idx="49">
                  <c:v>653630</c:v>
                </c:pt>
                <c:pt idx="50">
                  <c:v>653630</c:v>
                </c:pt>
                <c:pt idx="51">
                  <c:v>653630</c:v>
                </c:pt>
                <c:pt idx="52">
                  <c:v>653630</c:v>
                </c:pt>
                <c:pt idx="53">
                  <c:v>653630</c:v>
                </c:pt>
                <c:pt idx="54">
                  <c:v>653630</c:v>
                </c:pt>
                <c:pt idx="55">
                  <c:v>653630</c:v>
                </c:pt>
                <c:pt idx="56">
                  <c:v>653630</c:v>
                </c:pt>
                <c:pt idx="57">
                  <c:v>653630</c:v>
                </c:pt>
                <c:pt idx="58">
                  <c:v>653630</c:v>
                </c:pt>
                <c:pt idx="59">
                  <c:v>653630</c:v>
                </c:pt>
                <c:pt idx="60">
                  <c:v>653630</c:v>
                </c:pt>
                <c:pt idx="61">
                  <c:v>653630</c:v>
                </c:pt>
                <c:pt idx="62">
                  <c:v>653630</c:v>
                </c:pt>
                <c:pt idx="63">
                  <c:v>653630</c:v>
                </c:pt>
                <c:pt idx="64">
                  <c:v>653630</c:v>
                </c:pt>
                <c:pt idx="65">
                  <c:v>653630</c:v>
                </c:pt>
                <c:pt idx="66">
                  <c:v>653630</c:v>
                </c:pt>
                <c:pt idx="67">
                  <c:v>653630</c:v>
                </c:pt>
                <c:pt idx="68">
                  <c:v>653630</c:v>
                </c:pt>
                <c:pt idx="69">
                  <c:v>653630</c:v>
                </c:pt>
                <c:pt idx="70">
                  <c:v>653630</c:v>
                </c:pt>
                <c:pt idx="71">
                  <c:v>653630</c:v>
                </c:pt>
                <c:pt idx="72">
                  <c:v>653630</c:v>
                </c:pt>
                <c:pt idx="73">
                  <c:v>653630</c:v>
                </c:pt>
                <c:pt idx="74">
                  <c:v>653630</c:v>
                </c:pt>
                <c:pt idx="75">
                  <c:v>653630</c:v>
                </c:pt>
                <c:pt idx="76">
                  <c:v>653630</c:v>
                </c:pt>
                <c:pt idx="77">
                  <c:v>653630</c:v>
                </c:pt>
                <c:pt idx="78">
                  <c:v>653630</c:v>
                </c:pt>
                <c:pt idx="79">
                  <c:v>653630</c:v>
                </c:pt>
                <c:pt idx="80">
                  <c:v>653630</c:v>
                </c:pt>
                <c:pt idx="81">
                  <c:v>653630</c:v>
                </c:pt>
                <c:pt idx="82">
                  <c:v>653630</c:v>
                </c:pt>
                <c:pt idx="83">
                  <c:v>653630</c:v>
                </c:pt>
                <c:pt idx="84">
                  <c:v>653630</c:v>
                </c:pt>
                <c:pt idx="85">
                  <c:v>653630</c:v>
                </c:pt>
                <c:pt idx="86">
                  <c:v>653630</c:v>
                </c:pt>
                <c:pt idx="87">
                  <c:v>653630</c:v>
                </c:pt>
                <c:pt idx="88">
                  <c:v>653630</c:v>
                </c:pt>
                <c:pt idx="89">
                  <c:v>653630</c:v>
                </c:pt>
                <c:pt idx="90">
                  <c:v>653630</c:v>
                </c:pt>
                <c:pt idx="91">
                  <c:v>653630</c:v>
                </c:pt>
                <c:pt idx="92">
                  <c:v>653630</c:v>
                </c:pt>
                <c:pt idx="93">
                  <c:v>653630</c:v>
                </c:pt>
                <c:pt idx="94">
                  <c:v>653630</c:v>
                </c:pt>
                <c:pt idx="95">
                  <c:v>653630</c:v>
                </c:pt>
                <c:pt idx="96">
                  <c:v>653630</c:v>
                </c:pt>
                <c:pt idx="97">
                  <c:v>653630</c:v>
                </c:pt>
                <c:pt idx="98">
                  <c:v>653630</c:v>
                </c:pt>
                <c:pt idx="99">
                  <c:v>653630</c:v>
                </c:pt>
              </c:numCache>
            </c:numRef>
          </c:val>
          <c:smooth val="0"/>
          <c:extLst>
            <c:ext xmlns:c16="http://schemas.microsoft.com/office/drawing/2014/chart" uri="{C3380CC4-5D6E-409C-BE32-E72D297353CC}">
              <c16:uniqueId val="{00000000-F2EA-400E-9E54-76F5444B4FA0}"/>
            </c:ext>
          </c:extLst>
        </c:ser>
        <c:ser>
          <c:idx val="1"/>
          <c:order val="1"/>
          <c:tx>
            <c:strRef>
              <c:f>Sheet1!$F$1</c:f>
              <c:strCache>
                <c:ptCount val="1"/>
                <c:pt idx="0">
                  <c:v>PSO</c:v>
                </c:pt>
              </c:strCache>
            </c:strRef>
          </c:tx>
          <c:spPr>
            <a:ln w="22225" cap="rnd">
              <a:solidFill>
                <a:schemeClr val="accent2"/>
              </a:solidFill>
              <a:round/>
            </a:ln>
            <a:effectLst/>
          </c:spPr>
          <c:marker>
            <c:symbol val="none"/>
          </c:marker>
          <c:val>
            <c:numRef>
              <c:f>Sheet1!$F$2:$F$101</c:f>
              <c:numCache>
                <c:formatCode>General</c:formatCode>
                <c:ptCount val="100"/>
                <c:pt idx="0">
                  <c:v>1092154.2509999999</c:v>
                </c:pt>
                <c:pt idx="1">
                  <c:v>1010126.816</c:v>
                </c:pt>
                <c:pt idx="2">
                  <c:v>1010126.816</c:v>
                </c:pt>
                <c:pt idx="3">
                  <c:v>687632.58490000002</c:v>
                </c:pt>
                <c:pt idx="4">
                  <c:v>687632.58490000002</c:v>
                </c:pt>
                <c:pt idx="5">
                  <c:v>687632.58490000002</c:v>
                </c:pt>
                <c:pt idx="6">
                  <c:v>687632.58490000002</c:v>
                </c:pt>
                <c:pt idx="7">
                  <c:v>687632.58490000002</c:v>
                </c:pt>
                <c:pt idx="8">
                  <c:v>687632.58490000002</c:v>
                </c:pt>
                <c:pt idx="9">
                  <c:v>687632.58490000002</c:v>
                </c:pt>
                <c:pt idx="10">
                  <c:v>687632.58490000002</c:v>
                </c:pt>
                <c:pt idx="11">
                  <c:v>687632.58490000002</c:v>
                </c:pt>
                <c:pt idx="12">
                  <c:v>687632.58490000002</c:v>
                </c:pt>
                <c:pt idx="13">
                  <c:v>687632.58490000002</c:v>
                </c:pt>
                <c:pt idx="14">
                  <c:v>687632.58490000002</c:v>
                </c:pt>
                <c:pt idx="15">
                  <c:v>687632.58490000002</c:v>
                </c:pt>
                <c:pt idx="16">
                  <c:v>687632.58490000002</c:v>
                </c:pt>
                <c:pt idx="17">
                  <c:v>687632.58490000002</c:v>
                </c:pt>
                <c:pt idx="18">
                  <c:v>687632.58490000002</c:v>
                </c:pt>
                <c:pt idx="19">
                  <c:v>687632.58490000002</c:v>
                </c:pt>
                <c:pt idx="20">
                  <c:v>687632.58490000002</c:v>
                </c:pt>
                <c:pt idx="21">
                  <c:v>687632.58490000002</c:v>
                </c:pt>
                <c:pt idx="22">
                  <c:v>687632.58490000002</c:v>
                </c:pt>
                <c:pt idx="23">
                  <c:v>687632.58490000002</c:v>
                </c:pt>
                <c:pt idx="24">
                  <c:v>687632.58490000002</c:v>
                </c:pt>
                <c:pt idx="25">
                  <c:v>687632.58490000002</c:v>
                </c:pt>
                <c:pt idx="26">
                  <c:v>687632.58490000002</c:v>
                </c:pt>
                <c:pt idx="27">
                  <c:v>687632.58490000002</c:v>
                </c:pt>
                <c:pt idx="28">
                  <c:v>687632.58490000002</c:v>
                </c:pt>
                <c:pt idx="29">
                  <c:v>687632.58490000002</c:v>
                </c:pt>
                <c:pt idx="30">
                  <c:v>687632.58490000002</c:v>
                </c:pt>
                <c:pt idx="31">
                  <c:v>687632.58490000002</c:v>
                </c:pt>
                <c:pt idx="32">
                  <c:v>687632.58490000002</c:v>
                </c:pt>
                <c:pt idx="33">
                  <c:v>687632.58490000002</c:v>
                </c:pt>
                <c:pt idx="34">
                  <c:v>687632.58490000002</c:v>
                </c:pt>
                <c:pt idx="35">
                  <c:v>687632.58490000002</c:v>
                </c:pt>
                <c:pt idx="36">
                  <c:v>687632.58490000002</c:v>
                </c:pt>
                <c:pt idx="37">
                  <c:v>687632.58490000002</c:v>
                </c:pt>
                <c:pt idx="38">
                  <c:v>687632.58490000002</c:v>
                </c:pt>
                <c:pt idx="39">
                  <c:v>687632.58490000002</c:v>
                </c:pt>
                <c:pt idx="40">
                  <c:v>687632.58490000002</c:v>
                </c:pt>
                <c:pt idx="41">
                  <c:v>687632.58490000002</c:v>
                </c:pt>
                <c:pt idx="42">
                  <c:v>687632.58490000002</c:v>
                </c:pt>
                <c:pt idx="43">
                  <c:v>687632.58490000002</c:v>
                </c:pt>
                <c:pt idx="44">
                  <c:v>687632.58490000002</c:v>
                </c:pt>
                <c:pt idx="45">
                  <c:v>687632.58490000002</c:v>
                </c:pt>
                <c:pt idx="46">
                  <c:v>687632.58490000002</c:v>
                </c:pt>
                <c:pt idx="47">
                  <c:v>687632.58490000002</c:v>
                </c:pt>
                <c:pt idx="48">
                  <c:v>687632.58490000002</c:v>
                </c:pt>
                <c:pt idx="49">
                  <c:v>687632.58490000002</c:v>
                </c:pt>
                <c:pt idx="50">
                  <c:v>687632.58490000002</c:v>
                </c:pt>
                <c:pt idx="51">
                  <c:v>687632.58490000002</c:v>
                </c:pt>
                <c:pt idx="52">
                  <c:v>687632.58490000002</c:v>
                </c:pt>
                <c:pt idx="53">
                  <c:v>687632.58490000002</c:v>
                </c:pt>
                <c:pt idx="54">
                  <c:v>687632.58490000002</c:v>
                </c:pt>
                <c:pt idx="55">
                  <c:v>687632.58490000002</c:v>
                </c:pt>
                <c:pt idx="56">
                  <c:v>687632.58490000002</c:v>
                </c:pt>
                <c:pt idx="57">
                  <c:v>687632.58490000002</c:v>
                </c:pt>
                <c:pt idx="58">
                  <c:v>687632.58490000002</c:v>
                </c:pt>
                <c:pt idx="59">
                  <c:v>687632.58490000002</c:v>
                </c:pt>
                <c:pt idx="60">
                  <c:v>687632.58490000002</c:v>
                </c:pt>
                <c:pt idx="61">
                  <c:v>687632.58490000002</c:v>
                </c:pt>
                <c:pt idx="62">
                  <c:v>687632.58490000002</c:v>
                </c:pt>
                <c:pt idx="63">
                  <c:v>687632.58490000002</c:v>
                </c:pt>
                <c:pt idx="64">
                  <c:v>687632.58490000002</c:v>
                </c:pt>
                <c:pt idx="65">
                  <c:v>687632.58490000002</c:v>
                </c:pt>
                <c:pt idx="66">
                  <c:v>687632.58490000002</c:v>
                </c:pt>
                <c:pt idx="67">
                  <c:v>687632.58490000002</c:v>
                </c:pt>
                <c:pt idx="68">
                  <c:v>687632.58490000002</c:v>
                </c:pt>
                <c:pt idx="69">
                  <c:v>687632.58490000002</c:v>
                </c:pt>
                <c:pt idx="70">
                  <c:v>687632.58490000002</c:v>
                </c:pt>
                <c:pt idx="71">
                  <c:v>687632.58490000002</c:v>
                </c:pt>
                <c:pt idx="72">
                  <c:v>687632.58490000002</c:v>
                </c:pt>
                <c:pt idx="73">
                  <c:v>687632.58490000002</c:v>
                </c:pt>
                <c:pt idx="74">
                  <c:v>687632.58490000002</c:v>
                </c:pt>
                <c:pt idx="75">
                  <c:v>687632.58490000002</c:v>
                </c:pt>
                <c:pt idx="76">
                  <c:v>687632.58490000002</c:v>
                </c:pt>
                <c:pt idx="77">
                  <c:v>687632.58490000002</c:v>
                </c:pt>
                <c:pt idx="78">
                  <c:v>687632.58490000002</c:v>
                </c:pt>
                <c:pt idx="79">
                  <c:v>687632.58490000002</c:v>
                </c:pt>
                <c:pt idx="80">
                  <c:v>687632.58490000002</c:v>
                </c:pt>
                <c:pt idx="81">
                  <c:v>687632.58490000002</c:v>
                </c:pt>
                <c:pt idx="82">
                  <c:v>687632.58490000002</c:v>
                </c:pt>
                <c:pt idx="83">
                  <c:v>687632.58490000002</c:v>
                </c:pt>
                <c:pt idx="84">
                  <c:v>687632.58490000002</c:v>
                </c:pt>
                <c:pt idx="85">
                  <c:v>687632.58490000002</c:v>
                </c:pt>
                <c:pt idx="86">
                  <c:v>687632.58490000002</c:v>
                </c:pt>
                <c:pt idx="87">
                  <c:v>687632.58490000002</c:v>
                </c:pt>
                <c:pt idx="88">
                  <c:v>687632.58490000002</c:v>
                </c:pt>
                <c:pt idx="89">
                  <c:v>687632.58490000002</c:v>
                </c:pt>
                <c:pt idx="90">
                  <c:v>687632.58490000002</c:v>
                </c:pt>
                <c:pt idx="91">
                  <c:v>687632.58490000002</c:v>
                </c:pt>
                <c:pt idx="92">
                  <c:v>687632.58490000002</c:v>
                </c:pt>
                <c:pt idx="93">
                  <c:v>687632.58490000002</c:v>
                </c:pt>
                <c:pt idx="94">
                  <c:v>687632.58490000002</c:v>
                </c:pt>
                <c:pt idx="95">
                  <c:v>687632.58490000002</c:v>
                </c:pt>
                <c:pt idx="96">
                  <c:v>687632.58490000002</c:v>
                </c:pt>
                <c:pt idx="97">
                  <c:v>687632.58490000002</c:v>
                </c:pt>
                <c:pt idx="98">
                  <c:v>687632.58490000002</c:v>
                </c:pt>
                <c:pt idx="99">
                  <c:v>687632.58490000002</c:v>
                </c:pt>
              </c:numCache>
            </c:numRef>
          </c:val>
          <c:smooth val="0"/>
          <c:extLst>
            <c:ext xmlns:c16="http://schemas.microsoft.com/office/drawing/2014/chart" uri="{C3380CC4-5D6E-409C-BE32-E72D297353CC}">
              <c16:uniqueId val="{00000001-F2EA-400E-9E54-76F5444B4FA0}"/>
            </c:ext>
          </c:extLst>
        </c:ser>
        <c:ser>
          <c:idx val="2"/>
          <c:order val="2"/>
          <c:tx>
            <c:strRef>
              <c:f>Sheet1!$G$1</c:f>
              <c:strCache>
                <c:ptCount val="1"/>
                <c:pt idx="0">
                  <c:v>Firefly</c:v>
                </c:pt>
              </c:strCache>
            </c:strRef>
          </c:tx>
          <c:spPr>
            <a:ln w="22225" cap="rnd">
              <a:solidFill>
                <a:srgbClr val="16A231"/>
              </a:solidFill>
              <a:round/>
            </a:ln>
            <a:effectLst/>
          </c:spPr>
          <c:marker>
            <c:symbol val="none"/>
          </c:marker>
          <c:val>
            <c:numRef>
              <c:f>Sheet1!$G$2:$G$101</c:f>
              <c:numCache>
                <c:formatCode>General</c:formatCode>
                <c:ptCount val="100"/>
                <c:pt idx="0">
                  <c:v>2980837.69</c:v>
                </c:pt>
                <c:pt idx="1">
                  <c:v>2735701.44</c:v>
                </c:pt>
                <c:pt idx="2">
                  <c:v>2356531.39</c:v>
                </c:pt>
                <c:pt idx="3">
                  <c:v>2154124.96</c:v>
                </c:pt>
                <c:pt idx="4">
                  <c:v>1823194.81</c:v>
                </c:pt>
                <c:pt idx="5">
                  <c:v>1651212.85</c:v>
                </c:pt>
                <c:pt idx="6">
                  <c:v>1394888.36</c:v>
                </c:pt>
                <c:pt idx="7">
                  <c:v>1138904.81</c:v>
                </c:pt>
                <c:pt idx="8">
                  <c:v>890004.25</c:v>
                </c:pt>
                <c:pt idx="9">
                  <c:v>829734.25</c:v>
                </c:pt>
                <c:pt idx="10">
                  <c:v>775814.25</c:v>
                </c:pt>
                <c:pt idx="11">
                  <c:v>727734.25</c:v>
                </c:pt>
                <c:pt idx="12">
                  <c:v>727734.25</c:v>
                </c:pt>
                <c:pt idx="13">
                  <c:v>727734.25</c:v>
                </c:pt>
                <c:pt idx="14">
                  <c:v>727734.25</c:v>
                </c:pt>
                <c:pt idx="15">
                  <c:v>727734.25</c:v>
                </c:pt>
                <c:pt idx="16">
                  <c:v>727734.25</c:v>
                </c:pt>
                <c:pt idx="17">
                  <c:v>727734.25</c:v>
                </c:pt>
                <c:pt idx="18">
                  <c:v>727734.25</c:v>
                </c:pt>
                <c:pt idx="19">
                  <c:v>727734.25</c:v>
                </c:pt>
                <c:pt idx="20">
                  <c:v>727734.25</c:v>
                </c:pt>
                <c:pt idx="21">
                  <c:v>727734.25</c:v>
                </c:pt>
                <c:pt idx="22">
                  <c:v>727734.25</c:v>
                </c:pt>
                <c:pt idx="23">
                  <c:v>727734.25</c:v>
                </c:pt>
                <c:pt idx="24">
                  <c:v>727734.25</c:v>
                </c:pt>
                <c:pt idx="25">
                  <c:v>727734.25</c:v>
                </c:pt>
                <c:pt idx="26">
                  <c:v>727734.25</c:v>
                </c:pt>
                <c:pt idx="27">
                  <c:v>727734.25</c:v>
                </c:pt>
                <c:pt idx="28">
                  <c:v>727734.25</c:v>
                </c:pt>
                <c:pt idx="29">
                  <c:v>727734.25</c:v>
                </c:pt>
                <c:pt idx="30">
                  <c:v>727734.25</c:v>
                </c:pt>
                <c:pt idx="31">
                  <c:v>727734.25</c:v>
                </c:pt>
                <c:pt idx="32">
                  <c:v>727734.25</c:v>
                </c:pt>
                <c:pt idx="33">
                  <c:v>727734.25</c:v>
                </c:pt>
                <c:pt idx="34">
                  <c:v>727734.25</c:v>
                </c:pt>
                <c:pt idx="35">
                  <c:v>727734.25</c:v>
                </c:pt>
                <c:pt idx="36">
                  <c:v>727734.25</c:v>
                </c:pt>
                <c:pt idx="37">
                  <c:v>727734.25</c:v>
                </c:pt>
                <c:pt idx="38">
                  <c:v>727734.25</c:v>
                </c:pt>
                <c:pt idx="39">
                  <c:v>727734.25</c:v>
                </c:pt>
                <c:pt idx="40">
                  <c:v>727734.25</c:v>
                </c:pt>
                <c:pt idx="41">
                  <c:v>727734.25</c:v>
                </c:pt>
                <c:pt idx="42">
                  <c:v>727734.25</c:v>
                </c:pt>
                <c:pt idx="43">
                  <c:v>727734.25</c:v>
                </c:pt>
                <c:pt idx="44">
                  <c:v>727734.25</c:v>
                </c:pt>
                <c:pt idx="45">
                  <c:v>727734.25</c:v>
                </c:pt>
                <c:pt idx="46">
                  <c:v>727734.25</c:v>
                </c:pt>
                <c:pt idx="47">
                  <c:v>727734.25</c:v>
                </c:pt>
                <c:pt idx="48">
                  <c:v>727734.25</c:v>
                </c:pt>
                <c:pt idx="49">
                  <c:v>727734.25</c:v>
                </c:pt>
                <c:pt idx="50">
                  <c:v>727734.25</c:v>
                </c:pt>
                <c:pt idx="51">
                  <c:v>727734.25</c:v>
                </c:pt>
                <c:pt idx="52">
                  <c:v>727734.25</c:v>
                </c:pt>
                <c:pt idx="53">
                  <c:v>727734.25</c:v>
                </c:pt>
                <c:pt idx="54">
                  <c:v>727734.25</c:v>
                </c:pt>
                <c:pt idx="55">
                  <c:v>727734.25</c:v>
                </c:pt>
                <c:pt idx="56">
                  <c:v>727734.25</c:v>
                </c:pt>
                <c:pt idx="57">
                  <c:v>727734.25</c:v>
                </c:pt>
                <c:pt idx="58">
                  <c:v>727734.25</c:v>
                </c:pt>
                <c:pt idx="59">
                  <c:v>727734.25</c:v>
                </c:pt>
                <c:pt idx="60">
                  <c:v>727734.25</c:v>
                </c:pt>
                <c:pt idx="61">
                  <c:v>727734.25</c:v>
                </c:pt>
                <c:pt idx="62">
                  <c:v>727734.25</c:v>
                </c:pt>
                <c:pt idx="63">
                  <c:v>727734.25</c:v>
                </c:pt>
                <c:pt idx="64">
                  <c:v>727734.25</c:v>
                </c:pt>
                <c:pt idx="65">
                  <c:v>727734.25</c:v>
                </c:pt>
                <c:pt idx="66">
                  <c:v>727734.25</c:v>
                </c:pt>
                <c:pt idx="67">
                  <c:v>727734.25</c:v>
                </c:pt>
                <c:pt idx="68">
                  <c:v>727734.25</c:v>
                </c:pt>
                <c:pt idx="69">
                  <c:v>727734.25</c:v>
                </c:pt>
                <c:pt idx="70">
                  <c:v>727734.25</c:v>
                </c:pt>
                <c:pt idx="71">
                  <c:v>727734.25</c:v>
                </c:pt>
                <c:pt idx="72">
                  <c:v>727734.25</c:v>
                </c:pt>
                <c:pt idx="73">
                  <c:v>727734.25</c:v>
                </c:pt>
                <c:pt idx="74">
                  <c:v>727734.25</c:v>
                </c:pt>
                <c:pt idx="75">
                  <c:v>727734.25</c:v>
                </c:pt>
                <c:pt idx="76">
                  <c:v>727734.25</c:v>
                </c:pt>
                <c:pt idx="77">
                  <c:v>727734.25</c:v>
                </c:pt>
                <c:pt idx="78">
                  <c:v>727734.25</c:v>
                </c:pt>
                <c:pt idx="79">
                  <c:v>727734.25</c:v>
                </c:pt>
                <c:pt idx="80">
                  <c:v>727734.25</c:v>
                </c:pt>
                <c:pt idx="81">
                  <c:v>727734.25</c:v>
                </c:pt>
                <c:pt idx="82">
                  <c:v>727734.25</c:v>
                </c:pt>
                <c:pt idx="83">
                  <c:v>727734.25</c:v>
                </c:pt>
                <c:pt idx="84">
                  <c:v>727734.25</c:v>
                </c:pt>
                <c:pt idx="85">
                  <c:v>727734.25</c:v>
                </c:pt>
                <c:pt idx="86">
                  <c:v>727734.25</c:v>
                </c:pt>
                <c:pt idx="87">
                  <c:v>727734.25</c:v>
                </c:pt>
                <c:pt idx="88">
                  <c:v>727734.25</c:v>
                </c:pt>
                <c:pt idx="89">
                  <c:v>727734.25</c:v>
                </c:pt>
                <c:pt idx="90">
                  <c:v>727734.25</c:v>
                </c:pt>
                <c:pt idx="91">
                  <c:v>727734.25</c:v>
                </c:pt>
                <c:pt idx="92">
                  <c:v>727734.25</c:v>
                </c:pt>
                <c:pt idx="93">
                  <c:v>727734.25</c:v>
                </c:pt>
                <c:pt idx="94">
                  <c:v>727734.25</c:v>
                </c:pt>
                <c:pt idx="95">
                  <c:v>727734.25</c:v>
                </c:pt>
                <c:pt idx="96">
                  <c:v>727734.25</c:v>
                </c:pt>
                <c:pt idx="97">
                  <c:v>727734.25</c:v>
                </c:pt>
                <c:pt idx="98">
                  <c:v>727734.25</c:v>
                </c:pt>
                <c:pt idx="99">
                  <c:v>727734.25</c:v>
                </c:pt>
              </c:numCache>
            </c:numRef>
          </c:val>
          <c:smooth val="0"/>
          <c:extLst>
            <c:ext xmlns:c16="http://schemas.microsoft.com/office/drawing/2014/chart" uri="{C3380CC4-5D6E-409C-BE32-E72D297353CC}">
              <c16:uniqueId val="{00000002-F2EA-400E-9E54-76F5444B4FA0}"/>
            </c:ext>
          </c:extLst>
        </c:ser>
        <c:dLbls>
          <c:showLegendKey val="0"/>
          <c:showVal val="0"/>
          <c:showCatName val="0"/>
          <c:showSerName val="0"/>
          <c:showPercent val="0"/>
          <c:showBubbleSize val="0"/>
        </c:dLbls>
        <c:smooth val="0"/>
        <c:axId val="1623835760"/>
        <c:axId val="1623840080"/>
      </c:lineChart>
      <c:catAx>
        <c:axId val="162383576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CA" sz="1000" b="0">
                    <a:latin typeface="Times New Roman" panose="02020603050405020304" pitchFamily="18" charset="0"/>
                    <a:cs typeface="Times New Roman" panose="02020603050405020304" pitchFamily="18" charset="0"/>
                  </a:rPr>
                  <a:t>Iteration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crossAx val="1623840080"/>
        <c:crosses val="autoZero"/>
        <c:auto val="1"/>
        <c:lblAlgn val="ctr"/>
        <c:lblOffset val="100"/>
        <c:noMultiLvlLbl val="0"/>
      </c:catAx>
      <c:valAx>
        <c:axId val="1623840080"/>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CA" sz="1000" b="0">
                    <a:latin typeface="Times New Roman" panose="02020603050405020304" pitchFamily="18" charset="0"/>
                    <a:cs typeface="Times New Roman" panose="02020603050405020304" pitchFamily="18" charset="0"/>
                  </a:rPr>
                  <a:t>Best NPC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crossAx val="16238357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sz="600"/>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Hybrid FA-PSO - Li-ion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strRef>
              <c:f>Sheet1!$E$1</c:f>
              <c:strCache>
                <c:ptCount val="1"/>
                <c:pt idx="0">
                  <c:v>LPSP 0%</c:v>
                </c:pt>
              </c:strCache>
            </c:strRef>
          </c:tx>
          <c:spPr>
            <a:ln w="22225" cap="rnd">
              <a:solidFill>
                <a:schemeClr val="accent2"/>
              </a:solidFill>
              <a:round/>
            </a:ln>
            <a:effectLst/>
          </c:spPr>
          <c:marker>
            <c:symbol val="none"/>
          </c:marker>
          <c:val>
            <c:numRef>
              <c:f>Sheet1!$E$2:$E$53</c:f>
              <c:numCache>
                <c:formatCode>General</c:formatCode>
                <c:ptCount val="52"/>
                <c:pt idx="0">
                  <c:v>22580070</c:v>
                </c:pt>
                <c:pt idx="1">
                  <c:v>22222860</c:v>
                </c:pt>
                <c:pt idx="2">
                  <c:v>20110740</c:v>
                </c:pt>
                <c:pt idx="3">
                  <c:v>17077200</c:v>
                </c:pt>
                <c:pt idx="4">
                  <c:v>14568700</c:v>
                </c:pt>
                <c:pt idx="5">
                  <c:v>11703110</c:v>
                </c:pt>
                <c:pt idx="6">
                  <c:v>8216510</c:v>
                </c:pt>
                <c:pt idx="7">
                  <c:v>4729910</c:v>
                </c:pt>
                <c:pt idx="8">
                  <c:v>3652810</c:v>
                </c:pt>
                <c:pt idx="9">
                  <c:v>3265140</c:v>
                </c:pt>
                <c:pt idx="10">
                  <c:v>3116560</c:v>
                </c:pt>
                <c:pt idx="11">
                  <c:v>2519290</c:v>
                </c:pt>
                <c:pt idx="12">
                  <c:v>2519290</c:v>
                </c:pt>
                <c:pt idx="13">
                  <c:v>2519290</c:v>
                </c:pt>
                <c:pt idx="14">
                  <c:v>2519290</c:v>
                </c:pt>
                <c:pt idx="15">
                  <c:v>2519290</c:v>
                </c:pt>
                <c:pt idx="16">
                  <c:v>2519290</c:v>
                </c:pt>
                <c:pt idx="17">
                  <c:v>2519290</c:v>
                </c:pt>
                <c:pt idx="18">
                  <c:v>2519290</c:v>
                </c:pt>
                <c:pt idx="19">
                  <c:v>2519290</c:v>
                </c:pt>
                <c:pt idx="20">
                  <c:v>2519290</c:v>
                </c:pt>
                <c:pt idx="21">
                  <c:v>2519290</c:v>
                </c:pt>
                <c:pt idx="22">
                  <c:v>2519290</c:v>
                </c:pt>
                <c:pt idx="23">
                  <c:v>1953740</c:v>
                </c:pt>
                <c:pt idx="24">
                  <c:v>1953740</c:v>
                </c:pt>
                <c:pt idx="25">
                  <c:v>1953740</c:v>
                </c:pt>
                <c:pt idx="26">
                  <c:v>1953740</c:v>
                </c:pt>
                <c:pt idx="27">
                  <c:v>1953740</c:v>
                </c:pt>
                <c:pt idx="28">
                  <c:v>1953740</c:v>
                </c:pt>
                <c:pt idx="29">
                  <c:v>1953740</c:v>
                </c:pt>
                <c:pt idx="30">
                  <c:v>1935710</c:v>
                </c:pt>
                <c:pt idx="31">
                  <c:v>1935710</c:v>
                </c:pt>
                <c:pt idx="32">
                  <c:v>1929700</c:v>
                </c:pt>
                <c:pt idx="33">
                  <c:v>1929700</c:v>
                </c:pt>
                <c:pt idx="34">
                  <c:v>1929700</c:v>
                </c:pt>
                <c:pt idx="35">
                  <c:v>1917680</c:v>
                </c:pt>
                <c:pt idx="36">
                  <c:v>1911670</c:v>
                </c:pt>
                <c:pt idx="37">
                  <c:v>1893640</c:v>
                </c:pt>
                <c:pt idx="38">
                  <c:v>1887630</c:v>
                </c:pt>
                <c:pt idx="39">
                  <c:v>1869600</c:v>
                </c:pt>
                <c:pt idx="40">
                  <c:v>1833540</c:v>
                </c:pt>
                <c:pt idx="41">
                  <c:v>1797480</c:v>
                </c:pt>
                <c:pt idx="42">
                  <c:v>1761420</c:v>
                </c:pt>
                <c:pt idx="43">
                  <c:v>1731370</c:v>
                </c:pt>
                <c:pt idx="44">
                  <c:v>1683290</c:v>
                </c:pt>
                <c:pt idx="45">
                  <c:v>1635210</c:v>
                </c:pt>
                <c:pt idx="46">
                  <c:v>1599150</c:v>
                </c:pt>
                <c:pt idx="47">
                  <c:v>1557080</c:v>
                </c:pt>
                <c:pt idx="48">
                  <c:v>1521020</c:v>
                </c:pt>
                <c:pt idx="49">
                  <c:v>1484960</c:v>
                </c:pt>
                <c:pt idx="50">
                  <c:v>1466930</c:v>
                </c:pt>
                <c:pt idx="51">
                  <c:v>1442890</c:v>
                </c:pt>
              </c:numCache>
            </c:numRef>
          </c:val>
          <c:smooth val="0"/>
          <c:extLst>
            <c:ext xmlns:c16="http://schemas.microsoft.com/office/drawing/2014/chart" uri="{C3380CC4-5D6E-409C-BE32-E72D297353CC}">
              <c16:uniqueId val="{00000000-099A-47F8-924A-6A17879AB7C8}"/>
            </c:ext>
          </c:extLst>
        </c:ser>
        <c:ser>
          <c:idx val="1"/>
          <c:order val="1"/>
          <c:tx>
            <c:strRef>
              <c:f>Sheet1!$F$1</c:f>
              <c:strCache>
                <c:ptCount val="1"/>
                <c:pt idx="0">
                  <c:v>LPSP 2%</c:v>
                </c:pt>
              </c:strCache>
            </c:strRef>
          </c:tx>
          <c:spPr>
            <a:ln w="22225" cap="rnd">
              <a:solidFill>
                <a:schemeClr val="accent4"/>
              </a:solidFill>
              <a:round/>
            </a:ln>
            <a:effectLst/>
          </c:spPr>
          <c:marker>
            <c:symbol val="none"/>
          </c:marker>
          <c:val>
            <c:numRef>
              <c:f>Sheet1!$F$2:$F$53</c:f>
              <c:numCache>
                <c:formatCode>General</c:formatCode>
                <c:ptCount val="52"/>
                <c:pt idx="0">
                  <c:v>9509070</c:v>
                </c:pt>
                <c:pt idx="1">
                  <c:v>9239840</c:v>
                </c:pt>
                <c:pt idx="2">
                  <c:v>6301860</c:v>
                </c:pt>
                <c:pt idx="3">
                  <c:v>6197540</c:v>
                </c:pt>
                <c:pt idx="4">
                  <c:v>4432810</c:v>
                </c:pt>
                <c:pt idx="5">
                  <c:v>4432810</c:v>
                </c:pt>
                <c:pt idx="6">
                  <c:v>4432810</c:v>
                </c:pt>
                <c:pt idx="7">
                  <c:v>4432810</c:v>
                </c:pt>
                <c:pt idx="8">
                  <c:v>3453040</c:v>
                </c:pt>
                <c:pt idx="9">
                  <c:v>3436820</c:v>
                </c:pt>
                <c:pt idx="10">
                  <c:v>3093600</c:v>
                </c:pt>
                <c:pt idx="11">
                  <c:v>2232700</c:v>
                </c:pt>
                <c:pt idx="12">
                  <c:v>2078280</c:v>
                </c:pt>
                <c:pt idx="13">
                  <c:v>2078280</c:v>
                </c:pt>
                <c:pt idx="14">
                  <c:v>2078280</c:v>
                </c:pt>
                <c:pt idx="15">
                  <c:v>2078280</c:v>
                </c:pt>
                <c:pt idx="16">
                  <c:v>2078280</c:v>
                </c:pt>
                <c:pt idx="17">
                  <c:v>2078280</c:v>
                </c:pt>
                <c:pt idx="18">
                  <c:v>2078280</c:v>
                </c:pt>
                <c:pt idx="19">
                  <c:v>2078280</c:v>
                </c:pt>
                <c:pt idx="20">
                  <c:v>2078280</c:v>
                </c:pt>
                <c:pt idx="21">
                  <c:v>2078280</c:v>
                </c:pt>
                <c:pt idx="22">
                  <c:v>2078280</c:v>
                </c:pt>
                <c:pt idx="23">
                  <c:v>2078280</c:v>
                </c:pt>
                <c:pt idx="24">
                  <c:v>2078280</c:v>
                </c:pt>
                <c:pt idx="25">
                  <c:v>2078280</c:v>
                </c:pt>
                <c:pt idx="26">
                  <c:v>2078280</c:v>
                </c:pt>
                <c:pt idx="27">
                  <c:v>2078280</c:v>
                </c:pt>
                <c:pt idx="28">
                  <c:v>2078280</c:v>
                </c:pt>
                <c:pt idx="29">
                  <c:v>2078280</c:v>
                </c:pt>
                <c:pt idx="30">
                  <c:v>2078280</c:v>
                </c:pt>
                <c:pt idx="31">
                  <c:v>2078280</c:v>
                </c:pt>
                <c:pt idx="32">
                  <c:v>2048230</c:v>
                </c:pt>
                <c:pt idx="33">
                  <c:v>1917680</c:v>
                </c:pt>
                <c:pt idx="34">
                  <c:v>1899650</c:v>
                </c:pt>
                <c:pt idx="35">
                  <c:v>1887630</c:v>
                </c:pt>
                <c:pt idx="36">
                  <c:v>1863590</c:v>
                </c:pt>
                <c:pt idx="37">
                  <c:v>1863590</c:v>
                </c:pt>
                <c:pt idx="38">
                  <c:v>1821520</c:v>
                </c:pt>
                <c:pt idx="39">
                  <c:v>1779450</c:v>
                </c:pt>
                <c:pt idx="40">
                  <c:v>1749400</c:v>
                </c:pt>
                <c:pt idx="41">
                  <c:v>1701320</c:v>
                </c:pt>
                <c:pt idx="42">
                  <c:v>1665260</c:v>
                </c:pt>
                <c:pt idx="43">
                  <c:v>1635210</c:v>
                </c:pt>
                <c:pt idx="44">
                  <c:v>1593140</c:v>
                </c:pt>
                <c:pt idx="45">
                  <c:v>1563090</c:v>
                </c:pt>
                <c:pt idx="46">
                  <c:v>1527030</c:v>
                </c:pt>
                <c:pt idx="47">
                  <c:v>1478950</c:v>
                </c:pt>
                <c:pt idx="48">
                  <c:v>1436880</c:v>
                </c:pt>
                <c:pt idx="49">
                  <c:v>1418850</c:v>
                </c:pt>
                <c:pt idx="50">
                  <c:v>1394810</c:v>
                </c:pt>
                <c:pt idx="51">
                  <c:v>1376780</c:v>
                </c:pt>
              </c:numCache>
            </c:numRef>
          </c:val>
          <c:smooth val="0"/>
          <c:extLst>
            <c:ext xmlns:c16="http://schemas.microsoft.com/office/drawing/2014/chart" uri="{C3380CC4-5D6E-409C-BE32-E72D297353CC}">
              <c16:uniqueId val="{00000001-099A-47F8-924A-6A17879AB7C8}"/>
            </c:ext>
          </c:extLst>
        </c:ser>
        <c:ser>
          <c:idx val="2"/>
          <c:order val="2"/>
          <c:tx>
            <c:strRef>
              <c:f>Sheet1!$G$1</c:f>
              <c:strCache>
                <c:ptCount val="1"/>
                <c:pt idx="0">
                  <c:v>LPSP 5%</c:v>
                </c:pt>
              </c:strCache>
            </c:strRef>
          </c:tx>
          <c:spPr>
            <a:ln w="22225" cap="rnd">
              <a:solidFill>
                <a:schemeClr val="accent6"/>
              </a:solidFill>
              <a:round/>
            </a:ln>
            <a:effectLst/>
          </c:spPr>
          <c:marker>
            <c:symbol val="none"/>
          </c:marker>
          <c:val>
            <c:numRef>
              <c:f>Sheet1!$G$2:$G$53</c:f>
              <c:numCache>
                <c:formatCode>General</c:formatCode>
                <c:ptCount val="52"/>
                <c:pt idx="0">
                  <c:v>5859280</c:v>
                </c:pt>
                <c:pt idx="1">
                  <c:v>5535250</c:v>
                </c:pt>
                <c:pt idx="2">
                  <c:v>4700460</c:v>
                </c:pt>
                <c:pt idx="3">
                  <c:v>4499900</c:v>
                </c:pt>
                <c:pt idx="4">
                  <c:v>3741000</c:v>
                </c:pt>
                <c:pt idx="5">
                  <c:v>2479600</c:v>
                </c:pt>
                <c:pt idx="6">
                  <c:v>1731200</c:v>
                </c:pt>
                <c:pt idx="7">
                  <c:v>1731200</c:v>
                </c:pt>
                <c:pt idx="8">
                  <c:v>1731200</c:v>
                </c:pt>
                <c:pt idx="9">
                  <c:v>1731200</c:v>
                </c:pt>
                <c:pt idx="10">
                  <c:v>1731200</c:v>
                </c:pt>
                <c:pt idx="11">
                  <c:v>1731200</c:v>
                </c:pt>
                <c:pt idx="12">
                  <c:v>1731200</c:v>
                </c:pt>
                <c:pt idx="13">
                  <c:v>1731200</c:v>
                </c:pt>
                <c:pt idx="14">
                  <c:v>1731200</c:v>
                </c:pt>
                <c:pt idx="15">
                  <c:v>1731200</c:v>
                </c:pt>
                <c:pt idx="16">
                  <c:v>1731200</c:v>
                </c:pt>
                <c:pt idx="17">
                  <c:v>1731200</c:v>
                </c:pt>
                <c:pt idx="18">
                  <c:v>1731200</c:v>
                </c:pt>
                <c:pt idx="19">
                  <c:v>1731200</c:v>
                </c:pt>
                <c:pt idx="20">
                  <c:v>1731200</c:v>
                </c:pt>
                <c:pt idx="21">
                  <c:v>1731200</c:v>
                </c:pt>
                <c:pt idx="22">
                  <c:v>1731200</c:v>
                </c:pt>
                <c:pt idx="23">
                  <c:v>1731200</c:v>
                </c:pt>
                <c:pt idx="24">
                  <c:v>1731200</c:v>
                </c:pt>
                <c:pt idx="25">
                  <c:v>1731200</c:v>
                </c:pt>
                <c:pt idx="26">
                  <c:v>1731200</c:v>
                </c:pt>
                <c:pt idx="27">
                  <c:v>1731200</c:v>
                </c:pt>
                <c:pt idx="28">
                  <c:v>1731200</c:v>
                </c:pt>
                <c:pt idx="29">
                  <c:v>1731200</c:v>
                </c:pt>
                <c:pt idx="30">
                  <c:v>1717680</c:v>
                </c:pt>
                <c:pt idx="31">
                  <c:v>1717680</c:v>
                </c:pt>
                <c:pt idx="32">
                  <c:v>1617180</c:v>
                </c:pt>
                <c:pt idx="33">
                  <c:v>1617180</c:v>
                </c:pt>
                <c:pt idx="34">
                  <c:v>1563090</c:v>
                </c:pt>
                <c:pt idx="35">
                  <c:v>1557080</c:v>
                </c:pt>
                <c:pt idx="36">
                  <c:v>1515010</c:v>
                </c:pt>
                <c:pt idx="37">
                  <c:v>1490970</c:v>
                </c:pt>
                <c:pt idx="38">
                  <c:v>1466930</c:v>
                </c:pt>
                <c:pt idx="39">
                  <c:v>1412840</c:v>
                </c:pt>
                <c:pt idx="40">
                  <c:v>1376780</c:v>
                </c:pt>
                <c:pt idx="41">
                  <c:v>1340720</c:v>
                </c:pt>
                <c:pt idx="42">
                  <c:v>1328700</c:v>
                </c:pt>
                <c:pt idx="43">
                  <c:v>1328700</c:v>
                </c:pt>
                <c:pt idx="44">
                  <c:v>1328700</c:v>
                </c:pt>
                <c:pt idx="45">
                  <c:v>1328700</c:v>
                </c:pt>
                <c:pt idx="46">
                  <c:v>1328700</c:v>
                </c:pt>
                <c:pt idx="47">
                  <c:v>1328700</c:v>
                </c:pt>
                <c:pt idx="48">
                  <c:v>1328700</c:v>
                </c:pt>
                <c:pt idx="49">
                  <c:v>1328700</c:v>
                </c:pt>
                <c:pt idx="50">
                  <c:v>1328700</c:v>
                </c:pt>
                <c:pt idx="51">
                  <c:v>1328700</c:v>
                </c:pt>
              </c:numCache>
            </c:numRef>
          </c:val>
          <c:smooth val="0"/>
          <c:extLst>
            <c:ext xmlns:c16="http://schemas.microsoft.com/office/drawing/2014/chart" uri="{C3380CC4-5D6E-409C-BE32-E72D297353CC}">
              <c16:uniqueId val="{00000002-099A-47F8-924A-6A17879AB7C8}"/>
            </c:ext>
          </c:extLst>
        </c:ser>
        <c:dLbls>
          <c:showLegendKey val="0"/>
          <c:showVal val="0"/>
          <c:showCatName val="0"/>
          <c:showSerName val="0"/>
          <c:showPercent val="0"/>
          <c:showBubbleSize val="0"/>
        </c:dLbls>
        <c:smooth val="0"/>
        <c:axId val="415856127"/>
        <c:axId val="415858047"/>
      </c:lineChart>
      <c:catAx>
        <c:axId val="41585612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Iteration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15858047"/>
        <c:crosses val="autoZero"/>
        <c:auto val="1"/>
        <c:lblAlgn val="ctr"/>
        <c:lblOffset val="100"/>
        <c:noMultiLvlLbl val="0"/>
      </c:catAx>
      <c:valAx>
        <c:axId val="41585804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Best</a:t>
                </a:r>
                <a:r>
                  <a:rPr lang="en-CA" baseline="0">
                    <a:latin typeface="Times New Roman" panose="02020603050405020304" pitchFamily="18" charset="0"/>
                    <a:cs typeface="Times New Roman" panose="02020603050405020304" pitchFamily="18" charset="0"/>
                  </a:rPr>
                  <a:t> NPC ($)</a:t>
                </a:r>
                <a:endParaRPr lang="en-CA">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CA"/>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41585612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r">
              <a:defRPr sz="1400" b="0" i="0" u="none" strike="noStrike" kern="1200" spc="0" baseline="0">
                <a:solidFill>
                  <a:schemeClr val="tx1">
                    <a:lumMod val="65000"/>
                    <a:lumOff val="35000"/>
                  </a:schemeClr>
                </a:solidFill>
                <a:latin typeface="+mn-lt"/>
                <a:ea typeface="+mn-ea"/>
                <a:cs typeface="+mn-cs"/>
              </a:defRPr>
            </a:pPr>
            <a:r>
              <a:rPr lang="en-CA" sz="1400" b="0" i="0" u="none" strike="noStrike" kern="1200" spc="0" baseline="0">
                <a:solidFill>
                  <a:sysClr val="windowText" lastClr="000000">
                    <a:lumMod val="65000"/>
                    <a:lumOff val="35000"/>
                  </a:sysClr>
                </a:solidFill>
                <a:latin typeface="Times New Roman" panose="02020603050405020304" pitchFamily="18" charset="0"/>
                <a:cs typeface="Times New Roman" panose="02020603050405020304" pitchFamily="18" charset="0"/>
              </a:rPr>
              <a:t>Hybrid FA-PSO - Lead acid</a:t>
            </a:r>
          </a:p>
        </c:rich>
      </c:tx>
      <c:overlay val="0"/>
      <c:spPr>
        <a:noFill/>
        <a:ln>
          <a:noFill/>
        </a:ln>
        <a:effectLst/>
      </c:spPr>
      <c:txPr>
        <a:bodyPr rot="0" spcFirstLastPara="1" vertOverflow="ellipsis" vert="horz" wrap="square" anchor="ctr" anchorCtr="1"/>
        <a:lstStyle/>
        <a:p>
          <a:pPr algn="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Sheet1!$I$1</c:f>
              <c:strCache>
                <c:ptCount val="1"/>
                <c:pt idx="0">
                  <c:v>LPSP 0%</c:v>
                </c:pt>
              </c:strCache>
            </c:strRef>
          </c:tx>
          <c:spPr>
            <a:ln w="25400" cap="rnd">
              <a:solidFill>
                <a:schemeClr val="accent2"/>
              </a:solidFill>
              <a:round/>
            </a:ln>
            <a:effectLst/>
          </c:spPr>
          <c:marker>
            <c:symbol val="none"/>
          </c:marker>
          <c:val>
            <c:numRef>
              <c:f>Sheet1!$I$2:$I$80</c:f>
              <c:numCache>
                <c:formatCode>General</c:formatCode>
                <c:ptCount val="79"/>
                <c:pt idx="0">
                  <c:v>8115238</c:v>
                </c:pt>
                <c:pt idx="1">
                  <c:v>4951920</c:v>
                </c:pt>
                <c:pt idx="2">
                  <c:v>3445914</c:v>
                </c:pt>
                <c:pt idx="3">
                  <c:v>3445914</c:v>
                </c:pt>
                <c:pt idx="4">
                  <c:v>3445914</c:v>
                </c:pt>
                <c:pt idx="5">
                  <c:v>3445914</c:v>
                </c:pt>
                <c:pt idx="6">
                  <c:v>3445914</c:v>
                </c:pt>
                <c:pt idx="7">
                  <c:v>3445914</c:v>
                </c:pt>
                <c:pt idx="8">
                  <c:v>3445914</c:v>
                </c:pt>
                <c:pt idx="9">
                  <c:v>3445914</c:v>
                </c:pt>
                <c:pt idx="10">
                  <c:v>3445914</c:v>
                </c:pt>
                <c:pt idx="11">
                  <c:v>3445914</c:v>
                </c:pt>
                <c:pt idx="12">
                  <c:v>3445914</c:v>
                </c:pt>
                <c:pt idx="13">
                  <c:v>3445914</c:v>
                </c:pt>
                <c:pt idx="14">
                  <c:v>3445914</c:v>
                </c:pt>
                <c:pt idx="15">
                  <c:v>3211608</c:v>
                </c:pt>
                <c:pt idx="16">
                  <c:v>3185346</c:v>
                </c:pt>
                <c:pt idx="17">
                  <c:v>2817094</c:v>
                </c:pt>
                <c:pt idx="18">
                  <c:v>2817094</c:v>
                </c:pt>
                <c:pt idx="19">
                  <c:v>2817094</c:v>
                </c:pt>
                <c:pt idx="20">
                  <c:v>2817094</c:v>
                </c:pt>
                <c:pt idx="21">
                  <c:v>2744928</c:v>
                </c:pt>
                <c:pt idx="22">
                  <c:v>2487442</c:v>
                </c:pt>
                <c:pt idx="23">
                  <c:v>2487442</c:v>
                </c:pt>
                <c:pt idx="24">
                  <c:v>2448986</c:v>
                </c:pt>
                <c:pt idx="25">
                  <c:v>2222006</c:v>
                </c:pt>
                <c:pt idx="26">
                  <c:v>2058234</c:v>
                </c:pt>
                <c:pt idx="27">
                  <c:v>2058234</c:v>
                </c:pt>
                <c:pt idx="28">
                  <c:v>2058234</c:v>
                </c:pt>
                <c:pt idx="29">
                  <c:v>2058234</c:v>
                </c:pt>
                <c:pt idx="30">
                  <c:v>2058234</c:v>
                </c:pt>
                <c:pt idx="31">
                  <c:v>2058234</c:v>
                </c:pt>
                <c:pt idx="32">
                  <c:v>2058234</c:v>
                </c:pt>
                <c:pt idx="33">
                  <c:v>2058234</c:v>
                </c:pt>
                <c:pt idx="34">
                  <c:v>2058234</c:v>
                </c:pt>
                <c:pt idx="35">
                  <c:v>2058234</c:v>
                </c:pt>
                <c:pt idx="36">
                  <c:v>2058234</c:v>
                </c:pt>
                <c:pt idx="37">
                  <c:v>2058234</c:v>
                </c:pt>
                <c:pt idx="38">
                  <c:v>2058234</c:v>
                </c:pt>
                <c:pt idx="39">
                  <c:v>2058234</c:v>
                </c:pt>
                <c:pt idx="40">
                  <c:v>2058234</c:v>
                </c:pt>
                <c:pt idx="41">
                  <c:v>1940868</c:v>
                </c:pt>
                <c:pt idx="42">
                  <c:v>1940868</c:v>
                </c:pt>
                <c:pt idx="43">
                  <c:v>1940868</c:v>
                </c:pt>
                <c:pt idx="44">
                  <c:v>1940868</c:v>
                </c:pt>
                <c:pt idx="45">
                  <c:v>1940868</c:v>
                </c:pt>
                <c:pt idx="46">
                  <c:v>1935246</c:v>
                </c:pt>
                <c:pt idx="47">
                  <c:v>1924002</c:v>
                </c:pt>
                <c:pt idx="48">
                  <c:v>1918380</c:v>
                </c:pt>
                <c:pt idx="49">
                  <c:v>1907136</c:v>
                </c:pt>
                <c:pt idx="50">
                  <c:v>1907136</c:v>
                </c:pt>
                <c:pt idx="51">
                  <c:v>1901514</c:v>
                </c:pt>
                <c:pt idx="52">
                  <c:v>1895892</c:v>
                </c:pt>
                <c:pt idx="53">
                  <c:v>1855762</c:v>
                </c:pt>
                <c:pt idx="54">
                  <c:v>1787910</c:v>
                </c:pt>
                <c:pt idx="55">
                  <c:v>1759412</c:v>
                </c:pt>
                <c:pt idx="56">
                  <c:v>1736924</c:v>
                </c:pt>
                <c:pt idx="57">
                  <c:v>1708814</c:v>
                </c:pt>
                <c:pt idx="58">
                  <c:v>1680704</c:v>
                </c:pt>
                <c:pt idx="59">
                  <c:v>1624484</c:v>
                </c:pt>
                <c:pt idx="60">
                  <c:v>1590752</c:v>
                </c:pt>
                <c:pt idx="61">
                  <c:v>1557020</c:v>
                </c:pt>
                <c:pt idx="62">
                  <c:v>1500800</c:v>
                </c:pt>
                <c:pt idx="63">
                  <c:v>1444580</c:v>
                </c:pt>
                <c:pt idx="64">
                  <c:v>1405226</c:v>
                </c:pt>
                <c:pt idx="65">
                  <c:v>1349006</c:v>
                </c:pt>
                <c:pt idx="66">
                  <c:v>1309652</c:v>
                </c:pt>
                <c:pt idx="67">
                  <c:v>1281542</c:v>
                </c:pt>
                <c:pt idx="68">
                  <c:v>1242188</c:v>
                </c:pt>
                <c:pt idx="69">
                  <c:v>1202834</c:v>
                </c:pt>
                <c:pt idx="70">
                  <c:v>1152236</c:v>
                </c:pt>
                <c:pt idx="71">
                  <c:v>1112882</c:v>
                </c:pt>
                <c:pt idx="72">
                  <c:v>1079150</c:v>
                </c:pt>
                <c:pt idx="73">
                  <c:v>1034174</c:v>
                </c:pt>
                <c:pt idx="74">
                  <c:v>1011686</c:v>
                </c:pt>
                <c:pt idx="75">
                  <c:v>989198</c:v>
                </c:pt>
                <c:pt idx="76">
                  <c:v>961088</c:v>
                </c:pt>
                <c:pt idx="77">
                  <c:v>944222</c:v>
                </c:pt>
                <c:pt idx="78">
                  <c:v>921734</c:v>
                </c:pt>
              </c:numCache>
            </c:numRef>
          </c:val>
          <c:smooth val="0"/>
          <c:extLst>
            <c:ext xmlns:c16="http://schemas.microsoft.com/office/drawing/2014/chart" uri="{C3380CC4-5D6E-409C-BE32-E72D297353CC}">
              <c16:uniqueId val="{00000000-8551-4674-B31A-9F02072FEA09}"/>
            </c:ext>
          </c:extLst>
        </c:ser>
        <c:ser>
          <c:idx val="1"/>
          <c:order val="1"/>
          <c:tx>
            <c:strRef>
              <c:f>Sheet1!$J$1</c:f>
              <c:strCache>
                <c:ptCount val="1"/>
                <c:pt idx="0">
                  <c:v>LPSP 2%</c:v>
                </c:pt>
              </c:strCache>
            </c:strRef>
          </c:tx>
          <c:spPr>
            <a:ln w="25400" cap="rnd">
              <a:solidFill>
                <a:schemeClr val="accent4"/>
              </a:solidFill>
              <a:round/>
            </a:ln>
            <a:effectLst/>
          </c:spPr>
          <c:marker>
            <c:symbol val="none"/>
          </c:marker>
          <c:val>
            <c:numRef>
              <c:f>Sheet1!$J$2:$J$80</c:f>
              <c:numCache>
                <c:formatCode>General</c:formatCode>
                <c:ptCount val="79"/>
                <c:pt idx="0">
                  <c:v>15360852</c:v>
                </c:pt>
                <c:pt idx="1">
                  <c:v>14003366</c:v>
                </c:pt>
                <c:pt idx="2">
                  <c:v>12446378</c:v>
                </c:pt>
                <c:pt idx="3">
                  <c:v>11327478</c:v>
                </c:pt>
                <c:pt idx="4">
                  <c:v>8061690</c:v>
                </c:pt>
                <c:pt idx="5">
                  <c:v>6247446</c:v>
                </c:pt>
                <c:pt idx="6">
                  <c:v>6247446</c:v>
                </c:pt>
                <c:pt idx="7">
                  <c:v>6247446</c:v>
                </c:pt>
                <c:pt idx="8">
                  <c:v>6247446</c:v>
                </c:pt>
                <c:pt idx="9">
                  <c:v>6017872</c:v>
                </c:pt>
                <c:pt idx="10">
                  <c:v>5110854</c:v>
                </c:pt>
                <c:pt idx="11">
                  <c:v>4404060</c:v>
                </c:pt>
                <c:pt idx="12">
                  <c:v>3797378</c:v>
                </c:pt>
                <c:pt idx="13">
                  <c:v>3040108</c:v>
                </c:pt>
                <c:pt idx="14">
                  <c:v>2892688</c:v>
                </c:pt>
                <c:pt idx="15">
                  <c:v>2739970</c:v>
                </c:pt>
                <c:pt idx="16">
                  <c:v>2535676</c:v>
                </c:pt>
                <c:pt idx="17">
                  <c:v>2535676</c:v>
                </c:pt>
                <c:pt idx="18">
                  <c:v>2535676</c:v>
                </c:pt>
                <c:pt idx="19">
                  <c:v>2535676</c:v>
                </c:pt>
                <c:pt idx="20">
                  <c:v>2535676</c:v>
                </c:pt>
                <c:pt idx="21">
                  <c:v>2535676</c:v>
                </c:pt>
                <c:pt idx="22">
                  <c:v>2535676</c:v>
                </c:pt>
                <c:pt idx="23">
                  <c:v>2535676</c:v>
                </c:pt>
                <c:pt idx="24">
                  <c:v>2535676</c:v>
                </c:pt>
                <c:pt idx="25">
                  <c:v>2535676</c:v>
                </c:pt>
                <c:pt idx="26">
                  <c:v>2535676</c:v>
                </c:pt>
                <c:pt idx="27">
                  <c:v>2535676</c:v>
                </c:pt>
                <c:pt idx="28">
                  <c:v>2535676</c:v>
                </c:pt>
                <c:pt idx="29">
                  <c:v>2535676</c:v>
                </c:pt>
                <c:pt idx="30">
                  <c:v>2535676</c:v>
                </c:pt>
                <c:pt idx="31">
                  <c:v>2535676</c:v>
                </c:pt>
                <c:pt idx="32">
                  <c:v>2535676</c:v>
                </c:pt>
                <c:pt idx="33">
                  <c:v>2535676</c:v>
                </c:pt>
                <c:pt idx="34">
                  <c:v>2535676</c:v>
                </c:pt>
                <c:pt idx="35">
                  <c:v>2535676</c:v>
                </c:pt>
                <c:pt idx="36">
                  <c:v>2535676</c:v>
                </c:pt>
                <c:pt idx="37">
                  <c:v>2535676</c:v>
                </c:pt>
                <c:pt idx="38">
                  <c:v>2535676</c:v>
                </c:pt>
                <c:pt idx="39">
                  <c:v>2535676</c:v>
                </c:pt>
                <c:pt idx="40">
                  <c:v>2535676</c:v>
                </c:pt>
                <c:pt idx="41">
                  <c:v>2535676</c:v>
                </c:pt>
                <c:pt idx="42">
                  <c:v>2535676</c:v>
                </c:pt>
                <c:pt idx="43">
                  <c:v>2535676</c:v>
                </c:pt>
                <c:pt idx="44">
                  <c:v>2535676</c:v>
                </c:pt>
                <c:pt idx="45">
                  <c:v>2518034</c:v>
                </c:pt>
                <c:pt idx="46">
                  <c:v>2518034</c:v>
                </c:pt>
                <c:pt idx="47">
                  <c:v>2518034</c:v>
                </c:pt>
                <c:pt idx="48">
                  <c:v>2518034</c:v>
                </c:pt>
                <c:pt idx="49">
                  <c:v>2518034</c:v>
                </c:pt>
                <c:pt idx="50">
                  <c:v>2512412</c:v>
                </c:pt>
                <c:pt idx="51">
                  <c:v>2512412</c:v>
                </c:pt>
                <c:pt idx="52">
                  <c:v>2512412</c:v>
                </c:pt>
                <c:pt idx="53">
                  <c:v>2466660</c:v>
                </c:pt>
                <c:pt idx="54">
                  <c:v>2438162</c:v>
                </c:pt>
                <c:pt idx="55">
                  <c:v>2409276</c:v>
                </c:pt>
                <c:pt idx="56">
                  <c:v>2335026</c:v>
                </c:pt>
                <c:pt idx="57">
                  <c:v>2248756</c:v>
                </c:pt>
                <c:pt idx="58">
                  <c:v>2150466</c:v>
                </c:pt>
                <c:pt idx="59">
                  <c:v>2039768</c:v>
                </c:pt>
                <c:pt idx="60">
                  <c:v>1962414</c:v>
                </c:pt>
                <c:pt idx="61">
                  <c:v>1875756</c:v>
                </c:pt>
                <c:pt idx="62">
                  <c:v>1783476</c:v>
                </c:pt>
                <c:pt idx="63">
                  <c:v>1697206</c:v>
                </c:pt>
                <c:pt idx="64">
                  <c:v>1592906</c:v>
                </c:pt>
                <c:pt idx="65">
                  <c:v>1499462</c:v>
                </c:pt>
                <c:pt idx="66">
                  <c:v>1400396</c:v>
                </c:pt>
                <c:pt idx="67">
                  <c:v>1341460</c:v>
                </c:pt>
                <c:pt idx="68">
                  <c:v>1294544</c:v>
                </c:pt>
                <c:pt idx="69">
                  <c:v>1242394</c:v>
                </c:pt>
                <c:pt idx="70">
                  <c:v>1166592</c:v>
                </c:pt>
                <c:pt idx="71">
                  <c:v>1097964</c:v>
                </c:pt>
                <c:pt idx="72">
                  <c:v>1051048</c:v>
                </c:pt>
                <c:pt idx="73">
                  <c:v>992500</c:v>
                </c:pt>
                <c:pt idx="74">
                  <c:v>946360</c:v>
                </c:pt>
                <c:pt idx="75">
                  <c:v>934340</c:v>
                </c:pt>
                <c:pt idx="76">
                  <c:v>916310</c:v>
                </c:pt>
                <c:pt idx="77">
                  <c:v>898280</c:v>
                </c:pt>
                <c:pt idx="78">
                  <c:v>880250</c:v>
                </c:pt>
              </c:numCache>
            </c:numRef>
          </c:val>
          <c:smooth val="0"/>
          <c:extLst>
            <c:ext xmlns:c16="http://schemas.microsoft.com/office/drawing/2014/chart" uri="{C3380CC4-5D6E-409C-BE32-E72D297353CC}">
              <c16:uniqueId val="{00000001-8551-4674-B31A-9F02072FEA09}"/>
            </c:ext>
          </c:extLst>
        </c:ser>
        <c:ser>
          <c:idx val="2"/>
          <c:order val="2"/>
          <c:tx>
            <c:strRef>
              <c:f>Sheet1!$K$1</c:f>
              <c:strCache>
                <c:ptCount val="1"/>
                <c:pt idx="0">
                  <c:v>LPSP 5%</c:v>
                </c:pt>
              </c:strCache>
            </c:strRef>
          </c:tx>
          <c:spPr>
            <a:ln w="25400" cap="rnd">
              <a:solidFill>
                <a:schemeClr val="accent6"/>
              </a:solidFill>
              <a:round/>
            </a:ln>
            <a:effectLst/>
          </c:spPr>
          <c:marker>
            <c:symbol val="none"/>
          </c:marker>
          <c:val>
            <c:numRef>
              <c:f>Sheet1!$K$2:$K$80</c:f>
              <c:numCache>
                <c:formatCode>General</c:formatCode>
                <c:ptCount val="79"/>
                <c:pt idx="0">
                  <c:v>11743132</c:v>
                </c:pt>
                <c:pt idx="1">
                  <c:v>11486422</c:v>
                </c:pt>
                <c:pt idx="2">
                  <c:v>11229712</c:v>
                </c:pt>
                <c:pt idx="3">
                  <c:v>9735852</c:v>
                </c:pt>
                <c:pt idx="4">
                  <c:v>7345882</c:v>
                </c:pt>
                <c:pt idx="5">
                  <c:v>7345882</c:v>
                </c:pt>
                <c:pt idx="6">
                  <c:v>7345882</c:v>
                </c:pt>
                <c:pt idx="7">
                  <c:v>7345882</c:v>
                </c:pt>
                <c:pt idx="8">
                  <c:v>6955420</c:v>
                </c:pt>
                <c:pt idx="9">
                  <c:v>6143976</c:v>
                </c:pt>
                <c:pt idx="10">
                  <c:v>5421400</c:v>
                </c:pt>
                <c:pt idx="11">
                  <c:v>4625860</c:v>
                </c:pt>
                <c:pt idx="12">
                  <c:v>4420588</c:v>
                </c:pt>
                <c:pt idx="13">
                  <c:v>3802784</c:v>
                </c:pt>
                <c:pt idx="14">
                  <c:v>3686380</c:v>
                </c:pt>
                <c:pt idx="15">
                  <c:v>3531074</c:v>
                </c:pt>
                <c:pt idx="16">
                  <c:v>3050610</c:v>
                </c:pt>
                <c:pt idx="17">
                  <c:v>2976870</c:v>
                </c:pt>
                <c:pt idx="18">
                  <c:v>2976870</c:v>
                </c:pt>
                <c:pt idx="19">
                  <c:v>2920448</c:v>
                </c:pt>
                <c:pt idx="20">
                  <c:v>2805920</c:v>
                </c:pt>
                <c:pt idx="21">
                  <c:v>2634582</c:v>
                </c:pt>
                <c:pt idx="22">
                  <c:v>2502412</c:v>
                </c:pt>
                <c:pt idx="23">
                  <c:v>2502412</c:v>
                </c:pt>
                <c:pt idx="24">
                  <c:v>2502412</c:v>
                </c:pt>
                <c:pt idx="25">
                  <c:v>2502412</c:v>
                </c:pt>
                <c:pt idx="26">
                  <c:v>2502412</c:v>
                </c:pt>
                <c:pt idx="27">
                  <c:v>2502412</c:v>
                </c:pt>
                <c:pt idx="28">
                  <c:v>2502412</c:v>
                </c:pt>
                <c:pt idx="29">
                  <c:v>2502412</c:v>
                </c:pt>
                <c:pt idx="30">
                  <c:v>2502412</c:v>
                </c:pt>
                <c:pt idx="31">
                  <c:v>2502412</c:v>
                </c:pt>
                <c:pt idx="32">
                  <c:v>2502412</c:v>
                </c:pt>
                <c:pt idx="33">
                  <c:v>2502412</c:v>
                </c:pt>
                <c:pt idx="34">
                  <c:v>2502412</c:v>
                </c:pt>
                <c:pt idx="35">
                  <c:v>2502412</c:v>
                </c:pt>
                <c:pt idx="36">
                  <c:v>2502412</c:v>
                </c:pt>
                <c:pt idx="37">
                  <c:v>2502412</c:v>
                </c:pt>
                <c:pt idx="38">
                  <c:v>2502412</c:v>
                </c:pt>
                <c:pt idx="39">
                  <c:v>2502412</c:v>
                </c:pt>
                <c:pt idx="40">
                  <c:v>2502412</c:v>
                </c:pt>
                <c:pt idx="41">
                  <c:v>2502412</c:v>
                </c:pt>
                <c:pt idx="42">
                  <c:v>2502412</c:v>
                </c:pt>
                <c:pt idx="43">
                  <c:v>2502412</c:v>
                </c:pt>
                <c:pt idx="44">
                  <c:v>2502412</c:v>
                </c:pt>
                <c:pt idx="45">
                  <c:v>2502412</c:v>
                </c:pt>
                <c:pt idx="46">
                  <c:v>2401912</c:v>
                </c:pt>
                <c:pt idx="47">
                  <c:v>2367016</c:v>
                </c:pt>
                <c:pt idx="48">
                  <c:v>2367016</c:v>
                </c:pt>
                <c:pt idx="49">
                  <c:v>2355384</c:v>
                </c:pt>
                <c:pt idx="50">
                  <c:v>2355384</c:v>
                </c:pt>
                <c:pt idx="51">
                  <c:v>2343752</c:v>
                </c:pt>
                <c:pt idx="52">
                  <c:v>2320100</c:v>
                </c:pt>
                <c:pt idx="53">
                  <c:v>2290826</c:v>
                </c:pt>
                <c:pt idx="54">
                  <c:v>2210178</c:v>
                </c:pt>
                <c:pt idx="55">
                  <c:v>2147560</c:v>
                </c:pt>
                <c:pt idx="56">
                  <c:v>2105490</c:v>
                </c:pt>
                <c:pt idx="57">
                  <c:v>2024066</c:v>
                </c:pt>
                <c:pt idx="58">
                  <c:v>1915696</c:v>
                </c:pt>
                <c:pt idx="59">
                  <c:v>1816242</c:v>
                </c:pt>
                <c:pt idx="60">
                  <c:v>1699922</c:v>
                </c:pt>
                <c:pt idx="61">
                  <c:v>1612876</c:v>
                </c:pt>
                <c:pt idx="62">
                  <c:v>1519044</c:v>
                </c:pt>
                <c:pt idx="63">
                  <c:v>1431222</c:v>
                </c:pt>
                <c:pt idx="64">
                  <c:v>1367440</c:v>
                </c:pt>
                <c:pt idx="65">
                  <c:v>1292026</c:v>
                </c:pt>
                <c:pt idx="66">
                  <c:v>1181328</c:v>
                </c:pt>
                <c:pt idx="67">
                  <c:v>1082262</c:v>
                </c:pt>
                <c:pt idx="68">
                  <c:v>1018092</c:v>
                </c:pt>
                <c:pt idx="69">
                  <c:v>964390</c:v>
                </c:pt>
                <c:pt idx="70">
                  <c:v>945972</c:v>
                </c:pt>
                <c:pt idx="71">
                  <c:v>910300</c:v>
                </c:pt>
                <c:pt idx="72">
                  <c:v>880250</c:v>
                </c:pt>
                <c:pt idx="73">
                  <c:v>850200</c:v>
                </c:pt>
                <c:pt idx="74">
                  <c:v>826160</c:v>
                </c:pt>
                <c:pt idx="75">
                  <c:v>826160</c:v>
                </c:pt>
                <c:pt idx="76">
                  <c:v>826160</c:v>
                </c:pt>
                <c:pt idx="77">
                  <c:v>826160</c:v>
                </c:pt>
                <c:pt idx="78">
                  <c:v>826160</c:v>
                </c:pt>
              </c:numCache>
            </c:numRef>
          </c:val>
          <c:smooth val="0"/>
          <c:extLst>
            <c:ext xmlns:c16="http://schemas.microsoft.com/office/drawing/2014/chart" uri="{C3380CC4-5D6E-409C-BE32-E72D297353CC}">
              <c16:uniqueId val="{00000002-8551-4674-B31A-9F02072FEA09}"/>
            </c:ext>
          </c:extLst>
        </c:ser>
        <c:dLbls>
          <c:showLegendKey val="0"/>
          <c:showVal val="0"/>
          <c:showCatName val="0"/>
          <c:showSerName val="0"/>
          <c:showPercent val="0"/>
          <c:showBubbleSize val="0"/>
        </c:dLbls>
        <c:smooth val="0"/>
        <c:axId val="208790607"/>
        <c:axId val="208791567"/>
      </c:lineChart>
      <c:catAx>
        <c:axId val="20879060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Iteration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08791567"/>
        <c:crosses val="autoZero"/>
        <c:auto val="1"/>
        <c:lblAlgn val="ctr"/>
        <c:lblOffset val="100"/>
        <c:noMultiLvlLbl val="0"/>
      </c:catAx>
      <c:valAx>
        <c:axId val="20879156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Best NPC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087906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CA" sz="1400" b="0">
                <a:latin typeface="Times New Roman" panose="02020603050405020304" pitchFamily="18" charset="0"/>
                <a:cs typeface="Times New Roman" panose="02020603050405020304" pitchFamily="18" charset="0"/>
              </a:rPr>
              <a:t>Convergence Curves FA-PSO</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lineChart>
        <c:grouping val="standard"/>
        <c:varyColors val="0"/>
        <c:ser>
          <c:idx val="0"/>
          <c:order val="0"/>
          <c:tx>
            <c:strRef>
              <c:f>Sheet1!$A$1</c:f>
              <c:strCache>
                <c:ptCount val="1"/>
                <c:pt idx="0">
                  <c:v>LPSP 0%</c:v>
                </c:pt>
              </c:strCache>
            </c:strRef>
          </c:tx>
          <c:spPr>
            <a:ln w="25400" cap="rnd">
              <a:solidFill>
                <a:schemeClr val="accent1"/>
              </a:solidFill>
              <a:round/>
            </a:ln>
            <a:effectLst/>
          </c:spPr>
          <c:marker>
            <c:symbol val="none"/>
          </c:marker>
          <c:val>
            <c:numRef>
              <c:f>Sheet1!$A$2:$A$101</c:f>
              <c:numCache>
                <c:formatCode>General</c:formatCode>
                <c:ptCount val="100"/>
                <c:pt idx="0">
                  <c:v>340795.04</c:v>
                </c:pt>
                <c:pt idx="1">
                  <c:v>340795.04</c:v>
                </c:pt>
                <c:pt idx="2">
                  <c:v>340795.04</c:v>
                </c:pt>
                <c:pt idx="3">
                  <c:v>326115.8</c:v>
                </c:pt>
                <c:pt idx="4">
                  <c:v>309010.55</c:v>
                </c:pt>
                <c:pt idx="5">
                  <c:v>298521.05</c:v>
                </c:pt>
                <c:pt idx="6">
                  <c:v>279749.3</c:v>
                </c:pt>
                <c:pt idx="7">
                  <c:v>256959.8</c:v>
                </c:pt>
                <c:pt idx="8">
                  <c:v>246415.55</c:v>
                </c:pt>
                <c:pt idx="9">
                  <c:v>233255.3</c:v>
                </c:pt>
                <c:pt idx="10">
                  <c:v>223145.3</c:v>
                </c:pt>
                <c:pt idx="11">
                  <c:v>212811.05</c:v>
                </c:pt>
                <c:pt idx="12">
                  <c:v>202581.8</c:v>
                </c:pt>
                <c:pt idx="13">
                  <c:v>192366.8</c:v>
                </c:pt>
                <c:pt idx="14">
                  <c:v>192366.8</c:v>
                </c:pt>
                <c:pt idx="15">
                  <c:v>192366.8</c:v>
                </c:pt>
                <c:pt idx="16">
                  <c:v>192366.8</c:v>
                </c:pt>
                <c:pt idx="17">
                  <c:v>192366.8</c:v>
                </c:pt>
                <c:pt idx="18">
                  <c:v>192366.8</c:v>
                </c:pt>
                <c:pt idx="19">
                  <c:v>192366.8</c:v>
                </c:pt>
                <c:pt idx="20">
                  <c:v>192261.8</c:v>
                </c:pt>
                <c:pt idx="21">
                  <c:v>192156.79999999999</c:v>
                </c:pt>
                <c:pt idx="22">
                  <c:v>192051.8</c:v>
                </c:pt>
                <c:pt idx="23">
                  <c:v>191946.8</c:v>
                </c:pt>
                <c:pt idx="24">
                  <c:v>191841.8</c:v>
                </c:pt>
                <c:pt idx="25">
                  <c:v>191736.8</c:v>
                </c:pt>
                <c:pt idx="26">
                  <c:v>191631.8</c:v>
                </c:pt>
                <c:pt idx="27">
                  <c:v>191526.8</c:v>
                </c:pt>
                <c:pt idx="28">
                  <c:v>191421.8</c:v>
                </c:pt>
                <c:pt idx="29">
                  <c:v>191316.8</c:v>
                </c:pt>
                <c:pt idx="30">
                  <c:v>191211.8</c:v>
                </c:pt>
                <c:pt idx="31">
                  <c:v>191106.8</c:v>
                </c:pt>
                <c:pt idx="32">
                  <c:v>191001.8</c:v>
                </c:pt>
                <c:pt idx="33">
                  <c:v>190896.8</c:v>
                </c:pt>
                <c:pt idx="34">
                  <c:v>190791.8</c:v>
                </c:pt>
                <c:pt idx="35">
                  <c:v>190686.8</c:v>
                </c:pt>
                <c:pt idx="36">
                  <c:v>190581.8</c:v>
                </c:pt>
                <c:pt idx="37">
                  <c:v>190476.79999999999</c:v>
                </c:pt>
                <c:pt idx="38">
                  <c:v>190371.8</c:v>
                </c:pt>
                <c:pt idx="39">
                  <c:v>190266.8</c:v>
                </c:pt>
                <c:pt idx="40">
                  <c:v>190161.8</c:v>
                </c:pt>
                <c:pt idx="41">
                  <c:v>190056.8</c:v>
                </c:pt>
                <c:pt idx="42">
                  <c:v>189951.8</c:v>
                </c:pt>
                <c:pt idx="43">
                  <c:v>189846.8</c:v>
                </c:pt>
                <c:pt idx="44">
                  <c:v>179879.3</c:v>
                </c:pt>
                <c:pt idx="45">
                  <c:v>169764.05</c:v>
                </c:pt>
                <c:pt idx="46">
                  <c:v>159620.29999999999</c:v>
                </c:pt>
                <c:pt idx="47">
                  <c:v>149462.29999999999</c:v>
                </c:pt>
                <c:pt idx="48">
                  <c:v>149385.79999999999</c:v>
                </c:pt>
                <c:pt idx="49">
                  <c:v>149309.29999999999</c:v>
                </c:pt>
                <c:pt idx="50">
                  <c:v>149218.54999999999</c:v>
                </c:pt>
                <c:pt idx="51">
                  <c:v>149127.79999999999</c:v>
                </c:pt>
                <c:pt idx="52">
                  <c:v>149022.79999999999</c:v>
                </c:pt>
                <c:pt idx="53">
                  <c:v>148917.79999999999</c:v>
                </c:pt>
                <c:pt idx="54">
                  <c:v>148812.79999999999</c:v>
                </c:pt>
                <c:pt idx="55">
                  <c:v>148707.79999999999</c:v>
                </c:pt>
                <c:pt idx="56">
                  <c:v>148602.79999999999</c:v>
                </c:pt>
                <c:pt idx="57">
                  <c:v>148497.79999999999</c:v>
                </c:pt>
                <c:pt idx="58">
                  <c:v>148392.79999999999</c:v>
                </c:pt>
                <c:pt idx="59">
                  <c:v>148287.79999999999</c:v>
                </c:pt>
                <c:pt idx="60">
                  <c:v>148182.79999999999</c:v>
                </c:pt>
                <c:pt idx="61">
                  <c:v>148077.79999999999</c:v>
                </c:pt>
                <c:pt idx="62">
                  <c:v>147972.79999999999</c:v>
                </c:pt>
                <c:pt idx="63">
                  <c:v>147867.79999999999</c:v>
                </c:pt>
                <c:pt idx="64">
                  <c:v>147762.79999999999</c:v>
                </c:pt>
                <c:pt idx="65">
                  <c:v>147657.79999999999</c:v>
                </c:pt>
                <c:pt idx="66">
                  <c:v>147552.79999999999</c:v>
                </c:pt>
                <c:pt idx="67">
                  <c:v>147447.79999999999</c:v>
                </c:pt>
                <c:pt idx="68">
                  <c:v>147342.79999999999</c:v>
                </c:pt>
                <c:pt idx="69">
                  <c:v>147237.79999999999</c:v>
                </c:pt>
                <c:pt idx="70">
                  <c:v>147132.79999999999</c:v>
                </c:pt>
                <c:pt idx="71">
                  <c:v>147027.79999999999</c:v>
                </c:pt>
                <c:pt idx="72">
                  <c:v>146922.79999999999</c:v>
                </c:pt>
                <c:pt idx="73">
                  <c:v>146817.79999999999</c:v>
                </c:pt>
                <c:pt idx="74">
                  <c:v>146712.79999999999</c:v>
                </c:pt>
                <c:pt idx="75">
                  <c:v>146607.79999999999</c:v>
                </c:pt>
                <c:pt idx="76">
                  <c:v>146502.79999999999</c:v>
                </c:pt>
                <c:pt idx="77">
                  <c:v>146397.79999999999</c:v>
                </c:pt>
                <c:pt idx="78">
                  <c:v>146082.79999999999</c:v>
                </c:pt>
                <c:pt idx="79">
                  <c:v>145929.79999999999</c:v>
                </c:pt>
                <c:pt idx="80">
                  <c:v>145839.04999999999</c:v>
                </c:pt>
                <c:pt idx="81">
                  <c:v>145629.04999999999</c:v>
                </c:pt>
                <c:pt idx="82">
                  <c:v>145524.04999999999</c:v>
                </c:pt>
                <c:pt idx="83">
                  <c:v>145075.54999999999</c:v>
                </c:pt>
                <c:pt idx="84">
                  <c:v>144402.79999999999</c:v>
                </c:pt>
                <c:pt idx="85">
                  <c:v>143940.04999999999</c:v>
                </c:pt>
                <c:pt idx="86">
                  <c:v>143596.54999999999</c:v>
                </c:pt>
                <c:pt idx="87">
                  <c:v>143253.04999999999</c:v>
                </c:pt>
                <c:pt idx="88">
                  <c:v>142909.54999999999</c:v>
                </c:pt>
                <c:pt idx="89">
                  <c:v>142671.04999999999</c:v>
                </c:pt>
                <c:pt idx="90">
                  <c:v>142341.79999999999</c:v>
                </c:pt>
                <c:pt idx="91">
                  <c:v>142012.54999999999</c:v>
                </c:pt>
                <c:pt idx="92">
                  <c:v>141578.29999999999</c:v>
                </c:pt>
                <c:pt idx="93">
                  <c:v>141249.04999999999</c:v>
                </c:pt>
                <c:pt idx="94">
                  <c:v>141010.54999999999</c:v>
                </c:pt>
                <c:pt idx="95">
                  <c:v>140681.29999999999</c:v>
                </c:pt>
                <c:pt idx="96">
                  <c:v>140457.04999999999</c:v>
                </c:pt>
                <c:pt idx="97">
                  <c:v>140113.54999999999</c:v>
                </c:pt>
                <c:pt idx="98">
                  <c:v>139889.29999999999</c:v>
                </c:pt>
                <c:pt idx="99">
                  <c:v>139665.04999999999</c:v>
                </c:pt>
              </c:numCache>
            </c:numRef>
          </c:val>
          <c:smooth val="0"/>
          <c:extLst>
            <c:ext xmlns:c16="http://schemas.microsoft.com/office/drawing/2014/chart" uri="{C3380CC4-5D6E-409C-BE32-E72D297353CC}">
              <c16:uniqueId val="{00000000-D67C-4768-87D8-E02D67C4E21F}"/>
            </c:ext>
          </c:extLst>
        </c:ser>
        <c:ser>
          <c:idx val="1"/>
          <c:order val="1"/>
          <c:tx>
            <c:strRef>
              <c:f>Sheet1!$B$1</c:f>
              <c:strCache>
                <c:ptCount val="1"/>
                <c:pt idx="0">
                  <c:v>LPSP 2%</c:v>
                </c:pt>
              </c:strCache>
            </c:strRef>
          </c:tx>
          <c:spPr>
            <a:ln w="25400" cap="rnd">
              <a:solidFill>
                <a:schemeClr val="accent2"/>
              </a:solidFill>
              <a:round/>
            </a:ln>
            <a:effectLst/>
          </c:spPr>
          <c:marker>
            <c:symbol val="none"/>
          </c:marker>
          <c:val>
            <c:numRef>
              <c:f>Sheet1!$B$2:$B$101</c:f>
              <c:numCache>
                <c:formatCode>General</c:formatCode>
                <c:ptCount val="100"/>
                <c:pt idx="0">
                  <c:v>340686.74</c:v>
                </c:pt>
                <c:pt idx="1">
                  <c:v>340686.74</c:v>
                </c:pt>
                <c:pt idx="2">
                  <c:v>340686.74</c:v>
                </c:pt>
                <c:pt idx="3">
                  <c:v>340686.74</c:v>
                </c:pt>
                <c:pt idx="4">
                  <c:v>340686.74</c:v>
                </c:pt>
                <c:pt idx="5">
                  <c:v>340686.74</c:v>
                </c:pt>
                <c:pt idx="6">
                  <c:v>314589.05</c:v>
                </c:pt>
                <c:pt idx="7">
                  <c:v>283586.3</c:v>
                </c:pt>
                <c:pt idx="8">
                  <c:v>262917.8</c:v>
                </c:pt>
                <c:pt idx="9">
                  <c:v>242473.55</c:v>
                </c:pt>
                <c:pt idx="10">
                  <c:v>241890.8</c:v>
                </c:pt>
                <c:pt idx="11">
                  <c:v>232034.3</c:v>
                </c:pt>
                <c:pt idx="12">
                  <c:v>221700.05</c:v>
                </c:pt>
                <c:pt idx="13">
                  <c:v>211485.05</c:v>
                </c:pt>
                <c:pt idx="14">
                  <c:v>207037.55</c:v>
                </c:pt>
                <c:pt idx="15">
                  <c:v>207037.55</c:v>
                </c:pt>
                <c:pt idx="16">
                  <c:v>207037.55</c:v>
                </c:pt>
                <c:pt idx="17">
                  <c:v>197237.3</c:v>
                </c:pt>
                <c:pt idx="18">
                  <c:v>197237.3</c:v>
                </c:pt>
                <c:pt idx="19">
                  <c:v>196808.3</c:v>
                </c:pt>
                <c:pt idx="20">
                  <c:v>196703.3</c:v>
                </c:pt>
                <c:pt idx="21">
                  <c:v>196598.3</c:v>
                </c:pt>
                <c:pt idx="22">
                  <c:v>196493.3</c:v>
                </c:pt>
                <c:pt idx="23">
                  <c:v>196388.3</c:v>
                </c:pt>
                <c:pt idx="24">
                  <c:v>196283.3</c:v>
                </c:pt>
                <c:pt idx="25">
                  <c:v>196178.3</c:v>
                </c:pt>
                <c:pt idx="26">
                  <c:v>196073.3</c:v>
                </c:pt>
                <c:pt idx="27">
                  <c:v>195968.3</c:v>
                </c:pt>
                <c:pt idx="28">
                  <c:v>195863.3</c:v>
                </c:pt>
                <c:pt idx="29">
                  <c:v>195758.3</c:v>
                </c:pt>
                <c:pt idx="30">
                  <c:v>195653.3</c:v>
                </c:pt>
                <c:pt idx="31">
                  <c:v>195548.3</c:v>
                </c:pt>
                <c:pt idx="32">
                  <c:v>195443.3</c:v>
                </c:pt>
                <c:pt idx="33">
                  <c:v>195338.3</c:v>
                </c:pt>
                <c:pt idx="34">
                  <c:v>195233.3</c:v>
                </c:pt>
                <c:pt idx="35">
                  <c:v>194574.8</c:v>
                </c:pt>
                <c:pt idx="36">
                  <c:v>193138.55</c:v>
                </c:pt>
                <c:pt idx="37">
                  <c:v>191211.05</c:v>
                </c:pt>
                <c:pt idx="38">
                  <c:v>189178.55</c:v>
                </c:pt>
                <c:pt idx="39">
                  <c:v>186936.05</c:v>
                </c:pt>
                <c:pt idx="40">
                  <c:v>184693.55</c:v>
                </c:pt>
                <c:pt idx="41">
                  <c:v>182451.05</c:v>
                </c:pt>
                <c:pt idx="42">
                  <c:v>180327.8</c:v>
                </c:pt>
                <c:pt idx="43">
                  <c:v>178204.55</c:v>
                </c:pt>
                <c:pt idx="44">
                  <c:v>176200.55</c:v>
                </c:pt>
                <c:pt idx="45">
                  <c:v>173958.05</c:v>
                </c:pt>
                <c:pt idx="46">
                  <c:v>171820.55</c:v>
                </c:pt>
                <c:pt idx="47">
                  <c:v>169578.05</c:v>
                </c:pt>
                <c:pt idx="48">
                  <c:v>167559.79999999999</c:v>
                </c:pt>
                <c:pt idx="49">
                  <c:v>165422.29999999999</c:v>
                </c:pt>
                <c:pt idx="50">
                  <c:v>163418.29999999999</c:v>
                </c:pt>
                <c:pt idx="51">
                  <c:v>161652.79999999999</c:v>
                </c:pt>
                <c:pt idx="52">
                  <c:v>159978.04999999999</c:v>
                </c:pt>
                <c:pt idx="53">
                  <c:v>158632.54999999999</c:v>
                </c:pt>
                <c:pt idx="54">
                  <c:v>156733.54999999999</c:v>
                </c:pt>
                <c:pt idx="55">
                  <c:v>154596.04999999999</c:v>
                </c:pt>
                <c:pt idx="56">
                  <c:v>152907.04999999999</c:v>
                </c:pt>
                <c:pt idx="57">
                  <c:v>151098.79999999999</c:v>
                </c:pt>
                <c:pt idx="58">
                  <c:v>149486.29999999999</c:v>
                </c:pt>
                <c:pt idx="59">
                  <c:v>148756.54999999999</c:v>
                </c:pt>
                <c:pt idx="60">
                  <c:v>147936.04999999999</c:v>
                </c:pt>
                <c:pt idx="61">
                  <c:v>147024.79999999999</c:v>
                </c:pt>
                <c:pt idx="62">
                  <c:v>146190.04999999999</c:v>
                </c:pt>
                <c:pt idx="63">
                  <c:v>145298.29999999999</c:v>
                </c:pt>
                <c:pt idx="64">
                  <c:v>144015.04999999999</c:v>
                </c:pt>
                <c:pt idx="65">
                  <c:v>143075.29999999999</c:v>
                </c:pt>
                <c:pt idx="66">
                  <c:v>142002.04999999999</c:v>
                </c:pt>
                <c:pt idx="67">
                  <c:v>141062.29999999999</c:v>
                </c:pt>
                <c:pt idx="68">
                  <c:v>140571.04999999999</c:v>
                </c:pt>
                <c:pt idx="69">
                  <c:v>139989.04999999999</c:v>
                </c:pt>
                <c:pt idx="70">
                  <c:v>139154.29999999999</c:v>
                </c:pt>
                <c:pt idx="71">
                  <c:v>138558.04999999999</c:v>
                </c:pt>
                <c:pt idx="72">
                  <c:v>138200.29999999999</c:v>
                </c:pt>
                <c:pt idx="73">
                  <c:v>137484.79999999999</c:v>
                </c:pt>
                <c:pt idx="74">
                  <c:v>136650.04999999999</c:v>
                </c:pt>
                <c:pt idx="75">
                  <c:v>136173.04999999999</c:v>
                </c:pt>
                <c:pt idx="76">
                  <c:v>135576.79999999999</c:v>
                </c:pt>
                <c:pt idx="77">
                  <c:v>135085.54999999999</c:v>
                </c:pt>
                <c:pt idx="78">
                  <c:v>134384.29999999999</c:v>
                </c:pt>
                <c:pt idx="79">
                  <c:v>133549.54999999999</c:v>
                </c:pt>
                <c:pt idx="80">
                  <c:v>132953.29999999999</c:v>
                </c:pt>
                <c:pt idx="81">
                  <c:v>132595.54999999999</c:v>
                </c:pt>
                <c:pt idx="82">
                  <c:v>132118.54999999999</c:v>
                </c:pt>
                <c:pt idx="83">
                  <c:v>131283.79999999999</c:v>
                </c:pt>
                <c:pt idx="84">
                  <c:v>130568.3</c:v>
                </c:pt>
                <c:pt idx="85">
                  <c:v>130091.3</c:v>
                </c:pt>
                <c:pt idx="86">
                  <c:v>129614.3</c:v>
                </c:pt>
                <c:pt idx="87">
                  <c:v>129018.05</c:v>
                </c:pt>
                <c:pt idx="88">
                  <c:v>128421.8</c:v>
                </c:pt>
                <c:pt idx="89">
                  <c:v>127944.8</c:v>
                </c:pt>
                <c:pt idx="90">
                  <c:v>127587.05</c:v>
                </c:pt>
                <c:pt idx="91">
                  <c:v>127348.55</c:v>
                </c:pt>
                <c:pt idx="92">
                  <c:v>127110.05</c:v>
                </c:pt>
                <c:pt idx="93">
                  <c:v>126871.55</c:v>
                </c:pt>
                <c:pt idx="94">
                  <c:v>126633.05</c:v>
                </c:pt>
                <c:pt idx="95">
                  <c:v>126394.55</c:v>
                </c:pt>
                <c:pt idx="96">
                  <c:v>126275.3</c:v>
                </c:pt>
                <c:pt idx="97">
                  <c:v>126036.8</c:v>
                </c:pt>
                <c:pt idx="98">
                  <c:v>125798.3</c:v>
                </c:pt>
                <c:pt idx="99">
                  <c:v>125679.05</c:v>
                </c:pt>
              </c:numCache>
            </c:numRef>
          </c:val>
          <c:smooth val="0"/>
          <c:extLst>
            <c:ext xmlns:c16="http://schemas.microsoft.com/office/drawing/2014/chart" uri="{C3380CC4-5D6E-409C-BE32-E72D297353CC}">
              <c16:uniqueId val="{00000001-D67C-4768-87D8-E02D67C4E21F}"/>
            </c:ext>
          </c:extLst>
        </c:ser>
        <c:ser>
          <c:idx val="2"/>
          <c:order val="2"/>
          <c:tx>
            <c:strRef>
              <c:f>Sheet1!$C$1</c:f>
              <c:strCache>
                <c:ptCount val="1"/>
                <c:pt idx="0">
                  <c:v>LPSP 5%</c:v>
                </c:pt>
              </c:strCache>
            </c:strRef>
          </c:tx>
          <c:spPr>
            <a:ln w="25400" cap="rnd">
              <a:solidFill>
                <a:schemeClr val="accent3"/>
              </a:solidFill>
              <a:round/>
            </a:ln>
            <a:effectLst/>
          </c:spPr>
          <c:marker>
            <c:symbol val="none"/>
          </c:marker>
          <c:val>
            <c:numRef>
              <c:f>Sheet1!$C$2:$C$101</c:f>
              <c:numCache>
                <c:formatCode>General</c:formatCode>
                <c:ptCount val="100"/>
                <c:pt idx="0">
                  <c:v>191952.22</c:v>
                </c:pt>
                <c:pt idx="1">
                  <c:v>191952.22</c:v>
                </c:pt>
                <c:pt idx="2">
                  <c:v>191952.22</c:v>
                </c:pt>
                <c:pt idx="3">
                  <c:v>191952.22</c:v>
                </c:pt>
                <c:pt idx="4">
                  <c:v>191952.22</c:v>
                </c:pt>
                <c:pt idx="5">
                  <c:v>191952.22</c:v>
                </c:pt>
                <c:pt idx="6">
                  <c:v>191952.22</c:v>
                </c:pt>
                <c:pt idx="7">
                  <c:v>191952.22</c:v>
                </c:pt>
                <c:pt idx="8">
                  <c:v>191952.22</c:v>
                </c:pt>
                <c:pt idx="9">
                  <c:v>181728.8</c:v>
                </c:pt>
                <c:pt idx="10">
                  <c:v>181728.8</c:v>
                </c:pt>
                <c:pt idx="11">
                  <c:v>180999.8</c:v>
                </c:pt>
                <c:pt idx="12">
                  <c:v>175857.05</c:v>
                </c:pt>
                <c:pt idx="13">
                  <c:v>170770.55</c:v>
                </c:pt>
                <c:pt idx="14">
                  <c:v>170770.55</c:v>
                </c:pt>
                <c:pt idx="15">
                  <c:v>170770.55</c:v>
                </c:pt>
                <c:pt idx="16">
                  <c:v>165508.54999999999</c:v>
                </c:pt>
                <c:pt idx="17">
                  <c:v>165508.54999999999</c:v>
                </c:pt>
                <c:pt idx="18">
                  <c:v>165508.54999999999</c:v>
                </c:pt>
                <c:pt idx="19">
                  <c:v>165508.54999999999</c:v>
                </c:pt>
                <c:pt idx="20">
                  <c:v>165508.54999999999</c:v>
                </c:pt>
                <c:pt idx="21">
                  <c:v>165508.54999999999</c:v>
                </c:pt>
                <c:pt idx="22">
                  <c:v>165508.54999999999</c:v>
                </c:pt>
                <c:pt idx="23">
                  <c:v>165508.54999999999</c:v>
                </c:pt>
                <c:pt idx="24">
                  <c:v>165508.54999999999</c:v>
                </c:pt>
                <c:pt idx="25">
                  <c:v>165508.54999999999</c:v>
                </c:pt>
                <c:pt idx="26">
                  <c:v>165508.54999999999</c:v>
                </c:pt>
                <c:pt idx="27">
                  <c:v>165508.54999999999</c:v>
                </c:pt>
                <c:pt idx="28">
                  <c:v>165508.54999999999</c:v>
                </c:pt>
                <c:pt idx="29">
                  <c:v>165508.54999999999</c:v>
                </c:pt>
                <c:pt idx="30">
                  <c:v>165508.54999999999</c:v>
                </c:pt>
                <c:pt idx="31">
                  <c:v>165508.54999999999</c:v>
                </c:pt>
                <c:pt idx="32">
                  <c:v>165227.29999999999</c:v>
                </c:pt>
                <c:pt idx="33">
                  <c:v>164469.04999999999</c:v>
                </c:pt>
                <c:pt idx="34">
                  <c:v>163066.54999999999</c:v>
                </c:pt>
                <c:pt idx="35">
                  <c:v>161664.04999999999</c:v>
                </c:pt>
                <c:pt idx="36">
                  <c:v>160786.54999999999</c:v>
                </c:pt>
                <c:pt idx="37">
                  <c:v>159279.04999999999</c:v>
                </c:pt>
                <c:pt idx="38">
                  <c:v>158191.54999999999</c:v>
                </c:pt>
                <c:pt idx="39">
                  <c:v>156894.04999999999</c:v>
                </c:pt>
                <c:pt idx="40">
                  <c:v>155806.54999999999</c:v>
                </c:pt>
                <c:pt idx="41">
                  <c:v>154719.04999999999</c:v>
                </c:pt>
                <c:pt idx="42">
                  <c:v>153421.54999999999</c:v>
                </c:pt>
                <c:pt idx="43">
                  <c:v>152362.54999999999</c:v>
                </c:pt>
                <c:pt idx="44">
                  <c:v>151170.04999999999</c:v>
                </c:pt>
                <c:pt idx="45">
                  <c:v>150111.04999999999</c:v>
                </c:pt>
                <c:pt idx="46">
                  <c:v>149128.54999999999</c:v>
                </c:pt>
                <c:pt idx="47">
                  <c:v>147859.54999999999</c:v>
                </c:pt>
                <c:pt idx="48">
                  <c:v>146667.04999999999</c:v>
                </c:pt>
                <c:pt idx="49">
                  <c:v>145474.54999999999</c:v>
                </c:pt>
                <c:pt idx="50">
                  <c:v>144282.04999999999</c:v>
                </c:pt>
                <c:pt idx="51">
                  <c:v>143313.79999999999</c:v>
                </c:pt>
                <c:pt idx="52">
                  <c:v>142121.29999999999</c:v>
                </c:pt>
                <c:pt idx="53">
                  <c:v>141181.54999999999</c:v>
                </c:pt>
                <c:pt idx="54">
                  <c:v>140451.79999999999</c:v>
                </c:pt>
                <c:pt idx="55">
                  <c:v>139364.29999999999</c:v>
                </c:pt>
                <c:pt idx="56">
                  <c:v>138367.54999999999</c:v>
                </c:pt>
                <c:pt idx="57">
                  <c:v>137175.04999999999</c:v>
                </c:pt>
                <c:pt idx="58">
                  <c:v>135576.79999999999</c:v>
                </c:pt>
                <c:pt idx="59">
                  <c:v>134622.79999999999</c:v>
                </c:pt>
                <c:pt idx="60">
                  <c:v>133788.04999999999</c:v>
                </c:pt>
                <c:pt idx="61">
                  <c:v>132700.54999999999</c:v>
                </c:pt>
                <c:pt idx="62">
                  <c:v>131760.79999999999</c:v>
                </c:pt>
                <c:pt idx="63">
                  <c:v>130926.05</c:v>
                </c:pt>
                <c:pt idx="64">
                  <c:v>129733.55</c:v>
                </c:pt>
                <c:pt idx="65">
                  <c:v>128541.05</c:v>
                </c:pt>
                <c:pt idx="66">
                  <c:v>127467.8</c:v>
                </c:pt>
                <c:pt idx="67">
                  <c:v>126275.3</c:v>
                </c:pt>
                <c:pt idx="68">
                  <c:v>125426.3</c:v>
                </c:pt>
                <c:pt idx="69">
                  <c:v>124710.8</c:v>
                </c:pt>
                <c:pt idx="70">
                  <c:v>124114.55</c:v>
                </c:pt>
                <c:pt idx="71">
                  <c:v>122817.05</c:v>
                </c:pt>
                <c:pt idx="72">
                  <c:v>121743.8</c:v>
                </c:pt>
                <c:pt idx="73">
                  <c:v>120551.3</c:v>
                </c:pt>
                <c:pt idx="74">
                  <c:v>119358.8</c:v>
                </c:pt>
                <c:pt idx="75">
                  <c:v>118524.05</c:v>
                </c:pt>
                <c:pt idx="76">
                  <c:v>117927.8</c:v>
                </c:pt>
                <c:pt idx="77">
                  <c:v>117927.8</c:v>
                </c:pt>
                <c:pt idx="78">
                  <c:v>117927.8</c:v>
                </c:pt>
                <c:pt idx="79">
                  <c:v>117927.8</c:v>
                </c:pt>
                <c:pt idx="80">
                  <c:v>117927.8</c:v>
                </c:pt>
                <c:pt idx="81">
                  <c:v>117927.8</c:v>
                </c:pt>
                <c:pt idx="82">
                  <c:v>117927.8</c:v>
                </c:pt>
                <c:pt idx="83">
                  <c:v>117927.8</c:v>
                </c:pt>
                <c:pt idx="84">
                  <c:v>117927.8</c:v>
                </c:pt>
                <c:pt idx="85">
                  <c:v>117927.8</c:v>
                </c:pt>
                <c:pt idx="86">
                  <c:v>117927.8</c:v>
                </c:pt>
                <c:pt idx="87">
                  <c:v>117927.8</c:v>
                </c:pt>
                <c:pt idx="88">
                  <c:v>117927.8</c:v>
                </c:pt>
                <c:pt idx="89">
                  <c:v>117927.8</c:v>
                </c:pt>
                <c:pt idx="90">
                  <c:v>117927.8</c:v>
                </c:pt>
                <c:pt idx="91">
                  <c:v>117927.8</c:v>
                </c:pt>
                <c:pt idx="92">
                  <c:v>117927.8</c:v>
                </c:pt>
                <c:pt idx="93">
                  <c:v>117927.8</c:v>
                </c:pt>
                <c:pt idx="94">
                  <c:v>117927.8</c:v>
                </c:pt>
                <c:pt idx="95">
                  <c:v>117927.8</c:v>
                </c:pt>
                <c:pt idx="96">
                  <c:v>117927.8</c:v>
                </c:pt>
                <c:pt idx="97">
                  <c:v>117927.8</c:v>
                </c:pt>
                <c:pt idx="98">
                  <c:v>117927.8</c:v>
                </c:pt>
                <c:pt idx="99">
                  <c:v>117927.8</c:v>
                </c:pt>
              </c:numCache>
            </c:numRef>
          </c:val>
          <c:smooth val="0"/>
          <c:extLst>
            <c:ext xmlns:c16="http://schemas.microsoft.com/office/drawing/2014/chart" uri="{C3380CC4-5D6E-409C-BE32-E72D297353CC}">
              <c16:uniqueId val="{00000002-D67C-4768-87D8-E02D67C4E21F}"/>
            </c:ext>
          </c:extLst>
        </c:ser>
        <c:dLbls>
          <c:showLegendKey val="0"/>
          <c:showVal val="0"/>
          <c:showCatName val="0"/>
          <c:showSerName val="0"/>
          <c:showPercent val="0"/>
          <c:showBubbleSize val="0"/>
        </c:dLbls>
        <c:smooth val="0"/>
        <c:axId val="25398687"/>
        <c:axId val="25398207"/>
      </c:lineChart>
      <c:catAx>
        <c:axId val="2539868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CA" sz="1000" b="0">
                    <a:latin typeface="Times New Roman" panose="02020603050405020304" pitchFamily="18" charset="0"/>
                    <a:cs typeface="Times New Roman" panose="02020603050405020304" pitchFamily="18" charset="0"/>
                  </a:rPr>
                  <a:t>Iteration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title>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crossAx val="25398207"/>
        <c:crosses val="autoZero"/>
        <c:auto val="1"/>
        <c:lblAlgn val="ctr"/>
        <c:lblOffset val="100"/>
        <c:noMultiLvlLbl val="0"/>
      </c:catAx>
      <c:valAx>
        <c:axId val="25398207"/>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r>
                  <a:rPr lang="en-CA" sz="1000" b="0">
                    <a:latin typeface="Times New Roman" panose="02020603050405020304" pitchFamily="18" charset="0"/>
                    <a:cs typeface="Times New Roman" panose="02020603050405020304" pitchFamily="18" charset="0"/>
                  </a:rPr>
                  <a:t>Best NPC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crossAx val="2539868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600"/>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cap="none" spc="20" baseline="0">
              <a:solidFill>
                <a:schemeClr val="dk1">
                  <a:lumMod val="50000"/>
                  <a:lumOff val="50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lineMarker"/>
        <c:varyColors val="0"/>
        <c:ser>
          <c:idx val="0"/>
          <c:order val="0"/>
          <c:tx>
            <c:strRef>
              <c:f>battery_management_results!$C$1</c:f>
              <c:strCache>
                <c:ptCount val="1"/>
                <c:pt idx="0">
                  <c:v>SOC</c:v>
                </c:pt>
              </c:strCache>
            </c:strRef>
          </c:tx>
          <c:spPr>
            <a:ln w="25400" cap="flat" cmpd="sng" algn="ctr">
              <a:noFill/>
              <a:prstDash val="sysDot"/>
              <a:round/>
            </a:ln>
            <a:effectLst/>
          </c:spPr>
          <c:marker>
            <c:symbol val="circle"/>
            <c:size val="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yVal>
            <c:numRef>
              <c:f>battery_management_results!$C$2:$C$8761</c:f>
              <c:numCache>
                <c:formatCode>General</c:formatCode>
                <c:ptCount val="8760"/>
                <c:pt idx="0">
                  <c:v>0.5</c:v>
                </c:pt>
                <c:pt idx="1">
                  <c:v>0.61209189500000005</c:v>
                </c:pt>
                <c:pt idx="2">
                  <c:v>0.60116666299999999</c:v>
                </c:pt>
                <c:pt idx="3">
                  <c:v>0.64352282100000002</c:v>
                </c:pt>
                <c:pt idx="4">
                  <c:v>0.63274068800000005</c:v>
                </c:pt>
                <c:pt idx="5">
                  <c:v>0.60799555699999996</c:v>
                </c:pt>
                <c:pt idx="6">
                  <c:v>0.53667302800000005</c:v>
                </c:pt>
                <c:pt idx="7">
                  <c:v>0.46067004099999997</c:v>
                </c:pt>
                <c:pt idx="8">
                  <c:v>0.47173691800000001</c:v>
                </c:pt>
                <c:pt idx="9">
                  <c:v>0.58497613500000001</c:v>
                </c:pt>
                <c:pt idx="10">
                  <c:v>0.73826570599999997</c:v>
                </c:pt>
                <c:pt idx="11">
                  <c:v>0.76308671500000003</c:v>
                </c:pt>
                <c:pt idx="12">
                  <c:v>0.76184566399999998</c:v>
                </c:pt>
                <c:pt idx="13">
                  <c:v>0.76190771700000004</c:v>
                </c:pt>
                <c:pt idx="14">
                  <c:v>0.76190461399999998</c:v>
                </c:pt>
                <c:pt idx="15">
                  <c:v>0.75143099400000002</c:v>
                </c:pt>
                <c:pt idx="16">
                  <c:v>0.69681872099999997</c:v>
                </c:pt>
                <c:pt idx="17">
                  <c:v>0.58458796400000002</c:v>
                </c:pt>
                <c:pt idx="18">
                  <c:v>0.48787700099999998</c:v>
                </c:pt>
                <c:pt idx="19">
                  <c:v>0.36800969900000002</c:v>
                </c:pt>
                <c:pt idx="20">
                  <c:v>0.27949954599999999</c:v>
                </c:pt>
                <c:pt idx="21">
                  <c:v>0.18870724</c:v>
                </c:pt>
                <c:pt idx="22">
                  <c:v>0.10302663500000001</c:v>
                </c:pt>
                <c:pt idx="23">
                  <c:v>4.8713062000000001E-2</c:v>
                </c:pt>
                <c:pt idx="24">
                  <c:v>4.8713062000000001E-2</c:v>
                </c:pt>
                <c:pt idx="25">
                  <c:v>4.8713062000000001E-2</c:v>
                </c:pt>
                <c:pt idx="26">
                  <c:v>4.7984001999999998E-2</c:v>
                </c:pt>
                <c:pt idx="27">
                  <c:v>0.191891697</c:v>
                </c:pt>
                <c:pt idx="28">
                  <c:v>0.31234215199999998</c:v>
                </c:pt>
                <c:pt idx="29">
                  <c:v>0.43666694</c:v>
                </c:pt>
                <c:pt idx="30">
                  <c:v>0.54517052799999999</c:v>
                </c:pt>
                <c:pt idx="31">
                  <c:v>0.61996170399999995</c:v>
                </c:pt>
                <c:pt idx="32">
                  <c:v>0.65062470800000005</c:v>
                </c:pt>
                <c:pt idx="33">
                  <c:v>0.61140629599999996</c:v>
                </c:pt>
                <c:pt idx="34">
                  <c:v>0.59282411700000004</c:v>
                </c:pt>
                <c:pt idx="35">
                  <c:v>0.72016041900000005</c:v>
                </c:pt>
                <c:pt idx="36">
                  <c:v>0.73037764500000002</c:v>
                </c:pt>
                <c:pt idx="37">
                  <c:v>0.72430634900000002</c:v>
                </c:pt>
                <c:pt idx="38">
                  <c:v>0.66755832999999998</c:v>
                </c:pt>
                <c:pt idx="39">
                  <c:v>0.65840404500000005</c:v>
                </c:pt>
                <c:pt idx="40">
                  <c:v>0.70502309299999999</c:v>
                </c:pt>
                <c:pt idx="41">
                  <c:v>0.72508566200000002</c:v>
                </c:pt>
                <c:pt idx="42">
                  <c:v>0.74361573400000003</c:v>
                </c:pt>
                <c:pt idx="43">
                  <c:v>0.762819213</c:v>
                </c:pt>
                <c:pt idx="44">
                  <c:v>0.64073705999999997</c:v>
                </c:pt>
                <c:pt idx="45">
                  <c:v>0.49622567299999998</c:v>
                </c:pt>
                <c:pt idx="46">
                  <c:v>0.39860938299999998</c:v>
                </c:pt>
                <c:pt idx="47">
                  <c:v>0.321854953</c:v>
                </c:pt>
                <c:pt idx="48">
                  <c:v>0.32687127399999999</c:v>
                </c:pt>
                <c:pt idx="49">
                  <c:v>0.44125843599999998</c:v>
                </c:pt>
                <c:pt idx="50">
                  <c:v>0.55596257100000002</c:v>
                </c:pt>
                <c:pt idx="51">
                  <c:v>0.66386045000000005</c:v>
                </c:pt>
                <c:pt idx="52">
                  <c:v>0.70454963400000004</c:v>
                </c:pt>
                <c:pt idx="53">
                  <c:v>0.69345533500000001</c:v>
                </c:pt>
                <c:pt idx="54">
                  <c:v>0.64334698199999996</c:v>
                </c:pt>
                <c:pt idx="55">
                  <c:v>0.611570214</c:v>
                </c:pt>
                <c:pt idx="56">
                  <c:v>0.52552610200000005</c:v>
                </c:pt>
                <c:pt idx="57">
                  <c:v>0.48615617500000002</c:v>
                </c:pt>
                <c:pt idx="58">
                  <c:v>0.51259004900000005</c:v>
                </c:pt>
                <c:pt idx="59">
                  <c:v>0.46591975600000002</c:v>
                </c:pt>
                <c:pt idx="60">
                  <c:v>0.45172239199999997</c:v>
                </c:pt>
                <c:pt idx="61">
                  <c:v>0.47858997599999997</c:v>
                </c:pt>
                <c:pt idx="62">
                  <c:v>0.64422143799999998</c:v>
                </c:pt>
                <c:pt idx="63">
                  <c:v>0.74645048800000002</c:v>
                </c:pt>
                <c:pt idx="64">
                  <c:v>0.75399924500000004</c:v>
                </c:pt>
                <c:pt idx="65">
                  <c:v>0.685209964</c:v>
                </c:pt>
                <c:pt idx="66">
                  <c:v>0.49409292900000001</c:v>
                </c:pt>
                <c:pt idx="67">
                  <c:v>0.33278896200000002</c:v>
                </c:pt>
                <c:pt idx="68">
                  <c:v>0.34806104700000001</c:v>
                </c:pt>
                <c:pt idx="69">
                  <c:v>0.36112234900000001</c:v>
                </c:pt>
                <c:pt idx="70">
                  <c:v>0.272992925</c:v>
                </c:pt>
                <c:pt idx="71">
                  <c:v>0.17164209699999999</c:v>
                </c:pt>
                <c:pt idx="72">
                  <c:v>9.9764576999999993E-2</c:v>
                </c:pt>
                <c:pt idx="73">
                  <c:v>7.5440185000000007E-2</c:v>
                </c:pt>
                <c:pt idx="74">
                  <c:v>0.200279022</c:v>
                </c:pt>
                <c:pt idx="75">
                  <c:v>0.32020208700000002</c:v>
                </c:pt>
                <c:pt idx="76">
                  <c:v>0.440853314</c:v>
                </c:pt>
                <c:pt idx="77">
                  <c:v>0.55714673699999995</c:v>
                </c:pt>
                <c:pt idx="78">
                  <c:v>0.65433391600000002</c:v>
                </c:pt>
                <c:pt idx="79">
                  <c:v>0.72098109099999996</c:v>
                </c:pt>
                <c:pt idx="80">
                  <c:v>0.76395094500000005</c:v>
                </c:pt>
                <c:pt idx="81">
                  <c:v>0.76180245300000005</c:v>
                </c:pt>
                <c:pt idx="82">
                  <c:v>0.71652273300000002</c:v>
                </c:pt>
                <c:pt idx="83">
                  <c:v>0.74575222600000002</c:v>
                </c:pt>
                <c:pt idx="84">
                  <c:v>0.76271238900000005</c:v>
                </c:pt>
                <c:pt idx="85">
                  <c:v>0.76186438099999998</c:v>
                </c:pt>
                <c:pt idx="86">
                  <c:v>0.76190678099999998</c:v>
                </c:pt>
                <c:pt idx="87">
                  <c:v>0.76190466099999998</c:v>
                </c:pt>
                <c:pt idx="88">
                  <c:v>0.743161725</c:v>
                </c:pt>
                <c:pt idx="89">
                  <c:v>0.76284191400000001</c:v>
                </c:pt>
                <c:pt idx="90">
                  <c:v>0.76185790399999997</c:v>
                </c:pt>
                <c:pt idx="91">
                  <c:v>0.66902393900000001</c:v>
                </c:pt>
                <c:pt idx="92">
                  <c:v>0.56688582399999998</c:v>
                </c:pt>
                <c:pt idx="93">
                  <c:v>0.48678466100000001</c:v>
                </c:pt>
                <c:pt idx="94">
                  <c:v>0.35187010899999999</c:v>
                </c:pt>
                <c:pt idx="95">
                  <c:v>0.23444325299999999</c:v>
                </c:pt>
                <c:pt idx="96">
                  <c:v>0.32867060599999998</c:v>
                </c:pt>
                <c:pt idx="97">
                  <c:v>0.45649246900000001</c:v>
                </c:pt>
                <c:pt idx="98">
                  <c:v>0.49791797900000001</c:v>
                </c:pt>
                <c:pt idx="99">
                  <c:v>0.464987914</c:v>
                </c:pt>
                <c:pt idx="100">
                  <c:v>0.43968916800000002</c:v>
                </c:pt>
                <c:pt idx="101">
                  <c:v>0.43628545600000002</c:v>
                </c:pt>
                <c:pt idx="102">
                  <c:v>0.39155835999999999</c:v>
                </c:pt>
                <c:pt idx="103">
                  <c:v>0.33085735199999999</c:v>
                </c:pt>
                <c:pt idx="104">
                  <c:v>0.27098426399999997</c:v>
                </c:pt>
                <c:pt idx="105">
                  <c:v>0.18037651399999999</c:v>
                </c:pt>
                <c:pt idx="106">
                  <c:v>0.25681341400000002</c:v>
                </c:pt>
                <c:pt idx="107">
                  <c:v>0.34344480599999999</c:v>
                </c:pt>
                <c:pt idx="108">
                  <c:v>0.44477064399999999</c:v>
                </c:pt>
                <c:pt idx="109">
                  <c:v>0.55329212900000002</c:v>
                </c:pt>
                <c:pt idx="110">
                  <c:v>0.61490327600000005</c:v>
                </c:pt>
                <c:pt idx="111">
                  <c:v>0.68130268999999999</c:v>
                </c:pt>
                <c:pt idx="112">
                  <c:v>0.69515072300000003</c:v>
                </c:pt>
                <c:pt idx="113">
                  <c:v>0.74590062599999996</c:v>
                </c:pt>
                <c:pt idx="114">
                  <c:v>0.68066632000000005</c:v>
                </c:pt>
                <c:pt idx="115">
                  <c:v>0.55643202800000002</c:v>
                </c:pt>
                <c:pt idx="116">
                  <c:v>0.51816292900000005</c:v>
                </c:pt>
                <c:pt idx="117">
                  <c:v>0.39162644000000002</c:v>
                </c:pt>
                <c:pt idx="118">
                  <c:v>0.46003522899999999</c:v>
                </c:pt>
                <c:pt idx="119">
                  <c:v>0.51442879900000005</c:v>
                </c:pt>
                <c:pt idx="120">
                  <c:v>0.59812073600000004</c:v>
                </c:pt>
                <c:pt idx="121">
                  <c:v>0.68346810899999999</c:v>
                </c:pt>
                <c:pt idx="122">
                  <c:v>0.65607166299999997</c:v>
                </c:pt>
                <c:pt idx="123">
                  <c:v>0.63672935799999997</c:v>
                </c:pt>
                <c:pt idx="124">
                  <c:v>0.65273201300000006</c:v>
                </c:pt>
                <c:pt idx="125">
                  <c:v>0.61168162000000004</c:v>
                </c:pt>
                <c:pt idx="126">
                  <c:v>0.60036736000000002</c:v>
                </c:pt>
                <c:pt idx="127">
                  <c:v>0.51162573200000006</c:v>
                </c:pt>
                <c:pt idx="128">
                  <c:v>0.42847738299999999</c:v>
                </c:pt>
                <c:pt idx="129">
                  <c:v>0.580589358</c:v>
                </c:pt>
                <c:pt idx="130">
                  <c:v>0.75930240599999999</c:v>
                </c:pt>
                <c:pt idx="131">
                  <c:v>0.76203487999999997</c:v>
                </c:pt>
                <c:pt idx="132">
                  <c:v>0.76189825600000005</c:v>
                </c:pt>
                <c:pt idx="133">
                  <c:v>0.76190508700000004</c:v>
                </c:pt>
                <c:pt idx="134">
                  <c:v>0.76190474600000002</c:v>
                </c:pt>
                <c:pt idx="135">
                  <c:v>0.76190476299999998</c:v>
                </c:pt>
                <c:pt idx="136">
                  <c:v>0.76190476200000001</c:v>
                </c:pt>
                <c:pt idx="137">
                  <c:v>0.76190476200000001</c:v>
                </c:pt>
                <c:pt idx="138">
                  <c:v>0.71560157400000002</c:v>
                </c:pt>
                <c:pt idx="139">
                  <c:v>0.62694943700000005</c:v>
                </c:pt>
                <c:pt idx="140">
                  <c:v>0.48086087900000002</c:v>
                </c:pt>
                <c:pt idx="141">
                  <c:v>0.361720655</c:v>
                </c:pt>
                <c:pt idx="142">
                  <c:v>0.35821479899999997</c:v>
                </c:pt>
                <c:pt idx="143">
                  <c:v>0.26003542800000001</c:v>
                </c:pt>
                <c:pt idx="144">
                  <c:v>0.20920630000000001</c:v>
                </c:pt>
                <c:pt idx="145">
                  <c:v>0.27680069400000001</c:v>
                </c:pt>
                <c:pt idx="146">
                  <c:v>0.27252645399999997</c:v>
                </c:pt>
                <c:pt idx="147">
                  <c:v>0.234938332</c:v>
                </c:pt>
                <c:pt idx="148">
                  <c:v>0.234743017</c:v>
                </c:pt>
                <c:pt idx="149">
                  <c:v>0.36017897100000001</c:v>
                </c:pt>
                <c:pt idx="150">
                  <c:v>0.39984587599999999</c:v>
                </c:pt>
                <c:pt idx="151">
                  <c:v>0.38064949799999998</c:v>
                </c:pt>
                <c:pt idx="152">
                  <c:v>0.36674473099999999</c:v>
                </c:pt>
                <c:pt idx="153">
                  <c:v>0.35586559200000001</c:v>
                </c:pt>
                <c:pt idx="154">
                  <c:v>0.44433044500000002</c:v>
                </c:pt>
                <c:pt idx="155">
                  <c:v>0.514117135</c:v>
                </c:pt>
                <c:pt idx="156">
                  <c:v>0.60894950400000003</c:v>
                </c:pt>
                <c:pt idx="157">
                  <c:v>0.72484968400000005</c:v>
                </c:pt>
                <c:pt idx="158">
                  <c:v>0.76375751599999997</c:v>
                </c:pt>
                <c:pt idx="159">
                  <c:v>0.76181212399999998</c:v>
                </c:pt>
                <c:pt idx="160">
                  <c:v>0.76190939400000002</c:v>
                </c:pt>
                <c:pt idx="161">
                  <c:v>0.76190453000000002</c:v>
                </c:pt>
                <c:pt idx="162">
                  <c:v>0.76190477300000004</c:v>
                </c:pt>
                <c:pt idx="163">
                  <c:v>0.76190476100000004</c:v>
                </c:pt>
                <c:pt idx="164">
                  <c:v>0.76190476200000001</c:v>
                </c:pt>
                <c:pt idx="165">
                  <c:v>0.76190476200000001</c:v>
                </c:pt>
                <c:pt idx="166">
                  <c:v>0.76190476200000001</c:v>
                </c:pt>
                <c:pt idx="167">
                  <c:v>0.76190476200000001</c:v>
                </c:pt>
                <c:pt idx="168">
                  <c:v>0.76190476200000001</c:v>
                </c:pt>
                <c:pt idx="169">
                  <c:v>0.76190476200000001</c:v>
                </c:pt>
                <c:pt idx="170">
                  <c:v>0.76190476200000001</c:v>
                </c:pt>
                <c:pt idx="171">
                  <c:v>0.76190476200000001</c:v>
                </c:pt>
                <c:pt idx="172">
                  <c:v>0.76190476200000001</c:v>
                </c:pt>
                <c:pt idx="173">
                  <c:v>0.76190476200000001</c:v>
                </c:pt>
                <c:pt idx="174">
                  <c:v>0.76190476200000001</c:v>
                </c:pt>
                <c:pt idx="175">
                  <c:v>0.76190476200000001</c:v>
                </c:pt>
                <c:pt idx="176">
                  <c:v>0.67863709699999997</c:v>
                </c:pt>
                <c:pt idx="177">
                  <c:v>0.76606814499999998</c:v>
                </c:pt>
                <c:pt idx="178">
                  <c:v>0.76169659300000003</c:v>
                </c:pt>
                <c:pt idx="179">
                  <c:v>0.75239959599999995</c:v>
                </c:pt>
                <c:pt idx="180">
                  <c:v>0.76238002000000005</c:v>
                </c:pt>
                <c:pt idx="181">
                  <c:v>0.76188099899999995</c:v>
                </c:pt>
                <c:pt idx="182">
                  <c:v>0.76190595000000005</c:v>
                </c:pt>
                <c:pt idx="183">
                  <c:v>0.76190470200000004</c:v>
                </c:pt>
                <c:pt idx="184">
                  <c:v>0.76190476500000004</c:v>
                </c:pt>
                <c:pt idx="185">
                  <c:v>0.68870579499999995</c:v>
                </c:pt>
                <c:pt idx="186">
                  <c:v>0.72025030300000004</c:v>
                </c:pt>
                <c:pt idx="187">
                  <c:v>0.66276668000000005</c:v>
                </c:pt>
                <c:pt idx="188">
                  <c:v>0.65808391099999997</c:v>
                </c:pt>
                <c:pt idx="189">
                  <c:v>0.54846733000000003</c:v>
                </c:pt>
                <c:pt idx="190">
                  <c:v>0.57190880200000005</c:v>
                </c:pt>
                <c:pt idx="191">
                  <c:v>0.56969497599999996</c:v>
                </c:pt>
                <c:pt idx="192">
                  <c:v>0.52810811999999996</c:v>
                </c:pt>
                <c:pt idx="193">
                  <c:v>0.48702594599999999</c:v>
                </c:pt>
                <c:pt idx="194">
                  <c:v>0.43857702500000001</c:v>
                </c:pt>
                <c:pt idx="195">
                  <c:v>0.40487883400000002</c:v>
                </c:pt>
                <c:pt idx="196">
                  <c:v>0.35958480700000001</c:v>
                </c:pt>
                <c:pt idx="197">
                  <c:v>0.34478558799999998</c:v>
                </c:pt>
                <c:pt idx="198">
                  <c:v>0.447323633</c:v>
                </c:pt>
                <c:pt idx="199">
                  <c:v>0.49784558200000001</c:v>
                </c:pt>
                <c:pt idx="200">
                  <c:v>0.54823850500000004</c:v>
                </c:pt>
                <c:pt idx="201">
                  <c:v>0.55206870799999996</c:v>
                </c:pt>
                <c:pt idx="202">
                  <c:v>0.57647589399999999</c:v>
                </c:pt>
                <c:pt idx="203">
                  <c:v>0.51132853599999994</c:v>
                </c:pt>
                <c:pt idx="204">
                  <c:v>0.46298385399999997</c:v>
                </c:pt>
                <c:pt idx="205">
                  <c:v>0.34829732699999999</c:v>
                </c:pt>
                <c:pt idx="206">
                  <c:v>0.35556253599999998</c:v>
                </c:pt>
                <c:pt idx="207">
                  <c:v>0.297289464</c:v>
                </c:pt>
                <c:pt idx="208">
                  <c:v>0.20781994200000001</c:v>
                </c:pt>
                <c:pt idx="209">
                  <c:v>0.24201350099999999</c:v>
                </c:pt>
                <c:pt idx="210">
                  <c:v>0.291636012</c:v>
                </c:pt>
                <c:pt idx="211">
                  <c:v>0.274664568</c:v>
                </c:pt>
                <c:pt idx="212">
                  <c:v>0.19447055499999999</c:v>
                </c:pt>
                <c:pt idx="213">
                  <c:v>4.0276472000000001E-2</c:v>
                </c:pt>
                <c:pt idx="214">
                  <c:v>4.0276472000000001E-2</c:v>
                </c:pt>
                <c:pt idx="215">
                  <c:v>4.0276472000000001E-2</c:v>
                </c:pt>
                <c:pt idx="216">
                  <c:v>6.3857501999999997E-2</c:v>
                </c:pt>
                <c:pt idx="217">
                  <c:v>6.3712712000000005E-2</c:v>
                </c:pt>
                <c:pt idx="218">
                  <c:v>9.1894050000000005E-2</c:v>
                </c:pt>
                <c:pt idx="219">
                  <c:v>9.2011590000000004E-2</c:v>
                </c:pt>
                <c:pt idx="220">
                  <c:v>7.3194010000000004E-2</c:v>
                </c:pt>
                <c:pt idx="221">
                  <c:v>5.0558928000000003E-2</c:v>
                </c:pt>
                <c:pt idx="222">
                  <c:v>4.7472054E-2</c:v>
                </c:pt>
                <c:pt idx="223">
                  <c:v>0.102134609</c:v>
                </c:pt>
                <c:pt idx="224">
                  <c:v>0.12909805499999999</c:v>
                </c:pt>
                <c:pt idx="225">
                  <c:v>0.28402712600000002</c:v>
                </c:pt>
                <c:pt idx="226">
                  <c:v>0.54965726800000003</c:v>
                </c:pt>
                <c:pt idx="227">
                  <c:v>0.698915799</c:v>
                </c:pt>
                <c:pt idx="228">
                  <c:v>0.76505420999999996</c:v>
                </c:pt>
                <c:pt idx="229">
                  <c:v>0.76174728899999999</c:v>
                </c:pt>
                <c:pt idx="230">
                  <c:v>0.76191263600000003</c:v>
                </c:pt>
                <c:pt idx="231">
                  <c:v>0.70597107100000001</c:v>
                </c:pt>
                <c:pt idx="232">
                  <c:v>0.73797914899999995</c:v>
                </c:pt>
                <c:pt idx="233">
                  <c:v>0.65283437700000002</c:v>
                </c:pt>
                <c:pt idx="234">
                  <c:v>0.52009229099999998</c:v>
                </c:pt>
                <c:pt idx="235">
                  <c:v>0.36115160899999998</c:v>
                </c:pt>
                <c:pt idx="236">
                  <c:v>0.23645975</c:v>
                </c:pt>
                <c:pt idx="237">
                  <c:v>0.157437298</c:v>
                </c:pt>
                <c:pt idx="238">
                  <c:v>4.2961823000000003E-2</c:v>
                </c:pt>
                <c:pt idx="239">
                  <c:v>4.2961823000000003E-2</c:v>
                </c:pt>
                <c:pt idx="240">
                  <c:v>4.2961823000000003E-2</c:v>
                </c:pt>
                <c:pt idx="241">
                  <c:v>4.9031854999999999E-2</c:v>
                </c:pt>
                <c:pt idx="242">
                  <c:v>6.7802316000000001E-2</c:v>
                </c:pt>
                <c:pt idx="243">
                  <c:v>0.122122113</c:v>
                </c:pt>
                <c:pt idx="244">
                  <c:v>0.14141018599999999</c:v>
                </c:pt>
                <c:pt idx="245">
                  <c:v>0.235543796</c:v>
                </c:pt>
                <c:pt idx="246">
                  <c:v>0.21068826700000001</c:v>
                </c:pt>
                <c:pt idx="247">
                  <c:v>0.26383771099999997</c:v>
                </c:pt>
                <c:pt idx="248">
                  <c:v>0.23720584</c:v>
                </c:pt>
                <c:pt idx="249">
                  <c:v>0.16966624199999999</c:v>
                </c:pt>
                <c:pt idx="250">
                  <c:v>0.246172856</c:v>
                </c:pt>
                <c:pt idx="251">
                  <c:v>0.40558439899999998</c:v>
                </c:pt>
                <c:pt idx="252">
                  <c:v>0.56588282999999995</c:v>
                </c:pt>
                <c:pt idx="253">
                  <c:v>0.68208069900000001</c:v>
                </c:pt>
                <c:pt idx="254">
                  <c:v>0.76589596500000001</c:v>
                </c:pt>
                <c:pt idx="255">
                  <c:v>0.76170520200000003</c:v>
                </c:pt>
                <c:pt idx="256">
                  <c:v>0.76191474000000003</c:v>
                </c:pt>
                <c:pt idx="257">
                  <c:v>0.76190426300000003</c:v>
                </c:pt>
                <c:pt idx="258">
                  <c:v>0.71119269600000001</c:v>
                </c:pt>
                <c:pt idx="259">
                  <c:v>0.69715822299999997</c:v>
                </c:pt>
                <c:pt idx="260">
                  <c:v>0.69125386</c:v>
                </c:pt>
                <c:pt idx="261">
                  <c:v>0.68471386899999997</c:v>
                </c:pt>
                <c:pt idx="262">
                  <c:v>0.71535781200000004</c:v>
                </c:pt>
                <c:pt idx="263">
                  <c:v>0.76291258299999998</c:v>
                </c:pt>
                <c:pt idx="264">
                  <c:v>0.76185437099999997</c:v>
                </c:pt>
                <c:pt idx="265">
                  <c:v>0.76190728100000005</c:v>
                </c:pt>
                <c:pt idx="266">
                  <c:v>0.76190463600000002</c:v>
                </c:pt>
                <c:pt idx="267">
                  <c:v>0.76190476799999995</c:v>
                </c:pt>
                <c:pt idx="268">
                  <c:v>0.72149251199999997</c:v>
                </c:pt>
                <c:pt idx="269">
                  <c:v>0.72014366900000004</c:v>
                </c:pt>
                <c:pt idx="270">
                  <c:v>0.66047180000000005</c:v>
                </c:pt>
                <c:pt idx="271">
                  <c:v>0.56707326300000005</c:v>
                </c:pt>
                <c:pt idx="272">
                  <c:v>0.47666001800000002</c:v>
                </c:pt>
                <c:pt idx="273">
                  <c:v>0.47234985200000001</c:v>
                </c:pt>
                <c:pt idx="274">
                  <c:v>0.37813253299999999</c:v>
                </c:pt>
                <c:pt idx="275">
                  <c:v>0.48665940299999999</c:v>
                </c:pt>
                <c:pt idx="276">
                  <c:v>0.42581245000000001</c:v>
                </c:pt>
                <c:pt idx="277">
                  <c:v>0.381991992</c:v>
                </c:pt>
                <c:pt idx="278">
                  <c:v>0.44396333399999999</c:v>
                </c:pt>
                <c:pt idx="279">
                  <c:v>0.53565738600000001</c:v>
                </c:pt>
                <c:pt idx="280">
                  <c:v>0.45255299900000001</c:v>
                </c:pt>
                <c:pt idx="281">
                  <c:v>0.371112408</c:v>
                </c:pt>
                <c:pt idx="282">
                  <c:v>0.33852789799999999</c:v>
                </c:pt>
                <c:pt idx="283">
                  <c:v>0.317228601</c:v>
                </c:pt>
                <c:pt idx="284">
                  <c:v>0.27994537200000003</c:v>
                </c:pt>
                <c:pt idx="285">
                  <c:v>0.17101205</c:v>
                </c:pt>
                <c:pt idx="286">
                  <c:v>0.10791197299999999</c:v>
                </c:pt>
                <c:pt idx="287">
                  <c:v>4.4604401000000002E-2</c:v>
                </c:pt>
                <c:pt idx="288">
                  <c:v>4.4604401000000002E-2</c:v>
                </c:pt>
                <c:pt idx="289">
                  <c:v>0.10329534999999999</c:v>
                </c:pt>
                <c:pt idx="290">
                  <c:v>0.10352458</c:v>
                </c:pt>
                <c:pt idx="291">
                  <c:v>0.23071777199999999</c:v>
                </c:pt>
                <c:pt idx="292">
                  <c:v>0.23030993</c:v>
                </c:pt>
                <c:pt idx="293">
                  <c:v>0.26149573599999998</c:v>
                </c:pt>
                <c:pt idx="294">
                  <c:v>0.26235187799999998</c:v>
                </c:pt>
                <c:pt idx="295">
                  <c:v>0.26509566000000001</c:v>
                </c:pt>
                <c:pt idx="296">
                  <c:v>0.197416694</c:v>
                </c:pt>
                <c:pt idx="297">
                  <c:v>0.147738909</c:v>
                </c:pt>
                <c:pt idx="298">
                  <c:v>0.20661238000000001</c:v>
                </c:pt>
                <c:pt idx="299">
                  <c:v>0.31512491599999998</c:v>
                </c:pt>
                <c:pt idx="300">
                  <c:v>0.46961840799999999</c:v>
                </c:pt>
                <c:pt idx="301">
                  <c:v>0.49197379600000002</c:v>
                </c:pt>
                <c:pt idx="302">
                  <c:v>0.58748234600000004</c:v>
                </c:pt>
                <c:pt idx="303">
                  <c:v>0.64616812199999996</c:v>
                </c:pt>
                <c:pt idx="304">
                  <c:v>0.76333635099999997</c:v>
                </c:pt>
                <c:pt idx="305">
                  <c:v>0.75972482399999997</c:v>
                </c:pt>
                <c:pt idx="306">
                  <c:v>0.63202104999999997</c:v>
                </c:pt>
                <c:pt idx="307">
                  <c:v>0.52141974199999996</c:v>
                </c:pt>
                <c:pt idx="308">
                  <c:v>0.37293557500000002</c:v>
                </c:pt>
                <c:pt idx="309">
                  <c:v>0.23364278599999999</c:v>
                </c:pt>
                <c:pt idx="310">
                  <c:v>9.8280680999999995E-2</c:v>
                </c:pt>
                <c:pt idx="311">
                  <c:v>5.0650827000000002E-2</c:v>
                </c:pt>
                <c:pt idx="312">
                  <c:v>7.3467978000000003E-2</c:v>
                </c:pt>
                <c:pt idx="313">
                  <c:v>0.16114010400000001</c:v>
                </c:pt>
                <c:pt idx="314">
                  <c:v>0.259396825</c:v>
                </c:pt>
                <c:pt idx="315">
                  <c:v>0.38140819399999998</c:v>
                </c:pt>
                <c:pt idx="316">
                  <c:v>0.42200852500000002</c:v>
                </c:pt>
                <c:pt idx="317">
                  <c:v>0.53330654399999999</c:v>
                </c:pt>
                <c:pt idx="318">
                  <c:v>0.64043052099999997</c:v>
                </c:pt>
                <c:pt idx="319">
                  <c:v>0.70857596099999998</c:v>
                </c:pt>
                <c:pt idx="320">
                  <c:v>0.75900978100000005</c:v>
                </c:pt>
                <c:pt idx="321">
                  <c:v>0.76204951099999996</c:v>
                </c:pt>
                <c:pt idx="322">
                  <c:v>0.76189752399999999</c:v>
                </c:pt>
                <c:pt idx="323">
                  <c:v>0.76190512399999999</c:v>
                </c:pt>
                <c:pt idx="324">
                  <c:v>0.76190474399999997</c:v>
                </c:pt>
                <c:pt idx="325">
                  <c:v>0.76190476299999998</c:v>
                </c:pt>
                <c:pt idx="326">
                  <c:v>0.76190476200000001</c:v>
                </c:pt>
                <c:pt idx="327">
                  <c:v>0.76190476200000001</c:v>
                </c:pt>
                <c:pt idx="328">
                  <c:v>0.76190476200000001</c:v>
                </c:pt>
                <c:pt idx="329">
                  <c:v>0.76190476200000001</c:v>
                </c:pt>
                <c:pt idx="330">
                  <c:v>0.76190476200000001</c:v>
                </c:pt>
                <c:pt idx="331">
                  <c:v>0.76190476200000001</c:v>
                </c:pt>
                <c:pt idx="332">
                  <c:v>0.76190476200000001</c:v>
                </c:pt>
                <c:pt idx="333">
                  <c:v>0.74507879799999999</c:v>
                </c:pt>
                <c:pt idx="334">
                  <c:v>0.72216703299999996</c:v>
                </c:pt>
                <c:pt idx="335">
                  <c:v>0.74612645399999999</c:v>
                </c:pt>
                <c:pt idx="336">
                  <c:v>0.76269367700000001</c:v>
                </c:pt>
                <c:pt idx="337">
                  <c:v>0.76186531599999996</c:v>
                </c:pt>
                <c:pt idx="338">
                  <c:v>0.76190673399999997</c:v>
                </c:pt>
                <c:pt idx="339">
                  <c:v>0.76190466300000004</c:v>
                </c:pt>
                <c:pt idx="340">
                  <c:v>0.76190476699999998</c:v>
                </c:pt>
                <c:pt idx="341">
                  <c:v>0.76190476200000001</c:v>
                </c:pt>
                <c:pt idx="342">
                  <c:v>0.76190476200000001</c:v>
                </c:pt>
                <c:pt idx="343">
                  <c:v>0.76190476200000001</c:v>
                </c:pt>
                <c:pt idx="344">
                  <c:v>0.76190476200000001</c:v>
                </c:pt>
                <c:pt idx="345">
                  <c:v>0.76190476200000001</c:v>
                </c:pt>
                <c:pt idx="346">
                  <c:v>0.76190476200000001</c:v>
                </c:pt>
                <c:pt idx="347">
                  <c:v>0.76190476200000001</c:v>
                </c:pt>
                <c:pt idx="348">
                  <c:v>0.76190476200000001</c:v>
                </c:pt>
                <c:pt idx="349">
                  <c:v>0.76190476200000001</c:v>
                </c:pt>
                <c:pt idx="350">
                  <c:v>0.76190476200000001</c:v>
                </c:pt>
                <c:pt idx="351">
                  <c:v>0.76190476200000001</c:v>
                </c:pt>
                <c:pt idx="352">
                  <c:v>0.76190476200000001</c:v>
                </c:pt>
                <c:pt idx="353">
                  <c:v>0.76190476200000001</c:v>
                </c:pt>
                <c:pt idx="354">
                  <c:v>0.76190476200000001</c:v>
                </c:pt>
                <c:pt idx="355">
                  <c:v>0.76190476200000001</c:v>
                </c:pt>
                <c:pt idx="356">
                  <c:v>0.74450343500000005</c:v>
                </c:pt>
                <c:pt idx="357">
                  <c:v>0.74210878800000002</c:v>
                </c:pt>
                <c:pt idx="358">
                  <c:v>0.74713428699999995</c:v>
                </c:pt>
                <c:pt idx="359">
                  <c:v>0.734417023</c:v>
                </c:pt>
                <c:pt idx="360">
                  <c:v>0.64714354100000004</c:v>
                </c:pt>
                <c:pt idx="361">
                  <c:v>0.736664439</c:v>
                </c:pt>
                <c:pt idx="362">
                  <c:v>0.76316677799999999</c:v>
                </c:pt>
                <c:pt idx="363">
                  <c:v>0.73541378599999996</c:v>
                </c:pt>
                <c:pt idx="364">
                  <c:v>0.76322931100000002</c:v>
                </c:pt>
                <c:pt idx="365">
                  <c:v>0.76183853400000001</c:v>
                </c:pt>
                <c:pt idx="366">
                  <c:v>0.76190807299999996</c:v>
                </c:pt>
                <c:pt idx="367">
                  <c:v>0.76190459600000005</c:v>
                </c:pt>
                <c:pt idx="368">
                  <c:v>0.76190477000000001</c:v>
                </c:pt>
                <c:pt idx="369">
                  <c:v>0.76190476100000004</c:v>
                </c:pt>
                <c:pt idx="370">
                  <c:v>0.76190476200000001</c:v>
                </c:pt>
                <c:pt idx="371">
                  <c:v>0.76190476200000001</c:v>
                </c:pt>
                <c:pt idx="372">
                  <c:v>0.76190476200000001</c:v>
                </c:pt>
                <c:pt idx="373">
                  <c:v>0.76190476200000001</c:v>
                </c:pt>
                <c:pt idx="374">
                  <c:v>0.76190476200000001</c:v>
                </c:pt>
                <c:pt idx="375">
                  <c:v>0.76190476200000001</c:v>
                </c:pt>
                <c:pt idx="376">
                  <c:v>0.76190476200000001</c:v>
                </c:pt>
                <c:pt idx="377">
                  <c:v>0.76190476200000001</c:v>
                </c:pt>
                <c:pt idx="378">
                  <c:v>0.76190476200000001</c:v>
                </c:pt>
                <c:pt idx="379">
                  <c:v>0.76190476200000001</c:v>
                </c:pt>
                <c:pt idx="380">
                  <c:v>0.76190476200000001</c:v>
                </c:pt>
                <c:pt idx="381">
                  <c:v>0.76190476200000001</c:v>
                </c:pt>
                <c:pt idx="382">
                  <c:v>0.76190476200000001</c:v>
                </c:pt>
                <c:pt idx="383">
                  <c:v>0.76190476200000001</c:v>
                </c:pt>
                <c:pt idx="384">
                  <c:v>0.71808793400000004</c:v>
                </c:pt>
                <c:pt idx="385">
                  <c:v>0.72931380800000001</c:v>
                </c:pt>
                <c:pt idx="386">
                  <c:v>0.69907445899999998</c:v>
                </c:pt>
                <c:pt idx="387">
                  <c:v>0.730895713</c:v>
                </c:pt>
                <c:pt idx="388">
                  <c:v>0.76345521400000005</c:v>
                </c:pt>
                <c:pt idx="389">
                  <c:v>0.76182723900000004</c:v>
                </c:pt>
                <c:pt idx="390">
                  <c:v>0.76190863799999997</c:v>
                </c:pt>
                <c:pt idx="391">
                  <c:v>0.70208336699999996</c:v>
                </c:pt>
                <c:pt idx="392">
                  <c:v>0.71482421200000001</c:v>
                </c:pt>
                <c:pt idx="393">
                  <c:v>0.61546813099999997</c:v>
                </c:pt>
                <c:pt idx="394">
                  <c:v>0.56531167999999998</c:v>
                </c:pt>
                <c:pt idx="395">
                  <c:v>0.51709081899999998</c:v>
                </c:pt>
                <c:pt idx="396">
                  <c:v>0.446149136</c:v>
                </c:pt>
                <c:pt idx="397">
                  <c:v>0.540747113</c:v>
                </c:pt>
                <c:pt idx="398">
                  <c:v>0.52779999</c:v>
                </c:pt>
                <c:pt idx="399">
                  <c:v>0.56819148799999997</c:v>
                </c:pt>
                <c:pt idx="400">
                  <c:v>0.67005382000000002</c:v>
                </c:pt>
                <c:pt idx="401">
                  <c:v>0.75155312600000002</c:v>
                </c:pt>
                <c:pt idx="402">
                  <c:v>0.712302506</c:v>
                </c:pt>
                <c:pt idx="403">
                  <c:v>0.73966184599999996</c:v>
                </c:pt>
                <c:pt idx="404">
                  <c:v>0.75926911399999997</c:v>
                </c:pt>
                <c:pt idx="405">
                  <c:v>0.76203654399999998</c:v>
                </c:pt>
                <c:pt idx="406">
                  <c:v>0.76189817299999996</c:v>
                </c:pt>
                <c:pt idx="407">
                  <c:v>0.76190509100000003</c:v>
                </c:pt>
                <c:pt idx="408">
                  <c:v>0.76190474500000005</c:v>
                </c:pt>
                <c:pt idx="409">
                  <c:v>0.76190476299999998</c:v>
                </c:pt>
                <c:pt idx="410">
                  <c:v>0.76190476200000001</c:v>
                </c:pt>
                <c:pt idx="411">
                  <c:v>0.76190476200000001</c:v>
                </c:pt>
                <c:pt idx="412">
                  <c:v>0.76190476200000001</c:v>
                </c:pt>
                <c:pt idx="413">
                  <c:v>0.76190476200000001</c:v>
                </c:pt>
                <c:pt idx="414">
                  <c:v>0.76190476200000001</c:v>
                </c:pt>
                <c:pt idx="415">
                  <c:v>0.76190476200000001</c:v>
                </c:pt>
                <c:pt idx="416">
                  <c:v>0.76190476200000001</c:v>
                </c:pt>
                <c:pt idx="417">
                  <c:v>0.76190476200000001</c:v>
                </c:pt>
                <c:pt idx="418">
                  <c:v>0.76190476200000001</c:v>
                </c:pt>
                <c:pt idx="419">
                  <c:v>0.76190476200000001</c:v>
                </c:pt>
                <c:pt idx="420">
                  <c:v>0.76190476200000001</c:v>
                </c:pt>
                <c:pt idx="421">
                  <c:v>0.76190476200000001</c:v>
                </c:pt>
                <c:pt idx="422">
                  <c:v>0.76190476200000001</c:v>
                </c:pt>
                <c:pt idx="423">
                  <c:v>0.76190476200000001</c:v>
                </c:pt>
                <c:pt idx="424">
                  <c:v>0.76190476200000001</c:v>
                </c:pt>
                <c:pt idx="425">
                  <c:v>0.76190476200000001</c:v>
                </c:pt>
                <c:pt idx="426">
                  <c:v>0.74137288800000001</c:v>
                </c:pt>
                <c:pt idx="427">
                  <c:v>0.76293135599999995</c:v>
                </c:pt>
                <c:pt idx="428">
                  <c:v>0.761853432</c:v>
                </c:pt>
                <c:pt idx="429">
                  <c:v>0.76167495399999996</c:v>
                </c:pt>
                <c:pt idx="430">
                  <c:v>0.61663723500000001</c:v>
                </c:pt>
                <c:pt idx="431">
                  <c:v>0.52110479300000001</c:v>
                </c:pt>
                <c:pt idx="432">
                  <c:v>0.60559048100000001</c:v>
                </c:pt>
                <c:pt idx="433">
                  <c:v>0.64022279800000004</c:v>
                </c:pt>
                <c:pt idx="434">
                  <c:v>0.66891790299999998</c:v>
                </c:pt>
                <c:pt idx="435">
                  <c:v>0.706371148</c:v>
                </c:pt>
                <c:pt idx="436">
                  <c:v>0.74757564300000001</c:v>
                </c:pt>
                <c:pt idx="437">
                  <c:v>0.76262121800000005</c:v>
                </c:pt>
                <c:pt idx="438">
                  <c:v>0.70009856299999995</c:v>
                </c:pt>
                <c:pt idx="439">
                  <c:v>0.76499507200000005</c:v>
                </c:pt>
                <c:pt idx="440">
                  <c:v>0.76175024599999996</c:v>
                </c:pt>
                <c:pt idx="441">
                  <c:v>0.761912488</c:v>
                </c:pt>
                <c:pt idx="442">
                  <c:v>0.76190437600000005</c:v>
                </c:pt>
                <c:pt idx="443">
                  <c:v>0.76190478100000003</c:v>
                </c:pt>
                <c:pt idx="444">
                  <c:v>0.76190476100000004</c:v>
                </c:pt>
                <c:pt idx="445">
                  <c:v>0.76190476200000001</c:v>
                </c:pt>
                <c:pt idx="446">
                  <c:v>0.76190476200000001</c:v>
                </c:pt>
                <c:pt idx="447">
                  <c:v>0.76190476200000001</c:v>
                </c:pt>
                <c:pt idx="448">
                  <c:v>0.76190476200000001</c:v>
                </c:pt>
                <c:pt idx="449">
                  <c:v>0.76190476200000001</c:v>
                </c:pt>
                <c:pt idx="450">
                  <c:v>0.63538242700000003</c:v>
                </c:pt>
                <c:pt idx="451">
                  <c:v>0.55292486699999999</c:v>
                </c:pt>
                <c:pt idx="452">
                  <c:v>0.38851102399999998</c:v>
                </c:pt>
                <c:pt idx="453">
                  <c:v>0.32314982799999997</c:v>
                </c:pt>
                <c:pt idx="454">
                  <c:v>0.27372507499999998</c:v>
                </c:pt>
                <c:pt idx="455">
                  <c:v>0.227230511</c:v>
                </c:pt>
                <c:pt idx="456">
                  <c:v>0.30245459099999999</c:v>
                </c:pt>
                <c:pt idx="457">
                  <c:v>0.29412720799999997</c:v>
                </c:pt>
                <c:pt idx="458">
                  <c:v>0.28337351700000002</c:v>
                </c:pt>
                <c:pt idx="459">
                  <c:v>0.27441050700000003</c:v>
                </c:pt>
                <c:pt idx="460">
                  <c:v>0.235441699</c:v>
                </c:pt>
                <c:pt idx="461">
                  <c:v>0.23259407000000001</c:v>
                </c:pt>
                <c:pt idx="462">
                  <c:v>0.221183764</c:v>
                </c:pt>
                <c:pt idx="463">
                  <c:v>0.257480078</c:v>
                </c:pt>
                <c:pt idx="464">
                  <c:v>0.232979776</c:v>
                </c:pt>
                <c:pt idx="465">
                  <c:v>0.38473368099999999</c:v>
                </c:pt>
                <c:pt idx="466">
                  <c:v>0.57016264999999999</c:v>
                </c:pt>
                <c:pt idx="467">
                  <c:v>0.70526528799999999</c:v>
                </c:pt>
                <c:pt idx="468">
                  <c:v>0.76473673600000003</c:v>
                </c:pt>
                <c:pt idx="469">
                  <c:v>0.76176316300000002</c:v>
                </c:pt>
                <c:pt idx="470">
                  <c:v>0.76191184199999995</c:v>
                </c:pt>
                <c:pt idx="471">
                  <c:v>0.76190440800000003</c:v>
                </c:pt>
                <c:pt idx="472">
                  <c:v>0.76190477999999995</c:v>
                </c:pt>
                <c:pt idx="473">
                  <c:v>0.76190476100000004</c:v>
                </c:pt>
                <c:pt idx="474">
                  <c:v>0.64342388299999997</c:v>
                </c:pt>
                <c:pt idx="475">
                  <c:v>0.55802742900000002</c:v>
                </c:pt>
                <c:pt idx="476">
                  <c:v>0.39002928399999998</c:v>
                </c:pt>
                <c:pt idx="477">
                  <c:v>0.22927230200000001</c:v>
                </c:pt>
                <c:pt idx="478">
                  <c:v>0.11935391099999999</c:v>
                </c:pt>
                <c:pt idx="479">
                  <c:v>4.4437798000000001E-2</c:v>
                </c:pt>
                <c:pt idx="480">
                  <c:v>6.4912974999999998E-2</c:v>
                </c:pt>
                <c:pt idx="481">
                  <c:v>4.6754351E-2</c:v>
                </c:pt>
                <c:pt idx="482">
                  <c:v>8.4275198999999995E-2</c:v>
                </c:pt>
                <c:pt idx="483">
                  <c:v>0.122824873</c:v>
                </c:pt>
                <c:pt idx="484">
                  <c:v>0.26019357900000001</c:v>
                </c:pt>
                <c:pt idx="485">
                  <c:v>0.38814244799999997</c:v>
                </c:pt>
                <c:pt idx="486">
                  <c:v>0.51547340799999997</c:v>
                </c:pt>
                <c:pt idx="487">
                  <c:v>0.62072254999999998</c:v>
                </c:pt>
                <c:pt idx="488">
                  <c:v>0.69958787200000006</c:v>
                </c:pt>
                <c:pt idx="489">
                  <c:v>0.65754766399999998</c:v>
                </c:pt>
                <c:pt idx="490">
                  <c:v>0.60611284799999998</c:v>
                </c:pt>
                <c:pt idx="491">
                  <c:v>0.74471321300000004</c:v>
                </c:pt>
                <c:pt idx="492">
                  <c:v>0.71742360500000002</c:v>
                </c:pt>
                <c:pt idx="493">
                  <c:v>0.63357174000000005</c:v>
                </c:pt>
                <c:pt idx="494">
                  <c:v>0.59818436799999997</c:v>
                </c:pt>
                <c:pt idx="495">
                  <c:v>0.68129139000000005</c:v>
                </c:pt>
                <c:pt idx="496">
                  <c:v>0.62664754700000003</c:v>
                </c:pt>
                <c:pt idx="497">
                  <c:v>0.57212591999999995</c:v>
                </c:pt>
                <c:pt idx="498">
                  <c:v>0.49520628</c:v>
                </c:pt>
                <c:pt idx="499">
                  <c:v>0.38324079900000002</c:v>
                </c:pt>
                <c:pt idx="500">
                  <c:v>0.26333852099999999</c:v>
                </c:pt>
                <c:pt idx="501">
                  <c:v>0.25582596200000002</c:v>
                </c:pt>
                <c:pt idx="502">
                  <c:v>0.31937942200000002</c:v>
                </c:pt>
                <c:pt idx="503">
                  <c:v>0.39979470299999997</c:v>
                </c:pt>
                <c:pt idx="504">
                  <c:v>0.46174779100000002</c:v>
                </c:pt>
                <c:pt idx="505">
                  <c:v>0.52465419700000004</c:v>
                </c:pt>
                <c:pt idx="506">
                  <c:v>0.63877465</c:v>
                </c:pt>
                <c:pt idx="507">
                  <c:v>0.72538537599999997</c:v>
                </c:pt>
                <c:pt idx="508">
                  <c:v>0.763730731</c:v>
                </c:pt>
                <c:pt idx="509">
                  <c:v>0.76181346299999997</c:v>
                </c:pt>
                <c:pt idx="510">
                  <c:v>0.76190932700000003</c:v>
                </c:pt>
                <c:pt idx="511">
                  <c:v>0.76190453400000002</c:v>
                </c:pt>
                <c:pt idx="512">
                  <c:v>0.76190477300000004</c:v>
                </c:pt>
                <c:pt idx="513">
                  <c:v>0.76190476100000004</c:v>
                </c:pt>
                <c:pt idx="514">
                  <c:v>0.76190476200000001</c:v>
                </c:pt>
                <c:pt idx="515">
                  <c:v>0.76190476200000001</c:v>
                </c:pt>
                <c:pt idx="516">
                  <c:v>0.76190476200000001</c:v>
                </c:pt>
                <c:pt idx="517">
                  <c:v>0.76190476200000001</c:v>
                </c:pt>
                <c:pt idx="518">
                  <c:v>0.76190476200000001</c:v>
                </c:pt>
                <c:pt idx="519">
                  <c:v>0.76190476200000001</c:v>
                </c:pt>
                <c:pt idx="520">
                  <c:v>0.76190476200000001</c:v>
                </c:pt>
                <c:pt idx="521">
                  <c:v>0.76190476200000001</c:v>
                </c:pt>
                <c:pt idx="522">
                  <c:v>0.76190476200000001</c:v>
                </c:pt>
                <c:pt idx="523">
                  <c:v>0.72811133800000005</c:v>
                </c:pt>
                <c:pt idx="524">
                  <c:v>0.76359443299999996</c:v>
                </c:pt>
                <c:pt idx="525">
                  <c:v>0.69986656199999997</c:v>
                </c:pt>
                <c:pt idx="526">
                  <c:v>0.702557828</c:v>
                </c:pt>
                <c:pt idx="527">
                  <c:v>0.74290769599999995</c:v>
                </c:pt>
                <c:pt idx="528">
                  <c:v>0.76285461499999996</c:v>
                </c:pt>
                <c:pt idx="529">
                  <c:v>0.76185726899999995</c:v>
                </c:pt>
                <c:pt idx="530">
                  <c:v>0.76190713700000001</c:v>
                </c:pt>
                <c:pt idx="531">
                  <c:v>0.76190464300000005</c:v>
                </c:pt>
                <c:pt idx="532">
                  <c:v>0.76190476799999995</c:v>
                </c:pt>
                <c:pt idx="533">
                  <c:v>0.76190476200000001</c:v>
                </c:pt>
                <c:pt idx="534">
                  <c:v>0.76190476200000001</c:v>
                </c:pt>
                <c:pt idx="535">
                  <c:v>0.76190476200000001</c:v>
                </c:pt>
                <c:pt idx="536">
                  <c:v>0.76190476200000001</c:v>
                </c:pt>
                <c:pt idx="537">
                  <c:v>0.76190476200000001</c:v>
                </c:pt>
                <c:pt idx="538">
                  <c:v>0.76190476200000001</c:v>
                </c:pt>
                <c:pt idx="539">
                  <c:v>0.76190476200000001</c:v>
                </c:pt>
                <c:pt idx="540">
                  <c:v>0.76190476200000001</c:v>
                </c:pt>
                <c:pt idx="541">
                  <c:v>0.76190476200000001</c:v>
                </c:pt>
                <c:pt idx="542">
                  <c:v>0.76190476200000001</c:v>
                </c:pt>
                <c:pt idx="543">
                  <c:v>0.76190476200000001</c:v>
                </c:pt>
                <c:pt idx="544">
                  <c:v>0.76190476200000001</c:v>
                </c:pt>
                <c:pt idx="545">
                  <c:v>0.76190476200000001</c:v>
                </c:pt>
                <c:pt idx="546">
                  <c:v>0.75967532500000001</c:v>
                </c:pt>
                <c:pt idx="547">
                  <c:v>0.76201623399999996</c:v>
                </c:pt>
                <c:pt idx="548">
                  <c:v>0.75078353799999997</c:v>
                </c:pt>
                <c:pt idx="549">
                  <c:v>0.64279410100000001</c:v>
                </c:pt>
                <c:pt idx="550">
                  <c:v>0.521866367</c:v>
                </c:pt>
                <c:pt idx="551">
                  <c:v>0.47169594100000001</c:v>
                </c:pt>
                <c:pt idx="552">
                  <c:v>0.54576041799999997</c:v>
                </c:pt>
                <c:pt idx="553">
                  <c:v>0.65326054200000006</c:v>
                </c:pt>
                <c:pt idx="554">
                  <c:v>0.70140418400000004</c:v>
                </c:pt>
                <c:pt idx="555">
                  <c:v>0.76492979100000003</c:v>
                </c:pt>
                <c:pt idx="556">
                  <c:v>0.75395919600000005</c:v>
                </c:pt>
                <c:pt idx="557">
                  <c:v>0.70496911600000001</c:v>
                </c:pt>
                <c:pt idx="558">
                  <c:v>0.64684714600000004</c:v>
                </c:pt>
                <c:pt idx="559">
                  <c:v>0.56627983100000001</c:v>
                </c:pt>
                <c:pt idx="560">
                  <c:v>0.47050998199999999</c:v>
                </c:pt>
                <c:pt idx="561">
                  <c:v>0.35752562999999998</c:v>
                </c:pt>
                <c:pt idx="562">
                  <c:v>0.314111998</c:v>
                </c:pt>
                <c:pt idx="563">
                  <c:v>0.25153457299999998</c:v>
                </c:pt>
                <c:pt idx="564">
                  <c:v>0.35700976099999998</c:v>
                </c:pt>
                <c:pt idx="565">
                  <c:v>0.37342133799999999</c:v>
                </c:pt>
                <c:pt idx="566">
                  <c:v>0.52727744399999998</c:v>
                </c:pt>
                <c:pt idx="567">
                  <c:v>0.65724415199999997</c:v>
                </c:pt>
                <c:pt idx="568">
                  <c:v>0.686832793</c:v>
                </c:pt>
                <c:pt idx="569">
                  <c:v>0.630844034</c:v>
                </c:pt>
                <c:pt idx="570">
                  <c:v>0.51641134899999996</c:v>
                </c:pt>
                <c:pt idx="571">
                  <c:v>0.52111259600000004</c:v>
                </c:pt>
                <c:pt idx="572">
                  <c:v>0.54302047399999998</c:v>
                </c:pt>
                <c:pt idx="573">
                  <c:v>0.56694037799999997</c:v>
                </c:pt>
                <c:pt idx="574">
                  <c:v>0.58917702900000002</c:v>
                </c:pt>
                <c:pt idx="575">
                  <c:v>0.626988137</c:v>
                </c:pt>
                <c:pt idx="576">
                  <c:v>0.726343407</c:v>
                </c:pt>
                <c:pt idx="577">
                  <c:v>0.76368283000000003</c:v>
                </c:pt>
                <c:pt idx="578">
                  <c:v>0.76181585900000004</c:v>
                </c:pt>
                <c:pt idx="579">
                  <c:v>0.76190920699999998</c:v>
                </c:pt>
                <c:pt idx="580">
                  <c:v>0.72422570600000002</c:v>
                </c:pt>
                <c:pt idx="581">
                  <c:v>0.69082040899999997</c:v>
                </c:pt>
                <c:pt idx="582">
                  <c:v>0.68464017200000005</c:v>
                </c:pt>
                <c:pt idx="583">
                  <c:v>0.73173912500000005</c:v>
                </c:pt>
                <c:pt idx="584">
                  <c:v>0.76341304399999999</c:v>
                </c:pt>
                <c:pt idx="585">
                  <c:v>0.76182934800000002</c:v>
                </c:pt>
                <c:pt idx="586">
                  <c:v>0.76190853300000005</c:v>
                </c:pt>
                <c:pt idx="587">
                  <c:v>0.76190457300000003</c:v>
                </c:pt>
                <c:pt idx="588">
                  <c:v>0.76190477099999998</c:v>
                </c:pt>
                <c:pt idx="589">
                  <c:v>0.76190476100000004</c:v>
                </c:pt>
                <c:pt idx="590">
                  <c:v>0.71613839099999999</c:v>
                </c:pt>
                <c:pt idx="591">
                  <c:v>0.70288620899999998</c:v>
                </c:pt>
                <c:pt idx="592">
                  <c:v>0.660518351</c:v>
                </c:pt>
                <c:pt idx="593">
                  <c:v>0.65384079500000003</c:v>
                </c:pt>
                <c:pt idx="594">
                  <c:v>0.72294218399999999</c:v>
                </c:pt>
                <c:pt idx="595">
                  <c:v>0.76385289099999998</c:v>
                </c:pt>
                <c:pt idx="596">
                  <c:v>0.76180735499999996</c:v>
                </c:pt>
                <c:pt idx="597">
                  <c:v>0.76190963199999995</c:v>
                </c:pt>
                <c:pt idx="598">
                  <c:v>0.76190451800000003</c:v>
                </c:pt>
                <c:pt idx="599">
                  <c:v>0.76190477400000001</c:v>
                </c:pt>
                <c:pt idx="600">
                  <c:v>0.76190476100000004</c:v>
                </c:pt>
                <c:pt idx="601">
                  <c:v>0.76190476200000001</c:v>
                </c:pt>
                <c:pt idx="602">
                  <c:v>0.76190476200000001</c:v>
                </c:pt>
                <c:pt idx="603">
                  <c:v>0.76190476200000001</c:v>
                </c:pt>
                <c:pt idx="604">
                  <c:v>0.76190476200000001</c:v>
                </c:pt>
                <c:pt idx="605">
                  <c:v>0.72277532799999999</c:v>
                </c:pt>
                <c:pt idx="606">
                  <c:v>0.69632408300000004</c:v>
                </c:pt>
                <c:pt idx="607">
                  <c:v>0.61537035699999998</c:v>
                </c:pt>
                <c:pt idx="608">
                  <c:v>0.54345158500000001</c:v>
                </c:pt>
                <c:pt idx="609">
                  <c:v>0.46683736199999998</c:v>
                </c:pt>
                <c:pt idx="610">
                  <c:v>0.39258202599999997</c:v>
                </c:pt>
                <c:pt idx="611">
                  <c:v>0.35689222100000001</c:v>
                </c:pt>
                <c:pt idx="612">
                  <c:v>0.52254529900000002</c:v>
                </c:pt>
                <c:pt idx="613">
                  <c:v>0.69140349000000001</c:v>
                </c:pt>
                <c:pt idx="614">
                  <c:v>0.76542982599999998</c:v>
                </c:pt>
                <c:pt idx="615">
                  <c:v>0.761728509</c:v>
                </c:pt>
                <c:pt idx="616">
                  <c:v>0.76191357500000001</c:v>
                </c:pt>
                <c:pt idx="617">
                  <c:v>0.65652299000000003</c:v>
                </c:pt>
                <c:pt idx="618">
                  <c:v>0.55597761000000001</c:v>
                </c:pt>
                <c:pt idx="619">
                  <c:v>0.45466005399999998</c:v>
                </c:pt>
                <c:pt idx="620">
                  <c:v>0.37607205199999999</c:v>
                </c:pt>
                <c:pt idx="621">
                  <c:v>0.35560300299999997</c:v>
                </c:pt>
                <c:pt idx="622">
                  <c:v>0.40054047399999998</c:v>
                </c:pt>
                <c:pt idx="623">
                  <c:v>0.44014663500000001</c:v>
                </c:pt>
                <c:pt idx="624">
                  <c:v>0.52822898100000004</c:v>
                </c:pt>
                <c:pt idx="625">
                  <c:v>0.63224027400000005</c:v>
                </c:pt>
                <c:pt idx="626">
                  <c:v>0.73893600199999998</c:v>
                </c:pt>
                <c:pt idx="627">
                  <c:v>0.76305319999999999</c:v>
                </c:pt>
                <c:pt idx="628">
                  <c:v>0.76184733999999998</c:v>
                </c:pt>
                <c:pt idx="629">
                  <c:v>0.76190763299999997</c:v>
                </c:pt>
                <c:pt idx="630">
                  <c:v>0.76190461799999998</c:v>
                </c:pt>
                <c:pt idx="631">
                  <c:v>0.76190476900000004</c:v>
                </c:pt>
                <c:pt idx="632">
                  <c:v>0.67969228100000001</c:v>
                </c:pt>
                <c:pt idx="633">
                  <c:v>0.76601538599999996</c:v>
                </c:pt>
                <c:pt idx="634">
                  <c:v>0.73529288900000001</c:v>
                </c:pt>
                <c:pt idx="635">
                  <c:v>0.67512559500000002</c:v>
                </c:pt>
                <c:pt idx="636">
                  <c:v>0.60448782999999995</c:v>
                </c:pt>
                <c:pt idx="637">
                  <c:v>0.61093951499999999</c:v>
                </c:pt>
                <c:pt idx="638">
                  <c:v>0.54094535600000004</c:v>
                </c:pt>
                <c:pt idx="639">
                  <c:v>0.58116006099999995</c:v>
                </c:pt>
                <c:pt idx="640">
                  <c:v>0.77094199699999999</c:v>
                </c:pt>
                <c:pt idx="641">
                  <c:v>0.76145289999999999</c:v>
                </c:pt>
                <c:pt idx="642">
                  <c:v>0.76192735499999997</c:v>
                </c:pt>
                <c:pt idx="643">
                  <c:v>0.72786230900000004</c:v>
                </c:pt>
                <c:pt idx="644">
                  <c:v>0.69183187099999999</c:v>
                </c:pt>
                <c:pt idx="645">
                  <c:v>0.58885211699999995</c:v>
                </c:pt>
                <c:pt idx="646">
                  <c:v>0.48177639300000002</c:v>
                </c:pt>
                <c:pt idx="647">
                  <c:v>0.36320332300000002</c:v>
                </c:pt>
                <c:pt idx="648">
                  <c:v>0.44994584599999998</c:v>
                </c:pt>
                <c:pt idx="649">
                  <c:v>0.47865423600000001</c:v>
                </c:pt>
                <c:pt idx="650">
                  <c:v>0.45517068500000002</c:v>
                </c:pt>
                <c:pt idx="651">
                  <c:v>0.41878037400000001</c:v>
                </c:pt>
                <c:pt idx="652">
                  <c:v>0.38173673000000002</c:v>
                </c:pt>
                <c:pt idx="653">
                  <c:v>0.38894514400000002</c:v>
                </c:pt>
                <c:pt idx="654">
                  <c:v>0.50004320899999999</c:v>
                </c:pt>
                <c:pt idx="655">
                  <c:v>0.57998688099999995</c:v>
                </c:pt>
                <c:pt idx="656">
                  <c:v>0.55426818099999997</c:v>
                </c:pt>
                <c:pt idx="657">
                  <c:v>0.50044909699999995</c:v>
                </c:pt>
                <c:pt idx="658">
                  <c:v>0.74344871999999995</c:v>
                </c:pt>
                <c:pt idx="659">
                  <c:v>0.76282756399999996</c:v>
                </c:pt>
                <c:pt idx="660">
                  <c:v>0.76185862199999999</c:v>
                </c:pt>
                <c:pt idx="661">
                  <c:v>0.76190706900000005</c:v>
                </c:pt>
                <c:pt idx="662">
                  <c:v>0.76190464700000005</c:v>
                </c:pt>
                <c:pt idx="663">
                  <c:v>0.76190476799999995</c:v>
                </c:pt>
                <c:pt idx="664">
                  <c:v>0.76190476200000001</c:v>
                </c:pt>
                <c:pt idx="665">
                  <c:v>0.76190476200000001</c:v>
                </c:pt>
                <c:pt idx="666">
                  <c:v>0.63884239099999995</c:v>
                </c:pt>
                <c:pt idx="667">
                  <c:v>0.67731412999999996</c:v>
                </c:pt>
                <c:pt idx="668">
                  <c:v>0.71759209300000004</c:v>
                </c:pt>
                <c:pt idx="669">
                  <c:v>0.5457803</c:v>
                </c:pt>
                <c:pt idx="670">
                  <c:v>0.43364153999999999</c:v>
                </c:pt>
                <c:pt idx="671">
                  <c:v>0.33301948100000001</c:v>
                </c:pt>
                <c:pt idx="672">
                  <c:v>0.35108402799999999</c:v>
                </c:pt>
                <c:pt idx="673">
                  <c:v>0.3200884</c:v>
                </c:pt>
                <c:pt idx="674">
                  <c:v>0.31769713300000002</c:v>
                </c:pt>
                <c:pt idx="675">
                  <c:v>0.32591716300000001</c:v>
                </c:pt>
                <c:pt idx="676">
                  <c:v>0.34262523299999997</c:v>
                </c:pt>
                <c:pt idx="677">
                  <c:v>0.319609223</c:v>
                </c:pt>
                <c:pt idx="678">
                  <c:v>0.32103118899999999</c:v>
                </c:pt>
                <c:pt idx="679">
                  <c:v>0.24776231200000001</c:v>
                </c:pt>
                <c:pt idx="680">
                  <c:v>0.31631879299999999</c:v>
                </c:pt>
                <c:pt idx="681">
                  <c:v>0.54213715399999995</c:v>
                </c:pt>
                <c:pt idx="682">
                  <c:v>0.77289314200000003</c:v>
                </c:pt>
                <c:pt idx="683">
                  <c:v>0.76135534299999996</c:v>
                </c:pt>
                <c:pt idx="684">
                  <c:v>0.76193223300000001</c:v>
                </c:pt>
                <c:pt idx="685">
                  <c:v>0.76190338800000001</c:v>
                </c:pt>
                <c:pt idx="686">
                  <c:v>0.76190483099999995</c:v>
                </c:pt>
                <c:pt idx="687">
                  <c:v>0.76190475800000002</c:v>
                </c:pt>
                <c:pt idx="688">
                  <c:v>0.76190476200000001</c:v>
                </c:pt>
                <c:pt idx="689">
                  <c:v>0.76190476200000001</c:v>
                </c:pt>
                <c:pt idx="690">
                  <c:v>0.65709252100000004</c:v>
                </c:pt>
                <c:pt idx="691">
                  <c:v>0.56923543700000001</c:v>
                </c:pt>
                <c:pt idx="692">
                  <c:v>0.59610580199999996</c:v>
                </c:pt>
                <c:pt idx="693">
                  <c:v>0.63697514899999996</c:v>
                </c:pt>
                <c:pt idx="694">
                  <c:v>0.60583408100000002</c:v>
                </c:pt>
                <c:pt idx="695">
                  <c:v>0.64189068400000004</c:v>
                </c:pt>
                <c:pt idx="696">
                  <c:v>0.72717937499999996</c:v>
                </c:pt>
                <c:pt idx="697">
                  <c:v>0.76364103100000003</c:v>
                </c:pt>
                <c:pt idx="698">
                  <c:v>0.76181794800000002</c:v>
                </c:pt>
                <c:pt idx="699">
                  <c:v>0.76190910300000003</c:v>
                </c:pt>
                <c:pt idx="700">
                  <c:v>0.76190454500000004</c:v>
                </c:pt>
                <c:pt idx="701">
                  <c:v>0.76190477300000004</c:v>
                </c:pt>
                <c:pt idx="702">
                  <c:v>0.76190476100000004</c:v>
                </c:pt>
                <c:pt idx="703">
                  <c:v>0.65541223999999998</c:v>
                </c:pt>
                <c:pt idx="704">
                  <c:v>0.65486837799999997</c:v>
                </c:pt>
                <c:pt idx="705">
                  <c:v>0.76725658100000005</c:v>
                </c:pt>
                <c:pt idx="706">
                  <c:v>0.76163717099999995</c:v>
                </c:pt>
                <c:pt idx="707">
                  <c:v>0.76191814099999999</c:v>
                </c:pt>
                <c:pt idx="708">
                  <c:v>0.76190409299999995</c:v>
                </c:pt>
                <c:pt idx="709">
                  <c:v>0.76190479499999997</c:v>
                </c:pt>
                <c:pt idx="710">
                  <c:v>0.76190475999999996</c:v>
                </c:pt>
                <c:pt idx="711">
                  <c:v>0.76190476200000001</c:v>
                </c:pt>
                <c:pt idx="712">
                  <c:v>0.76190476200000001</c:v>
                </c:pt>
                <c:pt idx="713">
                  <c:v>0.76190476200000001</c:v>
                </c:pt>
                <c:pt idx="714">
                  <c:v>0.61226641800000003</c:v>
                </c:pt>
                <c:pt idx="715">
                  <c:v>0.53573265699999995</c:v>
                </c:pt>
                <c:pt idx="716">
                  <c:v>0.52501021699999995</c:v>
                </c:pt>
                <c:pt idx="717">
                  <c:v>0.45994137000000002</c:v>
                </c:pt>
                <c:pt idx="718">
                  <c:v>0.492149261</c:v>
                </c:pt>
                <c:pt idx="719">
                  <c:v>0.36656701200000003</c:v>
                </c:pt>
                <c:pt idx="720">
                  <c:v>0.29237662599999997</c:v>
                </c:pt>
                <c:pt idx="721">
                  <c:v>0.29843465800000002</c:v>
                </c:pt>
                <c:pt idx="722">
                  <c:v>0.25955112499999999</c:v>
                </c:pt>
                <c:pt idx="723">
                  <c:v>0.34453642600000001</c:v>
                </c:pt>
                <c:pt idx="724">
                  <c:v>0.330163343</c:v>
                </c:pt>
                <c:pt idx="725">
                  <c:v>0.29838862300000002</c:v>
                </c:pt>
                <c:pt idx="726">
                  <c:v>0.28181487999999999</c:v>
                </c:pt>
                <c:pt idx="727">
                  <c:v>0.21099283099999999</c:v>
                </c:pt>
                <c:pt idx="728">
                  <c:v>0.13445639200000001</c:v>
                </c:pt>
                <c:pt idx="729">
                  <c:v>0.217442467</c:v>
                </c:pt>
                <c:pt idx="730">
                  <c:v>0.209854558</c:v>
                </c:pt>
                <c:pt idx="731">
                  <c:v>0.31884167699999999</c:v>
                </c:pt>
                <c:pt idx="732">
                  <c:v>0.33811920699999998</c:v>
                </c:pt>
                <c:pt idx="733">
                  <c:v>0.374635263</c:v>
                </c:pt>
                <c:pt idx="734">
                  <c:v>0.37574609399999997</c:v>
                </c:pt>
                <c:pt idx="735">
                  <c:v>0.38488494200000001</c:v>
                </c:pt>
                <c:pt idx="736">
                  <c:v>0.29925365300000001</c:v>
                </c:pt>
                <c:pt idx="737">
                  <c:v>0.37792983299999999</c:v>
                </c:pt>
                <c:pt idx="738">
                  <c:v>0.40502655700000001</c:v>
                </c:pt>
                <c:pt idx="739">
                  <c:v>0.32719686100000001</c:v>
                </c:pt>
                <c:pt idx="740">
                  <c:v>0.175831811</c:v>
                </c:pt>
                <c:pt idx="741">
                  <c:v>4.1208409000000001E-2</c:v>
                </c:pt>
                <c:pt idx="742">
                  <c:v>4.1208409000000001E-2</c:v>
                </c:pt>
                <c:pt idx="743">
                  <c:v>4.1208409000000001E-2</c:v>
                </c:pt>
                <c:pt idx="744">
                  <c:v>6.2707917000000002E-2</c:v>
                </c:pt>
                <c:pt idx="745">
                  <c:v>4.6864603999999997E-2</c:v>
                </c:pt>
                <c:pt idx="746">
                  <c:v>4.6864603999999997E-2</c:v>
                </c:pt>
                <c:pt idx="747">
                  <c:v>8.0580146000000005E-2</c:v>
                </c:pt>
                <c:pt idx="748">
                  <c:v>5.7244476000000002E-2</c:v>
                </c:pt>
                <c:pt idx="749">
                  <c:v>8.8186381999999994E-2</c:v>
                </c:pt>
                <c:pt idx="750">
                  <c:v>0.13781058700000001</c:v>
                </c:pt>
                <c:pt idx="751">
                  <c:v>0.111586031</c:v>
                </c:pt>
                <c:pt idx="752">
                  <c:v>4.4420698000000002E-2</c:v>
                </c:pt>
                <c:pt idx="753">
                  <c:v>4.4420698000000002E-2</c:v>
                </c:pt>
                <c:pt idx="754">
                  <c:v>4.4420698000000002E-2</c:v>
                </c:pt>
                <c:pt idx="755">
                  <c:v>4.3277252000000002E-2</c:v>
                </c:pt>
                <c:pt idx="756">
                  <c:v>4.2071536E-2</c:v>
                </c:pt>
                <c:pt idx="757">
                  <c:v>7.2868564999999996E-2</c:v>
                </c:pt>
                <c:pt idx="758">
                  <c:v>4.6356571999999999E-2</c:v>
                </c:pt>
                <c:pt idx="759">
                  <c:v>4.6356571999999999E-2</c:v>
                </c:pt>
                <c:pt idx="760">
                  <c:v>8.3928476000000002E-2</c:v>
                </c:pt>
                <c:pt idx="761">
                  <c:v>0.17115038900000001</c:v>
                </c:pt>
                <c:pt idx="762">
                  <c:v>0.21102215899999999</c:v>
                </c:pt>
                <c:pt idx="763">
                  <c:v>0.13349591099999999</c:v>
                </c:pt>
                <c:pt idx="764">
                  <c:v>6.8698571999999999E-2</c:v>
                </c:pt>
                <c:pt idx="765">
                  <c:v>9.0194249000000004E-2</c:v>
                </c:pt>
                <c:pt idx="766">
                  <c:v>4.5490287999999997E-2</c:v>
                </c:pt>
                <c:pt idx="767">
                  <c:v>4.5490287999999997E-2</c:v>
                </c:pt>
                <c:pt idx="768">
                  <c:v>4.5490287999999997E-2</c:v>
                </c:pt>
                <c:pt idx="769">
                  <c:v>4.5490287999999997E-2</c:v>
                </c:pt>
                <c:pt idx="770">
                  <c:v>0.10391236099999999</c:v>
                </c:pt>
                <c:pt idx="771">
                  <c:v>0.23191517</c:v>
                </c:pt>
                <c:pt idx="772">
                  <c:v>0.35172969399999998</c:v>
                </c:pt>
                <c:pt idx="773">
                  <c:v>0.47341244300000002</c:v>
                </c:pt>
                <c:pt idx="774">
                  <c:v>0.53271527799999996</c:v>
                </c:pt>
                <c:pt idx="775">
                  <c:v>0.60921977100000002</c:v>
                </c:pt>
                <c:pt idx="776">
                  <c:v>0.57307712799999999</c:v>
                </c:pt>
                <c:pt idx="777">
                  <c:v>0.48605752699999999</c:v>
                </c:pt>
                <c:pt idx="778">
                  <c:v>0.51159222299999996</c:v>
                </c:pt>
                <c:pt idx="779">
                  <c:v>0.62461700899999995</c:v>
                </c:pt>
                <c:pt idx="780">
                  <c:v>0.60856940400000004</c:v>
                </c:pt>
                <c:pt idx="781">
                  <c:v>0.62111024299999995</c:v>
                </c:pt>
                <c:pt idx="782">
                  <c:v>0.72390368599999999</c:v>
                </c:pt>
                <c:pt idx="783">
                  <c:v>0.76380481600000005</c:v>
                </c:pt>
                <c:pt idx="784">
                  <c:v>0.76180975900000003</c:v>
                </c:pt>
                <c:pt idx="785">
                  <c:v>0.76190951200000001</c:v>
                </c:pt>
                <c:pt idx="786">
                  <c:v>0.66770837699999996</c:v>
                </c:pt>
                <c:pt idx="787">
                  <c:v>0.62287185</c:v>
                </c:pt>
                <c:pt idx="788">
                  <c:v>0.47754860199999999</c:v>
                </c:pt>
                <c:pt idx="789">
                  <c:v>0.48002127</c:v>
                </c:pt>
                <c:pt idx="790">
                  <c:v>0.50202338199999996</c:v>
                </c:pt>
                <c:pt idx="791">
                  <c:v>0.54695200799999999</c:v>
                </c:pt>
                <c:pt idx="792">
                  <c:v>0.64770831699999998</c:v>
                </c:pt>
                <c:pt idx="793">
                  <c:v>0.66193273399999997</c:v>
                </c:pt>
                <c:pt idx="794">
                  <c:v>0.64682366999999996</c:v>
                </c:pt>
                <c:pt idx="795">
                  <c:v>0.689534498</c:v>
                </c:pt>
                <c:pt idx="796">
                  <c:v>0.697468596</c:v>
                </c:pt>
                <c:pt idx="797">
                  <c:v>0.67816395799999996</c:v>
                </c:pt>
                <c:pt idx="798">
                  <c:v>0.70656702199999999</c:v>
                </c:pt>
                <c:pt idx="799">
                  <c:v>0.69681714800000005</c:v>
                </c:pt>
                <c:pt idx="800">
                  <c:v>0.63277150699999996</c:v>
                </c:pt>
                <c:pt idx="801">
                  <c:v>0.76836142500000004</c:v>
                </c:pt>
                <c:pt idx="802">
                  <c:v>0.76158192899999999</c:v>
                </c:pt>
                <c:pt idx="803">
                  <c:v>0.76192090400000001</c:v>
                </c:pt>
                <c:pt idx="804">
                  <c:v>0.76190395499999997</c:v>
                </c:pt>
                <c:pt idx="805">
                  <c:v>0.76190480199999999</c:v>
                </c:pt>
                <c:pt idx="806">
                  <c:v>0.76190475999999996</c:v>
                </c:pt>
                <c:pt idx="807">
                  <c:v>0.76190476200000001</c:v>
                </c:pt>
                <c:pt idx="808">
                  <c:v>0.76190476200000001</c:v>
                </c:pt>
                <c:pt idx="809">
                  <c:v>0.76190476200000001</c:v>
                </c:pt>
                <c:pt idx="810">
                  <c:v>0.67747495800000002</c:v>
                </c:pt>
                <c:pt idx="811">
                  <c:v>0.62488118500000001</c:v>
                </c:pt>
                <c:pt idx="812">
                  <c:v>0.53349346499999994</c:v>
                </c:pt>
                <c:pt idx="813">
                  <c:v>0.47848077</c:v>
                </c:pt>
                <c:pt idx="814">
                  <c:v>0.42481378600000003</c:v>
                </c:pt>
                <c:pt idx="815">
                  <c:v>0.45081208299999997</c:v>
                </c:pt>
                <c:pt idx="816">
                  <c:v>0.41304104800000002</c:v>
                </c:pt>
                <c:pt idx="817">
                  <c:v>0.379021424</c:v>
                </c:pt>
                <c:pt idx="818">
                  <c:v>0.33901177900000001</c:v>
                </c:pt>
                <c:pt idx="819">
                  <c:v>0.36972123899999998</c:v>
                </c:pt>
                <c:pt idx="820">
                  <c:v>0.461393954</c:v>
                </c:pt>
                <c:pt idx="821">
                  <c:v>0.53721998299999996</c:v>
                </c:pt>
                <c:pt idx="822">
                  <c:v>0.54960998800000005</c:v>
                </c:pt>
                <c:pt idx="823">
                  <c:v>0.60685263300000003</c:v>
                </c:pt>
                <c:pt idx="824">
                  <c:v>0.55153887099999999</c:v>
                </c:pt>
                <c:pt idx="825">
                  <c:v>0.52818349600000003</c:v>
                </c:pt>
                <c:pt idx="826">
                  <c:v>0.51730857799999996</c:v>
                </c:pt>
                <c:pt idx="827">
                  <c:v>0.59751679599999996</c:v>
                </c:pt>
                <c:pt idx="828">
                  <c:v>0.67289327799999998</c:v>
                </c:pt>
                <c:pt idx="829">
                  <c:v>0.76635533600000005</c:v>
                </c:pt>
                <c:pt idx="830">
                  <c:v>0.76168223300000004</c:v>
                </c:pt>
                <c:pt idx="831">
                  <c:v>0.75279584399999999</c:v>
                </c:pt>
                <c:pt idx="832">
                  <c:v>0.75151517300000004</c:v>
                </c:pt>
                <c:pt idx="833">
                  <c:v>0.76242424099999995</c:v>
                </c:pt>
                <c:pt idx="834">
                  <c:v>0.74546711799999998</c:v>
                </c:pt>
                <c:pt idx="835">
                  <c:v>0.75226707699999995</c:v>
                </c:pt>
                <c:pt idx="836">
                  <c:v>0.70788244700000003</c:v>
                </c:pt>
                <c:pt idx="837">
                  <c:v>0.54790327599999999</c:v>
                </c:pt>
                <c:pt idx="838">
                  <c:v>0.36887934500000003</c:v>
                </c:pt>
                <c:pt idx="839">
                  <c:v>0.37628833</c:v>
                </c:pt>
                <c:pt idx="840">
                  <c:v>0.47629555099999998</c:v>
                </c:pt>
                <c:pt idx="841">
                  <c:v>0.60650895599999999</c:v>
                </c:pt>
                <c:pt idx="842">
                  <c:v>0.73391338699999997</c:v>
                </c:pt>
                <c:pt idx="843">
                  <c:v>0.76330433099999995</c:v>
                </c:pt>
                <c:pt idx="844">
                  <c:v>0.76183478299999996</c:v>
                </c:pt>
                <c:pt idx="845">
                  <c:v>0.76190826099999998</c:v>
                </c:pt>
                <c:pt idx="846">
                  <c:v>0.76190458699999997</c:v>
                </c:pt>
                <c:pt idx="847">
                  <c:v>0.76190477099999998</c:v>
                </c:pt>
                <c:pt idx="848">
                  <c:v>0.73296902799999997</c:v>
                </c:pt>
                <c:pt idx="849">
                  <c:v>0.719441997</c:v>
                </c:pt>
                <c:pt idx="850">
                  <c:v>0.76402789999999998</c:v>
                </c:pt>
                <c:pt idx="851">
                  <c:v>0.76179860499999996</c:v>
                </c:pt>
                <c:pt idx="852">
                  <c:v>0.76191006999999999</c:v>
                </c:pt>
                <c:pt idx="853">
                  <c:v>0.76190449699999996</c:v>
                </c:pt>
                <c:pt idx="854">
                  <c:v>0.76190477499999998</c:v>
                </c:pt>
                <c:pt idx="855">
                  <c:v>0.76190476100000004</c:v>
                </c:pt>
                <c:pt idx="856">
                  <c:v>0.76190476200000001</c:v>
                </c:pt>
                <c:pt idx="857">
                  <c:v>0.76190476200000001</c:v>
                </c:pt>
                <c:pt idx="858">
                  <c:v>0.68362062000000001</c:v>
                </c:pt>
                <c:pt idx="859">
                  <c:v>0.562617696</c:v>
                </c:pt>
                <c:pt idx="860">
                  <c:v>0.445039399</c:v>
                </c:pt>
                <c:pt idx="861">
                  <c:v>0.44716631800000001</c:v>
                </c:pt>
                <c:pt idx="862">
                  <c:v>0.37324116800000001</c:v>
                </c:pt>
                <c:pt idx="863">
                  <c:v>0.28616190200000002</c:v>
                </c:pt>
                <c:pt idx="864">
                  <c:v>0.36246035500000001</c:v>
                </c:pt>
                <c:pt idx="865">
                  <c:v>0.32467180299999998</c:v>
                </c:pt>
                <c:pt idx="866">
                  <c:v>0.35058729500000002</c:v>
                </c:pt>
                <c:pt idx="867">
                  <c:v>0.45477815799999999</c:v>
                </c:pt>
                <c:pt idx="868">
                  <c:v>0.48567968900000003</c:v>
                </c:pt>
                <c:pt idx="869">
                  <c:v>0.50732180400000004</c:v>
                </c:pt>
                <c:pt idx="870">
                  <c:v>0.446060976</c:v>
                </c:pt>
                <c:pt idx="871">
                  <c:v>0.372036168</c:v>
                </c:pt>
                <c:pt idx="872">
                  <c:v>0.298496763</c:v>
                </c:pt>
                <c:pt idx="873">
                  <c:v>0.57261485499999998</c:v>
                </c:pt>
                <c:pt idx="874">
                  <c:v>0.77136925700000003</c:v>
                </c:pt>
                <c:pt idx="875">
                  <c:v>0.76143153699999999</c:v>
                </c:pt>
                <c:pt idx="876">
                  <c:v>0.76192842299999997</c:v>
                </c:pt>
                <c:pt idx="877">
                  <c:v>0.76190357900000005</c:v>
                </c:pt>
                <c:pt idx="878">
                  <c:v>0.76190482100000001</c:v>
                </c:pt>
                <c:pt idx="879">
                  <c:v>0.76190475899999999</c:v>
                </c:pt>
                <c:pt idx="880">
                  <c:v>0.76190476200000001</c:v>
                </c:pt>
                <c:pt idx="881">
                  <c:v>0.76190476200000001</c:v>
                </c:pt>
                <c:pt idx="882">
                  <c:v>0.61639481299999999</c:v>
                </c:pt>
                <c:pt idx="883">
                  <c:v>0.60085824300000001</c:v>
                </c:pt>
                <c:pt idx="884">
                  <c:v>0.60087992800000001</c:v>
                </c:pt>
                <c:pt idx="885">
                  <c:v>0.59591382500000001</c:v>
                </c:pt>
                <c:pt idx="886">
                  <c:v>0.47721683799999998</c:v>
                </c:pt>
                <c:pt idx="887">
                  <c:v>0.41691459800000003</c:v>
                </c:pt>
                <c:pt idx="888">
                  <c:v>0.45969612199999998</c:v>
                </c:pt>
                <c:pt idx="889">
                  <c:v>0.57206639599999998</c:v>
                </c:pt>
                <c:pt idx="890">
                  <c:v>0.67750807700000004</c:v>
                </c:pt>
                <c:pt idx="891">
                  <c:v>0.76612459600000005</c:v>
                </c:pt>
                <c:pt idx="892">
                  <c:v>0.76169377000000005</c:v>
                </c:pt>
                <c:pt idx="893">
                  <c:v>0.76191531099999998</c:v>
                </c:pt>
                <c:pt idx="894">
                  <c:v>0.76190423399999996</c:v>
                </c:pt>
                <c:pt idx="895">
                  <c:v>0.703025389</c:v>
                </c:pt>
                <c:pt idx="896">
                  <c:v>0.69028844600000006</c:v>
                </c:pt>
                <c:pt idx="897">
                  <c:v>0.74181028699999996</c:v>
                </c:pt>
                <c:pt idx="898">
                  <c:v>0.74141043500000003</c:v>
                </c:pt>
                <c:pt idx="899">
                  <c:v>0.76292947799999999</c:v>
                </c:pt>
                <c:pt idx="900">
                  <c:v>0.761853526</c:v>
                </c:pt>
                <c:pt idx="901">
                  <c:v>0.76190732400000005</c:v>
                </c:pt>
                <c:pt idx="902">
                  <c:v>0.76190463399999997</c:v>
                </c:pt>
                <c:pt idx="903">
                  <c:v>0.76190476799999995</c:v>
                </c:pt>
                <c:pt idx="904">
                  <c:v>0.76190476200000001</c:v>
                </c:pt>
                <c:pt idx="905">
                  <c:v>0.76190476200000001</c:v>
                </c:pt>
                <c:pt idx="906">
                  <c:v>0.59794789400000004</c:v>
                </c:pt>
                <c:pt idx="907">
                  <c:v>0.46486439099999999</c:v>
                </c:pt>
                <c:pt idx="908">
                  <c:v>0.33452090099999998</c:v>
                </c:pt>
                <c:pt idx="909">
                  <c:v>0.21810316399999999</c:v>
                </c:pt>
                <c:pt idx="910">
                  <c:v>0.144613133</c:v>
                </c:pt>
                <c:pt idx="911">
                  <c:v>0.12996450100000001</c:v>
                </c:pt>
                <c:pt idx="912">
                  <c:v>0.21288985899999999</c:v>
                </c:pt>
                <c:pt idx="913">
                  <c:v>0.34352951900000001</c:v>
                </c:pt>
                <c:pt idx="914">
                  <c:v>0.467095543</c:v>
                </c:pt>
                <c:pt idx="915">
                  <c:v>0.58708503999999995</c:v>
                </c:pt>
                <c:pt idx="916">
                  <c:v>0.69197651400000004</c:v>
                </c:pt>
                <c:pt idx="917">
                  <c:v>0.75925978599999999</c:v>
                </c:pt>
                <c:pt idx="918">
                  <c:v>0.73446825599999999</c:v>
                </c:pt>
                <c:pt idx="919">
                  <c:v>0.67482029499999996</c:v>
                </c:pt>
                <c:pt idx="920">
                  <c:v>0.61918200400000001</c:v>
                </c:pt>
                <c:pt idx="921">
                  <c:v>0.632644451</c:v>
                </c:pt>
                <c:pt idx="922">
                  <c:v>0.76836777700000003</c:v>
                </c:pt>
                <c:pt idx="923">
                  <c:v>0.76158161099999999</c:v>
                </c:pt>
                <c:pt idx="924">
                  <c:v>0.76192091900000003</c:v>
                </c:pt>
                <c:pt idx="925">
                  <c:v>0.76190395399999999</c:v>
                </c:pt>
                <c:pt idx="926">
                  <c:v>0.76190480199999999</c:v>
                </c:pt>
                <c:pt idx="927">
                  <c:v>0.76190475999999996</c:v>
                </c:pt>
                <c:pt idx="928">
                  <c:v>0.76190476200000001</c:v>
                </c:pt>
                <c:pt idx="929">
                  <c:v>0.76190476200000001</c:v>
                </c:pt>
                <c:pt idx="930">
                  <c:v>0.76190476200000001</c:v>
                </c:pt>
                <c:pt idx="931">
                  <c:v>0.76190476200000001</c:v>
                </c:pt>
                <c:pt idx="932">
                  <c:v>0.75839641899999999</c:v>
                </c:pt>
                <c:pt idx="933">
                  <c:v>0.76208017900000002</c:v>
                </c:pt>
                <c:pt idx="934">
                  <c:v>0.76189599100000005</c:v>
                </c:pt>
                <c:pt idx="935">
                  <c:v>0.76190519999999995</c:v>
                </c:pt>
                <c:pt idx="936">
                  <c:v>0.76190473999999997</c:v>
                </c:pt>
                <c:pt idx="937">
                  <c:v>0.76190476299999998</c:v>
                </c:pt>
                <c:pt idx="938">
                  <c:v>0.76190476200000001</c:v>
                </c:pt>
                <c:pt idx="939">
                  <c:v>0.76190476200000001</c:v>
                </c:pt>
                <c:pt idx="940">
                  <c:v>0.76190476200000001</c:v>
                </c:pt>
                <c:pt idx="941">
                  <c:v>0.75799511100000005</c:v>
                </c:pt>
                <c:pt idx="942">
                  <c:v>0.71852554599999996</c:v>
                </c:pt>
                <c:pt idx="943">
                  <c:v>0.71541178400000005</c:v>
                </c:pt>
                <c:pt idx="944">
                  <c:v>0.73096355999999996</c:v>
                </c:pt>
                <c:pt idx="945">
                  <c:v>0.76345182199999995</c:v>
                </c:pt>
                <c:pt idx="946">
                  <c:v>0.76182740900000001</c:v>
                </c:pt>
                <c:pt idx="947">
                  <c:v>0.74269415400000005</c:v>
                </c:pt>
                <c:pt idx="948">
                  <c:v>0.76286529199999997</c:v>
                </c:pt>
                <c:pt idx="949">
                  <c:v>0.76185673499999995</c:v>
                </c:pt>
                <c:pt idx="950">
                  <c:v>0.76190716300000005</c:v>
                </c:pt>
                <c:pt idx="951">
                  <c:v>0.76190464199999997</c:v>
                </c:pt>
                <c:pt idx="952">
                  <c:v>0.76190476799999995</c:v>
                </c:pt>
                <c:pt idx="953">
                  <c:v>0.76190476200000001</c:v>
                </c:pt>
                <c:pt idx="954">
                  <c:v>0.76190476200000001</c:v>
                </c:pt>
                <c:pt idx="955">
                  <c:v>0.66983803500000005</c:v>
                </c:pt>
                <c:pt idx="956">
                  <c:v>0.57702320100000004</c:v>
                </c:pt>
                <c:pt idx="957">
                  <c:v>0.42841142999999998</c:v>
                </c:pt>
                <c:pt idx="958">
                  <c:v>0.34342129900000001</c:v>
                </c:pt>
                <c:pt idx="959">
                  <c:v>0.21762168100000001</c:v>
                </c:pt>
                <c:pt idx="960">
                  <c:v>0.14584670899999999</c:v>
                </c:pt>
                <c:pt idx="961">
                  <c:v>0.27555663200000002</c:v>
                </c:pt>
                <c:pt idx="962">
                  <c:v>0.31849272299999998</c:v>
                </c:pt>
                <c:pt idx="963">
                  <c:v>0.31329916400000002</c:v>
                </c:pt>
                <c:pt idx="964">
                  <c:v>0.28940500299999999</c:v>
                </c:pt>
                <c:pt idx="965">
                  <c:v>0.254853897</c:v>
                </c:pt>
                <c:pt idx="966">
                  <c:v>0.30618030200000002</c:v>
                </c:pt>
                <c:pt idx="967">
                  <c:v>0.26136387999999999</c:v>
                </c:pt>
                <c:pt idx="968">
                  <c:v>0.35701018099999998</c:v>
                </c:pt>
                <c:pt idx="969">
                  <c:v>0.57774887699999999</c:v>
                </c:pt>
                <c:pt idx="970">
                  <c:v>0.77111255599999995</c:v>
                </c:pt>
                <c:pt idx="971">
                  <c:v>0.76144437200000004</c:v>
                </c:pt>
                <c:pt idx="972">
                  <c:v>0.76192778100000003</c:v>
                </c:pt>
                <c:pt idx="973">
                  <c:v>0.76190361100000004</c:v>
                </c:pt>
                <c:pt idx="974">
                  <c:v>0.76190481899999996</c:v>
                </c:pt>
                <c:pt idx="975">
                  <c:v>0.76190475899999999</c:v>
                </c:pt>
                <c:pt idx="976">
                  <c:v>0.76190476200000001</c:v>
                </c:pt>
                <c:pt idx="977">
                  <c:v>0.76190476200000001</c:v>
                </c:pt>
                <c:pt idx="978">
                  <c:v>0.72017796199999995</c:v>
                </c:pt>
                <c:pt idx="979">
                  <c:v>0.71767954700000003</c:v>
                </c:pt>
                <c:pt idx="980">
                  <c:v>0.74629827199999998</c:v>
                </c:pt>
                <c:pt idx="981">
                  <c:v>0.76268508599999996</c:v>
                </c:pt>
                <c:pt idx="982">
                  <c:v>0.76186574600000001</c:v>
                </c:pt>
                <c:pt idx="983">
                  <c:v>0.76190671300000001</c:v>
                </c:pt>
                <c:pt idx="984">
                  <c:v>0.76190466400000001</c:v>
                </c:pt>
                <c:pt idx="985">
                  <c:v>0.76190476699999998</c:v>
                </c:pt>
                <c:pt idx="986">
                  <c:v>0.76190476200000001</c:v>
                </c:pt>
                <c:pt idx="987">
                  <c:v>0.74648824400000002</c:v>
                </c:pt>
                <c:pt idx="988">
                  <c:v>0.76267558800000002</c:v>
                </c:pt>
                <c:pt idx="989">
                  <c:v>0.76186622100000001</c:v>
                </c:pt>
                <c:pt idx="990">
                  <c:v>0.76190668900000003</c:v>
                </c:pt>
                <c:pt idx="991">
                  <c:v>0.76190466599999995</c:v>
                </c:pt>
                <c:pt idx="992">
                  <c:v>0.76190476699999998</c:v>
                </c:pt>
                <c:pt idx="993">
                  <c:v>0.76190476200000001</c:v>
                </c:pt>
                <c:pt idx="994">
                  <c:v>0.75132533999999995</c:v>
                </c:pt>
                <c:pt idx="995">
                  <c:v>0.754835598</c:v>
                </c:pt>
                <c:pt idx="996">
                  <c:v>0.76225821999999999</c:v>
                </c:pt>
                <c:pt idx="997">
                  <c:v>0.76188708900000002</c:v>
                </c:pt>
                <c:pt idx="998">
                  <c:v>0.76190564599999999</c:v>
                </c:pt>
                <c:pt idx="999">
                  <c:v>0.74196516700000004</c:v>
                </c:pt>
                <c:pt idx="1000">
                  <c:v>0.73545479800000002</c:v>
                </c:pt>
                <c:pt idx="1001">
                  <c:v>0.68246241299999999</c:v>
                </c:pt>
                <c:pt idx="1002">
                  <c:v>0.59576018600000002</c:v>
                </c:pt>
                <c:pt idx="1003">
                  <c:v>0.50609994800000002</c:v>
                </c:pt>
                <c:pt idx="1004">
                  <c:v>0.40961229799999999</c:v>
                </c:pt>
                <c:pt idx="1005">
                  <c:v>0.32487080299999999</c:v>
                </c:pt>
                <c:pt idx="1006">
                  <c:v>0.31058934599999999</c:v>
                </c:pt>
                <c:pt idx="1007">
                  <c:v>0.232688752</c:v>
                </c:pt>
                <c:pt idx="1008">
                  <c:v>0.23051406699999999</c:v>
                </c:pt>
                <c:pt idx="1009">
                  <c:v>0.25566913600000002</c:v>
                </c:pt>
                <c:pt idx="1010">
                  <c:v>0.27041595800000001</c:v>
                </c:pt>
                <c:pt idx="1011">
                  <c:v>0.25128270200000002</c:v>
                </c:pt>
                <c:pt idx="1012">
                  <c:v>0.22030914600000001</c:v>
                </c:pt>
                <c:pt idx="1013">
                  <c:v>0.25293212599999998</c:v>
                </c:pt>
                <c:pt idx="1014">
                  <c:v>0.20708942499999999</c:v>
                </c:pt>
                <c:pt idx="1015">
                  <c:v>0.17216678899999999</c:v>
                </c:pt>
                <c:pt idx="1016">
                  <c:v>9.7505817999999994E-2</c:v>
                </c:pt>
                <c:pt idx="1017">
                  <c:v>0.25662795999999999</c:v>
                </c:pt>
                <c:pt idx="1018">
                  <c:v>0.42377989700000002</c:v>
                </c:pt>
                <c:pt idx="1019">
                  <c:v>0.51262116999999996</c:v>
                </c:pt>
                <c:pt idx="1020">
                  <c:v>0.69650434900000002</c:v>
                </c:pt>
                <c:pt idx="1021">
                  <c:v>0.76517478299999997</c:v>
                </c:pt>
                <c:pt idx="1022">
                  <c:v>0.76174126099999995</c:v>
                </c:pt>
                <c:pt idx="1023">
                  <c:v>0.76191293699999996</c:v>
                </c:pt>
                <c:pt idx="1024">
                  <c:v>0.76190435300000003</c:v>
                </c:pt>
                <c:pt idx="1025">
                  <c:v>0.761904782</c:v>
                </c:pt>
                <c:pt idx="1026">
                  <c:v>0.60772635100000005</c:v>
                </c:pt>
                <c:pt idx="1027">
                  <c:v>0.65532373300000002</c:v>
                </c:pt>
                <c:pt idx="1028">
                  <c:v>0.66628842899999996</c:v>
                </c:pt>
                <c:pt idx="1029">
                  <c:v>0.65502033699999995</c:v>
                </c:pt>
                <c:pt idx="1030">
                  <c:v>0.56043445999999997</c:v>
                </c:pt>
                <c:pt idx="1031">
                  <c:v>0.43442971600000002</c:v>
                </c:pt>
                <c:pt idx="1032">
                  <c:v>0.52518286700000005</c:v>
                </c:pt>
                <c:pt idx="1033">
                  <c:v>0.55936274900000005</c:v>
                </c:pt>
                <c:pt idx="1034">
                  <c:v>0.53150165299999996</c:v>
                </c:pt>
                <c:pt idx="1035">
                  <c:v>0.51394305100000004</c:v>
                </c:pt>
                <c:pt idx="1036">
                  <c:v>0.60665475300000005</c:v>
                </c:pt>
                <c:pt idx="1037">
                  <c:v>0.58445350399999996</c:v>
                </c:pt>
                <c:pt idx="1038">
                  <c:v>0.58399835099999997</c:v>
                </c:pt>
                <c:pt idx="1039">
                  <c:v>0.64492844999999999</c:v>
                </c:pt>
                <c:pt idx="1040">
                  <c:v>0.66906060700000003</c:v>
                </c:pt>
                <c:pt idx="1041">
                  <c:v>0.76654697000000005</c:v>
                </c:pt>
                <c:pt idx="1042">
                  <c:v>0.76167265200000001</c:v>
                </c:pt>
                <c:pt idx="1043">
                  <c:v>0.76191636699999998</c:v>
                </c:pt>
                <c:pt idx="1044">
                  <c:v>0.76190418199999999</c:v>
                </c:pt>
                <c:pt idx="1045">
                  <c:v>0.76190479099999997</c:v>
                </c:pt>
                <c:pt idx="1046">
                  <c:v>0.76190475999999996</c:v>
                </c:pt>
                <c:pt idx="1047">
                  <c:v>0.76190476200000001</c:v>
                </c:pt>
                <c:pt idx="1048">
                  <c:v>0.76190476200000001</c:v>
                </c:pt>
                <c:pt idx="1049">
                  <c:v>0.76190476200000001</c:v>
                </c:pt>
                <c:pt idx="1050">
                  <c:v>0.76190476200000001</c:v>
                </c:pt>
                <c:pt idx="1051">
                  <c:v>0.62788937099999997</c:v>
                </c:pt>
                <c:pt idx="1052">
                  <c:v>0.520717286</c:v>
                </c:pt>
                <c:pt idx="1053">
                  <c:v>0.52145012199999996</c:v>
                </c:pt>
                <c:pt idx="1054">
                  <c:v>0.430856976</c:v>
                </c:pt>
                <c:pt idx="1055">
                  <c:v>0.35196719399999998</c:v>
                </c:pt>
                <c:pt idx="1056">
                  <c:v>0.40603638199999997</c:v>
                </c:pt>
                <c:pt idx="1057">
                  <c:v>0.52048669999999997</c:v>
                </c:pt>
                <c:pt idx="1058">
                  <c:v>0.63029014699999997</c:v>
                </c:pt>
                <c:pt idx="1059">
                  <c:v>0.73163773600000004</c:v>
                </c:pt>
                <c:pt idx="1060">
                  <c:v>0.67840534200000002</c:v>
                </c:pt>
                <c:pt idx="1061">
                  <c:v>0.61849441299999997</c:v>
                </c:pt>
                <c:pt idx="1062">
                  <c:v>0.55700262899999997</c:v>
                </c:pt>
                <c:pt idx="1063">
                  <c:v>0.50683565900000005</c:v>
                </c:pt>
                <c:pt idx="1064">
                  <c:v>0.48703429399999998</c:v>
                </c:pt>
                <c:pt idx="1065">
                  <c:v>0.77017943200000005</c:v>
                </c:pt>
                <c:pt idx="1066">
                  <c:v>0.76149102800000001</c:v>
                </c:pt>
                <c:pt idx="1067">
                  <c:v>0.76192544900000003</c:v>
                </c:pt>
                <c:pt idx="1068">
                  <c:v>0.76190372799999995</c:v>
                </c:pt>
                <c:pt idx="1069">
                  <c:v>0.76190481399999999</c:v>
                </c:pt>
                <c:pt idx="1070">
                  <c:v>0.76190475899999999</c:v>
                </c:pt>
                <c:pt idx="1071">
                  <c:v>0.76190476200000001</c:v>
                </c:pt>
                <c:pt idx="1072">
                  <c:v>0.76190476200000001</c:v>
                </c:pt>
                <c:pt idx="1073">
                  <c:v>0.76190476200000001</c:v>
                </c:pt>
                <c:pt idx="1074">
                  <c:v>0.74680801500000005</c:v>
                </c:pt>
                <c:pt idx="1075">
                  <c:v>0.70346964499999998</c:v>
                </c:pt>
                <c:pt idx="1076">
                  <c:v>0.71322043700000004</c:v>
                </c:pt>
                <c:pt idx="1077">
                  <c:v>0.71001181999999996</c:v>
                </c:pt>
                <c:pt idx="1078">
                  <c:v>0.72181050300000005</c:v>
                </c:pt>
                <c:pt idx="1079">
                  <c:v>0.75645973600000005</c:v>
                </c:pt>
                <c:pt idx="1080">
                  <c:v>0.76217701299999996</c:v>
                </c:pt>
                <c:pt idx="1081">
                  <c:v>0.76189114899999999</c:v>
                </c:pt>
                <c:pt idx="1082">
                  <c:v>0.76190544299999996</c:v>
                </c:pt>
                <c:pt idx="1083">
                  <c:v>0.76190472799999998</c:v>
                </c:pt>
                <c:pt idx="1084">
                  <c:v>0.76190476399999996</c:v>
                </c:pt>
                <c:pt idx="1085">
                  <c:v>0.76190476200000001</c:v>
                </c:pt>
                <c:pt idx="1086">
                  <c:v>0.72584146699999996</c:v>
                </c:pt>
                <c:pt idx="1087">
                  <c:v>0.76370792700000001</c:v>
                </c:pt>
                <c:pt idx="1088">
                  <c:v>0.76181460400000001</c:v>
                </c:pt>
                <c:pt idx="1089">
                  <c:v>0.76190926999999997</c:v>
                </c:pt>
                <c:pt idx="1090">
                  <c:v>0.76190453700000005</c:v>
                </c:pt>
                <c:pt idx="1091">
                  <c:v>0.76190477300000004</c:v>
                </c:pt>
                <c:pt idx="1092">
                  <c:v>0.76190476100000004</c:v>
                </c:pt>
                <c:pt idx="1093">
                  <c:v>0.76190476200000001</c:v>
                </c:pt>
                <c:pt idx="1094">
                  <c:v>0.76190476200000001</c:v>
                </c:pt>
                <c:pt idx="1095">
                  <c:v>0.76190476200000001</c:v>
                </c:pt>
                <c:pt idx="1096">
                  <c:v>0.76190476200000001</c:v>
                </c:pt>
                <c:pt idx="1097">
                  <c:v>0.76190476200000001</c:v>
                </c:pt>
                <c:pt idx="1098">
                  <c:v>0.76190476200000001</c:v>
                </c:pt>
                <c:pt idx="1099">
                  <c:v>0.76190476200000001</c:v>
                </c:pt>
                <c:pt idx="1100">
                  <c:v>0.75578530799999999</c:v>
                </c:pt>
                <c:pt idx="1101">
                  <c:v>0.76221073500000003</c:v>
                </c:pt>
                <c:pt idx="1102">
                  <c:v>0.76188946300000004</c:v>
                </c:pt>
                <c:pt idx="1103">
                  <c:v>0.76190552700000003</c:v>
                </c:pt>
                <c:pt idx="1104">
                  <c:v>0.76190472399999998</c:v>
                </c:pt>
                <c:pt idx="1105">
                  <c:v>0.76190476399999996</c:v>
                </c:pt>
                <c:pt idx="1106">
                  <c:v>0.76190476200000001</c:v>
                </c:pt>
                <c:pt idx="1107">
                  <c:v>0.76190476200000001</c:v>
                </c:pt>
                <c:pt idx="1108">
                  <c:v>0.76190476200000001</c:v>
                </c:pt>
                <c:pt idx="1109">
                  <c:v>0.76190476200000001</c:v>
                </c:pt>
                <c:pt idx="1110">
                  <c:v>0.76190476200000001</c:v>
                </c:pt>
                <c:pt idx="1111">
                  <c:v>0.76190476200000001</c:v>
                </c:pt>
                <c:pt idx="1112">
                  <c:v>0.76190476200000001</c:v>
                </c:pt>
                <c:pt idx="1113">
                  <c:v>0.76190476200000001</c:v>
                </c:pt>
                <c:pt idx="1114">
                  <c:v>0.76190476200000001</c:v>
                </c:pt>
                <c:pt idx="1115">
                  <c:v>0.76190476200000001</c:v>
                </c:pt>
                <c:pt idx="1116">
                  <c:v>0.76190476200000001</c:v>
                </c:pt>
                <c:pt idx="1117">
                  <c:v>0.76190476200000001</c:v>
                </c:pt>
                <c:pt idx="1118">
                  <c:v>0.76190476200000001</c:v>
                </c:pt>
                <c:pt idx="1119">
                  <c:v>0.76190476200000001</c:v>
                </c:pt>
                <c:pt idx="1120">
                  <c:v>0.706448776</c:v>
                </c:pt>
                <c:pt idx="1121">
                  <c:v>0.59359885099999998</c:v>
                </c:pt>
                <c:pt idx="1122">
                  <c:v>0.58413293700000002</c:v>
                </c:pt>
                <c:pt idx="1123">
                  <c:v>0.54095850499999998</c:v>
                </c:pt>
                <c:pt idx="1124">
                  <c:v>0.49027557799999999</c:v>
                </c:pt>
                <c:pt idx="1125">
                  <c:v>0.48939381500000001</c:v>
                </c:pt>
                <c:pt idx="1126">
                  <c:v>0.50448089799999996</c:v>
                </c:pt>
                <c:pt idx="1127">
                  <c:v>0.55084394999999997</c:v>
                </c:pt>
                <c:pt idx="1128">
                  <c:v>0.61015856700000004</c:v>
                </c:pt>
                <c:pt idx="1129">
                  <c:v>0.71474908599999998</c:v>
                </c:pt>
                <c:pt idx="1130">
                  <c:v>0.76426254599999999</c:v>
                </c:pt>
                <c:pt idx="1131">
                  <c:v>0.76178687300000003</c:v>
                </c:pt>
                <c:pt idx="1132">
                  <c:v>0.76191065599999996</c:v>
                </c:pt>
                <c:pt idx="1133">
                  <c:v>0.70547106800000003</c:v>
                </c:pt>
                <c:pt idx="1134">
                  <c:v>0.76472644700000003</c:v>
                </c:pt>
                <c:pt idx="1135">
                  <c:v>0.761763678</c:v>
                </c:pt>
                <c:pt idx="1136">
                  <c:v>0.70453094999999999</c:v>
                </c:pt>
                <c:pt idx="1137">
                  <c:v>0.76477345299999999</c:v>
                </c:pt>
                <c:pt idx="1138">
                  <c:v>0.76176132699999999</c:v>
                </c:pt>
                <c:pt idx="1139">
                  <c:v>0.76191193400000001</c:v>
                </c:pt>
                <c:pt idx="1140">
                  <c:v>0.76190440299999995</c:v>
                </c:pt>
                <c:pt idx="1141">
                  <c:v>0.76190477999999995</c:v>
                </c:pt>
                <c:pt idx="1142">
                  <c:v>0.71434531899999998</c:v>
                </c:pt>
                <c:pt idx="1143">
                  <c:v>0.71656370300000005</c:v>
                </c:pt>
                <c:pt idx="1144">
                  <c:v>0.64314625599999997</c:v>
                </c:pt>
                <c:pt idx="1145">
                  <c:v>0.59024306500000001</c:v>
                </c:pt>
                <c:pt idx="1146">
                  <c:v>0.69149878899999995</c:v>
                </c:pt>
                <c:pt idx="1147">
                  <c:v>0.59822614500000004</c:v>
                </c:pt>
                <c:pt idx="1148">
                  <c:v>0.60520701499999996</c:v>
                </c:pt>
                <c:pt idx="1149">
                  <c:v>0.61964799500000001</c:v>
                </c:pt>
                <c:pt idx="1150">
                  <c:v>0.62344172399999997</c:v>
                </c:pt>
                <c:pt idx="1151">
                  <c:v>0.65664363000000003</c:v>
                </c:pt>
                <c:pt idx="1152">
                  <c:v>0.73616197299999997</c:v>
                </c:pt>
                <c:pt idx="1153">
                  <c:v>0.76319190100000001</c:v>
                </c:pt>
                <c:pt idx="1154">
                  <c:v>0.74639697699999996</c:v>
                </c:pt>
                <c:pt idx="1155">
                  <c:v>0.73333431199999999</c:v>
                </c:pt>
                <c:pt idx="1156">
                  <c:v>0.763333284</c:v>
                </c:pt>
                <c:pt idx="1157">
                  <c:v>0.76183333600000003</c:v>
                </c:pt>
                <c:pt idx="1158">
                  <c:v>0.709558786</c:v>
                </c:pt>
                <c:pt idx="1159">
                  <c:v>0.63469061999999998</c:v>
                </c:pt>
                <c:pt idx="1160">
                  <c:v>0.67806557099999998</c:v>
                </c:pt>
                <c:pt idx="1161">
                  <c:v>0.59926114100000005</c:v>
                </c:pt>
                <c:pt idx="1162">
                  <c:v>0.77003694300000003</c:v>
                </c:pt>
                <c:pt idx="1163">
                  <c:v>0.76149815300000001</c:v>
                </c:pt>
                <c:pt idx="1164">
                  <c:v>0.76192509200000003</c:v>
                </c:pt>
                <c:pt idx="1165">
                  <c:v>0.76190374500000002</c:v>
                </c:pt>
                <c:pt idx="1166">
                  <c:v>0.76190481300000001</c:v>
                </c:pt>
                <c:pt idx="1167">
                  <c:v>0.76190475899999999</c:v>
                </c:pt>
                <c:pt idx="1168">
                  <c:v>0.76190476200000001</c:v>
                </c:pt>
                <c:pt idx="1169">
                  <c:v>0.76190476200000001</c:v>
                </c:pt>
                <c:pt idx="1170">
                  <c:v>0.76190476200000001</c:v>
                </c:pt>
                <c:pt idx="1171">
                  <c:v>0.76190476200000001</c:v>
                </c:pt>
                <c:pt idx="1172">
                  <c:v>0.76190476200000001</c:v>
                </c:pt>
                <c:pt idx="1173">
                  <c:v>0.76190476200000001</c:v>
                </c:pt>
                <c:pt idx="1174">
                  <c:v>0.66002519400000004</c:v>
                </c:pt>
                <c:pt idx="1175">
                  <c:v>0.59958725000000002</c:v>
                </c:pt>
                <c:pt idx="1176">
                  <c:v>0.60993765300000002</c:v>
                </c:pt>
                <c:pt idx="1177">
                  <c:v>0.72973943699999999</c:v>
                </c:pt>
                <c:pt idx="1178">
                  <c:v>0.76351302799999998</c:v>
                </c:pt>
                <c:pt idx="1179">
                  <c:v>0.76182434899999996</c:v>
                </c:pt>
                <c:pt idx="1180">
                  <c:v>0.70935537400000004</c:v>
                </c:pt>
                <c:pt idx="1181">
                  <c:v>0.69017609400000002</c:v>
                </c:pt>
                <c:pt idx="1182">
                  <c:v>0.76549119499999996</c:v>
                </c:pt>
                <c:pt idx="1183">
                  <c:v>0.76172543999999998</c:v>
                </c:pt>
                <c:pt idx="1184">
                  <c:v>0.76191372800000001</c:v>
                </c:pt>
                <c:pt idx="1185">
                  <c:v>0.69263945100000002</c:v>
                </c:pt>
                <c:pt idx="1186">
                  <c:v>0.74270048899999996</c:v>
                </c:pt>
                <c:pt idx="1187">
                  <c:v>0.71221061299999999</c:v>
                </c:pt>
                <c:pt idx="1188">
                  <c:v>0.71015137500000003</c:v>
                </c:pt>
                <c:pt idx="1189">
                  <c:v>0.76449243099999997</c:v>
                </c:pt>
                <c:pt idx="1190">
                  <c:v>0.76177537799999995</c:v>
                </c:pt>
                <c:pt idx="1191">
                  <c:v>0.76191123100000002</c:v>
                </c:pt>
                <c:pt idx="1192">
                  <c:v>0.76190443799999996</c:v>
                </c:pt>
                <c:pt idx="1193">
                  <c:v>0.761904778</c:v>
                </c:pt>
                <c:pt idx="1194">
                  <c:v>0.76190476100000004</c:v>
                </c:pt>
                <c:pt idx="1195">
                  <c:v>0.694171541</c:v>
                </c:pt>
                <c:pt idx="1196">
                  <c:v>0.60743301100000002</c:v>
                </c:pt>
                <c:pt idx="1197">
                  <c:v>0.541134805</c:v>
                </c:pt>
                <c:pt idx="1198">
                  <c:v>0.579664073</c:v>
                </c:pt>
                <c:pt idx="1199">
                  <c:v>0.64791183699999999</c:v>
                </c:pt>
                <c:pt idx="1200">
                  <c:v>0.71444342199999999</c:v>
                </c:pt>
                <c:pt idx="1201">
                  <c:v>0.76427782899999996</c:v>
                </c:pt>
                <c:pt idx="1202">
                  <c:v>0.76178610899999999</c:v>
                </c:pt>
                <c:pt idx="1203">
                  <c:v>0.76191069499999997</c:v>
                </c:pt>
                <c:pt idx="1204">
                  <c:v>0.76190446499999998</c:v>
                </c:pt>
                <c:pt idx="1205">
                  <c:v>0.76190477700000003</c:v>
                </c:pt>
                <c:pt idx="1206">
                  <c:v>0.76190476100000004</c:v>
                </c:pt>
                <c:pt idx="1207">
                  <c:v>0.76190476200000001</c:v>
                </c:pt>
                <c:pt idx="1208">
                  <c:v>0.76190476200000001</c:v>
                </c:pt>
                <c:pt idx="1209">
                  <c:v>0.76190476200000001</c:v>
                </c:pt>
                <c:pt idx="1210">
                  <c:v>0.76190476200000001</c:v>
                </c:pt>
                <c:pt idx="1211">
                  <c:v>0.76190476200000001</c:v>
                </c:pt>
                <c:pt idx="1212">
                  <c:v>0.76190476200000001</c:v>
                </c:pt>
                <c:pt idx="1213">
                  <c:v>0.76190476200000001</c:v>
                </c:pt>
                <c:pt idx="1214">
                  <c:v>0.76190476200000001</c:v>
                </c:pt>
                <c:pt idx="1215">
                  <c:v>0.76190476200000001</c:v>
                </c:pt>
                <c:pt idx="1216">
                  <c:v>0.76190476200000001</c:v>
                </c:pt>
                <c:pt idx="1217">
                  <c:v>0.76190476200000001</c:v>
                </c:pt>
                <c:pt idx="1218">
                  <c:v>0.76190476200000001</c:v>
                </c:pt>
                <c:pt idx="1219">
                  <c:v>0.734142454</c:v>
                </c:pt>
                <c:pt idx="1220">
                  <c:v>0.74267931700000001</c:v>
                </c:pt>
                <c:pt idx="1221">
                  <c:v>0.67433586199999995</c:v>
                </c:pt>
                <c:pt idx="1222">
                  <c:v>0.71316995599999999</c:v>
                </c:pt>
                <c:pt idx="1223">
                  <c:v>0.603383275</c:v>
                </c:pt>
                <c:pt idx="1224">
                  <c:v>0.57614992399999998</c:v>
                </c:pt>
                <c:pt idx="1225">
                  <c:v>0.65272064799999996</c:v>
                </c:pt>
                <c:pt idx="1226">
                  <c:v>0.68330561000000001</c:v>
                </c:pt>
                <c:pt idx="1227">
                  <c:v>0.64800728600000002</c:v>
                </c:pt>
                <c:pt idx="1228">
                  <c:v>0.60001895400000005</c:v>
                </c:pt>
                <c:pt idx="1229">
                  <c:v>0.59500547400000003</c:v>
                </c:pt>
                <c:pt idx="1230">
                  <c:v>0.61843387599999999</c:v>
                </c:pt>
                <c:pt idx="1231">
                  <c:v>0.69909121500000004</c:v>
                </c:pt>
                <c:pt idx="1232">
                  <c:v>0.63584082600000003</c:v>
                </c:pt>
                <c:pt idx="1233">
                  <c:v>0.68687330300000005</c:v>
                </c:pt>
                <c:pt idx="1234">
                  <c:v>0.76565633499999997</c:v>
                </c:pt>
                <c:pt idx="1235">
                  <c:v>0.76171718300000002</c:v>
                </c:pt>
                <c:pt idx="1236">
                  <c:v>0.76191414099999999</c:v>
                </c:pt>
                <c:pt idx="1237">
                  <c:v>0.76190429299999995</c:v>
                </c:pt>
                <c:pt idx="1238">
                  <c:v>0.76190478500000003</c:v>
                </c:pt>
                <c:pt idx="1239">
                  <c:v>0.76190476100000004</c:v>
                </c:pt>
                <c:pt idx="1240">
                  <c:v>0.74188894800000005</c:v>
                </c:pt>
                <c:pt idx="1241">
                  <c:v>0.67630318</c:v>
                </c:pt>
                <c:pt idx="1242">
                  <c:v>0.55378789799999995</c:v>
                </c:pt>
                <c:pt idx="1243">
                  <c:v>0.49427945899999998</c:v>
                </c:pt>
                <c:pt idx="1244">
                  <c:v>0.50773250299999995</c:v>
                </c:pt>
                <c:pt idx="1245">
                  <c:v>0.55906833700000003</c:v>
                </c:pt>
                <c:pt idx="1246">
                  <c:v>0.533089916</c:v>
                </c:pt>
                <c:pt idx="1247">
                  <c:v>0.495780842</c:v>
                </c:pt>
                <c:pt idx="1248">
                  <c:v>0.50480345199999999</c:v>
                </c:pt>
                <c:pt idx="1249">
                  <c:v>0.53167276699999999</c:v>
                </c:pt>
                <c:pt idx="1250">
                  <c:v>0.57694867999999999</c:v>
                </c:pt>
                <c:pt idx="1251">
                  <c:v>0.52993380199999995</c:v>
                </c:pt>
                <c:pt idx="1252">
                  <c:v>0.481471068</c:v>
                </c:pt>
                <c:pt idx="1253">
                  <c:v>0.59188533700000001</c:v>
                </c:pt>
                <c:pt idx="1254">
                  <c:v>0.69732590900000002</c:v>
                </c:pt>
                <c:pt idx="1255">
                  <c:v>0.765133705</c:v>
                </c:pt>
                <c:pt idx="1256">
                  <c:v>0.76174331500000003</c:v>
                </c:pt>
                <c:pt idx="1257">
                  <c:v>0.76191283399999998</c:v>
                </c:pt>
                <c:pt idx="1258">
                  <c:v>0.761904358</c:v>
                </c:pt>
                <c:pt idx="1259">
                  <c:v>0.761904782</c:v>
                </c:pt>
                <c:pt idx="1260">
                  <c:v>0.76190476100000004</c:v>
                </c:pt>
                <c:pt idx="1261">
                  <c:v>0.76190476200000001</c:v>
                </c:pt>
                <c:pt idx="1262">
                  <c:v>0.76190476200000001</c:v>
                </c:pt>
                <c:pt idx="1263">
                  <c:v>0.76190476200000001</c:v>
                </c:pt>
                <c:pt idx="1264">
                  <c:v>0.76190476200000001</c:v>
                </c:pt>
                <c:pt idx="1265">
                  <c:v>0.76190476200000001</c:v>
                </c:pt>
                <c:pt idx="1266">
                  <c:v>0.76190476200000001</c:v>
                </c:pt>
                <c:pt idx="1267">
                  <c:v>0.76190476200000001</c:v>
                </c:pt>
                <c:pt idx="1268">
                  <c:v>0.75900702399999997</c:v>
                </c:pt>
                <c:pt idx="1269">
                  <c:v>0.76166840599999996</c:v>
                </c:pt>
                <c:pt idx="1270">
                  <c:v>0.76191657999999995</c:v>
                </c:pt>
                <c:pt idx="1271">
                  <c:v>0.76190417099999996</c:v>
                </c:pt>
                <c:pt idx="1272">
                  <c:v>0.76190479099999997</c:v>
                </c:pt>
                <c:pt idx="1273">
                  <c:v>0.76190475999999996</c:v>
                </c:pt>
                <c:pt idx="1274">
                  <c:v>0.76190476200000001</c:v>
                </c:pt>
                <c:pt idx="1275">
                  <c:v>0.76190476200000001</c:v>
                </c:pt>
                <c:pt idx="1276">
                  <c:v>0.76190476200000001</c:v>
                </c:pt>
                <c:pt idx="1277">
                  <c:v>0.76190476200000001</c:v>
                </c:pt>
                <c:pt idx="1278">
                  <c:v>0.76190476200000001</c:v>
                </c:pt>
                <c:pt idx="1279">
                  <c:v>0.76190476200000001</c:v>
                </c:pt>
                <c:pt idx="1280">
                  <c:v>0.76190476200000001</c:v>
                </c:pt>
                <c:pt idx="1281">
                  <c:v>0.66128956699999997</c:v>
                </c:pt>
                <c:pt idx="1282">
                  <c:v>0.65396692400000001</c:v>
                </c:pt>
                <c:pt idx="1283">
                  <c:v>0.76730165400000006</c:v>
                </c:pt>
                <c:pt idx="1284">
                  <c:v>0.76163491699999997</c:v>
                </c:pt>
                <c:pt idx="1285">
                  <c:v>0.76191825400000002</c:v>
                </c:pt>
                <c:pt idx="1286">
                  <c:v>0.76190408700000001</c:v>
                </c:pt>
                <c:pt idx="1287">
                  <c:v>0.74911527300000003</c:v>
                </c:pt>
                <c:pt idx="1288">
                  <c:v>0.76254423599999999</c:v>
                </c:pt>
                <c:pt idx="1289">
                  <c:v>0.66791368600000001</c:v>
                </c:pt>
                <c:pt idx="1290">
                  <c:v>0.60425260400000003</c:v>
                </c:pt>
                <c:pt idx="1291">
                  <c:v>0.47694621599999998</c:v>
                </c:pt>
                <c:pt idx="1292">
                  <c:v>0.37608131099999997</c:v>
                </c:pt>
                <c:pt idx="1293">
                  <c:v>0.24470298600000001</c:v>
                </c:pt>
                <c:pt idx="1294">
                  <c:v>0.136447083</c:v>
                </c:pt>
                <c:pt idx="1295">
                  <c:v>5.6975221E-2</c:v>
                </c:pt>
                <c:pt idx="1296">
                  <c:v>4.7428898999999997E-2</c:v>
                </c:pt>
                <c:pt idx="1297">
                  <c:v>4.7428898999999997E-2</c:v>
                </c:pt>
                <c:pt idx="1298">
                  <c:v>9.5248781000000005E-2</c:v>
                </c:pt>
                <c:pt idx="1299">
                  <c:v>0.11117772400000001</c:v>
                </c:pt>
                <c:pt idx="1300">
                  <c:v>0.12422021900000001</c:v>
                </c:pt>
                <c:pt idx="1301">
                  <c:v>0.25200670800000002</c:v>
                </c:pt>
                <c:pt idx="1302">
                  <c:v>0.34032035900000002</c:v>
                </c:pt>
                <c:pt idx="1303">
                  <c:v>0.42601542999999997</c:v>
                </c:pt>
                <c:pt idx="1304">
                  <c:v>0.62547224099999998</c:v>
                </c:pt>
                <c:pt idx="1305">
                  <c:v>0.76872638800000004</c:v>
                </c:pt>
                <c:pt idx="1306">
                  <c:v>0.76156368100000005</c:v>
                </c:pt>
                <c:pt idx="1307">
                  <c:v>0.76192181599999997</c:v>
                </c:pt>
                <c:pt idx="1308">
                  <c:v>0.76190390900000005</c:v>
                </c:pt>
                <c:pt idx="1309">
                  <c:v>0.76190480500000002</c:v>
                </c:pt>
                <c:pt idx="1310">
                  <c:v>0.76190475999999996</c:v>
                </c:pt>
                <c:pt idx="1311">
                  <c:v>0.76190476200000001</c:v>
                </c:pt>
                <c:pt idx="1312">
                  <c:v>0.76190476200000001</c:v>
                </c:pt>
                <c:pt idx="1313">
                  <c:v>0.76190476200000001</c:v>
                </c:pt>
                <c:pt idx="1314">
                  <c:v>0.74223114599999995</c:v>
                </c:pt>
                <c:pt idx="1315">
                  <c:v>0.66116983200000001</c:v>
                </c:pt>
                <c:pt idx="1316">
                  <c:v>0.47076361100000003</c:v>
                </c:pt>
                <c:pt idx="1317">
                  <c:v>0.39707400799999998</c:v>
                </c:pt>
                <c:pt idx="1318">
                  <c:v>0.25495355600000003</c:v>
                </c:pt>
                <c:pt idx="1319">
                  <c:v>0.147485165</c:v>
                </c:pt>
                <c:pt idx="1320">
                  <c:v>8.8853925E-2</c:v>
                </c:pt>
                <c:pt idx="1321">
                  <c:v>7.0568020999999995E-2</c:v>
                </c:pt>
                <c:pt idx="1322">
                  <c:v>6.0599892000000002E-2</c:v>
                </c:pt>
                <c:pt idx="1323">
                  <c:v>4.6970005000000002E-2</c:v>
                </c:pt>
                <c:pt idx="1324">
                  <c:v>4.5489187E-2</c:v>
                </c:pt>
                <c:pt idx="1325">
                  <c:v>0.112125762</c:v>
                </c:pt>
                <c:pt idx="1326">
                  <c:v>0.13732957100000001</c:v>
                </c:pt>
                <c:pt idx="1327">
                  <c:v>0.1667275</c:v>
                </c:pt>
                <c:pt idx="1328">
                  <c:v>0.19888333599999999</c:v>
                </c:pt>
                <c:pt idx="1329">
                  <c:v>0.44684599200000003</c:v>
                </c:pt>
                <c:pt idx="1330">
                  <c:v>0.53294905400000003</c:v>
                </c:pt>
                <c:pt idx="1331">
                  <c:v>0.74834954799999998</c:v>
                </c:pt>
                <c:pt idx="1332">
                  <c:v>0.76258252299999996</c:v>
                </c:pt>
                <c:pt idx="1333">
                  <c:v>0.76187087399999998</c:v>
                </c:pt>
                <c:pt idx="1334">
                  <c:v>0.76190645599999995</c:v>
                </c:pt>
                <c:pt idx="1335">
                  <c:v>0.76190467699999997</c:v>
                </c:pt>
                <c:pt idx="1336">
                  <c:v>0.76190476600000001</c:v>
                </c:pt>
                <c:pt idx="1337">
                  <c:v>0.76190476200000001</c:v>
                </c:pt>
                <c:pt idx="1338">
                  <c:v>0.76190476200000001</c:v>
                </c:pt>
                <c:pt idx="1339">
                  <c:v>0.70071573499999995</c:v>
                </c:pt>
                <c:pt idx="1340">
                  <c:v>0.61966798499999998</c:v>
                </c:pt>
                <c:pt idx="1341">
                  <c:v>0.64445648</c:v>
                </c:pt>
                <c:pt idx="1342">
                  <c:v>0.65441825300000001</c:v>
                </c:pt>
                <c:pt idx="1343">
                  <c:v>0.72857770300000002</c:v>
                </c:pt>
                <c:pt idx="1344">
                  <c:v>0.76357111499999997</c:v>
                </c:pt>
                <c:pt idx="1345">
                  <c:v>0.76182144399999996</c:v>
                </c:pt>
                <c:pt idx="1346">
                  <c:v>0.76190892799999999</c:v>
                </c:pt>
                <c:pt idx="1347">
                  <c:v>0.76190455400000001</c:v>
                </c:pt>
                <c:pt idx="1348">
                  <c:v>0.76190477199999995</c:v>
                </c:pt>
                <c:pt idx="1349">
                  <c:v>0.76190476100000004</c:v>
                </c:pt>
                <c:pt idx="1350">
                  <c:v>0.76190476200000001</c:v>
                </c:pt>
                <c:pt idx="1351">
                  <c:v>0.76190476200000001</c:v>
                </c:pt>
                <c:pt idx="1352">
                  <c:v>0.76190476200000001</c:v>
                </c:pt>
                <c:pt idx="1353">
                  <c:v>0.76190476200000001</c:v>
                </c:pt>
                <c:pt idx="1354">
                  <c:v>0.76190476200000001</c:v>
                </c:pt>
                <c:pt idx="1355">
                  <c:v>0.76190476200000001</c:v>
                </c:pt>
                <c:pt idx="1356">
                  <c:v>0.76190476200000001</c:v>
                </c:pt>
                <c:pt idx="1357">
                  <c:v>0.76190476200000001</c:v>
                </c:pt>
                <c:pt idx="1358">
                  <c:v>0.76190476200000001</c:v>
                </c:pt>
                <c:pt idx="1359">
                  <c:v>0.76190476200000001</c:v>
                </c:pt>
                <c:pt idx="1360">
                  <c:v>0.76190476200000001</c:v>
                </c:pt>
                <c:pt idx="1361">
                  <c:v>0.76190476200000001</c:v>
                </c:pt>
                <c:pt idx="1362">
                  <c:v>0.76190476200000001</c:v>
                </c:pt>
                <c:pt idx="1363">
                  <c:v>0.75674519399999995</c:v>
                </c:pt>
                <c:pt idx="1364">
                  <c:v>0.76216273999999995</c:v>
                </c:pt>
                <c:pt idx="1365">
                  <c:v>0.75074270799999998</c:v>
                </c:pt>
                <c:pt idx="1366">
                  <c:v>0.76246286500000005</c:v>
                </c:pt>
                <c:pt idx="1367">
                  <c:v>0.76187685699999996</c:v>
                </c:pt>
                <c:pt idx="1368">
                  <c:v>0.76190615699999997</c:v>
                </c:pt>
                <c:pt idx="1369">
                  <c:v>0.76190469199999999</c:v>
                </c:pt>
                <c:pt idx="1370">
                  <c:v>0.76190476500000004</c:v>
                </c:pt>
                <c:pt idx="1371">
                  <c:v>0.76190476200000001</c:v>
                </c:pt>
                <c:pt idx="1372">
                  <c:v>0.76190476200000001</c:v>
                </c:pt>
                <c:pt idx="1373">
                  <c:v>0.76190476200000001</c:v>
                </c:pt>
                <c:pt idx="1374">
                  <c:v>0.76190476200000001</c:v>
                </c:pt>
                <c:pt idx="1375">
                  <c:v>0.76190476200000001</c:v>
                </c:pt>
                <c:pt idx="1376">
                  <c:v>0.76190476200000001</c:v>
                </c:pt>
                <c:pt idx="1377">
                  <c:v>0.76190476200000001</c:v>
                </c:pt>
                <c:pt idx="1378">
                  <c:v>0.76190476200000001</c:v>
                </c:pt>
                <c:pt idx="1379">
                  <c:v>0.76190476200000001</c:v>
                </c:pt>
                <c:pt idx="1380">
                  <c:v>0.76190476200000001</c:v>
                </c:pt>
                <c:pt idx="1381">
                  <c:v>0.76190476200000001</c:v>
                </c:pt>
                <c:pt idx="1382">
                  <c:v>0.76190476200000001</c:v>
                </c:pt>
                <c:pt idx="1383">
                  <c:v>0.76190476200000001</c:v>
                </c:pt>
                <c:pt idx="1384">
                  <c:v>0.76190476200000001</c:v>
                </c:pt>
                <c:pt idx="1385">
                  <c:v>0.71504864300000004</c:v>
                </c:pt>
                <c:pt idx="1386">
                  <c:v>0.72082244799999995</c:v>
                </c:pt>
                <c:pt idx="1387">
                  <c:v>0.75423187999999997</c:v>
                </c:pt>
                <c:pt idx="1388">
                  <c:v>0.75115990099999996</c:v>
                </c:pt>
                <c:pt idx="1389">
                  <c:v>0.76244200500000003</c:v>
                </c:pt>
                <c:pt idx="1390">
                  <c:v>0.7618779</c:v>
                </c:pt>
                <c:pt idx="1391">
                  <c:v>0.761906105</c:v>
                </c:pt>
                <c:pt idx="1392">
                  <c:v>0.76190469500000002</c:v>
                </c:pt>
                <c:pt idx="1393">
                  <c:v>0.76190476500000004</c:v>
                </c:pt>
                <c:pt idx="1394">
                  <c:v>0.76190476200000001</c:v>
                </c:pt>
                <c:pt idx="1395">
                  <c:v>0.76190476200000001</c:v>
                </c:pt>
                <c:pt idx="1396">
                  <c:v>0.76190476200000001</c:v>
                </c:pt>
                <c:pt idx="1397">
                  <c:v>0.76190476200000001</c:v>
                </c:pt>
                <c:pt idx="1398">
                  <c:v>0.76190476200000001</c:v>
                </c:pt>
                <c:pt idx="1399">
                  <c:v>0.76190476200000001</c:v>
                </c:pt>
                <c:pt idx="1400">
                  <c:v>0.76190476200000001</c:v>
                </c:pt>
                <c:pt idx="1401">
                  <c:v>0.76190476200000001</c:v>
                </c:pt>
                <c:pt idx="1402">
                  <c:v>0.76190476200000001</c:v>
                </c:pt>
                <c:pt idx="1403">
                  <c:v>0.76190476200000001</c:v>
                </c:pt>
                <c:pt idx="1404">
                  <c:v>0.76190476200000001</c:v>
                </c:pt>
                <c:pt idx="1405">
                  <c:v>0.76190476200000001</c:v>
                </c:pt>
                <c:pt idx="1406">
                  <c:v>0.76190476200000001</c:v>
                </c:pt>
                <c:pt idx="1407">
                  <c:v>0.76190476200000001</c:v>
                </c:pt>
                <c:pt idx="1408">
                  <c:v>0.76190476200000001</c:v>
                </c:pt>
                <c:pt idx="1409">
                  <c:v>0.76190476200000001</c:v>
                </c:pt>
                <c:pt idx="1410">
                  <c:v>0.76190476200000001</c:v>
                </c:pt>
                <c:pt idx="1411">
                  <c:v>0.76016330399999998</c:v>
                </c:pt>
                <c:pt idx="1412">
                  <c:v>0.76199183500000001</c:v>
                </c:pt>
                <c:pt idx="1413">
                  <c:v>0.76190040800000003</c:v>
                </c:pt>
                <c:pt idx="1414">
                  <c:v>0.76190497999999995</c:v>
                </c:pt>
                <c:pt idx="1415">
                  <c:v>0.76190475099999999</c:v>
                </c:pt>
                <c:pt idx="1416">
                  <c:v>0.76190476200000001</c:v>
                </c:pt>
                <c:pt idx="1417">
                  <c:v>0.73831063399999997</c:v>
                </c:pt>
                <c:pt idx="1418">
                  <c:v>0.73453265099999998</c:v>
                </c:pt>
                <c:pt idx="1419">
                  <c:v>0.72765886499999999</c:v>
                </c:pt>
                <c:pt idx="1420">
                  <c:v>0.69449617200000002</c:v>
                </c:pt>
                <c:pt idx="1421">
                  <c:v>0.75719860999999999</c:v>
                </c:pt>
                <c:pt idx="1422">
                  <c:v>0.76214006899999998</c:v>
                </c:pt>
                <c:pt idx="1423">
                  <c:v>0.76189299700000002</c:v>
                </c:pt>
                <c:pt idx="1424">
                  <c:v>0.76190535000000004</c:v>
                </c:pt>
                <c:pt idx="1425">
                  <c:v>0.75586269699999997</c:v>
                </c:pt>
                <c:pt idx="1426">
                  <c:v>0.76220686500000001</c:v>
                </c:pt>
                <c:pt idx="1427">
                  <c:v>0.70124143900000002</c:v>
                </c:pt>
                <c:pt idx="1428">
                  <c:v>0.74275963300000003</c:v>
                </c:pt>
                <c:pt idx="1429">
                  <c:v>0.74789066699999995</c:v>
                </c:pt>
                <c:pt idx="1430">
                  <c:v>0.76260546699999998</c:v>
                </c:pt>
                <c:pt idx="1431">
                  <c:v>0.73298892400000004</c:v>
                </c:pt>
                <c:pt idx="1432">
                  <c:v>0.76335055399999996</c:v>
                </c:pt>
                <c:pt idx="1433">
                  <c:v>0.70185402799999996</c:v>
                </c:pt>
                <c:pt idx="1434">
                  <c:v>0.67641135500000005</c:v>
                </c:pt>
                <c:pt idx="1435">
                  <c:v>0.53806765599999995</c:v>
                </c:pt>
                <c:pt idx="1436">
                  <c:v>0.45937275700000002</c:v>
                </c:pt>
                <c:pt idx="1437">
                  <c:v>0.42153583</c:v>
                </c:pt>
                <c:pt idx="1438">
                  <c:v>0.27578161899999998</c:v>
                </c:pt>
                <c:pt idx="1439">
                  <c:v>0.189703913</c:v>
                </c:pt>
                <c:pt idx="1440">
                  <c:v>0.13201668</c:v>
                </c:pt>
                <c:pt idx="1441">
                  <c:v>0.24786392199999999</c:v>
                </c:pt>
                <c:pt idx="1442">
                  <c:v>0.309542329</c:v>
                </c:pt>
                <c:pt idx="1443">
                  <c:v>0.43096404399999999</c:v>
                </c:pt>
                <c:pt idx="1444">
                  <c:v>0.53964321999999998</c:v>
                </c:pt>
                <c:pt idx="1445">
                  <c:v>0.52453673300000003</c:v>
                </c:pt>
                <c:pt idx="1446">
                  <c:v>0.53822438100000003</c:v>
                </c:pt>
                <c:pt idx="1447">
                  <c:v>0.46788192299999998</c:v>
                </c:pt>
                <c:pt idx="1448">
                  <c:v>0.394237752</c:v>
                </c:pt>
                <c:pt idx="1449">
                  <c:v>0.42023133800000001</c:v>
                </c:pt>
                <c:pt idx="1450">
                  <c:v>0.51925505000000005</c:v>
                </c:pt>
                <c:pt idx="1451">
                  <c:v>0.67836144300000001</c:v>
                </c:pt>
                <c:pt idx="1452">
                  <c:v>0.76608192799999997</c:v>
                </c:pt>
                <c:pt idx="1453">
                  <c:v>0.76169590399999998</c:v>
                </c:pt>
                <c:pt idx="1454">
                  <c:v>0.76191520499999998</c:v>
                </c:pt>
                <c:pt idx="1455">
                  <c:v>0.76190424000000001</c:v>
                </c:pt>
                <c:pt idx="1456">
                  <c:v>0.76190478800000005</c:v>
                </c:pt>
                <c:pt idx="1457">
                  <c:v>0.76190476100000004</c:v>
                </c:pt>
                <c:pt idx="1458">
                  <c:v>0.76190476200000001</c:v>
                </c:pt>
                <c:pt idx="1459">
                  <c:v>0.69390393900000003</c:v>
                </c:pt>
                <c:pt idx="1460">
                  <c:v>0.53648378500000005</c:v>
                </c:pt>
                <c:pt idx="1461">
                  <c:v>0.41211969700000001</c:v>
                </c:pt>
                <c:pt idx="1462">
                  <c:v>0.29400777</c:v>
                </c:pt>
                <c:pt idx="1463">
                  <c:v>0.223235662</c:v>
                </c:pt>
                <c:pt idx="1464">
                  <c:v>0.15610300699999999</c:v>
                </c:pt>
                <c:pt idx="1465">
                  <c:v>0.12997978600000001</c:v>
                </c:pt>
                <c:pt idx="1466">
                  <c:v>0.100859085</c:v>
                </c:pt>
                <c:pt idx="1467">
                  <c:v>0.102839</c:v>
                </c:pt>
                <c:pt idx="1468">
                  <c:v>0.13512559699999999</c:v>
                </c:pt>
                <c:pt idx="1469">
                  <c:v>0.14270033300000001</c:v>
                </c:pt>
                <c:pt idx="1470">
                  <c:v>0.114791871</c:v>
                </c:pt>
                <c:pt idx="1471">
                  <c:v>4.4260406000000002E-2</c:v>
                </c:pt>
                <c:pt idx="1472">
                  <c:v>0.12757538900000001</c:v>
                </c:pt>
                <c:pt idx="1473">
                  <c:v>0.22375213399999999</c:v>
                </c:pt>
                <c:pt idx="1474">
                  <c:v>0.43571304</c:v>
                </c:pt>
                <c:pt idx="1475">
                  <c:v>0.668926566</c:v>
                </c:pt>
                <c:pt idx="1476">
                  <c:v>0.76655367200000002</c:v>
                </c:pt>
                <c:pt idx="1477">
                  <c:v>0.76167231599999996</c:v>
                </c:pt>
                <c:pt idx="1478">
                  <c:v>0.76191638399999995</c:v>
                </c:pt>
                <c:pt idx="1479">
                  <c:v>0.76190418100000001</c:v>
                </c:pt>
                <c:pt idx="1480">
                  <c:v>0.76190479099999997</c:v>
                </c:pt>
                <c:pt idx="1481">
                  <c:v>0.76190475999999996</c:v>
                </c:pt>
                <c:pt idx="1482">
                  <c:v>0.76190476200000001</c:v>
                </c:pt>
                <c:pt idx="1483">
                  <c:v>0.76190476200000001</c:v>
                </c:pt>
                <c:pt idx="1484">
                  <c:v>0.75208887899999999</c:v>
                </c:pt>
                <c:pt idx="1485">
                  <c:v>0.75548842699999996</c:v>
                </c:pt>
                <c:pt idx="1486">
                  <c:v>0.73838723100000003</c:v>
                </c:pt>
                <c:pt idx="1487">
                  <c:v>0.66035350999999998</c:v>
                </c:pt>
                <c:pt idx="1488">
                  <c:v>0.60034262599999999</c:v>
                </c:pt>
                <c:pt idx="1489">
                  <c:v>0.59402187200000001</c:v>
                </c:pt>
                <c:pt idx="1490">
                  <c:v>0.56921432900000002</c:v>
                </c:pt>
                <c:pt idx="1491">
                  <c:v>0.64811601799999996</c:v>
                </c:pt>
                <c:pt idx="1492">
                  <c:v>0.59333670199999999</c:v>
                </c:pt>
                <c:pt idx="1493">
                  <c:v>0.69839748800000001</c:v>
                </c:pt>
                <c:pt idx="1494">
                  <c:v>0.75841119700000004</c:v>
                </c:pt>
                <c:pt idx="1495">
                  <c:v>0.76207944000000005</c:v>
                </c:pt>
                <c:pt idx="1496">
                  <c:v>0.761896028</c:v>
                </c:pt>
                <c:pt idx="1497">
                  <c:v>0.76190519899999998</c:v>
                </c:pt>
                <c:pt idx="1498">
                  <c:v>0.76190473999999997</c:v>
                </c:pt>
                <c:pt idx="1499">
                  <c:v>0.76190476299999998</c:v>
                </c:pt>
                <c:pt idx="1500">
                  <c:v>0.76190476200000001</c:v>
                </c:pt>
                <c:pt idx="1501">
                  <c:v>0.76190476200000001</c:v>
                </c:pt>
                <c:pt idx="1502">
                  <c:v>0.76190476200000001</c:v>
                </c:pt>
                <c:pt idx="1503">
                  <c:v>0.76190476200000001</c:v>
                </c:pt>
                <c:pt idx="1504">
                  <c:v>0.76190476200000001</c:v>
                </c:pt>
                <c:pt idx="1505">
                  <c:v>0.67619417299999995</c:v>
                </c:pt>
                <c:pt idx="1506">
                  <c:v>0.56565238500000004</c:v>
                </c:pt>
                <c:pt idx="1507">
                  <c:v>0.44647588500000002</c:v>
                </c:pt>
                <c:pt idx="1508">
                  <c:v>0.32534723599999998</c:v>
                </c:pt>
                <c:pt idx="1509">
                  <c:v>0.23233053200000001</c:v>
                </c:pt>
                <c:pt idx="1510">
                  <c:v>0.22854432199999999</c:v>
                </c:pt>
                <c:pt idx="1511">
                  <c:v>0.30152920300000002</c:v>
                </c:pt>
                <c:pt idx="1512">
                  <c:v>0.39600766199999998</c:v>
                </c:pt>
                <c:pt idx="1513">
                  <c:v>0.51147425499999999</c:v>
                </c:pt>
                <c:pt idx="1514">
                  <c:v>0.48563082600000002</c:v>
                </c:pt>
                <c:pt idx="1515">
                  <c:v>0.53797415900000001</c:v>
                </c:pt>
                <c:pt idx="1516">
                  <c:v>0.58882890700000001</c:v>
                </c:pt>
                <c:pt idx="1517">
                  <c:v>0.59583973499999998</c:v>
                </c:pt>
                <c:pt idx="1518">
                  <c:v>0.60052501599999997</c:v>
                </c:pt>
                <c:pt idx="1519">
                  <c:v>0.66544160399999996</c:v>
                </c:pt>
                <c:pt idx="1520">
                  <c:v>0.72568173199999997</c:v>
                </c:pt>
                <c:pt idx="1521">
                  <c:v>0.76371591299999997</c:v>
                </c:pt>
                <c:pt idx="1522">
                  <c:v>0.76181420399999999</c:v>
                </c:pt>
                <c:pt idx="1523">
                  <c:v>0.76190928999999996</c:v>
                </c:pt>
                <c:pt idx="1524">
                  <c:v>0.76190453599999997</c:v>
                </c:pt>
                <c:pt idx="1525">
                  <c:v>0.76190477300000004</c:v>
                </c:pt>
                <c:pt idx="1526">
                  <c:v>0.76190476100000004</c:v>
                </c:pt>
                <c:pt idx="1527">
                  <c:v>0.76190476200000001</c:v>
                </c:pt>
                <c:pt idx="1528">
                  <c:v>0.76190476200000001</c:v>
                </c:pt>
                <c:pt idx="1529">
                  <c:v>0.76190476200000001</c:v>
                </c:pt>
                <c:pt idx="1530">
                  <c:v>0.76190476200000001</c:v>
                </c:pt>
                <c:pt idx="1531">
                  <c:v>0.73180729499999997</c:v>
                </c:pt>
                <c:pt idx="1532">
                  <c:v>0.76340963500000003</c:v>
                </c:pt>
                <c:pt idx="1533">
                  <c:v>0.75784100799999998</c:v>
                </c:pt>
                <c:pt idx="1534">
                  <c:v>0.76210794999999998</c:v>
                </c:pt>
                <c:pt idx="1535">
                  <c:v>0.761894603</c:v>
                </c:pt>
                <c:pt idx="1536">
                  <c:v>0.76190526999999997</c:v>
                </c:pt>
                <c:pt idx="1537">
                  <c:v>0.76190473700000005</c:v>
                </c:pt>
                <c:pt idx="1538">
                  <c:v>0.76190476299999998</c:v>
                </c:pt>
                <c:pt idx="1539">
                  <c:v>0.76190476200000001</c:v>
                </c:pt>
                <c:pt idx="1540">
                  <c:v>0.76190476200000001</c:v>
                </c:pt>
                <c:pt idx="1541">
                  <c:v>0.76190476200000001</c:v>
                </c:pt>
                <c:pt idx="1542">
                  <c:v>0.76190476200000001</c:v>
                </c:pt>
                <c:pt idx="1543">
                  <c:v>0.76190476200000001</c:v>
                </c:pt>
                <c:pt idx="1544">
                  <c:v>0.76190476200000001</c:v>
                </c:pt>
                <c:pt idx="1545">
                  <c:v>0.76190476200000001</c:v>
                </c:pt>
                <c:pt idx="1546">
                  <c:v>0.76190476200000001</c:v>
                </c:pt>
                <c:pt idx="1547">
                  <c:v>0.76190476200000001</c:v>
                </c:pt>
                <c:pt idx="1548">
                  <c:v>0.76190476200000001</c:v>
                </c:pt>
                <c:pt idx="1549">
                  <c:v>0.76190476200000001</c:v>
                </c:pt>
                <c:pt idx="1550">
                  <c:v>0.76190476200000001</c:v>
                </c:pt>
                <c:pt idx="1551">
                  <c:v>0.76190476200000001</c:v>
                </c:pt>
                <c:pt idx="1552">
                  <c:v>0.76190476200000001</c:v>
                </c:pt>
                <c:pt idx="1553">
                  <c:v>0.76190476200000001</c:v>
                </c:pt>
                <c:pt idx="1554">
                  <c:v>0.71204487599999999</c:v>
                </c:pt>
                <c:pt idx="1555">
                  <c:v>0.64511509</c:v>
                </c:pt>
                <c:pt idx="1556">
                  <c:v>0.56736412700000005</c:v>
                </c:pt>
                <c:pt idx="1557">
                  <c:v>0.46972002899999998</c:v>
                </c:pt>
                <c:pt idx="1558">
                  <c:v>0.35053179299999998</c:v>
                </c:pt>
                <c:pt idx="1559">
                  <c:v>0.28629576699999998</c:v>
                </c:pt>
                <c:pt idx="1560">
                  <c:v>0.38037592399999998</c:v>
                </c:pt>
                <c:pt idx="1561">
                  <c:v>0.43117441699999998</c:v>
                </c:pt>
                <c:pt idx="1562">
                  <c:v>0.47352401</c:v>
                </c:pt>
                <c:pt idx="1563">
                  <c:v>0.53780048899999999</c:v>
                </c:pt>
                <c:pt idx="1564">
                  <c:v>0.54766641400000005</c:v>
                </c:pt>
                <c:pt idx="1565">
                  <c:v>0.53136568500000003</c:v>
                </c:pt>
                <c:pt idx="1566">
                  <c:v>0.52051607600000005</c:v>
                </c:pt>
                <c:pt idx="1567">
                  <c:v>0.44575767500000002</c:v>
                </c:pt>
                <c:pt idx="1568">
                  <c:v>0.35596446500000001</c:v>
                </c:pt>
                <c:pt idx="1569">
                  <c:v>0.44804576200000001</c:v>
                </c:pt>
                <c:pt idx="1570">
                  <c:v>0.57785607900000002</c:v>
                </c:pt>
                <c:pt idx="1571">
                  <c:v>0.77110719599999999</c:v>
                </c:pt>
                <c:pt idx="1572">
                  <c:v>0.76144464000000001</c:v>
                </c:pt>
                <c:pt idx="1573">
                  <c:v>0.76192776799999995</c:v>
                </c:pt>
                <c:pt idx="1574">
                  <c:v>0.76190361200000001</c:v>
                </c:pt>
                <c:pt idx="1575">
                  <c:v>0.76190481899999996</c:v>
                </c:pt>
                <c:pt idx="1576">
                  <c:v>0.76190475899999999</c:v>
                </c:pt>
                <c:pt idx="1577">
                  <c:v>0.76190476200000001</c:v>
                </c:pt>
                <c:pt idx="1578">
                  <c:v>0.76190476200000001</c:v>
                </c:pt>
                <c:pt idx="1579">
                  <c:v>0.64619577900000003</c:v>
                </c:pt>
                <c:pt idx="1580">
                  <c:v>0.57740361699999998</c:v>
                </c:pt>
                <c:pt idx="1581">
                  <c:v>0.61519279100000002</c:v>
                </c:pt>
                <c:pt idx="1582">
                  <c:v>0.66202746599999995</c:v>
                </c:pt>
                <c:pt idx="1583">
                  <c:v>0.65158888400000003</c:v>
                </c:pt>
                <c:pt idx="1584">
                  <c:v>0.73099988299999996</c:v>
                </c:pt>
                <c:pt idx="1585">
                  <c:v>0.73639246899999999</c:v>
                </c:pt>
                <c:pt idx="1586">
                  <c:v>0.69568975300000002</c:v>
                </c:pt>
                <c:pt idx="1587">
                  <c:v>0.64128116700000004</c:v>
                </c:pt>
                <c:pt idx="1588">
                  <c:v>0.66005203599999995</c:v>
                </c:pt>
                <c:pt idx="1589">
                  <c:v>0.72215539699999998</c:v>
                </c:pt>
                <c:pt idx="1590">
                  <c:v>0.76389222999999995</c:v>
                </c:pt>
                <c:pt idx="1591">
                  <c:v>0.76180538799999997</c:v>
                </c:pt>
                <c:pt idx="1592">
                  <c:v>0.76190973100000003</c:v>
                </c:pt>
                <c:pt idx="1593">
                  <c:v>0.76190451299999995</c:v>
                </c:pt>
                <c:pt idx="1594">
                  <c:v>0.69372462300000004</c:v>
                </c:pt>
                <c:pt idx="1595">
                  <c:v>0.76531376900000003</c:v>
                </c:pt>
                <c:pt idx="1596">
                  <c:v>0.76173431199999997</c:v>
                </c:pt>
                <c:pt idx="1597">
                  <c:v>0.76191328400000002</c:v>
                </c:pt>
                <c:pt idx="1598">
                  <c:v>0.76190433599999996</c:v>
                </c:pt>
                <c:pt idx="1599">
                  <c:v>0.76190478299999997</c:v>
                </c:pt>
                <c:pt idx="1600">
                  <c:v>0.76190476100000004</c:v>
                </c:pt>
                <c:pt idx="1601">
                  <c:v>0.76190476200000001</c:v>
                </c:pt>
                <c:pt idx="1602">
                  <c:v>0.76190476200000001</c:v>
                </c:pt>
                <c:pt idx="1603">
                  <c:v>0.74558848899999997</c:v>
                </c:pt>
                <c:pt idx="1604">
                  <c:v>0.76272057599999998</c:v>
                </c:pt>
                <c:pt idx="1605">
                  <c:v>0.76186397100000003</c:v>
                </c:pt>
                <c:pt idx="1606">
                  <c:v>0.76190680099999997</c:v>
                </c:pt>
                <c:pt idx="1607">
                  <c:v>0.76190466000000001</c:v>
                </c:pt>
                <c:pt idx="1608">
                  <c:v>0.76190476699999998</c:v>
                </c:pt>
                <c:pt idx="1609">
                  <c:v>0.76190476200000001</c:v>
                </c:pt>
                <c:pt idx="1610">
                  <c:v>0.76190476200000001</c:v>
                </c:pt>
                <c:pt idx="1611">
                  <c:v>0.76190476200000001</c:v>
                </c:pt>
                <c:pt idx="1612">
                  <c:v>0.76190476200000001</c:v>
                </c:pt>
                <c:pt idx="1613">
                  <c:v>0.76190476200000001</c:v>
                </c:pt>
                <c:pt idx="1614">
                  <c:v>0.76190476200000001</c:v>
                </c:pt>
                <c:pt idx="1615">
                  <c:v>0.76190476200000001</c:v>
                </c:pt>
                <c:pt idx="1616">
                  <c:v>0.76190476200000001</c:v>
                </c:pt>
                <c:pt idx="1617">
                  <c:v>0.76190476200000001</c:v>
                </c:pt>
                <c:pt idx="1618">
                  <c:v>0.76190476200000001</c:v>
                </c:pt>
                <c:pt idx="1619">
                  <c:v>0.76190476200000001</c:v>
                </c:pt>
                <c:pt idx="1620">
                  <c:v>0.76190476200000001</c:v>
                </c:pt>
                <c:pt idx="1621">
                  <c:v>0.76190476200000001</c:v>
                </c:pt>
                <c:pt idx="1622">
                  <c:v>0.76190476200000001</c:v>
                </c:pt>
                <c:pt idx="1623">
                  <c:v>0.76190476200000001</c:v>
                </c:pt>
                <c:pt idx="1624">
                  <c:v>0.76190476200000001</c:v>
                </c:pt>
                <c:pt idx="1625">
                  <c:v>0.71166592299999998</c:v>
                </c:pt>
                <c:pt idx="1626">
                  <c:v>0.639689493</c:v>
                </c:pt>
                <c:pt idx="1627">
                  <c:v>0.49344764400000002</c:v>
                </c:pt>
                <c:pt idx="1628">
                  <c:v>0.38221483099999998</c:v>
                </c:pt>
                <c:pt idx="1629">
                  <c:v>0.32955900799999999</c:v>
                </c:pt>
                <c:pt idx="1630">
                  <c:v>0.26065833700000002</c:v>
                </c:pt>
                <c:pt idx="1631">
                  <c:v>0.21664703099999999</c:v>
                </c:pt>
                <c:pt idx="1632">
                  <c:v>0.15079260799999999</c:v>
                </c:pt>
                <c:pt idx="1633">
                  <c:v>0.184717141</c:v>
                </c:pt>
                <c:pt idx="1634">
                  <c:v>0.153626445</c:v>
                </c:pt>
                <c:pt idx="1635">
                  <c:v>0.14892480799999999</c:v>
                </c:pt>
                <c:pt idx="1636">
                  <c:v>0.132342977</c:v>
                </c:pt>
                <c:pt idx="1637">
                  <c:v>0.103243655</c:v>
                </c:pt>
                <c:pt idx="1638">
                  <c:v>8.4506529999999996E-2</c:v>
                </c:pt>
                <c:pt idx="1639">
                  <c:v>4.5774674000000001E-2</c:v>
                </c:pt>
                <c:pt idx="1640">
                  <c:v>4.9192484000000002E-2</c:v>
                </c:pt>
                <c:pt idx="1641">
                  <c:v>0.25655214999999998</c:v>
                </c:pt>
                <c:pt idx="1642">
                  <c:v>0.46563117700000001</c:v>
                </c:pt>
                <c:pt idx="1643">
                  <c:v>0.73627476400000003</c:v>
                </c:pt>
                <c:pt idx="1644">
                  <c:v>0.76318626199999995</c:v>
                </c:pt>
                <c:pt idx="1645">
                  <c:v>0.76184068699999996</c:v>
                </c:pt>
                <c:pt idx="1646">
                  <c:v>0.76190796599999999</c:v>
                </c:pt>
                <c:pt idx="1647">
                  <c:v>0.76190460199999999</c:v>
                </c:pt>
                <c:pt idx="1648">
                  <c:v>0.76190477000000001</c:v>
                </c:pt>
                <c:pt idx="1649">
                  <c:v>0.76190476200000001</c:v>
                </c:pt>
                <c:pt idx="1650">
                  <c:v>0.76190476200000001</c:v>
                </c:pt>
                <c:pt idx="1651">
                  <c:v>0.76190476200000001</c:v>
                </c:pt>
                <c:pt idx="1652">
                  <c:v>0.66942990599999996</c:v>
                </c:pt>
                <c:pt idx="1653">
                  <c:v>0.62188026900000004</c:v>
                </c:pt>
                <c:pt idx="1654">
                  <c:v>0.51617822999999996</c:v>
                </c:pt>
                <c:pt idx="1655">
                  <c:v>0.42783342499999999</c:v>
                </c:pt>
                <c:pt idx="1656">
                  <c:v>0.42257887300000002</c:v>
                </c:pt>
                <c:pt idx="1657">
                  <c:v>0.41743727899999999</c:v>
                </c:pt>
                <c:pt idx="1658">
                  <c:v>0.42751410699999998</c:v>
                </c:pt>
                <c:pt idx="1659">
                  <c:v>0.407556164</c:v>
                </c:pt>
                <c:pt idx="1660">
                  <c:v>0.50118539799999995</c:v>
                </c:pt>
                <c:pt idx="1661">
                  <c:v>0.48860282300000002</c:v>
                </c:pt>
                <c:pt idx="1662">
                  <c:v>0.44646361400000001</c:v>
                </c:pt>
                <c:pt idx="1663">
                  <c:v>0.46084080599999999</c:v>
                </c:pt>
                <c:pt idx="1664">
                  <c:v>0.55003967799999998</c:v>
                </c:pt>
                <c:pt idx="1665">
                  <c:v>0.76088196200000002</c:v>
                </c:pt>
                <c:pt idx="1666">
                  <c:v>0.76195590199999996</c:v>
                </c:pt>
                <c:pt idx="1667">
                  <c:v>0.76190220500000005</c:v>
                </c:pt>
                <c:pt idx="1668">
                  <c:v>0.76190488999999995</c:v>
                </c:pt>
                <c:pt idx="1669">
                  <c:v>0.76190475599999996</c:v>
                </c:pt>
                <c:pt idx="1670">
                  <c:v>0.76190476200000001</c:v>
                </c:pt>
                <c:pt idx="1671">
                  <c:v>0.76190476200000001</c:v>
                </c:pt>
                <c:pt idx="1672">
                  <c:v>0.76190476200000001</c:v>
                </c:pt>
                <c:pt idx="1673">
                  <c:v>0.76190476200000001</c:v>
                </c:pt>
                <c:pt idx="1674">
                  <c:v>0.76190476200000001</c:v>
                </c:pt>
                <c:pt idx="1675">
                  <c:v>0.76190476200000001</c:v>
                </c:pt>
                <c:pt idx="1676">
                  <c:v>0.76190476200000001</c:v>
                </c:pt>
                <c:pt idx="1677">
                  <c:v>0.76190476200000001</c:v>
                </c:pt>
                <c:pt idx="1678">
                  <c:v>0.70918829000000005</c:v>
                </c:pt>
                <c:pt idx="1679">
                  <c:v>0.69562705700000005</c:v>
                </c:pt>
                <c:pt idx="1680">
                  <c:v>0.61510292</c:v>
                </c:pt>
                <c:pt idx="1681">
                  <c:v>0.58181513699999998</c:v>
                </c:pt>
                <c:pt idx="1682">
                  <c:v>0.56041039599999998</c:v>
                </c:pt>
                <c:pt idx="1683">
                  <c:v>0.59944611299999995</c:v>
                </c:pt>
                <c:pt idx="1684">
                  <c:v>0.55527463399999999</c:v>
                </c:pt>
                <c:pt idx="1685">
                  <c:v>0.53506471700000002</c:v>
                </c:pt>
                <c:pt idx="1686">
                  <c:v>0.47731084400000001</c:v>
                </c:pt>
                <c:pt idx="1687">
                  <c:v>0.40050244299999999</c:v>
                </c:pt>
                <c:pt idx="1688">
                  <c:v>0.40043731599999999</c:v>
                </c:pt>
                <c:pt idx="1689">
                  <c:v>0.53160786500000001</c:v>
                </c:pt>
                <c:pt idx="1690">
                  <c:v>0.69678180000000001</c:v>
                </c:pt>
                <c:pt idx="1691">
                  <c:v>0.76516090999999997</c:v>
                </c:pt>
                <c:pt idx="1692">
                  <c:v>0.76174195499999997</c:v>
                </c:pt>
                <c:pt idx="1693">
                  <c:v>0.76191290199999995</c:v>
                </c:pt>
                <c:pt idx="1694">
                  <c:v>0.76190435499999998</c:v>
                </c:pt>
                <c:pt idx="1695">
                  <c:v>0.761904782</c:v>
                </c:pt>
                <c:pt idx="1696">
                  <c:v>0.76190476100000004</c:v>
                </c:pt>
                <c:pt idx="1697">
                  <c:v>0.76190476200000001</c:v>
                </c:pt>
                <c:pt idx="1698">
                  <c:v>0.76190476200000001</c:v>
                </c:pt>
                <c:pt idx="1699">
                  <c:v>0.76190476200000001</c:v>
                </c:pt>
                <c:pt idx="1700">
                  <c:v>0.76190476200000001</c:v>
                </c:pt>
                <c:pt idx="1701">
                  <c:v>0.76190476200000001</c:v>
                </c:pt>
                <c:pt idx="1702">
                  <c:v>0.76190476200000001</c:v>
                </c:pt>
                <c:pt idx="1703">
                  <c:v>0.76190476200000001</c:v>
                </c:pt>
                <c:pt idx="1704">
                  <c:v>0.76190476200000001</c:v>
                </c:pt>
                <c:pt idx="1705">
                  <c:v>0.76190476200000001</c:v>
                </c:pt>
                <c:pt idx="1706">
                  <c:v>0.76190476200000001</c:v>
                </c:pt>
                <c:pt idx="1707">
                  <c:v>0.76190476200000001</c:v>
                </c:pt>
                <c:pt idx="1708">
                  <c:v>0.76190476200000001</c:v>
                </c:pt>
                <c:pt idx="1709">
                  <c:v>0.76190476200000001</c:v>
                </c:pt>
                <c:pt idx="1710">
                  <c:v>0.76190476200000001</c:v>
                </c:pt>
                <c:pt idx="1711">
                  <c:v>0.76190476200000001</c:v>
                </c:pt>
                <c:pt idx="1712">
                  <c:v>0.76190476200000001</c:v>
                </c:pt>
                <c:pt idx="1713">
                  <c:v>0.76190476200000001</c:v>
                </c:pt>
                <c:pt idx="1714">
                  <c:v>0.76190476200000001</c:v>
                </c:pt>
                <c:pt idx="1715">
                  <c:v>0.76190476200000001</c:v>
                </c:pt>
                <c:pt idx="1716">
                  <c:v>0.76190476200000001</c:v>
                </c:pt>
                <c:pt idx="1717">
                  <c:v>0.76190476200000001</c:v>
                </c:pt>
                <c:pt idx="1718">
                  <c:v>0.76190476200000001</c:v>
                </c:pt>
                <c:pt idx="1719">
                  <c:v>0.76190476200000001</c:v>
                </c:pt>
                <c:pt idx="1720">
                  <c:v>0.76190476200000001</c:v>
                </c:pt>
                <c:pt idx="1721">
                  <c:v>0.76190476200000001</c:v>
                </c:pt>
                <c:pt idx="1722">
                  <c:v>0.76190476200000001</c:v>
                </c:pt>
                <c:pt idx="1723">
                  <c:v>0.76190476200000001</c:v>
                </c:pt>
                <c:pt idx="1724">
                  <c:v>0.76190476200000001</c:v>
                </c:pt>
                <c:pt idx="1725">
                  <c:v>0.76190476200000001</c:v>
                </c:pt>
                <c:pt idx="1726">
                  <c:v>0.76190476200000001</c:v>
                </c:pt>
                <c:pt idx="1727">
                  <c:v>0.76190476200000001</c:v>
                </c:pt>
                <c:pt idx="1728">
                  <c:v>0.76190476200000001</c:v>
                </c:pt>
                <c:pt idx="1729">
                  <c:v>0.76190476200000001</c:v>
                </c:pt>
                <c:pt idx="1730">
                  <c:v>0.76190476200000001</c:v>
                </c:pt>
                <c:pt idx="1731">
                  <c:v>0.76190476200000001</c:v>
                </c:pt>
                <c:pt idx="1732">
                  <c:v>0.75742825000000003</c:v>
                </c:pt>
                <c:pt idx="1733">
                  <c:v>0.76212858699999997</c:v>
                </c:pt>
                <c:pt idx="1734">
                  <c:v>0.76189357099999999</c:v>
                </c:pt>
                <c:pt idx="1735">
                  <c:v>0.76190532099999997</c:v>
                </c:pt>
                <c:pt idx="1736">
                  <c:v>0.732240322</c:v>
                </c:pt>
                <c:pt idx="1737">
                  <c:v>0.669639871</c:v>
                </c:pt>
                <c:pt idx="1738">
                  <c:v>0.66338322800000005</c:v>
                </c:pt>
                <c:pt idx="1739">
                  <c:v>0.70678877699999998</c:v>
                </c:pt>
                <c:pt idx="1740">
                  <c:v>0.72913113200000002</c:v>
                </c:pt>
                <c:pt idx="1741">
                  <c:v>0.76354344299999999</c:v>
                </c:pt>
                <c:pt idx="1742">
                  <c:v>0.76182282800000001</c:v>
                </c:pt>
                <c:pt idx="1743">
                  <c:v>0.76190885900000005</c:v>
                </c:pt>
                <c:pt idx="1744">
                  <c:v>0.76190455700000004</c:v>
                </c:pt>
                <c:pt idx="1745">
                  <c:v>0.76190477199999995</c:v>
                </c:pt>
                <c:pt idx="1746">
                  <c:v>0.70258366800000005</c:v>
                </c:pt>
                <c:pt idx="1747">
                  <c:v>0.57894328799999994</c:v>
                </c:pt>
                <c:pt idx="1748">
                  <c:v>0.42664213400000001</c:v>
                </c:pt>
                <c:pt idx="1749">
                  <c:v>0.31766802100000002</c:v>
                </c:pt>
                <c:pt idx="1750">
                  <c:v>0.23149159</c:v>
                </c:pt>
                <c:pt idx="1751">
                  <c:v>0.28326127000000001</c:v>
                </c:pt>
                <c:pt idx="1752">
                  <c:v>0.36323171500000001</c:v>
                </c:pt>
                <c:pt idx="1753">
                  <c:v>0.48041754800000003</c:v>
                </c:pt>
                <c:pt idx="1754">
                  <c:v>0.51660906500000003</c:v>
                </c:pt>
                <c:pt idx="1755">
                  <c:v>0.52452980400000004</c:v>
                </c:pt>
                <c:pt idx="1756">
                  <c:v>0.522908119</c:v>
                </c:pt>
                <c:pt idx="1757">
                  <c:v>0.48617273</c:v>
                </c:pt>
                <c:pt idx="1758">
                  <c:v>0.42436579200000002</c:v>
                </c:pt>
                <c:pt idx="1759">
                  <c:v>0.35317551600000002</c:v>
                </c:pt>
                <c:pt idx="1760">
                  <c:v>0.295498437</c:v>
                </c:pt>
                <c:pt idx="1761">
                  <c:v>0.303083987</c:v>
                </c:pt>
                <c:pt idx="1762">
                  <c:v>0.27982052099999999</c:v>
                </c:pt>
                <c:pt idx="1763">
                  <c:v>0.38550423900000003</c:v>
                </c:pt>
                <c:pt idx="1764">
                  <c:v>0.57126155899999997</c:v>
                </c:pt>
                <c:pt idx="1765">
                  <c:v>0.75249797500000004</c:v>
                </c:pt>
                <c:pt idx="1766">
                  <c:v>0.76237510100000005</c:v>
                </c:pt>
                <c:pt idx="1767">
                  <c:v>0.76188124499999998</c:v>
                </c:pt>
                <c:pt idx="1768">
                  <c:v>0.76190593799999995</c:v>
                </c:pt>
                <c:pt idx="1769">
                  <c:v>0.76190470300000002</c:v>
                </c:pt>
                <c:pt idx="1770">
                  <c:v>0.75712578200000002</c:v>
                </c:pt>
                <c:pt idx="1771">
                  <c:v>0.65010493899999999</c:v>
                </c:pt>
                <c:pt idx="1772">
                  <c:v>0.54394494000000004</c:v>
                </c:pt>
                <c:pt idx="1773">
                  <c:v>0.39596755700000003</c:v>
                </c:pt>
                <c:pt idx="1774">
                  <c:v>0.25725916199999999</c:v>
                </c:pt>
                <c:pt idx="1775">
                  <c:v>0.12309908999999999</c:v>
                </c:pt>
                <c:pt idx="1776">
                  <c:v>0.2111933</c:v>
                </c:pt>
                <c:pt idx="1777">
                  <c:v>0.25483268199999998</c:v>
                </c:pt>
                <c:pt idx="1778">
                  <c:v>0.376339072</c:v>
                </c:pt>
                <c:pt idx="1779">
                  <c:v>0.44661633099999998</c:v>
                </c:pt>
                <c:pt idx="1780">
                  <c:v>0.48361993599999997</c:v>
                </c:pt>
                <c:pt idx="1781">
                  <c:v>0.44071992399999999</c:v>
                </c:pt>
                <c:pt idx="1782">
                  <c:v>0.43138489499999999</c:v>
                </c:pt>
                <c:pt idx="1783">
                  <c:v>0.51351274700000005</c:v>
                </c:pt>
                <c:pt idx="1784">
                  <c:v>0.71177536500000005</c:v>
                </c:pt>
                <c:pt idx="1785">
                  <c:v>0.76441123200000005</c:v>
                </c:pt>
                <c:pt idx="1786">
                  <c:v>0.76177943800000003</c:v>
                </c:pt>
                <c:pt idx="1787">
                  <c:v>0.76191102799999999</c:v>
                </c:pt>
                <c:pt idx="1788">
                  <c:v>0.76190444899999998</c:v>
                </c:pt>
                <c:pt idx="1789">
                  <c:v>0.761904778</c:v>
                </c:pt>
                <c:pt idx="1790">
                  <c:v>0.76190476100000004</c:v>
                </c:pt>
                <c:pt idx="1791">
                  <c:v>0.76190476200000001</c:v>
                </c:pt>
                <c:pt idx="1792">
                  <c:v>0.76190476200000001</c:v>
                </c:pt>
                <c:pt idx="1793">
                  <c:v>0.76190476200000001</c:v>
                </c:pt>
                <c:pt idx="1794">
                  <c:v>0.76190476200000001</c:v>
                </c:pt>
                <c:pt idx="1795">
                  <c:v>0.72772229200000005</c:v>
                </c:pt>
                <c:pt idx="1796">
                  <c:v>0.65883763900000003</c:v>
                </c:pt>
                <c:pt idx="1797">
                  <c:v>0.66007737</c:v>
                </c:pt>
                <c:pt idx="1798">
                  <c:v>0.69652846099999999</c:v>
                </c:pt>
                <c:pt idx="1799">
                  <c:v>0.71598917500000003</c:v>
                </c:pt>
                <c:pt idx="1800">
                  <c:v>0.76420054100000001</c:v>
                </c:pt>
                <c:pt idx="1801">
                  <c:v>0.76178997299999995</c:v>
                </c:pt>
                <c:pt idx="1802">
                  <c:v>0.76191050100000002</c:v>
                </c:pt>
                <c:pt idx="1803">
                  <c:v>0.76190447500000003</c:v>
                </c:pt>
                <c:pt idx="1804">
                  <c:v>0.76190477599999995</c:v>
                </c:pt>
                <c:pt idx="1805">
                  <c:v>0.76190476100000004</c:v>
                </c:pt>
                <c:pt idx="1806">
                  <c:v>0.76190476200000001</c:v>
                </c:pt>
                <c:pt idx="1807">
                  <c:v>0.76190476200000001</c:v>
                </c:pt>
                <c:pt idx="1808">
                  <c:v>0.76190476200000001</c:v>
                </c:pt>
                <c:pt idx="1809">
                  <c:v>0.76190476200000001</c:v>
                </c:pt>
                <c:pt idx="1810">
                  <c:v>0.76190476200000001</c:v>
                </c:pt>
                <c:pt idx="1811">
                  <c:v>0.76190476200000001</c:v>
                </c:pt>
                <c:pt idx="1812">
                  <c:v>0.76190476200000001</c:v>
                </c:pt>
                <c:pt idx="1813">
                  <c:v>0.76190476200000001</c:v>
                </c:pt>
                <c:pt idx="1814">
                  <c:v>0.76190476200000001</c:v>
                </c:pt>
                <c:pt idx="1815">
                  <c:v>0.76190476200000001</c:v>
                </c:pt>
                <c:pt idx="1816">
                  <c:v>0.76190476200000001</c:v>
                </c:pt>
                <c:pt idx="1817">
                  <c:v>0.76190476200000001</c:v>
                </c:pt>
                <c:pt idx="1818">
                  <c:v>0.65491162000000003</c:v>
                </c:pt>
                <c:pt idx="1819">
                  <c:v>0.635221115</c:v>
                </c:pt>
                <c:pt idx="1820">
                  <c:v>0.63544288100000001</c:v>
                </c:pt>
                <c:pt idx="1821">
                  <c:v>0.64523247100000003</c:v>
                </c:pt>
                <c:pt idx="1822">
                  <c:v>0.60686052099999999</c:v>
                </c:pt>
                <c:pt idx="1823">
                  <c:v>0.59362511699999998</c:v>
                </c:pt>
                <c:pt idx="1824">
                  <c:v>0.56680319800000001</c:v>
                </c:pt>
                <c:pt idx="1825">
                  <c:v>0.54272062700000001</c:v>
                </c:pt>
                <c:pt idx="1826">
                  <c:v>0.50771426600000003</c:v>
                </c:pt>
                <c:pt idx="1827">
                  <c:v>0.463459283</c:v>
                </c:pt>
                <c:pt idx="1828">
                  <c:v>0.475851415</c:v>
                </c:pt>
                <c:pt idx="1829">
                  <c:v>0.53011202099999999</c:v>
                </c:pt>
                <c:pt idx="1830">
                  <c:v>0.48407246399999998</c:v>
                </c:pt>
                <c:pt idx="1831">
                  <c:v>0.47640397299999998</c:v>
                </c:pt>
                <c:pt idx="1832">
                  <c:v>0.55575555700000001</c:v>
                </c:pt>
                <c:pt idx="1833">
                  <c:v>0.56971897100000002</c:v>
                </c:pt>
                <c:pt idx="1834">
                  <c:v>0.75550855400000005</c:v>
                </c:pt>
                <c:pt idx="1835">
                  <c:v>0.76222457200000004</c:v>
                </c:pt>
                <c:pt idx="1836">
                  <c:v>0.76188877099999996</c:v>
                </c:pt>
                <c:pt idx="1837">
                  <c:v>0.76190556099999995</c:v>
                </c:pt>
                <c:pt idx="1838">
                  <c:v>0.76190472200000003</c:v>
                </c:pt>
                <c:pt idx="1839">
                  <c:v>0.76190476399999996</c:v>
                </c:pt>
                <c:pt idx="1840">
                  <c:v>0.75933626200000004</c:v>
                </c:pt>
                <c:pt idx="1841">
                  <c:v>0.730621466</c:v>
                </c:pt>
                <c:pt idx="1842">
                  <c:v>0.68944793999999998</c:v>
                </c:pt>
                <c:pt idx="1843">
                  <c:v>0.57112569599999996</c:v>
                </c:pt>
                <c:pt idx="1844">
                  <c:v>0.51891453200000004</c:v>
                </c:pt>
                <c:pt idx="1845">
                  <c:v>0.40046371200000003</c:v>
                </c:pt>
                <c:pt idx="1846">
                  <c:v>0.28733526300000001</c:v>
                </c:pt>
                <c:pt idx="1847">
                  <c:v>0.25799155200000001</c:v>
                </c:pt>
                <c:pt idx="1848">
                  <c:v>0.27432377099999999</c:v>
                </c:pt>
                <c:pt idx="1849">
                  <c:v>0.34343256</c:v>
                </c:pt>
                <c:pt idx="1850">
                  <c:v>0.31505836399999998</c:v>
                </c:pt>
                <c:pt idx="1851">
                  <c:v>0.43539447799999997</c:v>
                </c:pt>
                <c:pt idx="1852">
                  <c:v>0.51355273199999996</c:v>
                </c:pt>
                <c:pt idx="1853">
                  <c:v>0.61048709700000003</c:v>
                </c:pt>
                <c:pt idx="1854">
                  <c:v>0.62525544</c:v>
                </c:pt>
                <c:pt idx="1855">
                  <c:v>0.58430406800000001</c:v>
                </c:pt>
                <c:pt idx="1856">
                  <c:v>0.61700129199999998</c:v>
                </c:pt>
                <c:pt idx="1857">
                  <c:v>0.76914993499999995</c:v>
                </c:pt>
                <c:pt idx="1858">
                  <c:v>0.76154250300000004</c:v>
                </c:pt>
                <c:pt idx="1859">
                  <c:v>0.761922875</c:v>
                </c:pt>
                <c:pt idx="1860">
                  <c:v>0.76190385599999999</c:v>
                </c:pt>
                <c:pt idx="1861">
                  <c:v>0.76190480699999996</c:v>
                </c:pt>
                <c:pt idx="1862">
                  <c:v>0.76190475999999996</c:v>
                </c:pt>
                <c:pt idx="1863">
                  <c:v>0.76190476200000001</c:v>
                </c:pt>
                <c:pt idx="1864">
                  <c:v>0.76190476200000001</c:v>
                </c:pt>
                <c:pt idx="1865">
                  <c:v>0.76190476200000001</c:v>
                </c:pt>
                <c:pt idx="1866">
                  <c:v>0.76190476200000001</c:v>
                </c:pt>
                <c:pt idx="1867">
                  <c:v>0.65793359399999995</c:v>
                </c:pt>
                <c:pt idx="1868">
                  <c:v>0.59546890900000005</c:v>
                </c:pt>
                <c:pt idx="1869">
                  <c:v>0.61853768099999995</c:v>
                </c:pt>
                <c:pt idx="1870">
                  <c:v>0.56716855200000005</c:v>
                </c:pt>
                <c:pt idx="1871">
                  <c:v>0.63255980199999995</c:v>
                </c:pt>
                <c:pt idx="1872">
                  <c:v>0.71903979600000001</c:v>
                </c:pt>
                <c:pt idx="1873">
                  <c:v>0.76404801</c:v>
                </c:pt>
                <c:pt idx="1874">
                  <c:v>0.76179759899999999</c:v>
                </c:pt>
                <c:pt idx="1875">
                  <c:v>0.76191012000000002</c:v>
                </c:pt>
                <c:pt idx="1876">
                  <c:v>0.76190449400000004</c:v>
                </c:pt>
                <c:pt idx="1877">
                  <c:v>0.76190477499999998</c:v>
                </c:pt>
                <c:pt idx="1878">
                  <c:v>0.76190476100000004</c:v>
                </c:pt>
                <c:pt idx="1879">
                  <c:v>0.76190476200000001</c:v>
                </c:pt>
                <c:pt idx="1880">
                  <c:v>0.76190476200000001</c:v>
                </c:pt>
                <c:pt idx="1881">
                  <c:v>0.76190476200000001</c:v>
                </c:pt>
                <c:pt idx="1882">
                  <c:v>0.76190476200000001</c:v>
                </c:pt>
                <c:pt idx="1883">
                  <c:v>0.76190476200000001</c:v>
                </c:pt>
                <c:pt idx="1884">
                  <c:v>0.76190476200000001</c:v>
                </c:pt>
                <c:pt idx="1885">
                  <c:v>0.76190476200000001</c:v>
                </c:pt>
                <c:pt idx="1886">
                  <c:v>0.76190476200000001</c:v>
                </c:pt>
                <c:pt idx="1887">
                  <c:v>0.76190476200000001</c:v>
                </c:pt>
                <c:pt idx="1888">
                  <c:v>0.76190476200000001</c:v>
                </c:pt>
                <c:pt idx="1889">
                  <c:v>0.76190476200000001</c:v>
                </c:pt>
                <c:pt idx="1890">
                  <c:v>0.76190476200000001</c:v>
                </c:pt>
                <c:pt idx="1891">
                  <c:v>0.66544425699999998</c:v>
                </c:pt>
                <c:pt idx="1892">
                  <c:v>0.583143199</c:v>
                </c:pt>
                <c:pt idx="1893">
                  <c:v>0.59240022000000003</c:v>
                </c:pt>
                <c:pt idx="1894">
                  <c:v>0.63814355599999995</c:v>
                </c:pt>
                <c:pt idx="1895">
                  <c:v>0.67987899900000004</c:v>
                </c:pt>
                <c:pt idx="1896">
                  <c:v>0.75970807299999998</c:v>
                </c:pt>
                <c:pt idx="1897">
                  <c:v>0.76201459599999999</c:v>
                </c:pt>
                <c:pt idx="1898">
                  <c:v>0.70809512500000005</c:v>
                </c:pt>
                <c:pt idx="1899">
                  <c:v>0.70390921500000003</c:v>
                </c:pt>
                <c:pt idx="1900">
                  <c:v>0.68040363500000001</c:v>
                </c:pt>
                <c:pt idx="1901">
                  <c:v>0.73779980199999995</c:v>
                </c:pt>
                <c:pt idx="1902">
                  <c:v>0.76311001000000001</c:v>
                </c:pt>
                <c:pt idx="1903">
                  <c:v>0.76184450000000004</c:v>
                </c:pt>
                <c:pt idx="1904">
                  <c:v>0.76190777499999995</c:v>
                </c:pt>
                <c:pt idx="1905">
                  <c:v>0.76190461099999995</c:v>
                </c:pt>
                <c:pt idx="1906">
                  <c:v>0.76190476900000004</c:v>
                </c:pt>
                <c:pt idx="1907">
                  <c:v>0.76190476200000001</c:v>
                </c:pt>
                <c:pt idx="1908">
                  <c:v>0.76190476200000001</c:v>
                </c:pt>
                <c:pt idx="1909">
                  <c:v>0.76190476200000001</c:v>
                </c:pt>
                <c:pt idx="1910">
                  <c:v>0.76190476200000001</c:v>
                </c:pt>
                <c:pt idx="1911">
                  <c:v>0.76190476200000001</c:v>
                </c:pt>
                <c:pt idx="1912">
                  <c:v>0.76190476200000001</c:v>
                </c:pt>
                <c:pt idx="1913">
                  <c:v>0.76190476200000001</c:v>
                </c:pt>
                <c:pt idx="1914">
                  <c:v>0.76190476200000001</c:v>
                </c:pt>
                <c:pt idx="1915">
                  <c:v>0.65581222900000002</c:v>
                </c:pt>
                <c:pt idx="1916">
                  <c:v>0.56124759099999999</c:v>
                </c:pt>
                <c:pt idx="1917">
                  <c:v>0.40261210400000003</c:v>
                </c:pt>
                <c:pt idx="1918">
                  <c:v>0.28283104399999998</c:v>
                </c:pt>
                <c:pt idx="1919">
                  <c:v>0.20879730899999999</c:v>
                </c:pt>
                <c:pt idx="1920">
                  <c:v>0.30553738200000002</c:v>
                </c:pt>
                <c:pt idx="1921">
                  <c:v>0.42224615799999998</c:v>
                </c:pt>
                <c:pt idx="1922">
                  <c:v>0.53764272099999999</c:v>
                </c:pt>
                <c:pt idx="1923">
                  <c:v>0.60377807999999999</c:v>
                </c:pt>
                <c:pt idx="1924">
                  <c:v>0.66984328999999998</c:v>
                </c:pt>
                <c:pt idx="1925">
                  <c:v>0.76650783499999997</c:v>
                </c:pt>
                <c:pt idx="1926">
                  <c:v>0.76167460799999998</c:v>
                </c:pt>
                <c:pt idx="1927">
                  <c:v>0.76191626999999995</c:v>
                </c:pt>
                <c:pt idx="1928">
                  <c:v>0.68995123300000005</c:v>
                </c:pt>
                <c:pt idx="1929">
                  <c:v>0.76550243799999995</c:v>
                </c:pt>
                <c:pt idx="1930">
                  <c:v>0.76172487799999999</c:v>
                </c:pt>
                <c:pt idx="1931">
                  <c:v>0.761913756</c:v>
                </c:pt>
                <c:pt idx="1932">
                  <c:v>0.76190431199999997</c:v>
                </c:pt>
                <c:pt idx="1933">
                  <c:v>0.76190478399999995</c:v>
                </c:pt>
                <c:pt idx="1934">
                  <c:v>0.76190476100000004</c:v>
                </c:pt>
                <c:pt idx="1935">
                  <c:v>0.76190476200000001</c:v>
                </c:pt>
                <c:pt idx="1936">
                  <c:v>0.76190476200000001</c:v>
                </c:pt>
                <c:pt idx="1937">
                  <c:v>0.76190476200000001</c:v>
                </c:pt>
                <c:pt idx="1938">
                  <c:v>0.76190476200000001</c:v>
                </c:pt>
                <c:pt idx="1939">
                  <c:v>0.76190476200000001</c:v>
                </c:pt>
                <c:pt idx="1940">
                  <c:v>0.76190476200000001</c:v>
                </c:pt>
                <c:pt idx="1941">
                  <c:v>0.76190476200000001</c:v>
                </c:pt>
                <c:pt idx="1942">
                  <c:v>0.66919914000000003</c:v>
                </c:pt>
                <c:pt idx="1943">
                  <c:v>0.56555666999999998</c:v>
                </c:pt>
                <c:pt idx="1944">
                  <c:v>0.51113187500000001</c:v>
                </c:pt>
                <c:pt idx="1945">
                  <c:v>0.54858831699999999</c:v>
                </c:pt>
                <c:pt idx="1946">
                  <c:v>0.66031627999999998</c:v>
                </c:pt>
                <c:pt idx="1947">
                  <c:v>0.76264558699999996</c:v>
                </c:pt>
                <c:pt idx="1948">
                  <c:v>0.761867721</c:v>
                </c:pt>
                <c:pt idx="1949">
                  <c:v>0.76190661400000004</c:v>
                </c:pt>
                <c:pt idx="1950">
                  <c:v>0.76190466899999998</c:v>
                </c:pt>
                <c:pt idx="1951">
                  <c:v>0.76190476699999998</c:v>
                </c:pt>
                <c:pt idx="1952">
                  <c:v>0.76190476200000001</c:v>
                </c:pt>
                <c:pt idx="1953">
                  <c:v>0.76190476200000001</c:v>
                </c:pt>
                <c:pt idx="1954">
                  <c:v>0.76190476200000001</c:v>
                </c:pt>
                <c:pt idx="1955">
                  <c:v>0.728823887</c:v>
                </c:pt>
                <c:pt idx="1956">
                  <c:v>0.76355880600000003</c:v>
                </c:pt>
                <c:pt idx="1957">
                  <c:v>0.76182205999999997</c:v>
                </c:pt>
                <c:pt idx="1958">
                  <c:v>0.76190889699999997</c:v>
                </c:pt>
                <c:pt idx="1959">
                  <c:v>0.76190455499999998</c:v>
                </c:pt>
                <c:pt idx="1960">
                  <c:v>0.76190477199999995</c:v>
                </c:pt>
                <c:pt idx="1961">
                  <c:v>0.76190476100000004</c:v>
                </c:pt>
                <c:pt idx="1962">
                  <c:v>0.76190476200000001</c:v>
                </c:pt>
                <c:pt idx="1963">
                  <c:v>0.76190476200000001</c:v>
                </c:pt>
                <c:pt idx="1964">
                  <c:v>0.76190476200000001</c:v>
                </c:pt>
                <c:pt idx="1965">
                  <c:v>0.76190476200000001</c:v>
                </c:pt>
                <c:pt idx="1966">
                  <c:v>0.76190476200000001</c:v>
                </c:pt>
                <c:pt idx="1967">
                  <c:v>0.76190476200000001</c:v>
                </c:pt>
                <c:pt idx="1968">
                  <c:v>0.76190476200000001</c:v>
                </c:pt>
                <c:pt idx="1969">
                  <c:v>0.76190476200000001</c:v>
                </c:pt>
                <c:pt idx="1970">
                  <c:v>0.71455890200000005</c:v>
                </c:pt>
                <c:pt idx="1971">
                  <c:v>0.65999054899999998</c:v>
                </c:pt>
                <c:pt idx="1972">
                  <c:v>0.72314051599999996</c:v>
                </c:pt>
                <c:pt idx="1973">
                  <c:v>0.74565104199999999</c:v>
                </c:pt>
                <c:pt idx="1974">
                  <c:v>0.76271744799999996</c:v>
                </c:pt>
                <c:pt idx="1975">
                  <c:v>0.76186412800000003</c:v>
                </c:pt>
                <c:pt idx="1976">
                  <c:v>0.76190679400000005</c:v>
                </c:pt>
                <c:pt idx="1977">
                  <c:v>0.76190466000000001</c:v>
                </c:pt>
                <c:pt idx="1978">
                  <c:v>0.74328230699999998</c:v>
                </c:pt>
                <c:pt idx="1979">
                  <c:v>0.76283588499999999</c:v>
                </c:pt>
                <c:pt idx="1980">
                  <c:v>0.76185820599999998</c:v>
                </c:pt>
                <c:pt idx="1981">
                  <c:v>0.76190709000000001</c:v>
                </c:pt>
                <c:pt idx="1982">
                  <c:v>0.76190464599999996</c:v>
                </c:pt>
                <c:pt idx="1983">
                  <c:v>0.76190476799999995</c:v>
                </c:pt>
                <c:pt idx="1984">
                  <c:v>0.76190476200000001</c:v>
                </c:pt>
                <c:pt idx="1985">
                  <c:v>0.76190476200000001</c:v>
                </c:pt>
                <c:pt idx="1986">
                  <c:v>0.72525299200000004</c:v>
                </c:pt>
                <c:pt idx="1987">
                  <c:v>0.66313780899999997</c:v>
                </c:pt>
                <c:pt idx="1988">
                  <c:v>0.58820409900000004</c:v>
                </c:pt>
                <c:pt idx="1989">
                  <c:v>0.46838261799999997</c:v>
                </c:pt>
                <c:pt idx="1990">
                  <c:v>0.34235887300000001</c:v>
                </c:pt>
                <c:pt idx="1991">
                  <c:v>0.26695206300000002</c:v>
                </c:pt>
                <c:pt idx="1992">
                  <c:v>0.220217364</c:v>
                </c:pt>
                <c:pt idx="1993">
                  <c:v>0.185198006</c:v>
                </c:pt>
                <c:pt idx="1994">
                  <c:v>0.15185321600000001</c:v>
                </c:pt>
                <c:pt idx="1995">
                  <c:v>0.13025631100000001</c:v>
                </c:pt>
                <c:pt idx="1996">
                  <c:v>0.103881866</c:v>
                </c:pt>
                <c:pt idx="1997">
                  <c:v>0.119830805</c:v>
                </c:pt>
                <c:pt idx="1998">
                  <c:v>0.204650308</c:v>
                </c:pt>
                <c:pt idx="1999">
                  <c:v>0.36958000499999999</c:v>
                </c:pt>
                <c:pt idx="2000">
                  <c:v>0.57471127499999997</c:v>
                </c:pt>
                <c:pt idx="2001">
                  <c:v>0.77126443600000005</c:v>
                </c:pt>
                <c:pt idx="2002">
                  <c:v>0.76143677799999998</c:v>
                </c:pt>
                <c:pt idx="2003">
                  <c:v>0.76192816100000005</c:v>
                </c:pt>
                <c:pt idx="2004">
                  <c:v>0.76190359200000002</c:v>
                </c:pt>
                <c:pt idx="2005">
                  <c:v>0.76190482000000004</c:v>
                </c:pt>
                <c:pt idx="2006">
                  <c:v>0.76190475899999999</c:v>
                </c:pt>
                <c:pt idx="2007">
                  <c:v>0.76190476200000001</c:v>
                </c:pt>
                <c:pt idx="2008">
                  <c:v>0.76190476200000001</c:v>
                </c:pt>
                <c:pt idx="2009">
                  <c:v>0.76190476200000001</c:v>
                </c:pt>
                <c:pt idx="2010">
                  <c:v>0.76190476200000001</c:v>
                </c:pt>
                <c:pt idx="2011">
                  <c:v>0.76190476200000001</c:v>
                </c:pt>
                <c:pt idx="2012">
                  <c:v>0.76190476200000001</c:v>
                </c:pt>
                <c:pt idx="2013">
                  <c:v>0.75297452399999998</c:v>
                </c:pt>
                <c:pt idx="2014">
                  <c:v>0.76235127400000002</c:v>
                </c:pt>
                <c:pt idx="2015">
                  <c:v>0.76188243600000005</c:v>
                </c:pt>
                <c:pt idx="2016">
                  <c:v>0.76190587799999998</c:v>
                </c:pt>
                <c:pt idx="2017">
                  <c:v>0.76190470600000004</c:v>
                </c:pt>
                <c:pt idx="2018">
                  <c:v>0.76190476500000004</c:v>
                </c:pt>
                <c:pt idx="2019">
                  <c:v>0.76190476200000001</c:v>
                </c:pt>
                <c:pt idx="2020">
                  <c:v>0.76190476200000001</c:v>
                </c:pt>
                <c:pt idx="2021">
                  <c:v>0.76190476200000001</c:v>
                </c:pt>
                <c:pt idx="2022">
                  <c:v>0.76190476200000001</c:v>
                </c:pt>
                <c:pt idx="2023">
                  <c:v>0.76190476200000001</c:v>
                </c:pt>
                <c:pt idx="2024">
                  <c:v>0.76190476200000001</c:v>
                </c:pt>
                <c:pt idx="2025">
                  <c:v>0.76190476200000001</c:v>
                </c:pt>
                <c:pt idx="2026">
                  <c:v>0.76190476200000001</c:v>
                </c:pt>
                <c:pt idx="2027">
                  <c:v>0.76190476200000001</c:v>
                </c:pt>
                <c:pt idx="2028">
                  <c:v>0.76190476200000001</c:v>
                </c:pt>
                <c:pt idx="2029">
                  <c:v>0.76190476200000001</c:v>
                </c:pt>
                <c:pt idx="2030">
                  <c:v>0.76190476200000001</c:v>
                </c:pt>
                <c:pt idx="2031">
                  <c:v>0.76190476200000001</c:v>
                </c:pt>
                <c:pt idx="2032">
                  <c:v>0.76190476200000001</c:v>
                </c:pt>
                <c:pt idx="2033">
                  <c:v>0.76190476200000001</c:v>
                </c:pt>
                <c:pt idx="2034">
                  <c:v>0.76190476200000001</c:v>
                </c:pt>
                <c:pt idx="2035">
                  <c:v>0.61495924700000004</c:v>
                </c:pt>
                <c:pt idx="2036">
                  <c:v>0.54049240099999996</c:v>
                </c:pt>
                <c:pt idx="2037">
                  <c:v>0.542842661</c:v>
                </c:pt>
                <c:pt idx="2038">
                  <c:v>0.53786155199999997</c:v>
                </c:pt>
                <c:pt idx="2039">
                  <c:v>0.493798615</c:v>
                </c:pt>
                <c:pt idx="2040">
                  <c:v>0.47953357200000002</c:v>
                </c:pt>
                <c:pt idx="2041">
                  <c:v>0.45861901900000002</c:v>
                </c:pt>
                <c:pt idx="2042">
                  <c:v>0.41566149899999999</c:v>
                </c:pt>
                <c:pt idx="2043">
                  <c:v>0.46689223000000002</c:v>
                </c:pt>
                <c:pt idx="2044">
                  <c:v>0.42291603999999999</c:v>
                </c:pt>
                <c:pt idx="2045">
                  <c:v>0.38511319199999999</c:v>
                </c:pt>
                <c:pt idx="2046">
                  <c:v>0.33963512099999998</c:v>
                </c:pt>
                <c:pt idx="2047">
                  <c:v>0.39147173600000001</c:v>
                </c:pt>
                <c:pt idx="2048">
                  <c:v>0.53928366599999999</c:v>
                </c:pt>
                <c:pt idx="2049">
                  <c:v>0.77303581700000001</c:v>
                </c:pt>
                <c:pt idx="2050">
                  <c:v>0.761348209</c:v>
                </c:pt>
                <c:pt idx="2051">
                  <c:v>0.76193259000000002</c:v>
                </c:pt>
                <c:pt idx="2052">
                  <c:v>0.76190337100000005</c:v>
                </c:pt>
                <c:pt idx="2053">
                  <c:v>0.76190483099999995</c:v>
                </c:pt>
                <c:pt idx="2054">
                  <c:v>0.76190475800000002</c:v>
                </c:pt>
                <c:pt idx="2055">
                  <c:v>0.76190476200000001</c:v>
                </c:pt>
                <c:pt idx="2056">
                  <c:v>0.76190476200000001</c:v>
                </c:pt>
                <c:pt idx="2057">
                  <c:v>0.76190476200000001</c:v>
                </c:pt>
                <c:pt idx="2058">
                  <c:v>0.76190476200000001</c:v>
                </c:pt>
                <c:pt idx="2059">
                  <c:v>0.65375198700000003</c:v>
                </c:pt>
                <c:pt idx="2060">
                  <c:v>0.68524301600000004</c:v>
                </c:pt>
                <c:pt idx="2061">
                  <c:v>0.64453598899999998</c:v>
                </c:pt>
                <c:pt idx="2062">
                  <c:v>0.54879145100000004</c:v>
                </c:pt>
                <c:pt idx="2063">
                  <c:v>0.47476758200000002</c:v>
                </c:pt>
                <c:pt idx="2064">
                  <c:v>0.41386187000000002</c:v>
                </c:pt>
                <c:pt idx="2065">
                  <c:v>0.39561928000000002</c:v>
                </c:pt>
                <c:pt idx="2066">
                  <c:v>0.36060816499999998</c:v>
                </c:pt>
                <c:pt idx="2067">
                  <c:v>0.38118551499999997</c:v>
                </c:pt>
                <c:pt idx="2068">
                  <c:v>0.37770604600000002</c:v>
                </c:pt>
                <c:pt idx="2069">
                  <c:v>0.339487127</c:v>
                </c:pt>
                <c:pt idx="2070">
                  <c:v>0.291669817</c:v>
                </c:pt>
                <c:pt idx="2071">
                  <c:v>0.36404097400000002</c:v>
                </c:pt>
                <c:pt idx="2072">
                  <c:v>0.39980432999999999</c:v>
                </c:pt>
                <c:pt idx="2073">
                  <c:v>0.52925427199999997</c:v>
                </c:pt>
                <c:pt idx="2074">
                  <c:v>0.75097007500000001</c:v>
                </c:pt>
                <c:pt idx="2075">
                  <c:v>0.76245149599999995</c:v>
                </c:pt>
                <c:pt idx="2076">
                  <c:v>0.761877425</c:v>
                </c:pt>
                <c:pt idx="2077">
                  <c:v>0.76190612899999999</c:v>
                </c:pt>
                <c:pt idx="2078">
                  <c:v>0.76190469400000005</c:v>
                </c:pt>
                <c:pt idx="2079">
                  <c:v>0.76190476500000004</c:v>
                </c:pt>
                <c:pt idx="2080">
                  <c:v>0.76190476200000001</c:v>
                </c:pt>
                <c:pt idx="2081">
                  <c:v>0.68298733899999997</c:v>
                </c:pt>
                <c:pt idx="2082">
                  <c:v>0.58685343599999995</c:v>
                </c:pt>
                <c:pt idx="2083">
                  <c:v>0.45630089000000001</c:v>
                </c:pt>
                <c:pt idx="2084">
                  <c:v>0.30672207099999999</c:v>
                </c:pt>
                <c:pt idx="2085">
                  <c:v>0.159450383</c:v>
                </c:pt>
                <c:pt idx="2086">
                  <c:v>4.2027480999999998E-2</c:v>
                </c:pt>
                <c:pt idx="2087">
                  <c:v>4.2027480999999998E-2</c:v>
                </c:pt>
                <c:pt idx="2088">
                  <c:v>4.2027480999999998E-2</c:v>
                </c:pt>
                <c:pt idx="2089">
                  <c:v>4.2027480999999998E-2</c:v>
                </c:pt>
                <c:pt idx="2090">
                  <c:v>4.2027480999999998E-2</c:v>
                </c:pt>
                <c:pt idx="2091">
                  <c:v>0.13036932800000001</c:v>
                </c:pt>
                <c:pt idx="2092">
                  <c:v>0.14400828900000001</c:v>
                </c:pt>
                <c:pt idx="2093">
                  <c:v>0.23544875600000001</c:v>
                </c:pt>
                <c:pt idx="2094">
                  <c:v>0.31520988300000002</c:v>
                </c:pt>
                <c:pt idx="2095">
                  <c:v>0.37958392600000002</c:v>
                </c:pt>
                <c:pt idx="2096">
                  <c:v>0.47261666099999999</c:v>
                </c:pt>
                <c:pt idx="2097">
                  <c:v>0.51326772300000001</c:v>
                </c:pt>
                <c:pt idx="2098">
                  <c:v>0.62573521799999998</c:v>
                </c:pt>
                <c:pt idx="2099">
                  <c:v>0.603709418</c:v>
                </c:pt>
                <c:pt idx="2100">
                  <c:v>0.61345159800000004</c:v>
                </c:pt>
                <c:pt idx="2101">
                  <c:v>0.63607921899999997</c:v>
                </c:pt>
                <c:pt idx="2102">
                  <c:v>0.66873170900000001</c:v>
                </c:pt>
                <c:pt idx="2103">
                  <c:v>0.59705507499999999</c:v>
                </c:pt>
                <c:pt idx="2104">
                  <c:v>0.55948732300000004</c:v>
                </c:pt>
                <c:pt idx="2105">
                  <c:v>0.67442465600000001</c:v>
                </c:pt>
                <c:pt idx="2106">
                  <c:v>0.74319485200000002</c:v>
                </c:pt>
                <c:pt idx="2107">
                  <c:v>0.75961127900000003</c:v>
                </c:pt>
                <c:pt idx="2108">
                  <c:v>0.76201943599999999</c:v>
                </c:pt>
                <c:pt idx="2109">
                  <c:v>0.74990939199999995</c:v>
                </c:pt>
                <c:pt idx="2110">
                  <c:v>0.60003851200000002</c:v>
                </c:pt>
                <c:pt idx="2111">
                  <c:v>0.51975560200000004</c:v>
                </c:pt>
                <c:pt idx="2112">
                  <c:v>0.47671707600000002</c:v>
                </c:pt>
                <c:pt idx="2113">
                  <c:v>0.452831606</c:v>
                </c:pt>
                <c:pt idx="2114">
                  <c:v>0.411226123</c:v>
                </c:pt>
                <c:pt idx="2115">
                  <c:v>0.37939802299999997</c:v>
                </c:pt>
                <c:pt idx="2116">
                  <c:v>0.353938788</c:v>
                </c:pt>
                <c:pt idx="2117">
                  <c:v>0.39657439</c:v>
                </c:pt>
                <c:pt idx="2118">
                  <c:v>0.48486483800000002</c:v>
                </c:pt>
                <c:pt idx="2119">
                  <c:v>0.42451170900000001</c:v>
                </c:pt>
                <c:pt idx="2120">
                  <c:v>0.54646353999999997</c:v>
                </c:pt>
                <c:pt idx="2121">
                  <c:v>0.769101547</c:v>
                </c:pt>
                <c:pt idx="2122">
                  <c:v>0.76154492299999998</c:v>
                </c:pt>
                <c:pt idx="2123">
                  <c:v>0.76192275399999998</c:v>
                </c:pt>
                <c:pt idx="2124">
                  <c:v>0.76190386200000004</c:v>
                </c:pt>
                <c:pt idx="2125">
                  <c:v>0.76190480699999996</c:v>
                </c:pt>
                <c:pt idx="2126">
                  <c:v>0.76190475999999996</c:v>
                </c:pt>
                <c:pt idx="2127">
                  <c:v>0.76190476200000001</c:v>
                </c:pt>
                <c:pt idx="2128">
                  <c:v>0.76190476200000001</c:v>
                </c:pt>
                <c:pt idx="2129">
                  <c:v>0.73811810899999997</c:v>
                </c:pt>
                <c:pt idx="2130">
                  <c:v>0.641129379</c:v>
                </c:pt>
                <c:pt idx="2131">
                  <c:v>0.52941886400000004</c:v>
                </c:pt>
                <c:pt idx="2132">
                  <c:v>0.43034971399999999</c:v>
                </c:pt>
                <c:pt idx="2133">
                  <c:v>0.464183758</c:v>
                </c:pt>
                <c:pt idx="2134">
                  <c:v>0.42085602</c:v>
                </c:pt>
                <c:pt idx="2135">
                  <c:v>0.47699099900000003</c:v>
                </c:pt>
                <c:pt idx="2136">
                  <c:v>0.563399914</c:v>
                </c:pt>
                <c:pt idx="2137">
                  <c:v>0.683130601</c:v>
                </c:pt>
                <c:pt idx="2138">
                  <c:v>0.76584346999999997</c:v>
                </c:pt>
                <c:pt idx="2139">
                  <c:v>0.76170782699999995</c:v>
                </c:pt>
                <c:pt idx="2140">
                  <c:v>0.76191460899999996</c:v>
                </c:pt>
                <c:pt idx="2141">
                  <c:v>0.76190427000000005</c:v>
                </c:pt>
                <c:pt idx="2142">
                  <c:v>0.76190478699999997</c:v>
                </c:pt>
                <c:pt idx="2143">
                  <c:v>0.72565285000000002</c:v>
                </c:pt>
                <c:pt idx="2144">
                  <c:v>0.76371735799999996</c:v>
                </c:pt>
                <c:pt idx="2145">
                  <c:v>0.76181413200000003</c:v>
                </c:pt>
                <c:pt idx="2146">
                  <c:v>0.76190929299999999</c:v>
                </c:pt>
                <c:pt idx="2147">
                  <c:v>0.76190453499999999</c:v>
                </c:pt>
                <c:pt idx="2148">
                  <c:v>0.76190477300000004</c:v>
                </c:pt>
                <c:pt idx="2149">
                  <c:v>0.76190476100000004</c:v>
                </c:pt>
                <c:pt idx="2150">
                  <c:v>0.76190476200000001</c:v>
                </c:pt>
                <c:pt idx="2151">
                  <c:v>0.76190476200000001</c:v>
                </c:pt>
                <c:pt idx="2152">
                  <c:v>0.76190476200000001</c:v>
                </c:pt>
                <c:pt idx="2153">
                  <c:v>0.76190476200000001</c:v>
                </c:pt>
                <c:pt idx="2154">
                  <c:v>0.76190476200000001</c:v>
                </c:pt>
                <c:pt idx="2155">
                  <c:v>0.72481825700000002</c:v>
                </c:pt>
                <c:pt idx="2156">
                  <c:v>0.71078052999999997</c:v>
                </c:pt>
                <c:pt idx="2157">
                  <c:v>0.70667424499999998</c:v>
                </c:pt>
                <c:pt idx="2158">
                  <c:v>0.68779822899999998</c:v>
                </c:pt>
                <c:pt idx="2159">
                  <c:v>0.72358113999999996</c:v>
                </c:pt>
                <c:pt idx="2160">
                  <c:v>0.68349080699999998</c:v>
                </c:pt>
                <c:pt idx="2161">
                  <c:v>0.74906163100000001</c:v>
                </c:pt>
                <c:pt idx="2162">
                  <c:v>0.76254691799999996</c:v>
                </c:pt>
                <c:pt idx="2163">
                  <c:v>0.74009285999999996</c:v>
                </c:pt>
                <c:pt idx="2164">
                  <c:v>0.76299535699999999</c:v>
                </c:pt>
                <c:pt idx="2165">
                  <c:v>0.72754968200000003</c:v>
                </c:pt>
                <c:pt idx="2166">
                  <c:v>0.76362251599999997</c:v>
                </c:pt>
                <c:pt idx="2167">
                  <c:v>0.76181887400000003</c:v>
                </c:pt>
                <c:pt idx="2168">
                  <c:v>0.76190905600000003</c:v>
                </c:pt>
                <c:pt idx="2169">
                  <c:v>0.76190454699999999</c:v>
                </c:pt>
                <c:pt idx="2170">
                  <c:v>0.76190477300000004</c:v>
                </c:pt>
                <c:pt idx="2171">
                  <c:v>0.76190476100000004</c:v>
                </c:pt>
                <c:pt idx="2172">
                  <c:v>0.76190476200000001</c:v>
                </c:pt>
                <c:pt idx="2173">
                  <c:v>0.716061163</c:v>
                </c:pt>
                <c:pt idx="2174">
                  <c:v>0.63963673200000004</c:v>
                </c:pt>
                <c:pt idx="2175">
                  <c:v>0.65877403000000001</c:v>
                </c:pt>
                <c:pt idx="2176">
                  <c:v>0.63350315999999995</c:v>
                </c:pt>
                <c:pt idx="2177">
                  <c:v>0.60446919899999996</c:v>
                </c:pt>
                <c:pt idx="2178">
                  <c:v>0.51374052699999995</c:v>
                </c:pt>
                <c:pt idx="2179">
                  <c:v>0.42296372999999998</c:v>
                </c:pt>
                <c:pt idx="2180">
                  <c:v>0.329414865</c:v>
                </c:pt>
                <c:pt idx="2181">
                  <c:v>0.40221270999999997</c:v>
                </c:pt>
                <c:pt idx="2182">
                  <c:v>0.46221542100000002</c:v>
                </c:pt>
                <c:pt idx="2183">
                  <c:v>0.536976868</c:v>
                </c:pt>
                <c:pt idx="2184">
                  <c:v>0.63105995999999998</c:v>
                </c:pt>
                <c:pt idx="2185">
                  <c:v>0.58620984799999998</c:v>
                </c:pt>
                <c:pt idx="2186">
                  <c:v>0.59003151499999995</c:v>
                </c:pt>
                <c:pt idx="2187">
                  <c:v>0.60054040500000005</c:v>
                </c:pt>
                <c:pt idx="2188">
                  <c:v>0.61189139100000001</c:v>
                </c:pt>
                <c:pt idx="2189">
                  <c:v>0.57281271099999997</c:v>
                </c:pt>
                <c:pt idx="2190">
                  <c:v>0.52293862899999999</c:v>
                </c:pt>
                <c:pt idx="2191">
                  <c:v>0.58076107600000004</c:v>
                </c:pt>
                <c:pt idx="2192">
                  <c:v>0.73354047099999997</c:v>
                </c:pt>
                <c:pt idx="2193">
                  <c:v>0.76332297599999999</c:v>
                </c:pt>
                <c:pt idx="2194">
                  <c:v>0.76183385100000001</c:v>
                </c:pt>
                <c:pt idx="2195">
                  <c:v>0.76190830700000001</c:v>
                </c:pt>
                <c:pt idx="2196">
                  <c:v>0.76190458500000002</c:v>
                </c:pt>
                <c:pt idx="2197">
                  <c:v>0.76190477099999998</c:v>
                </c:pt>
                <c:pt idx="2198">
                  <c:v>0.76190476100000004</c:v>
                </c:pt>
                <c:pt idx="2199">
                  <c:v>0.76190476200000001</c:v>
                </c:pt>
                <c:pt idx="2200">
                  <c:v>0.76190476200000001</c:v>
                </c:pt>
                <c:pt idx="2201">
                  <c:v>0.76190476200000001</c:v>
                </c:pt>
                <c:pt idx="2202">
                  <c:v>0.76190476200000001</c:v>
                </c:pt>
                <c:pt idx="2203">
                  <c:v>0.72687930199999995</c:v>
                </c:pt>
                <c:pt idx="2204">
                  <c:v>0.74382636300000005</c:v>
                </c:pt>
                <c:pt idx="2205">
                  <c:v>0.76280868199999996</c:v>
                </c:pt>
                <c:pt idx="2206">
                  <c:v>0.76185956600000004</c:v>
                </c:pt>
                <c:pt idx="2207">
                  <c:v>0.68304716200000004</c:v>
                </c:pt>
                <c:pt idx="2208">
                  <c:v>0.65134239299999996</c:v>
                </c:pt>
                <c:pt idx="2209">
                  <c:v>0.75901291299999996</c:v>
                </c:pt>
                <c:pt idx="2210">
                  <c:v>0.73530335800000002</c:v>
                </c:pt>
                <c:pt idx="2211">
                  <c:v>0.73753040700000005</c:v>
                </c:pt>
                <c:pt idx="2212">
                  <c:v>0.76312347999999997</c:v>
                </c:pt>
                <c:pt idx="2213">
                  <c:v>0.73179918799999999</c:v>
                </c:pt>
                <c:pt idx="2214">
                  <c:v>0.67872960199999999</c:v>
                </c:pt>
                <c:pt idx="2215">
                  <c:v>0.73680642299999999</c:v>
                </c:pt>
                <c:pt idx="2216">
                  <c:v>0.76315967900000004</c:v>
                </c:pt>
                <c:pt idx="2217">
                  <c:v>0.76184201600000001</c:v>
                </c:pt>
                <c:pt idx="2218">
                  <c:v>0.761907899</c:v>
                </c:pt>
                <c:pt idx="2219">
                  <c:v>0.76190460500000001</c:v>
                </c:pt>
                <c:pt idx="2220">
                  <c:v>0.76190477000000001</c:v>
                </c:pt>
                <c:pt idx="2221">
                  <c:v>0.76190476200000001</c:v>
                </c:pt>
                <c:pt idx="2222">
                  <c:v>0.76190476200000001</c:v>
                </c:pt>
                <c:pt idx="2223">
                  <c:v>0.76190476200000001</c:v>
                </c:pt>
                <c:pt idx="2224">
                  <c:v>0.76190476200000001</c:v>
                </c:pt>
                <c:pt idx="2225">
                  <c:v>0.73828343699999999</c:v>
                </c:pt>
                <c:pt idx="2226">
                  <c:v>0.73014125500000004</c:v>
                </c:pt>
                <c:pt idx="2227">
                  <c:v>0.76349293699999998</c:v>
                </c:pt>
                <c:pt idx="2228">
                  <c:v>0.70843522299999995</c:v>
                </c:pt>
                <c:pt idx="2229">
                  <c:v>0.62808366400000004</c:v>
                </c:pt>
                <c:pt idx="2230">
                  <c:v>0.67999448100000004</c:v>
                </c:pt>
                <c:pt idx="2231">
                  <c:v>0.73470024099999998</c:v>
                </c:pt>
                <c:pt idx="2232">
                  <c:v>0.76326498799999998</c:v>
                </c:pt>
                <c:pt idx="2233">
                  <c:v>0.76183675100000003</c:v>
                </c:pt>
                <c:pt idx="2234">
                  <c:v>0.73281259899999995</c:v>
                </c:pt>
                <c:pt idx="2235">
                  <c:v>0.68588054399999998</c:v>
                </c:pt>
                <c:pt idx="2236">
                  <c:v>0.63441164400000005</c:v>
                </c:pt>
                <c:pt idx="2237">
                  <c:v>0.58467747999999997</c:v>
                </c:pt>
                <c:pt idx="2238">
                  <c:v>0.55227613200000003</c:v>
                </c:pt>
                <c:pt idx="2239">
                  <c:v>0.64809778200000001</c:v>
                </c:pt>
                <c:pt idx="2240">
                  <c:v>0.71097645899999995</c:v>
                </c:pt>
                <c:pt idx="2241">
                  <c:v>0.76445117699999998</c:v>
                </c:pt>
                <c:pt idx="2242">
                  <c:v>0.761777441</c:v>
                </c:pt>
                <c:pt idx="2243">
                  <c:v>0.76191112800000005</c:v>
                </c:pt>
                <c:pt idx="2244">
                  <c:v>0.76190444400000001</c:v>
                </c:pt>
                <c:pt idx="2245">
                  <c:v>0.761904778</c:v>
                </c:pt>
                <c:pt idx="2246">
                  <c:v>0.76190476100000004</c:v>
                </c:pt>
                <c:pt idx="2247">
                  <c:v>0.76190476200000001</c:v>
                </c:pt>
                <c:pt idx="2248">
                  <c:v>0.76190476200000001</c:v>
                </c:pt>
                <c:pt idx="2249">
                  <c:v>0.76190476200000001</c:v>
                </c:pt>
                <c:pt idx="2250">
                  <c:v>0.76190476200000001</c:v>
                </c:pt>
                <c:pt idx="2251">
                  <c:v>0.76190476200000001</c:v>
                </c:pt>
                <c:pt idx="2252">
                  <c:v>0.76190476200000001</c:v>
                </c:pt>
                <c:pt idx="2253">
                  <c:v>0.76190476200000001</c:v>
                </c:pt>
                <c:pt idx="2254">
                  <c:v>0.76190476200000001</c:v>
                </c:pt>
                <c:pt idx="2255">
                  <c:v>0.76190476200000001</c:v>
                </c:pt>
                <c:pt idx="2256">
                  <c:v>0.76190476200000001</c:v>
                </c:pt>
                <c:pt idx="2257">
                  <c:v>0.76190476200000001</c:v>
                </c:pt>
                <c:pt idx="2258">
                  <c:v>0.76190476200000001</c:v>
                </c:pt>
                <c:pt idx="2259">
                  <c:v>0.76190476200000001</c:v>
                </c:pt>
                <c:pt idx="2260">
                  <c:v>0.71218199199999999</c:v>
                </c:pt>
                <c:pt idx="2261">
                  <c:v>0.75283691900000005</c:v>
                </c:pt>
                <c:pt idx="2262">
                  <c:v>0.73441327499999998</c:v>
                </c:pt>
                <c:pt idx="2263">
                  <c:v>0.65728204599999995</c:v>
                </c:pt>
                <c:pt idx="2264">
                  <c:v>0.67465735800000004</c:v>
                </c:pt>
                <c:pt idx="2265">
                  <c:v>0.76626713199999996</c:v>
                </c:pt>
                <c:pt idx="2266">
                  <c:v>0.761686643</c:v>
                </c:pt>
                <c:pt idx="2267">
                  <c:v>0.76191566799999999</c:v>
                </c:pt>
                <c:pt idx="2268">
                  <c:v>0.76190421699999999</c:v>
                </c:pt>
                <c:pt idx="2269">
                  <c:v>0.76190478900000003</c:v>
                </c:pt>
                <c:pt idx="2270">
                  <c:v>0.76190476100000004</c:v>
                </c:pt>
                <c:pt idx="2271">
                  <c:v>0.76190476200000001</c:v>
                </c:pt>
                <c:pt idx="2272">
                  <c:v>0.75139721400000004</c:v>
                </c:pt>
                <c:pt idx="2273">
                  <c:v>0.69035294400000002</c:v>
                </c:pt>
                <c:pt idx="2274">
                  <c:v>0.600831907</c:v>
                </c:pt>
                <c:pt idx="2275">
                  <c:v>0.63953108599999997</c:v>
                </c:pt>
                <c:pt idx="2276">
                  <c:v>0.69889549900000003</c:v>
                </c:pt>
                <c:pt idx="2277">
                  <c:v>0.70248088600000003</c:v>
                </c:pt>
                <c:pt idx="2278">
                  <c:v>0.70959889799999998</c:v>
                </c:pt>
                <c:pt idx="2279">
                  <c:v>0.76360512199999997</c:v>
                </c:pt>
                <c:pt idx="2280">
                  <c:v>0.76181974399999997</c:v>
                </c:pt>
                <c:pt idx="2281">
                  <c:v>0.76190901300000002</c:v>
                </c:pt>
                <c:pt idx="2282">
                  <c:v>0.69917689000000005</c:v>
                </c:pt>
                <c:pt idx="2283">
                  <c:v>0.64863884500000002</c:v>
                </c:pt>
                <c:pt idx="2284">
                  <c:v>0.60557479199999997</c:v>
                </c:pt>
                <c:pt idx="2285">
                  <c:v>0.57666708099999997</c:v>
                </c:pt>
                <c:pt idx="2286">
                  <c:v>0.51994493200000003</c:v>
                </c:pt>
                <c:pt idx="2287">
                  <c:v>0.530599924</c:v>
                </c:pt>
                <c:pt idx="2288">
                  <c:v>0.54457775500000005</c:v>
                </c:pt>
                <c:pt idx="2289">
                  <c:v>0.56566505700000003</c:v>
                </c:pt>
                <c:pt idx="2290">
                  <c:v>0.60496819000000002</c:v>
                </c:pt>
                <c:pt idx="2291">
                  <c:v>0.76975159100000001</c:v>
                </c:pt>
                <c:pt idx="2292">
                  <c:v>0.76151241999999997</c:v>
                </c:pt>
                <c:pt idx="2293">
                  <c:v>0.76192437899999998</c:v>
                </c:pt>
                <c:pt idx="2294">
                  <c:v>0.761903781</c:v>
                </c:pt>
                <c:pt idx="2295">
                  <c:v>0.76190481099999996</c:v>
                </c:pt>
                <c:pt idx="2296">
                  <c:v>0.76190475899999999</c:v>
                </c:pt>
                <c:pt idx="2297">
                  <c:v>0.76190476200000001</c:v>
                </c:pt>
                <c:pt idx="2298">
                  <c:v>0.76190476200000001</c:v>
                </c:pt>
                <c:pt idx="2299">
                  <c:v>0.76190476200000001</c:v>
                </c:pt>
                <c:pt idx="2300">
                  <c:v>0.76190476200000001</c:v>
                </c:pt>
                <c:pt idx="2301">
                  <c:v>0.72671728400000002</c:v>
                </c:pt>
                <c:pt idx="2302">
                  <c:v>0.61812998600000002</c:v>
                </c:pt>
                <c:pt idx="2303">
                  <c:v>0.54555361599999996</c:v>
                </c:pt>
                <c:pt idx="2304">
                  <c:v>0.53690121300000004</c:v>
                </c:pt>
                <c:pt idx="2305">
                  <c:v>0.62221222799999998</c:v>
                </c:pt>
                <c:pt idx="2306">
                  <c:v>0.60248427900000001</c:v>
                </c:pt>
                <c:pt idx="2307">
                  <c:v>0.56796339100000004</c:v>
                </c:pt>
                <c:pt idx="2308">
                  <c:v>0.54631319300000003</c:v>
                </c:pt>
                <c:pt idx="2309">
                  <c:v>0.50556949200000001</c:v>
                </c:pt>
                <c:pt idx="2310">
                  <c:v>0.44831733299999998</c:v>
                </c:pt>
                <c:pt idx="2311">
                  <c:v>0.53513526600000005</c:v>
                </c:pt>
                <c:pt idx="2312">
                  <c:v>0.68454097700000005</c:v>
                </c:pt>
                <c:pt idx="2313">
                  <c:v>0.76577295099999998</c:v>
                </c:pt>
                <c:pt idx="2314">
                  <c:v>0.76171135199999995</c:v>
                </c:pt>
                <c:pt idx="2315">
                  <c:v>0.76191443199999997</c:v>
                </c:pt>
                <c:pt idx="2316">
                  <c:v>0.76190427800000005</c:v>
                </c:pt>
                <c:pt idx="2317">
                  <c:v>0.761904786</c:v>
                </c:pt>
                <c:pt idx="2318">
                  <c:v>0.76190476100000004</c:v>
                </c:pt>
                <c:pt idx="2319">
                  <c:v>0.76190476200000001</c:v>
                </c:pt>
                <c:pt idx="2320">
                  <c:v>0.76190476200000001</c:v>
                </c:pt>
                <c:pt idx="2321">
                  <c:v>0.76190476200000001</c:v>
                </c:pt>
                <c:pt idx="2322">
                  <c:v>0.76190476200000001</c:v>
                </c:pt>
                <c:pt idx="2323">
                  <c:v>0.68655991500000002</c:v>
                </c:pt>
                <c:pt idx="2324">
                  <c:v>0.68511341100000001</c:v>
                </c:pt>
                <c:pt idx="2325">
                  <c:v>0.70865068399999998</c:v>
                </c:pt>
                <c:pt idx="2326">
                  <c:v>0.62106129200000004</c:v>
                </c:pt>
                <c:pt idx="2327">
                  <c:v>0.58411084999999996</c:v>
                </c:pt>
                <c:pt idx="2328">
                  <c:v>0.55850546700000003</c:v>
                </c:pt>
                <c:pt idx="2329">
                  <c:v>0.51975141800000002</c:v>
                </c:pt>
                <c:pt idx="2330">
                  <c:v>0.48100387300000003</c:v>
                </c:pt>
                <c:pt idx="2331">
                  <c:v>0.59542692500000005</c:v>
                </c:pt>
                <c:pt idx="2332">
                  <c:v>0.70256513499999995</c:v>
                </c:pt>
                <c:pt idx="2333">
                  <c:v>0.76487174300000005</c:v>
                </c:pt>
                <c:pt idx="2334">
                  <c:v>0.76175641299999997</c:v>
                </c:pt>
                <c:pt idx="2335">
                  <c:v>0.76191217899999997</c:v>
                </c:pt>
                <c:pt idx="2336">
                  <c:v>0.76190439099999996</c:v>
                </c:pt>
                <c:pt idx="2337">
                  <c:v>0.76190477999999995</c:v>
                </c:pt>
                <c:pt idx="2338">
                  <c:v>0.76190476100000004</c:v>
                </c:pt>
                <c:pt idx="2339">
                  <c:v>0.76190476200000001</c:v>
                </c:pt>
                <c:pt idx="2340">
                  <c:v>0.76190476200000001</c:v>
                </c:pt>
                <c:pt idx="2341">
                  <c:v>0.76190476200000001</c:v>
                </c:pt>
                <c:pt idx="2342">
                  <c:v>0.76190476200000001</c:v>
                </c:pt>
                <c:pt idx="2343">
                  <c:v>0.76190476200000001</c:v>
                </c:pt>
                <c:pt idx="2344">
                  <c:v>0.76190476200000001</c:v>
                </c:pt>
                <c:pt idx="2345">
                  <c:v>0.76190476200000001</c:v>
                </c:pt>
                <c:pt idx="2346">
                  <c:v>0.76190476200000001</c:v>
                </c:pt>
                <c:pt idx="2347">
                  <c:v>0.76190476200000001</c:v>
                </c:pt>
                <c:pt idx="2348">
                  <c:v>0.76190476200000001</c:v>
                </c:pt>
                <c:pt idx="2349">
                  <c:v>0.75570632299999996</c:v>
                </c:pt>
                <c:pt idx="2350">
                  <c:v>0.76221468400000003</c:v>
                </c:pt>
                <c:pt idx="2351">
                  <c:v>0.76188926599999995</c:v>
                </c:pt>
                <c:pt idx="2352">
                  <c:v>0.76190553699999997</c:v>
                </c:pt>
                <c:pt idx="2353">
                  <c:v>0.76190472300000001</c:v>
                </c:pt>
                <c:pt idx="2354">
                  <c:v>0.76190476399999996</c:v>
                </c:pt>
                <c:pt idx="2355">
                  <c:v>0.76190476200000001</c:v>
                </c:pt>
                <c:pt idx="2356">
                  <c:v>0.76190476200000001</c:v>
                </c:pt>
                <c:pt idx="2357">
                  <c:v>0.76190476200000001</c:v>
                </c:pt>
                <c:pt idx="2358">
                  <c:v>0.76190476200000001</c:v>
                </c:pt>
                <c:pt idx="2359">
                  <c:v>0.76190476200000001</c:v>
                </c:pt>
                <c:pt idx="2360">
                  <c:v>0.76190476200000001</c:v>
                </c:pt>
                <c:pt idx="2361">
                  <c:v>0.76190476200000001</c:v>
                </c:pt>
                <c:pt idx="2362">
                  <c:v>0.76190476200000001</c:v>
                </c:pt>
                <c:pt idx="2363">
                  <c:v>0.76190476200000001</c:v>
                </c:pt>
                <c:pt idx="2364">
                  <c:v>0.76190476200000001</c:v>
                </c:pt>
                <c:pt idx="2365">
                  <c:v>0.76190476200000001</c:v>
                </c:pt>
                <c:pt idx="2366">
                  <c:v>0.76190476200000001</c:v>
                </c:pt>
                <c:pt idx="2367">
                  <c:v>0.76190476200000001</c:v>
                </c:pt>
                <c:pt idx="2368">
                  <c:v>0.71906007900000002</c:v>
                </c:pt>
                <c:pt idx="2369">
                  <c:v>0.76404699600000003</c:v>
                </c:pt>
                <c:pt idx="2370">
                  <c:v>0.692864551</c:v>
                </c:pt>
                <c:pt idx="2371">
                  <c:v>0.64807390099999995</c:v>
                </c:pt>
                <c:pt idx="2372">
                  <c:v>0.67577149700000005</c:v>
                </c:pt>
                <c:pt idx="2373">
                  <c:v>0.73420800200000003</c:v>
                </c:pt>
                <c:pt idx="2374">
                  <c:v>0.76328960000000001</c:v>
                </c:pt>
                <c:pt idx="2375">
                  <c:v>0.66984308599999998</c:v>
                </c:pt>
                <c:pt idx="2376">
                  <c:v>0.76264347200000004</c:v>
                </c:pt>
                <c:pt idx="2377">
                  <c:v>0.75137699999999996</c:v>
                </c:pt>
                <c:pt idx="2378">
                  <c:v>0.73008969300000004</c:v>
                </c:pt>
                <c:pt idx="2379">
                  <c:v>0.73000413600000003</c:v>
                </c:pt>
                <c:pt idx="2380">
                  <c:v>0.71929628400000001</c:v>
                </c:pt>
                <c:pt idx="2381">
                  <c:v>0.71441500099999999</c:v>
                </c:pt>
                <c:pt idx="2382">
                  <c:v>0.65218975300000004</c:v>
                </c:pt>
                <c:pt idx="2383">
                  <c:v>0.57912317999999996</c:v>
                </c:pt>
                <c:pt idx="2384">
                  <c:v>0.53186957899999998</c:v>
                </c:pt>
                <c:pt idx="2385">
                  <c:v>0.62671763800000002</c:v>
                </c:pt>
                <c:pt idx="2386">
                  <c:v>0.74852059900000001</c:v>
                </c:pt>
                <c:pt idx="2387">
                  <c:v>0.76257397000000005</c:v>
                </c:pt>
                <c:pt idx="2388">
                  <c:v>0.761871301</c:v>
                </c:pt>
                <c:pt idx="2389">
                  <c:v>0.76190643499999999</c:v>
                </c:pt>
                <c:pt idx="2390">
                  <c:v>0.76190467799999995</c:v>
                </c:pt>
                <c:pt idx="2391">
                  <c:v>0.76190476600000001</c:v>
                </c:pt>
                <c:pt idx="2392">
                  <c:v>0.76190476200000001</c:v>
                </c:pt>
                <c:pt idx="2393">
                  <c:v>0.71410550900000003</c:v>
                </c:pt>
                <c:pt idx="2394">
                  <c:v>0.71828694599999998</c:v>
                </c:pt>
                <c:pt idx="2395">
                  <c:v>0.60959103999999997</c:v>
                </c:pt>
                <c:pt idx="2396">
                  <c:v>0.45277678199999999</c:v>
                </c:pt>
                <c:pt idx="2397">
                  <c:v>0.46553003999999998</c:v>
                </c:pt>
                <c:pt idx="2398">
                  <c:v>0.44221482099999998</c:v>
                </c:pt>
                <c:pt idx="2399">
                  <c:v>0.484048274</c:v>
                </c:pt>
                <c:pt idx="2400">
                  <c:v>0.47897371900000002</c:v>
                </c:pt>
                <c:pt idx="2401">
                  <c:v>0.44507204</c:v>
                </c:pt>
                <c:pt idx="2402">
                  <c:v>0.53155696200000002</c:v>
                </c:pt>
                <c:pt idx="2403">
                  <c:v>0.59510836700000003</c:v>
                </c:pt>
                <c:pt idx="2404">
                  <c:v>0.70475702100000004</c:v>
                </c:pt>
                <c:pt idx="2405">
                  <c:v>0.76476214899999995</c:v>
                </c:pt>
                <c:pt idx="2406">
                  <c:v>0.76176189299999997</c:v>
                </c:pt>
                <c:pt idx="2407">
                  <c:v>0.76191190499999994</c:v>
                </c:pt>
                <c:pt idx="2408">
                  <c:v>0.76190440500000001</c:v>
                </c:pt>
                <c:pt idx="2409">
                  <c:v>0.76190477999999995</c:v>
                </c:pt>
                <c:pt idx="2410">
                  <c:v>0.76190476100000004</c:v>
                </c:pt>
                <c:pt idx="2411">
                  <c:v>0.76190476200000001</c:v>
                </c:pt>
                <c:pt idx="2412">
                  <c:v>0.76190476200000001</c:v>
                </c:pt>
                <c:pt idx="2413">
                  <c:v>0.76190476200000001</c:v>
                </c:pt>
                <c:pt idx="2414">
                  <c:v>0.76190476200000001</c:v>
                </c:pt>
                <c:pt idx="2415">
                  <c:v>0.76190476200000001</c:v>
                </c:pt>
                <c:pt idx="2416">
                  <c:v>0.76190476200000001</c:v>
                </c:pt>
                <c:pt idx="2417">
                  <c:v>0.76190476200000001</c:v>
                </c:pt>
                <c:pt idx="2418">
                  <c:v>0.76190476200000001</c:v>
                </c:pt>
                <c:pt idx="2419">
                  <c:v>0.76190476200000001</c:v>
                </c:pt>
                <c:pt idx="2420">
                  <c:v>0.76097674199999998</c:v>
                </c:pt>
                <c:pt idx="2421">
                  <c:v>0.76195116299999999</c:v>
                </c:pt>
                <c:pt idx="2422">
                  <c:v>0.72937969300000005</c:v>
                </c:pt>
                <c:pt idx="2423">
                  <c:v>0.76353101499999998</c:v>
                </c:pt>
                <c:pt idx="2424">
                  <c:v>0.76182344899999999</c:v>
                </c:pt>
                <c:pt idx="2425">
                  <c:v>0.76190882800000004</c:v>
                </c:pt>
                <c:pt idx="2426">
                  <c:v>0.76190455899999998</c:v>
                </c:pt>
                <c:pt idx="2427">
                  <c:v>0.73682869600000001</c:v>
                </c:pt>
                <c:pt idx="2428">
                  <c:v>0.76315856500000001</c:v>
                </c:pt>
                <c:pt idx="2429">
                  <c:v>0.74890479799999998</c:v>
                </c:pt>
                <c:pt idx="2430">
                  <c:v>0.70341394999999995</c:v>
                </c:pt>
                <c:pt idx="2431">
                  <c:v>0.76482930199999999</c:v>
                </c:pt>
                <c:pt idx="2432">
                  <c:v>0.76175853500000001</c:v>
                </c:pt>
                <c:pt idx="2433">
                  <c:v>0.76191207299999997</c:v>
                </c:pt>
                <c:pt idx="2434">
                  <c:v>0.76190439600000004</c:v>
                </c:pt>
                <c:pt idx="2435">
                  <c:v>0.76190477999999995</c:v>
                </c:pt>
                <c:pt idx="2436">
                  <c:v>0.76190476100000004</c:v>
                </c:pt>
                <c:pt idx="2437">
                  <c:v>0.76190476200000001</c:v>
                </c:pt>
                <c:pt idx="2438">
                  <c:v>0.76190476200000001</c:v>
                </c:pt>
                <c:pt idx="2439">
                  <c:v>0.76190476200000001</c:v>
                </c:pt>
                <c:pt idx="2440">
                  <c:v>0.76190476200000001</c:v>
                </c:pt>
                <c:pt idx="2441">
                  <c:v>0.73983901299999999</c:v>
                </c:pt>
                <c:pt idx="2442">
                  <c:v>0.67219943100000001</c:v>
                </c:pt>
                <c:pt idx="2443">
                  <c:v>0.53964535000000002</c:v>
                </c:pt>
                <c:pt idx="2444">
                  <c:v>0.43449309200000003</c:v>
                </c:pt>
                <c:pt idx="2445">
                  <c:v>0.29321272799999998</c:v>
                </c:pt>
                <c:pt idx="2446">
                  <c:v>0.149316541</c:v>
                </c:pt>
                <c:pt idx="2447">
                  <c:v>0.126080464</c:v>
                </c:pt>
                <c:pt idx="2448">
                  <c:v>0.22185930300000001</c:v>
                </c:pt>
                <c:pt idx="2449">
                  <c:v>0.23169113799999999</c:v>
                </c:pt>
                <c:pt idx="2450">
                  <c:v>0.26007881599999999</c:v>
                </c:pt>
                <c:pt idx="2451">
                  <c:v>0.23713711000000001</c:v>
                </c:pt>
                <c:pt idx="2452">
                  <c:v>0.22882798100000001</c:v>
                </c:pt>
                <c:pt idx="2453">
                  <c:v>0.21051476599999999</c:v>
                </c:pt>
                <c:pt idx="2454">
                  <c:v>0.264996815</c:v>
                </c:pt>
                <c:pt idx="2455">
                  <c:v>0.33058969799999999</c:v>
                </c:pt>
                <c:pt idx="2456">
                  <c:v>0.33332867500000002</c:v>
                </c:pt>
                <c:pt idx="2457">
                  <c:v>0.259378469</c:v>
                </c:pt>
                <c:pt idx="2458">
                  <c:v>0.26553575600000001</c:v>
                </c:pt>
                <c:pt idx="2459">
                  <c:v>0.28183783499999998</c:v>
                </c:pt>
                <c:pt idx="2460">
                  <c:v>0.232317837</c:v>
                </c:pt>
                <c:pt idx="2461">
                  <c:v>0.43890008200000002</c:v>
                </c:pt>
                <c:pt idx="2462">
                  <c:v>0.52056488000000001</c:v>
                </c:pt>
                <c:pt idx="2463">
                  <c:v>0.66895559100000002</c:v>
                </c:pt>
                <c:pt idx="2464">
                  <c:v>0.76655222000000001</c:v>
                </c:pt>
                <c:pt idx="2465">
                  <c:v>0.76167238900000001</c:v>
                </c:pt>
                <c:pt idx="2466">
                  <c:v>0.76191638100000003</c:v>
                </c:pt>
                <c:pt idx="2467">
                  <c:v>0.76190418100000001</c:v>
                </c:pt>
                <c:pt idx="2468">
                  <c:v>0.69370452999999999</c:v>
                </c:pt>
                <c:pt idx="2469">
                  <c:v>0.70980673400000005</c:v>
                </c:pt>
                <c:pt idx="2470">
                  <c:v>0.69001286399999995</c:v>
                </c:pt>
                <c:pt idx="2471">
                  <c:v>0.60607578799999995</c:v>
                </c:pt>
                <c:pt idx="2472">
                  <c:v>0.56201085299999998</c:v>
                </c:pt>
                <c:pt idx="2473">
                  <c:v>0.51932756199999996</c:v>
                </c:pt>
                <c:pt idx="2474">
                  <c:v>0.57861540600000005</c:v>
                </c:pt>
                <c:pt idx="2475">
                  <c:v>0.65353519500000001</c:v>
                </c:pt>
                <c:pt idx="2476">
                  <c:v>0.75083452399999995</c:v>
                </c:pt>
                <c:pt idx="2477">
                  <c:v>0.71427922899999996</c:v>
                </c:pt>
                <c:pt idx="2478">
                  <c:v>0.65803725400000002</c:v>
                </c:pt>
                <c:pt idx="2479">
                  <c:v>0.63218049700000001</c:v>
                </c:pt>
                <c:pt idx="2480">
                  <c:v>0.76839097499999998</c:v>
                </c:pt>
                <c:pt idx="2481">
                  <c:v>0.73706724700000004</c:v>
                </c:pt>
                <c:pt idx="2482">
                  <c:v>0.76314663800000004</c:v>
                </c:pt>
                <c:pt idx="2483">
                  <c:v>0.761842668</c:v>
                </c:pt>
                <c:pt idx="2484">
                  <c:v>0.76190786700000002</c:v>
                </c:pt>
                <c:pt idx="2485">
                  <c:v>0.76190460699999996</c:v>
                </c:pt>
                <c:pt idx="2486">
                  <c:v>0.76190477000000001</c:v>
                </c:pt>
                <c:pt idx="2487">
                  <c:v>0.750637106</c:v>
                </c:pt>
                <c:pt idx="2488">
                  <c:v>0.76246814500000004</c:v>
                </c:pt>
                <c:pt idx="2489">
                  <c:v>0.68325597800000004</c:v>
                </c:pt>
                <c:pt idx="2490">
                  <c:v>0.64188013899999996</c:v>
                </c:pt>
                <c:pt idx="2491">
                  <c:v>0.69049627300000005</c:v>
                </c:pt>
                <c:pt idx="2492">
                  <c:v>0.623227066</c:v>
                </c:pt>
                <c:pt idx="2493">
                  <c:v>0.51481581799999998</c:v>
                </c:pt>
                <c:pt idx="2494">
                  <c:v>0.38451805100000003</c:v>
                </c:pt>
                <c:pt idx="2495">
                  <c:v>0.25389995799999998</c:v>
                </c:pt>
                <c:pt idx="2496">
                  <c:v>0.24975634699999999</c:v>
                </c:pt>
                <c:pt idx="2497">
                  <c:v>0.33078937200000003</c:v>
                </c:pt>
                <c:pt idx="2498">
                  <c:v>0.37978689500000001</c:v>
                </c:pt>
                <c:pt idx="2499">
                  <c:v>0.47047305</c:v>
                </c:pt>
                <c:pt idx="2500">
                  <c:v>0.46187182799999998</c:v>
                </c:pt>
                <c:pt idx="2501">
                  <c:v>0.43298171899999999</c:v>
                </c:pt>
                <c:pt idx="2502">
                  <c:v>0.395733312</c:v>
                </c:pt>
                <c:pt idx="2503">
                  <c:v>0.35577503999999999</c:v>
                </c:pt>
                <c:pt idx="2504">
                  <c:v>0.47121368299999999</c:v>
                </c:pt>
                <c:pt idx="2505">
                  <c:v>0.59296159800000003</c:v>
                </c:pt>
                <c:pt idx="2506">
                  <c:v>0.67539000999999999</c:v>
                </c:pt>
                <c:pt idx="2507">
                  <c:v>0.76623049899999995</c:v>
                </c:pt>
                <c:pt idx="2508">
                  <c:v>0.76168847500000003</c:v>
                </c:pt>
                <c:pt idx="2509">
                  <c:v>0.76191557600000004</c:v>
                </c:pt>
                <c:pt idx="2510">
                  <c:v>0.76190422099999999</c:v>
                </c:pt>
                <c:pt idx="2511">
                  <c:v>0.76190478900000003</c:v>
                </c:pt>
                <c:pt idx="2512">
                  <c:v>0.76190476100000004</c:v>
                </c:pt>
                <c:pt idx="2513">
                  <c:v>0.76190476200000001</c:v>
                </c:pt>
                <c:pt idx="2514">
                  <c:v>0.76190476200000001</c:v>
                </c:pt>
                <c:pt idx="2515">
                  <c:v>0.76190476200000001</c:v>
                </c:pt>
                <c:pt idx="2516">
                  <c:v>0.70473720699999998</c:v>
                </c:pt>
                <c:pt idx="2517">
                  <c:v>0.62663082000000003</c:v>
                </c:pt>
                <c:pt idx="2518">
                  <c:v>0.61065935100000002</c:v>
                </c:pt>
                <c:pt idx="2519">
                  <c:v>0.65638511799999999</c:v>
                </c:pt>
                <c:pt idx="2520">
                  <c:v>0.74267747500000003</c:v>
                </c:pt>
                <c:pt idx="2521">
                  <c:v>0.73387976799999999</c:v>
                </c:pt>
                <c:pt idx="2522">
                  <c:v>0.678536374</c:v>
                </c:pt>
                <c:pt idx="2523">
                  <c:v>0.62763841799999998</c:v>
                </c:pt>
                <c:pt idx="2524">
                  <c:v>0.64303223300000001</c:v>
                </c:pt>
                <c:pt idx="2525">
                  <c:v>0.74706541900000001</c:v>
                </c:pt>
                <c:pt idx="2526">
                  <c:v>0.76264672899999997</c:v>
                </c:pt>
                <c:pt idx="2527">
                  <c:v>0.76186766399999994</c:v>
                </c:pt>
                <c:pt idx="2528">
                  <c:v>0.76190661699999995</c:v>
                </c:pt>
                <c:pt idx="2529">
                  <c:v>0.76190466899999998</c:v>
                </c:pt>
                <c:pt idx="2530">
                  <c:v>0.76190476699999998</c:v>
                </c:pt>
                <c:pt idx="2531">
                  <c:v>0.76190476200000001</c:v>
                </c:pt>
                <c:pt idx="2532">
                  <c:v>0.76190476200000001</c:v>
                </c:pt>
                <c:pt idx="2533">
                  <c:v>0.76190476200000001</c:v>
                </c:pt>
                <c:pt idx="2534">
                  <c:v>0.76190476200000001</c:v>
                </c:pt>
                <c:pt idx="2535">
                  <c:v>0.76190476200000001</c:v>
                </c:pt>
                <c:pt idx="2536">
                  <c:v>0.76190476200000001</c:v>
                </c:pt>
                <c:pt idx="2537">
                  <c:v>0.76190476200000001</c:v>
                </c:pt>
                <c:pt idx="2538">
                  <c:v>0.76190476200000001</c:v>
                </c:pt>
                <c:pt idx="2539">
                  <c:v>0.76190476200000001</c:v>
                </c:pt>
                <c:pt idx="2540">
                  <c:v>0.76190476200000001</c:v>
                </c:pt>
                <c:pt idx="2541">
                  <c:v>0.76190476200000001</c:v>
                </c:pt>
                <c:pt idx="2542">
                  <c:v>0.76190476200000001</c:v>
                </c:pt>
                <c:pt idx="2543">
                  <c:v>0.71799811000000002</c:v>
                </c:pt>
                <c:pt idx="2544">
                  <c:v>0.64462436199999995</c:v>
                </c:pt>
                <c:pt idx="2545">
                  <c:v>0.62009838299999998</c:v>
                </c:pt>
                <c:pt idx="2546">
                  <c:v>0.61595068900000005</c:v>
                </c:pt>
                <c:pt idx="2547">
                  <c:v>0.57541869999999995</c:v>
                </c:pt>
                <c:pt idx="2548">
                  <c:v>0.54834020500000002</c:v>
                </c:pt>
                <c:pt idx="2549">
                  <c:v>0.53583360899999999</c:v>
                </c:pt>
                <c:pt idx="2550">
                  <c:v>0.63701918700000004</c:v>
                </c:pt>
                <c:pt idx="2551">
                  <c:v>0.72729187699999998</c:v>
                </c:pt>
                <c:pt idx="2552">
                  <c:v>0.76363540600000002</c:v>
                </c:pt>
                <c:pt idx="2553">
                  <c:v>0.76181823000000004</c:v>
                </c:pt>
                <c:pt idx="2554">
                  <c:v>0.76190908899999998</c:v>
                </c:pt>
                <c:pt idx="2555">
                  <c:v>0.76190454600000002</c:v>
                </c:pt>
                <c:pt idx="2556">
                  <c:v>0.76190477300000004</c:v>
                </c:pt>
                <c:pt idx="2557">
                  <c:v>0.76190476100000004</c:v>
                </c:pt>
                <c:pt idx="2558">
                  <c:v>0.76190476200000001</c:v>
                </c:pt>
                <c:pt idx="2559">
                  <c:v>0.76190476200000001</c:v>
                </c:pt>
                <c:pt idx="2560">
                  <c:v>0.76190476200000001</c:v>
                </c:pt>
                <c:pt idx="2561">
                  <c:v>0.76190476200000001</c:v>
                </c:pt>
                <c:pt idx="2562">
                  <c:v>0.76190476200000001</c:v>
                </c:pt>
                <c:pt idx="2563">
                  <c:v>0.741757844</c:v>
                </c:pt>
                <c:pt idx="2564">
                  <c:v>0.59525144600000002</c:v>
                </c:pt>
                <c:pt idx="2565">
                  <c:v>0.47673505399999999</c:v>
                </c:pt>
                <c:pt idx="2566">
                  <c:v>0.33910349400000001</c:v>
                </c:pt>
                <c:pt idx="2567">
                  <c:v>0.28129322400000001</c:v>
                </c:pt>
                <c:pt idx="2568">
                  <c:v>0.22881514999999999</c:v>
                </c:pt>
                <c:pt idx="2569">
                  <c:v>0.20512311999999999</c:v>
                </c:pt>
                <c:pt idx="2570">
                  <c:v>0.214526997</c:v>
                </c:pt>
                <c:pt idx="2571">
                  <c:v>0.32430505300000001</c:v>
                </c:pt>
                <c:pt idx="2572">
                  <c:v>0.34873163200000001</c:v>
                </c:pt>
                <c:pt idx="2573">
                  <c:v>0.31142238500000002</c:v>
                </c:pt>
                <c:pt idx="2574">
                  <c:v>0.326429892</c:v>
                </c:pt>
                <c:pt idx="2575">
                  <c:v>0.47175261600000001</c:v>
                </c:pt>
                <c:pt idx="2576">
                  <c:v>0.64835896100000001</c:v>
                </c:pt>
                <c:pt idx="2577">
                  <c:v>0.76758205199999996</c:v>
                </c:pt>
                <c:pt idx="2578">
                  <c:v>0.76162089700000002</c:v>
                </c:pt>
                <c:pt idx="2579">
                  <c:v>0.76191895499999995</c:v>
                </c:pt>
                <c:pt idx="2580">
                  <c:v>0.761904052</c:v>
                </c:pt>
                <c:pt idx="2581">
                  <c:v>0.76190479700000002</c:v>
                </c:pt>
                <c:pt idx="2582">
                  <c:v>0.76190475999999996</c:v>
                </c:pt>
                <c:pt idx="2583">
                  <c:v>0.76190476200000001</c:v>
                </c:pt>
                <c:pt idx="2584">
                  <c:v>0.76190476200000001</c:v>
                </c:pt>
                <c:pt idx="2585">
                  <c:v>0.73388176100000002</c:v>
                </c:pt>
                <c:pt idx="2586">
                  <c:v>0.69762722300000002</c:v>
                </c:pt>
                <c:pt idx="2587">
                  <c:v>0.61009506999999996</c:v>
                </c:pt>
                <c:pt idx="2588">
                  <c:v>0.50195750900000002</c:v>
                </c:pt>
                <c:pt idx="2589">
                  <c:v>0.49452993200000001</c:v>
                </c:pt>
                <c:pt idx="2590">
                  <c:v>0.57040993799999995</c:v>
                </c:pt>
                <c:pt idx="2591">
                  <c:v>0.50103643200000003</c:v>
                </c:pt>
                <c:pt idx="2592">
                  <c:v>0.44289952300000002</c:v>
                </c:pt>
                <c:pt idx="2593">
                  <c:v>0.415964693</c:v>
                </c:pt>
                <c:pt idx="2594">
                  <c:v>0.38491662999999998</c:v>
                </c:pt>
                <c:pt idx="2595">
                  <c:v>0.43290094699999998</c:v>
                </c:pt>
                <c:pt idx="2596">
                  <c:v>0.55265650399999999</c:v>
                </c:pt>
                <c:pt idx="2597">
                  <c:v>0.64493277699999996</c:v>
                </c:pt>
                <c:pt idx="2598">
                  <c:v>0.74463426200000005</c:v>
                </c:pt>
                <c:pt idx="2599">
                  <c:v>0.76276828699999999</c:v>
                </c:pt>
                <c:pt idx="2600">
                  <c:v>0.76186158599999998</c:v>
                </c:pt>
                <c:pt idx="2601">
                  <c:v>0.76190692100000001</c:v>
                </c:pt>
                <c:pt idx="2602">
                  <c:v>0.730555599</c:v>
                </c:pt>
                <c:pt idx="2603">
                  <c:v>0.76347222000000003</c:v>
                </c:pt>
                <c:pt idx="2604">
                  <c:v>0.76182638899999999</c:v>
                </c:pt>
                <c:pt idx="2605">
                  <c:v>0.76190868099999998</c:v>
                </c:pt>
                <c:pt idx="2606">
                  <c:v>0.76190456600000001</c:v>
                </c:pt>
                <c:pt idx="2607">
                  <c:v>0.76190477199999995</c:v>
                </c:pt>
                <c:pt idx="2608">
                  <c:v>0.76190476100000004</c:v>
                </c:pt>
                <c:pt idx="2609">
                  <c:v>0.76190476200000001</c:v>
                </c:pt>
                <c:pt idx="2610">
                  <c:v>0.76190476200000001</c:v>
                </c:pt>
                <c:pt idx="2611">
                  <c:v>0.76190476200000001</c:v>
                </c:pt>
                <c:pt idx="2612">
                  <c:v>0.76190476200000001</c:v>
                </c:pt>
                <c:pt idx="2613">
                  <c:v>0.76190476200000001</c:v>
                </c:pt>
                <c:pt idx="2614">
                  <c:v>0.76190476200000001</c:v>
                </c:pt>
                <c:pt idx="2615">
                  <c:v>0.75012093000000002</c:v>
                </c:pt>
                <c:pt idx="2616">
                  <c:v>0.75837114999999999</c:v>
                </c:pt>
                <c:pt idx="2617">
                  <c:v>0.76208144300000003</c:v>
                </c:pt>
                <c:pt idx="2618">
                  <c:v>0.76189592799999994</c:v>
                </c:pt>
                <c:pt idx="2619">
                  <c:v>0.76190520399999995</c:v>
                </c:pt>
                <c:pt idx="2620">
                  <c:v>0.76190473999999997</c:v>
                </c:pt>
                <c:pt idx="2621">
                  <c:v>0.76190476299999998</c:v>
                </c:pt>
                <c:pt idx="2622">
                  <c:v>0.76190476200000001</c:v>
                </c:pt>
                <c:pt idx="2623">
                  <c:v>0.76190476200000001</c:v>
                </c:pt>
                <c:pt idx="2624">
                  <c:v>0.76190476200000001</c:v>
                </c:pt>
                <c:pt idx="2625">
                  <c:v>0.76149880400000003</c:v>
                </c:pt>
                <c:pt idx="2626">
                  <c:v>0.757414582</c:v>
                </c:pt>
                <c:pt idx="2627">
                  <c:v>0.75982964200000003</c:v>
                </c:pt>
                <c:pt idx="2628">
                  <c:v>0.76200851800000002</c:v>
                </c:pt>
                <c:pt idx="2629">
                  <c:v>0.76189957399999997</c:v>
                </c:pt>
                <c:pt idx="2630">
                  <c:v>0.73968120500000001</c:v>
                </c:pt>
                <c:pt idx="2631">
                  <c:v>0.75196999499999995</c:v>
                </c:pt>
                <c:pt idx="2632">
                  <c:v>0.76240149999999995</c:v>
                </c:pt>
                <c:pt idx="2633">
                  <c:v>0.76187992500000001</c:v>
                </c:pt>
                <c:pt idx="2634">
                  <c:v>0.76190600399999997</c:v>
                </c:pt>
                <c:pt idx="2635">
                  <c:v>0.75717254300000003</c:v>
                </c:pt>
                <c:pt idx="2636">
                  <c:v>0.66149856500000004</c:v>
                </c:pt>
                <c:pt idx="2637">
                  <c:v>0.49605776200000001</c:v>
                </c:pt>
                <c:pt idx="2638">
                  <c:v>0.39058594400000002</c:v>
                </c:pt>
                <c:pt idx="2639">
                  <c:v>0.30435832200000001</c:v>
                </c:pt>
                <c:pt idx="2640">
                  <c:v>0.266369368</c:v>
                </c:pt>
                <c:pt idx="2641">
                  <c:v>0.36524911199999999</c:v>
                </c:pt>
                <c:pt idx="2642">
                  <c:v>0.3839418</c:v>
                </c:pt>
                <c:pt idx="2643">
                  <c:v>0.37148029799999999</c:v>
                </c:pt>
                <c:pt idx="2644">
                  <c:v>0.33649456900000002</c:v>
                </c:pt>
                <c:pt idx="2645">
                  <c:v>0.304468246</c:v>
                </c:pt>
                <c:pt idx="2646">
                  <c:v>0.25466164200000002</c:v>
                </c:pt>
                <c:pt idx="2647">
                  <c:v>0.293236102</c:v>
                </c:pt>
                <c:pt idx="2648">
                  <c:v>0.38820539500000001</c:v>
                </c:pt>
                <c:pt idx="2649">
                  <c:v>0.43451675000000001</c:v>
                </c:pt>
                <c:pt idx="2650">
                  <c:v>0.58919873499999997</c:v>
                </c:pt>
                <c:pt idx="2651">
                  <c:v>0.770540063</c:v>
                </c:pt>
                <c:pt idx="2652">
                  <c:v>0.76147299700000004</c:v>
                </c:pt>
                <c:pt idx="2653">
                  <c:v>0.76192634999999997</c:v>
                </c:pt>
                <c:pt idx="2654">
                  <c:v>0.76190368200000003</c:v>
                </c:pt>
                <c:pt idx="2655">
                  <c:v>0.76190481600000004</c:v>
                </c:pt>
                <c:pt idx="2656">
                  <c:v>0.76190475899999999</c:v>
                </c:pt>
                <c:pt idx="2657">
                  <c:v>0.76190476200000001</c:v>
                </c:pt>
                <c:pt idx="2658">
                  <c:v>0.76190476200000001</c:v>
                </c:pt>
                <c:pt idx="2659">
                  <c:v>0.76190476200000001</c:v>
                </c:pt>
                <c:pt idx="2660">
                  <c:v>0.76190476200000001</c:v>
                </c:pt>
                <c:pt idx="2661">
                  <c:v>0.71133829299999995</c:v>
                </c:pt>
                <c:pt idx="2662">
                  <c:v>0.66761629300000003</c:v>
                </c:pt>
                <c:pt idx="2663">
                  <c:v>0.57328433400000001</c:v>
                </c:pt>
                <c:pt idx="2664">
                  <c:v>0.51068834699999999</c:v>
                </c:pt>
                <c:pt idx="2665">
                  <c:v>0.48271297299999999</c:v>
                </c:pt>
                <c:pt idx="2666">
                  <c:v>0.451475456</c:v>
                </c:pt>
                <c:pt idx="2667">
                  <c:v>0.41609268500000002</c:v>
                </c:pt>
                <c:pt idx="2668">
                  <c:v>0.43330705899999999</c:v>
                </c:pt>
                <c:pt idx="2669">
                  <c:v>0.51582629700000004</c:v>
                </c:pt>
                <c:pt idx="2670">
                  <c:v>0.55340764399999998</c:v>
                </c:pt>
                <c:pt idx="2671">
                  <c:v>0.772329618</c:v>
                </c:pt>
                <c:pt idx="2672">
                  <c:v>0.76138351900000001</c:v>
                </c:pt>
                <c:pt idx="2673">
                  <c:v>0.76193082400000001</c:v>
                </c:pt>
                <c:pt idx="2674">
                  <c:v>0.76190345900000001</c:v>
                </c:pt>
                <c:pt idx="2675">
                  <c:v>0.76190482699999995</c:v>
                </c:pt>
                <c:pt idx="2676">
                  <c:v>0.76190475899999999</c:v>
                </c:pt>
                <c:pt idx="2677">
                  <c:v>0.76190476200000001</c:v>
                </c:pt>
                <c:pt idx="2678">
                  <c:v>0.76190476200000001</c:v>
                </c:pt>
                <c:pt idx="2679">
                  <c:v>0.76190476200000001</c:v>
                </c:pt>
                <c:pt idx="2680">
                  <c:v>0.76190476200000001</c:v>
                </c:pt>
                <c:pt idx="2681">
                  <c:v>0.76190476200000001</c:v>
                </c:pt>
                <c:pt idx="2682">
                  <c:v>0.76190476200000001</c:v>
                </c:pt>
                <c:pt idx="2683">
                  <c:v>0.76190476200000001</c:v>
                </c:pt>
                <c:pt idx="2684">
                  <c:v>0.71522649100000002</c:v>
                </c:pt>
                <c:pt idx="2685">
                  <c:v>0.70102784299999998</c:v>
                </c:pt>
                <c:pt idx="2686">
                  <c:v>0.60607438899999999</c:v>
                </c:pt>
                <c:pt idx="2687">
                  <c:v>0.49406863200000001</c:v>
                </c:pt>
                <c:pt idx="2688">
                  <c:v>0.44222513200000002</c:v>
                </c:pt>
                <c:pt idx="2689">
                  <c:v>0.42425501300000001</c:v>
                </c:pt>
                <c:pt idx="2690">
                  <c:v>0.42995501200000003</c:v>
                </c:pt>
                <c:pt idx="2691">
                  <c:v>0.392863034</c:v>
                </c:pt>
                <c:pt idx="2692">
                  <c:v>0.37954406000000002</c:v>
                </c:pt>
                <c:pt idx="2693">
                  <c:v>0.342515923</c:v>
                </c:pt>
                <c:pt idx="2694">
                  <c:v>0.29656484700000002</c:v>
                </c:pt>
                <c:pt idx="2695">
                  <c:v>0.294459215</c:v>
                </c:pt>
                <c:pt idx="2696">
                  <c:v>0.307817012</c:v>
                </c:pt>
                <c:pt idx="2697">
                  <c:v>0.52141507099999995</c:v>
                </c:pt>
                <c:pt idx="2698">
                  <c:v>0.74769996000000005</c:v>
                </c:pt>
                <c:pt idx="2699">
                  <c:v>0.76261500199999999</c:v>
                </c:pt>
                <c:pt idx="2700">
                  <c:v>0.76186925000000005</c:v>
                </c:pt>
                <c:pt idx="2701">
                  <c:v>0.76190653799999997</c:v>
                </c:pt>
                <c:pt idx="2702">
                  <c:v>0.76190467299999998</c:v>
                </c:pt>
                <c:pt idx="2703">
                  <c:v>0.76190476600000001</c:v>
                </c:pt>
                <c:pt idx="2704">
                  <c:v>0.76190476200000001</c:v>
                </c:pt>
                <c:pt idx="2705">
                  <c:v>0.76190476200000001</c:v>
                </c:pt>
                <c:pt idx="2706">
                  <c:v>0.76190476200000001</c:v>
                </c:pt>
                <c:pt idx="2707">
                  <c:v>0.76190476200000001</c:v>
                </c:pt>
                <c:pt idx="2708">
                  <c:v>0.76190476200000001</c:v>
                </c:pt>
                <c:pt idx="2709">
                  <c:v>0.70854836399999999</c:v>
                </c:pt>
                <c:pt idx="2710">
                  <c:v>0.74786391299999999</c:v>
                </c:pt>
                <c:pt idx="2711">
                  <c:v>0.66545660299999998</c:v>
                </c:pt>
                <c:pt idx="2712">
                  <c:v>0.59711782499999999</c:v>
                </c:pt>
                <c:pt idx="2713">
                  <c:v>0.624613898</c:v>
                </c:pt>
                <c:pt idx="2714">
                  <c:v>0.61668158299999998</c:v>
                </c:pt>
                <c:pt idx="2715">
                  <c:v>0.59823103300000002</c:v>
                </c:pt>
                <c:pt idx="2716">
                  <c:v>0.62026064700000005</c:v>
                </c:pt>
                <c:pt idx="2717">
                  <c:v>0.59531207399999997</c:v>
                </c:pt>
                <c:pt idx="2718">
                  <c:v>0.64743601500000003</c:v>
                </c:pt>
                <c:pt idx="2719">
                  <c:v>0.62142107099999999</c:v>
                </c:pt>
                <c:pt idx="2720">
                  <c:v>0.57258966899999997</c:v>
                </c:pt>
                <c:pt idx="2721">
                  <c:v>0.68812953200000004</c:v>
                </c:pt>
                <c:pt idx="2722">
                  <c:v>0.76559352300000005</c:v>
                </c:pt>
                <c:pt idx="2723">
                  <c:v>0.761720324</c:v>
                </c:pt>
                <c:pt idx="2724">
                  <c:v>0.76191398399999999</c:v>
                </c:pt>
                <c:pt idx="2725">
                  <c:v>0.76190430099999995</c:v>
                </c:pt>
                <c:pt idx="2726">
                  <c:v>0.76190478500000003</c:v>
                </c:pt>
                <c:pt idx="2727">
                  <c:v>0.76190476100000004</c:v>
                </c:pt>
                <c:pt idx="2728">
                  <c:v>0.76190476200000001</c:v>
                </c:pt>
                <c:pt idx="2729">
                  <c:v>0.76190476200000001</c:v>
                </c:pt>
                <c:pt idx="2730">
                  <c:v>0.76190476200000001</c:v>
                </c:pt>
                <c:pt idx="2731">
                  <c:v>0.76190476200000001</c:v>
                </c:pt>
                <c:pt idx="2732">
                  <c:v>0.60740820799999995</c:v>
                </c:pt>
                <c:pt idx="2733">
                  <c:v>0.68651519400000005</c:v>
                </c:pt>
                <c:pt idx="2734">
                  <c:v>0.58734247799999995</c:v>
                </c:pt>
                <c:pt idx="2735">
                  <c:v>0.46649259700000001</c:v>
                </c:pt>
                <c:pt idx="2736">
                  <c:v>0.39125115900000002</c:v>
                </c:pt>
                <c:pt idx="2737">
                  <c:v>0.35769454299999998</c:v>
                </c:pt>
                <c:pt idx="2738">
                  <c:v>0.38515338100000002</c:v>
                </c:pt>
                <c:pt idx="2739">
                  <c:v>0.35317659699999998</c:v>
                </c:pt>
                <c:pt idx="2740">
                  <c:v>0.40111156399999998</c:v>
                </c:pt>
                <c:pt idx="2741">
                  <c:v>0.43603408700000001</c:v>
                </c:pt>
                <c:pt idx="2742">
                  <c:v>0.41902292000000002</c:v>
                </c:pt>
                <c:pt idx="2743">
                  <c:v>0.42799673900000001</c:v>
                </c:pt>
                <c:pt idx="2744">
                  <c:v>0.46827883799999998</c:v>
                </c:pt>
                <c:pt idx="2745">
                  <c:v>0.523778988</c:v>
                </c:pt>
                <c:pt idx="2746">
                  <c:v>0.77381105100000003</c:v>
                </c:pt>
                <c:pt idx="2747">
                  <c:v>0.76130944700000003</c:v>
                </c:pt>
                <c:pt idx="2748">
                  <c:v>0.76193452800000006</c:v>
                </c:pt>
                <c:pt idx="2749">
                  <c:v>0.76190327400000002</c:v>
                </c:pt>
                <c:pt idx="2750">
                  <c:v>0.76190483600000003</c:v>
                </c:pt>
                <c:pt idx="2751">
                  <c:v>0.76190475800000002</c:v>
                </c:pt>
                <c:pt idx="2752">
                  <c:v>0.76190476200000001</c:v>
                </c:pt>
                <c:pt idx="2753">
                  <c:v>0.76190476200000001</c:v>
                </c:pt>
                <c:pt idx="2754">
                  <c:v>0.76190476200000001</c:v>
                </c:pt>
                <c:pt idx="2755">
                  <c:v>0.76190476200000001</c:v>
                </c:pt>
                <c:pt idx="2756">
                  <c:v>0.76190476200000001</c:v>
                </c:pt>
                <c:pt idx="2757">
                  <c:v>0.69840588800000003</c:v>
                </c:pt>
                <c:pt idx="2758">
                  <c:v>0.61006218199999995</c:v>
                </c:pt>
                <c:pt idx="2759">
                  <c:v>0.59743595500000002</c:v>
                </c:pt>
                <c:pt idx="2760">
                  <c:v>0.56208174200000005</c:v>
                </c:pt>
                <c:pt idx="2761">
                  <c:v>0.54172364299999998</c:v>
                </c:pt>
                <c:pt idx="2762">
                  <c:v>0.50269858199999995</c:v>
                </c:pt>
                <c:pt idx="2763">
                  <c:v>0.466182498</c:v>
                </c:pt>
                <c:pt idx="2764">
                  <c:v>0.44293891800000001</c:v>
                </c:pt>
                <c:pt idx="2765">
                  <c:v>0.42423516500000003</c:v>
                </c:pt>
                <c:pt idx="2766">
                  <c:v>0.37619233699999999</c:v>
                </c:pt>
                <c:pt idx="2767">
                  <c:v>0.326656269</c:v>
                </c:pt>
                <c:pt idx="2768">
                  <c:v>0.29795946099999998</c:v>
                </c:pt>
                <c:pt idx="2769">
                  <c:v>0.27014732400000002</c:v>
                </c:pt>
                <c:pt idx="2770">
                  <c:v>0.29696711199999998</c:v>
                </c:pt>
                <c:pt idx="2771">
                  <c:v>0.33862445000000002</c:v>
                </c:pt>
                <c:pt idx="2772">
                  <c:v>0.385037244</c:v>
                </c:pt>
                <c:pt idx="2773">
                  <c:v>0.43640723199999998</c:v>
                </c:pt>
                <c:pt idx="2774">
                  <c:v>0.43666101699999998</c:v>
                </c:pt>
                <c:pt idx="2775">
                  <c:v>0.44003740499999999</c:v>
                </c:pt>
                <c:pt idx="2776">
                  <c:v>0.44074296899999998</c:v>
                </c:pt>
                <c:pt idx="2777">
                  <c:v>0.35985728</c:v>
                </c:pt>
                <c:pt idx="2778">
                  <c:v>0.32651777300000001</c:v>
                </c:pt>
                <c:pt idx="2779">
                  <c:v>0.23653228000000001</c:v>
                </c:pt>
                <c:pt idx="2780">
                  <c:v>0.188861952</c:v>
                </c:pt>
                <c:pt idx="2781">
                  <c:v>0.22037304799999999</c:v>
                </c:pt>
                <c:pt idx="2782">
                  <c:v>0.21283734600000001</c:v>
                </c:pt>
                <c:pt idx="2783">
                  <c:v>0.29400301899999998</c:v>
                </c:pt>
                <c:pt idx="2784">
                  <c:v>0.29687318600000001</c:v>
                </c:pt>
                <c:pt idx="2785">
                  <c:v>0.28402724899999998</c:v>
                </c:pt>
                <c:pt idx="2786">
                  <c:v>0.25159498600000002</c:v>
                </c:pt>
                <c:pt idx="2787">
                  <c:v>0.22323764800000001</c:v>
                </c:pt>
                <c:pt idx="2788">
                  <c:v>0.21820841099999999</c:v>
                </c:pt>
                <c:pt idx="2789">
                  <c:v>0.222602468</c:v>
                </c:pt>
                <c:pt idx="2790">
                  <c:v>0.233285507</c:v>
                </c:pt>
                <c:pt idx="2791">
                  <c:v>0.20808262899999999</c:v>
                </c:pt>
                <c:pt idx="2792">
                  <c:v>0.22444067500000001</c:v>
                </c:pt>
                <c:pt idx="2793">
                  <c:v>0.37100576099999999</c:v>
                </c:pt>
                <c:pt idx="2794">
                  <c:v>0.47114321199999998</c:v>
                </c:pt>
                <c:pt idx="2795">
                  <c:v>0.71524253999999998</c:v>
                </c:pt>
                <c:pt idx="2796">
                  <c:v>0.76423787300000001</c:v>
                </c:pt>
                <c:pt idx="2797">
                  <c:v>0.76178810600000002</c:v>
                </c:pt>
                <c:pt idx="2798">
                  <c:v>0.76191059500000002</c:v>
                </c:pt>
                <c:pt idx="2799">
                  <c:v>0.76190446999999994</c:v>
                </c:pt>
                <c:pt idx="2800">
                  <c:v>0.76190477599999995</c:v>
                </c:pt>
                <c:pt idx="2801">
                  <c:v>0.76190476100000004</c:v>
                </c:pt>
                <c:pt idx="2802">
                  <c:v>0.76190476200000001</c:v>
                </c:pt>
                <c:pt idx="2803">
                  <c:v>0.76190476200000001</c:v>
                </c:pt>
                <c:pt idx="2804">
                  <c:v>0.62160918399999998</c:v>
                </c:pt>
                <c:pt idx="2805">
                  <c:v>0.48114141700000002</c:v>
                </c:pt>
                <c:pt idx="2806">
                  <c:v>0.51399011299999997</c:v>
                </c:pt>
                <c:pt idx="2807">
                  <c:v>0.49915410300000002</c:v>
                </c:pt>
                <c:pt idx="2808">
                  <c:v>0.53391687300000001</c:v>
                </c:pt>
                <c:pt idx="2809">
                  <c:v>0.53743349699999998</c:v>
                </c:pt>
                <c:pt idx="2810">
                  <c:v>0.64558746700000003</c:v>
                </c:pt>
                <c:pt idx="2811">
                  <c:v>0.69652115000000003</c:v>
                </c:pt>
                <c:pt idx="2812">
                  <c:v>0.72563470399999996</c:v>
                </c:pt>
                <c:pt idx="2813">
                  <c:v>0.70157117700000005</c:v>
                </c:pt>
                <c:pt idx="2814">
                  <c:v>0.76492144100000004</c:v>
                </c:pt>
                <c:pt idx="2815">
                  <c:v>0.76175392799999997</c:v>
                </c:pt>
                <c:pt idx="2816">
                  <c:v>0.76191230399999998</c:v>
                </c:pt>
                <c:pt idx="2817">
                  <c:v>0.76190438500000002</c:v>
                </c:pt>
                <c:pt idx="2818">
                  <c:v>0.76190478100000003</c:v>
                </c:pt>
                <c:pt idx="2819">
                  <c:v>0.76190476100000004</c:v>
                </c:pt>
                <c:pt idx="2820">
                  <c:v>0.76190476200000001</c:v>
                </c:pt>
                <c:pt idx="2821">
                  <c:v>0.76190476200000001</c:v>
                </c:pt>
                <c:pt idx="2822">
                  <c:v>0.76190476200000001</c:v>
                </c:pt>
                <c:pt idx="2823">
                  <c:v>0.76190476200000001</c:v>
                </c:pt>
                <c:pt idx="2824">
                  <c:v>0.76190476200000001</c:v>
                </c:pt>
                <c:pt idx="2825">
                  <c:v>0.76190476200000001</c:v>
                </c:pt>
                <c:pt idx="2826">
                  <c:v>0.76190476200000001</c:v>
                </c:pt>
                <c:pt idx="2827">
                  <c:v>0.76190476200000001</c:v>
                </c:pt>
                <c:pt idx="2828">
                  <c:v>0.70476601500000002</c:v>
                </c:pt>
                <c:pt idx="2829">
                  <c:v>0.61509966000000005</c:v>
                </c:pt>
                <c:pt idx="2830">
                  <c:v>0.51512056799999995</c:v>
                </c:pt>
                <c:pt idx="2831">
                  <c:v>0.42748508299999999</c:v>
                </c:pt>
                <c:pt idx="2832">
                  <c:v>0.403512117</c:v>
                </c:pt>
                <c:pt idx="2833">
                  <c:v>0.38130829999999999</c:v>
                </c:pt>
                <c:pt idx="2834">
                  <c:v>0.36044736900000002</c:v>
                </c:pt>
                <c:pt idx="2835">
                  <c:v>0.32682018000000002</c:v>
                </c:pt>
                <c:pt idx="2836">
                  <c:v>0.32868599599999998</c:v>
                </c:pt>
                <c:pt idx="2837">
                  <c:v>0.31900916400000001</c:v>
                </c:pt>
                <c:pt idx="2838">
                  <c:v>0.33853797499999999</c:v>
                </c:pt>
                <c:pt idx="2839">
                  <c:v>0.63782613899999996</c:v>
                </c:pt>
                <c:pt idx="2840">
                  <c:v>0.76810869299999995</c:v>
                </c:pt>
                <c:pt idx="2841">
                  <c:v>0.761594565</c:v>
                </c:pt>
                <c:pt idx="2842">
                  <c:v>0.76192027200000001</c:v>
                </c:pt>
                <c:pt idx="2843">
                  <c:v>0.76190398599999998</c:v>
                </c:pt>
                <c:pt idx="2844">
                  <c:v>0.76190480100000002</c:v>
                </c:pt>
                <c:pt idx="2845">
                  <c:v>0.76190475999999996</c:v>
                </c:pt>
                <c:pt idx="2846">
                  <c:v>0.76190476200000001</c:v>
                </c:pt>
                <c:pt idx="2847">
                  <c:v>0.76190476200000001</c:v>
                </c:pt>
                <c:pt idx="2848">
                  <c:v>0.76190476200000001</c:v>
                </c:pt>
                <c:pt idx="2849">
                  <c:v>0.76190476200000001</c:v>
                </c:pt>
                <c:pt idx="2850">
                  <c:v>0.76190476200000001</c:v>
                </c:pt>
                <c:pt idx="2851">
                  <c:v>0.76190476200000001</c:v>
                </c:pt>
                <c:pt idx="2852">
                  <c:v>0.63342072900000002</c:v>
                </c:pt>
                <c:pt idx="2853">
                  <c:v>0.536385416</c:v>
                </c:pt>
                <c:pt idx="2854">
                  <c:v>0.49524974900000002</c:v>
                </c:pt>
                <c:pt idx="2855">
                  <c:v>0.47145663300000001</c:v>
                </c:pt>
                <c:pt idx="2856">
                  <c:v>0.49203476299999999</c:v>
                </c:pt>
                <c:pt idx="2857">
                  <c:v>0.60778250099999998</c:v>
                </c:pt>
                <c:pt idx="2858">
                  <c:v>0.71196777099999997</c:v>
                </c:pt>
                <c:pt idx="2859">
                  <c:v>0.71752674400000005</c:v>
                </c:pt>
                <c:pt idx="2860">
                  <c:v>0.72785343000000002</c:v>
                </c:pt>
                <c:pt idx="2861">
                  <c:v>0.70662993299999999</c:v>
                </c:pt>
                <c:pt idx="2862">
                  <c:v>0.72674303500000004</c:v>
                </c:pt>
                <c:pt idx="2863">
                  <c:v>0.71194634999999995</c:v>
                </c:pt>
                <c:pt idx="2864">
                  <c:v>0.724964367</c:v>
                </c:pt>
                <c:pt idx="2865">
                  <c:v>0.76375178200000005</c:v>
                </c:pt>
                <c:pt idx="2866">
                  <c:v>0.75948449500000004</c:v>
                </c:pt>
                <c:pt idx="2867">
                  <c:v>0.76202577500000002</c:v>
                </c:pt>
                <c:pt idx="2868">
                  <c:v>0.76189871099999995</c:v>
                </c:pt>
                <c:pt idx="2869">
                  <c:v>0.76190506400000002</c:v>
                </c:pt>
                <c:pt idx="2870">
                  <c:v>0.76190474699999999</c:v>
                </c:pt>
                <c:pt idx="2871">
                  <c:v>0.76190476299999998</c:v>
                </c:pt>
                <c:pt idx="2872">
                  <c:v>0.76190476200000001</c:v>
                </c:pt>
                <c:pt idx="2873">
                  <c:v>0.76190476200000001</c:v>
                </c:pt>
                <c:pt idx="2874">
                  <c:v>0.74827360700000001</c:v>
                </c:pt>
                <c:pt idx="2875">
                  <c:v>0.76258632000000004</c:v>
                </c:pt>
                <c:pt idx="2876">
                  <c:v>0.63584624199999995</c:v>
                </c:pt>
                <c:pt idx="2877">
                  <c:v>0.55275740799999995</c:v>
                </c:pt>
                <c:pt idx="2878">
                  <c:v>0.61395449800000002</c:v>
                </c:pt>
                <c:pt idx="2879">
                  <c:v>0.52133062699999999</c:v>
                </c:pt>
                <c:pt idx="2880">
                  <c:v>0.60910091</c:v>
                </c:pt>
                <c:pt idx="2881">
                  <c:v>0.71535009800000005</c:v>
                </c:pt>
                <c:pt idx="2882">
                  <c:v>0.76423249500000001</c:v>
                </c:pt>
                <c:pt idx="2883">
                  <c:v>0.76178837499999996</c:v>
                </c:pt>
                <c:pt idx="2884">
                  <c:v>0.76191058099999998</c:v>
                </c:pt>
                <c:pt idx="2885">
                  <c:v>0.76190447100000003</c:v>
                </c:pt>
                <c:pt idx="2886">
                  <c:v>0.76190477599999995</c:v>
                </c:pt>
                <c:pt idx="2887">
                  <c:v>0.76190476100000004</c:v>
                </c:pt>
                <c:pt idx="2888">
                  <c:v>0.76190476200000001</c:v>
                </c:pt>
                <c:pt idx="2889">
                  <c:v>0.76190476200000001</c:v>
                </c:pt>
                <c:pt idx="2890">
                  <c:v>0.76190476200000001</c:v>
                </c:pt>
                <c:pt idx="2891">
                  <c:v>0.76190476200000001</c:v>
                </c:pt>
                <c:pt idx="2892">
                  <c:v>0.76190476200000001</c:v>
                </c:pt>
                <c:pt idx="2893">
                  <c:v>0.76190476200000001</c:v>
                </c:pt>
                <c:pt idx="2894">
                  <c:v>0.76190476200000001</c:v>
                </c:pt>
                <c:pt idx="2895">
                  <c:v>0.76190476200000001</c:v>
                </c:pt>
                <c:pt idx="2896">
                  <c:v>0.76190476200000001</c:v>
                </c:pt>
                <c:pt idx="2897">
                  <c:v>0.76190476200000001</c:v>
                </c:pt>
                <c:pt idx="2898">
                  <c:v>0.76190476200000001</c:v>
                </c:pt>
                <c:pt idx="2899">
                  <c:v>0.76190476200000001</c:v>
                </c:pt>
                <c:pt idx="2900">
                  <c:v>0.58946293400000005</c:v>
                </c:pt>
                <c:pt idx="2901">
                  <c:v>0.49541871300000001</c:v>
                </c:pt>
                <c:pt idx="2902">
                  <c:v>0.39112296000000002</c:v>
                </c:pt>
                <c:pt idx="2903">
                  <c:v>0.29874652499999999</c:v>
                </c:pt>
                <c:pt idx="2904">
                  <c:v>0.25755391399999999</c:v>
                </c:pt>
                <c:pt idx="2905">
                  <c:v>0.22738929099999999</c:v>
                </c:pt>
                <c:pt idx="2906">
                  <c:v>0.27513479800000001</c:v>
                </c:pt>
                <c:pt idx="2907">
                  <c:v>0.30255840299999998</c:v>
                </c:pt>
                <c:pt idx="2908">
                  <c:v>0.30632452599999999</c:v>
                </c:pt>
                <c:pt idx="2909">
                  <c:v>0.27707621100000002</c:v>
                </c:pt>
                <c:pt idx="2910">
                  <c:v>0.260868659</c:v>
                </c:pt>
                <c:pt idx="2911">
                  <c:v>0.31901007999999997</c:v>
                </c:pt>
                <c:pt idx="2912">
                  <c:v>0.44974618399999999</c:v>
                </c:pt>
                <c:pt idx="2913">
                  <c:v>0.56662612800000001</c:v>
                </c:pt>
                <c:pt idx="2914">
                  <c:v>0.72558266800000004</c:v>
                </c:pt>
                <c:pt idx="2915">
                  <c:v>0.76372086699999997</c:v>
                </c:pt>
                <c:pt idx="2916">
                  <c:v>0.76181395699999999</c:v>
                </c:pt>
                <c:pt idx="2917">
                  <c:v>0.76190930199999995</c:v>
                </c:pt>
                <c:pt idx="2918">
                  <c:v>0.76190453499999999</c:v>
                </c:pt>
                <c:pt idx="2919">
                  <c:v>0.75172445499999996</c:v>
                </c:pt>
                <c:pt idx="2920">
                  <c:v>0.74772000400000005</c:v>
                </c:pt>
                <c:pt idx="2921">
                  <c:v>0.69268772599999995</c:v>
                </c:pt>
                <c:pt idx="2922">
                  <c:v>0.76536561400000003</c:v>
                </c:pt>
                <c:pt idx="2923">
                  <c:v>0.62690657599999999</c:v>
                </c:pt>
                <c:pt idx="2924">
                  <c:v>0.53071554600000004</c:v>
                </c:pt>
                <c:pt idx="2925">
                  <c:v>0.44276906199999999</c:v>
                </c:pt>
                <c:pt idx="2926">
                  <c:v>0.46573109200000001</c:v>
                </c:pt>
                <c:pt idx="2927">
                  <c:v>0.519725506</c:v>
                </c:pt>
                <c:pt idx="2928">
                  <c:v>0.492407751</c:v>
                </c:pt>
                <c:pt idx="2929">
                  <c:v>0.53569487000000005</c:v>
                </c:pt>
                <c:pt idx="2930">
                  <c:v>0.55533699800000003</c:v>
                </c:pt>
                <c:pt idx="2931">
                  <c:v>0.56449359200000004</c:v>
                </c:pt>
                <c:pt idx="2932">
                  <c:v>0.54806708100000001</c:v>
                </c:pt>
                <c:pt idx="2933">
                  <c:v>0.51760156000000002</c:v>
                </c:pt>
                <c:pt idx="2934">
                  <c:v>0.57078193700000002</c:v>
                </c:pt>
                <c:pt idx="2935">
                  <c:v>0.77146090300000003</c:v>
                </c:pt>
                <c:pt idx="2936">
                  <c:v>0.76142695500000002</c:v>
                </c:pt>
                <c:pt idx="2937">
                  <c:v>0.76192865200000004</c:v>
                </c:pt>
                <c:pt idx="2938">
                  <c:v>0.76190356699999995</c:v>
                </c:pt>
                <c:pt idx="2939">
                  <c:v>0.76190482199999998</c:v>
                </c:pt>
                <c:pt idx="2940">
                  <c:v>0.76190475899999999</c:v>
                </c:pt>
                <c:pt idx="2941">
                  <c:v>0.76190476200000001</c:v>
                </c:pt>
                <c:pt idx="2942">
                  <c:v>0.76190476200000001</c:v>
                </c:pt>
                <c:pt idx="2943">
                  <c:v>0.76190476200000001</c:v>
                </c:pt>
                <c:pt idx="2944">
                  <c:v>0.76190476200000001</c:v>
                </c:pt>
                <c:pt idx="2945">
                  <c:v>0.76190476200000001</c:v>
                </c:pt>
                <c:pt idx="2946">
                  <c:v>0.76190476200000001</c:v>
                </c:pt>
                <c:pt idx="2947">
                  <c:v>0.76190476200000001</c:v>
                </c:pt>
                <c:pt idx="2948">
                  <c:v>0.65997146500000003</c:v>
                </c:pt>
                <c:pt idx="2949">
                  <c:v>0.74788644000000004</c:v>
                </c:pt>
                <c:pt idx="2950">
                  <c:v>0.76260567800000001</c:v>
                </c:pt>
                <c:pt idx="2951">
                  <c:v>0.76186971599999997</c:v>
                </c:pt>
                <c:pt idx="2952">
                  <c:v>0.76190651399999998</c:v>
                </c:pt>
                <c:pt idx="2953">
                  <c:v>0.722949179</c:v>
                </c:pt>
                <c:pt idx="2954">
                  <c:v>0.67314936199999997</c:v>
                </c:pt>
                <c:pt idx="2955">
                  <c:v>0.621547921</c:v>
                </c:pt>
                <c:pt idx="2956">
                  <c:v>0.57219633199999997</c:v>
                </c:pt>
                <c:pt idx="2957">
                  <c:v>0.54511230200000005</c:v>
                </c:pt>
                <c:pt idx="2958">
                  <c:v>0.57270534399999995</c:v>
                </c:pt>
                <c:pt idx="2959">
                  <c:v>0.76086711600000001</c:v>
                </c:pt>
                <c:pt idx="2960">
                  <c:v>0.76195664399999996</c:v>
                </c:pt>
                <c:pt idx="2961">
                  <c:v>0.76190216799999999</c:v>
                </c:pt>
                <c:pt idx="2962">
                  <c:v>0.761904892</c:v>
                </c:pt>
                <c:pt idx="2963">
                  <c:v>0.76190475499999999</c:v>
                </c:pt>
                <c:pt idx="2964">
                  <c:v>0.76190476200000001</c:v>
                </c:pt>
                <c:pt idx="2965">
                  <c:v>0.76190476200000001</c:v>
                </c:pt>
                <c:pt idx="2966">
                  <c:v>0.76190476200000001</c:v>
                </c:pt>
                <c:pt idx="2967">
                  <c:v>0.76190476200000001</c:v>
                </c:pt>
                <c:pt idx="2968">
                  <c:v>0.76190476200000001</c:v>
                </c:pt>
                <c:pt idx="2969">
                  <c:v>0.76190476200000001</c:v>
                </c:pt>
                <c:pt idx="2970">
                  <c:v>0.76190476200000001</c:v>
                </c:pt>
                <c:pt idx="2971">
                  <c:v>0.76190476200000001</c:v>
                </c:pt>
                <c:pt idx="2972">
                  <c:v>0.76190476200000001</c:v>
                </c:pt>
                <c:pt idx="2973">
                  <c:v>0.76190476200000001</c:v>
                </c:pt>
                <c:pt idx="2974">
                  <c:v>0.76190476200000001</c:v>
                </c:pt>
                <c:pt idx="2975">
                  <c:v>0.76190476200000001</c:v>
                </c:pt>
                <c:pt idx="2976">
                  <c:v>0.76190476200000001</c:v>
                </c:pt>
                <c:pt idx="2977">
                  <c:v>0.75635945100000002</c:v>
                </c:pt>
                <c:pt idx="2978">
                  <c:v>0.69980633400000003</c:v>
                </c:pt>
                <c:pt idx="2979">
                  <c:v>0.68237239900000002</c:v>
                </c:pt>
                <c:pt idx="2980">
                  <c:v>0.63743035000000003</c:v>
                </c:pt>
                <c:pt idx="2981">
                  <c:v>0.60215027300000001</c:v>
                </c:pt>
                <c:pt idx="2982">
                  <c:v>0.60319703499999999</c:v>
                </c:pt>
                <c:pt idx="2983">
                  <c:v>0.72343466599999995</c:v>
                </c:pt>
                <c:pt idx="2984">
                  <c:v>0.76382826699999995</c:v>
                </c:pt>
                <c:pt idx="2985">
                  <c:v>0.76180858699999998</c:v>
                </c:pt>
                <c:pt idx="2986">
                  <c:v>0.76190957100000001</c:v>
                </c:pt>
                <c:pt idx="2987">
                  <c:v>0.76190452099999995</c:v>
                </c:pt>
                <c:pt idx="2988">
                  <c:v>0.76190477400000001</c:v>
                </c:pt>
                <c:pt idx="2989">
                  <c:v>0.76190476100000004</c:v>
                </c:pt>
                <c:pt idx="2990">
                  <c:v>0.76190476200000001</c:v>
                </c:pt>
                <c:pt idx="2991">
                  <c:v>0.76190476200000001</c:v>
                </c:pt>
                <c:pt idx="2992">
                  <c:v>0.76190476200000001</c:v>
                </c:pt>
                <c:pt idx="2993">
                  <c:v>0.76190476200000001</c:v>
                </c:pt>
                <c:pt idx="2994">
                  <c:v>0.76011337899999998</c:v>
                </c:pt>
                <c:pt idx="2995">
                  <c:v>0.62816226900000005</c:v>
                </c:pt>
                <c:pt idx="2996">
                  <c:v>0.50184583699999996</c:v>
                </c:pt>
                <c:pt idx="2997">
                  <c:v>0.370544716</c:v>
                </c:pt>
                <c:pt idx="2998">
                  <c:v>0.26765415300000001</c:v>
                </c:pt>
                <c:pt idx="2999">
                  <c:v>0.16717721799999999</c:v>
                </c:pt>
                <c:pt idx="3000">
                  <c:v>0.134862817</c:v>
                </c:pt>
                <c:pt idx="3001">
                  <c:v>0.120397874</c:v>
                </c:pt>
                <c:pt idx="3002">
                  <c:v>0.10887778300000001</c:v>
                </c:pt>
                <c:pt idx="3003">
                  <c:v>9.1752880999999994E-2</c:v>
                </c:pt>
                <c:pt idx="3004">
                  <c:v>0.107979437</c:v>
                </c:pt>
                <c:pt idx="3005">
                  <c:v>0.18387745699999999</c:v>
                </c:pt>
                <c:pt idx="3006">
                  <c:v>0.15866613700000001</c:v>
                </c:pt>
                <c:pt idx="3007">
                  <c:v>0.206292581</c:v>
                </c:pt>
                <c:pt idx="3008">
                  <c:v>0.40343206999999998</c:v>
                </c:pt>
                <c:pt idx="3009">
                  <c:v>0.58163345700000002</c:v>
                </c:pt>
                <c:pt idx="3010">
                  <c:v>0.77091832699999996</c:v>
                </c:pt>
                <c:pt idx="3011">
                  <c:v>0.76145408400000003</c:v>
                </c:pt>
                <c:pt idx="3012">
                  <c:v>0.76192729599999998</c:v>
                </c:pt>
                <c:pt idx="3013">
                  <c:v>0.76190363500000002</c:v>
                </c:pt>
                <c:pt idx="3014">
                  <c:v>0.76190481799999998</c:v>
                </c:pt>
                <c:pt idx="3015">
                  <c:v>0.76190475899999999</c:v>
                </c:pt>
                <c:pt idx="3016">
                  <c:v>0.76190476200000001</c:v>
                </c:pt>
                <c:pt idx="3017">
                  <c:v>0.76190476200000001</c:v>
                </c:pt>
                <c:pt idx="3018">
                  <c:v>0.76190476200000001</c:v>
                </c:pt>
                <c:pt idx="3019">
                  <c:v>0.76190476200000001</c:v>
                </c:pt>
                <c:pt idx="3020">
                  <c:v>0.64583329300000003</c:v>
                </c:pt>
                <c:pt idx="3021">
                  <c:v>0.57611540299999997</c:v>
                </c:pt>
                <c:pt idx="3022">
                  <c:v>0.54139279699999998</c:v>
                </c:pt>
                <c:pt idx="3023">
                  <c:v>0.45579900899999998</c:v>
                </c:pt>
                <c:pt idx="3024">
                  <c:v>0.53281189200000001</c:v>
                </c:pt>
                <c:pt idx="3025">
                  <c:v>0.51546946299999996</c:v>
                </c:pt>
                <c:pt idx="3026">
                  <c:v>0.48098525199999997</c:v>
                </c:pt>
                <c:pt idx="3027">
                  <c:v>0.44666009800000001</c:v>
                </c:pt>
                <c:pt idx="3028">
                  <c:v>0.406466312</c:v>
                </c:pt>
                <c:pt idx="3029">
                  <c:v>0.36899443999999998</c:v>
                </c:pt>
                <c:pt idx="3030">
                  <c:v>0.36358270500000001</c:v>
                </c:pt>
                <c:pt idx="3031">
                  <c:v>0.355945817</c:v>
                </c:pt>
                <c:pt idx="3032">
                  <c:v>0.38491305599999998</c:v>
                </c:pt>
                <c:pt idx="3033">
                  <c:v>0.50955976400000003</c:v>
                </c:pt>
                <c:pt idx="3034">
                  <c:v>0.65722800299999995</c:v>
                </c:pt>
                <c:pt idx="3035">
                  <c:v>0.7671386</c:v>
                </c:pt>
                <c:pt idx="3036">
                  <c:v>0.76164306999999998</c:v>
                </c:pt>
                <c:pt idx="3037">
                  <c:v>0.76191784600000001</c:v>
                </c:pt>
                <c:pt idx="3038">
                  <c:v>0.75659234200000003</c:v>
                </c:pt>
                <c:pt idx="3039">
                  <c:v>0.73622019900000002</c:v>
                </c:pt>
                <c:pt idx="3040">
                  <c:v>0.71511707099999999</c:v>
                </c:pt>
                <c:pt idx="3041">
                  <c:v>0.63949638099999995</c:v>
                </c:pt>
                <c:pt idx="3042">
                  <c:v>0.57083872000000002</c:v>
                </c:pt>
                <c:pt idx="3043">
                  <c:v>0.45151797399999999</c:v>
                </c:pt>
                <c:pt idx="3044">
                  <c:v>0.32624513199999999</c:v>
                </c:pt>
                <c:pt idx="3045">
                  <c:v>0.20271640599999999</c:v>
                </c:pt>
                <c:pt idx="3046">
                  <c:v>0.15629728800000001</c:v>
                </c:pt>
                <c:pt idx="3047">
                  <c:v>0.12999007100000001</c:v>
                </c:pt>
                <c:pt idx="3048">
                  <c:v>0.23927411500000001</c:v>
                </c:pt>
                <c:pt idx="3049">
                  <c:v>0.36734883699999998</c:v>
                </c:pt>
                <c:pt idx="3050">
                  <c:v>0.48234607299999999</c:v>
                </c:pt>
                <c:pt idx="3051">
                  <c:v>0.49608715399999997</c:v>
                </c:pt>
                <c:pt idx="3052">
                  <c:v>0.477859796</c:v>
                </c:pt>
                <c:pt idx="3053">
                  <c:v>0.444323939</c:v>
                </c:pt>
                <c:pt idx="3054">
                  <c:v>0.44963603200000002</c:v>
                </c:pt>
                <c:pt idx="3055">
                  <c:v>0.57861567700000005</c:v>
                </c:pt>
                <c:pt idx="3056">
                  <c:v>0.566736562</c:v>
                </c:pt>
                <c:pt idx="3057">
                  <c:v>0.58993706700000004</c:v>
                </c:pt>
                <c:pt idx="3058">
                  <c:v>0.71214611400000005</c:v>
                </c:pt>
                <c:pt idx="3059">
                  <c:v>0.76439269399999998</c:v>
                </c:pt>
                <c:pt idx="3060">
                  <c:v>0.76178036500000001</c:v>
                </c:pt>
                <c:pt idx="3061">
                  <c:v>0.76191098199999996</c:v>
                </c:pt>
                <c:pt idx="3062">
                  <c:v>0.76190445100000004</c:v>
                </c:pt>
                <c:pt idx="3063">
                  <c:v>0.76190477700000003</c:v>
                </c:pt>
                <c:pt idx="3064">
                  <c:v>0.76190476100000004</c:v>
                </c:pt>
                <c:pt idx="3065">
                  <c:v>0.76190476200000001</c:v>
                </c:pt>
                <c:pt idx="3066">
                  <c:v>0.72765542500000002</c:v>
                </c:pt>
                <c:pt idx="3067">
                  <c:v>0.76361722899999995</c:v>
                </c:pt>
                <c:pt idx="3068">
                  <c:v>0.72099548800000002</c:v>
                </c:pt>
                <c:pt idx="3069">
                  <c:v>0.63139793600000005</c:v>
                </c:pt>
                <c:pt idx="3070">
                  <c:v>0.53436684899999998</c:v>
                </c:pt>
                <c:pt idx="3071">
                  <c:v>0.42671361800000002</c:v>
                </c:pt>
                <c:pt idx="3072">
                  <c:v>0.38301111399999999</c:v>
                </c:pt>
                <c:pt idx="3073">
                  <c:v>0.36858186900000001</c:v>
                </c:pt>
                <c:pt idx="3074">
                  <c:v>0.33661033000000001</c:v>
                </c:pt>
                <c:pt idx="3075">
                  <c:v>0.30370765799999999</c:v>
                </c:pt>
                <c:pt idx="3076">
                  <c:v>0.27210716400000001</c:v>
                </c:pt>
                <c:pt idx="3077">
                  <c:v>0.24492455699999999</c:v>
                </c:pt>
                <c:pt idx="3078">
                  <c:v>0.26681627899999999</c:v>
                </c:pt>
                <c:pt idx="3079">
                  <c:v>0.28233691599999999</c:v>
                </c:pt>
                <c:pt idx="3080">
                  <c:v>0.40992332999999997</c:v>
                </c:pt>
                <c:pt idx="3081">
                  <c:v>0.40503102299999999</c:v>
                </c:pt>
                <c:pt idx="3082">
                  <c:v>0.371991554</c:v>
                </c:pt>
                <c:pt idx="3083">
                  <c:v>0.370999093</c:v>
                </c:pt>
                <c:pt idx="3084">
                  <c:v>0.45982527000000001</c:v>
                </c:pt>
                <c:pt idx="3085">
                  <c:v>0.48746568600000001</c:v>
                </c:pt>
                <c:pt idx="3086">
                  <c:v>0.56969207899999996</c:v>
                </c:pt>
                <c:pt idx="3087">
                  <c:v>0.67569934899999995</c:v>
                </c:pt>
                <c:pt idx="3088">
                  <c:v>0.76621503300000005</c:v>
                </c:pt>
                <c:pt idx="3089">
                  <c:v>0.76168924800000004</c:v>
                </c:pt>
                <c:pt idx="3090">
                  <c:v>0.761915538</c:v>
                </c:pt>
                <c:pt idx="3091">
                  <c:v>0.76190422300000005</c:v>
                </c:pt>
                <c:pt idx="3092">
                  <c:v>0.76190478900000003</c:v>
                </c:pt>
                <c:pt idx="3093">
                  <c:v>0.75621604099999995</c:v>
                </c:pt>
                <c:pt idx="3094">
                  <c:v>0.76218919799999996</c:v>
                </c:pt>
                <c:pt idx="3095">
                  <c:v>0.76189054</c:v>
                </c:pt>
                <c:pt idx="3096">
                  <c:v>0.761905473</c:v>
                </c:pt>
                <c:pt idx="3097">
                  <c:v>0.76190472600000003</c:v>
                </c:pt>
                <c:pt idx="3098">
                  <c:v>0.76190476399999996</c:v>
                </c:pt>
                <c:pt idx="3099">
                  <c:v>0.76190476200000001</c:v>
                </c:pt>
                <c:pt idx="3100">
                  <c:v>0.76190476200000001</c:v>
                </c:pt>
                <c:pt idx="3101">
                  <c:v>0.76190476200000001</c:v>
                </c:pt>
                <c:pt idx="3102">
                  <c:v>0.76190476200000001</c:v>
                </c:pt>
                <c:pt idx="3103">
                  <c:v>0.76190476200000001</c:v>
                </c:pt>
                <c:pt idx="3104">
                  <c:v>0.72169908599999999</c:v>
                </c:pt>
                <c:pt idx="3105">
                  <c:v>0.76391504600000004</c:v>
                </c:pt>
                <c:pt idx="3106">
                  <c:v>0.76180424800000002</c:v>
                </c:pt>
                <c:pt idx="3107">
                  <c:v>0.76190978799999998</c:v>
                </c:pt>
                <c:pt idx="3108">
                  <c:v>0.76190451100000001</c:v>
                </c:pt>
                <c:pt idx="3109">
                  <c:v>0.76190477400000001</c:v>
                </c:pt>
                <c:pt idx="3110">
                  <c:v>0.76190476100000004</c:v>
                </c:pt>
                <c:pt idx="3111">
                  <c:v>0.76190476200000001</c:v>
                </c:pt>
                <c:pt idx="3112">
                  <c:v>0.76190476200000001</c:v>
                </c:pt>
                <c:pt idx="3113">
                  <c:v>0.76190476200000001</c:v>
                </c:pt>
                <c:pt idx="3114">
                  <c:v>0.76190476200000001</c:v>
                </c:pt>
                <c:pt idx="3115">
                  <c:v>0.76190476200000001</c:v>
                </c:pt>
                <c:pt idx="3116">
                  <c:v>0.76190476200000001</c:v>
                </c:pt>
                <c:pt idx="3117">
                  <c:v>0.75304270900000003</c:v>
                </c:pt>
                <c:pt idx="3118">
                  <c:v>0.76234786499999996</c:v>
                </c:pt>
                <c:pt idx="3119">
                  <c:v>0.76188260699999999</c:v>
                </c:pt>
                <c:pt idx="3120">
                  <c:v>0.76190586999999999</c:v>
                </c:pt>
                <c:pt idx="3121">
                  <c:v>0.76190470700000001</c:v>
                </c:pt>
                <c:pt idx="3122">
                  <c:v>0.76190476500000004</c:v>
                </c:pt>
                <c:pt idx="3123">
                  <c:v>0.70555910200000005</c:v>
                </c:pt>
                <c:pt idx="3124">
                  <c:v>0.65677329600000001</c:v>
                </c:pt>
                <c:pt idx="3125">
                  <c:v>0.60828267899999999</c:v>
                </c:pt>
                <c:pt idx="3126">
                  <c:v>0.56099109400000002</c:v>
                </c:pt>
                <c:pt idx="3127">
                  <c:v>0.49522872499999998</c:v>
                </c:pt>
                <c:pt idx="3128">
                  <c:v>0.44191287699999998</c:v>
                </c:pt>
                <c:pt idx="3129">
                  <c:v>0.556538219</c:v>
                </c:pt>
                <c:pt idx="3130">
                  <c:v>0.63016340999999998</c:v>
                </c:pt>
                <c:pt idx="3131">
                  <c:v>0.76849182900000002</c:v>
                </c:pt>
                <c:pt idx="3132">
                  <c:v>0.76157540899999998</c:v>
                </c:pt>
                <c:pt idx="3133">
                  <c:v>0.74850093299999998</c:v>
                </c:pt>
                <c:pt idx="3134">
                  <c:v>0.73360006899999997</c:v>
                </c:pt>
                <c:pt idx="3135">
                  <c:v>0.72444927599999998</c:v>
                </c:pt>
                <c:pt idx="3136">
                  <c:v>0.73366803599999997</c:v>
                </c:pt>
                <c:pt idx="3137">
                  <c:v>0.76331659799999996</c:v>
                </c:pt>
                <c:pt idx="3138">
                  <c:v>0.75221199500000002</c:v>
                </c:pt>
                <c:pt idx="3139">
                  <c:v>0.76238939999999999</c:v>
                </c:pt>
                <c:pt idx="3140">
                  <c:v>0.76188053</c:v>
                </c:pt>
                <c:pt idx="3141">
                  <c:v>0.75213783499999998</c:v>
                </c:pt>
                <c:pt idx="3142">
                  <c:v>0.76125864600000004</c:v>
                </c:pt>
                <c:pt idx="3143">
                  <c:v>0.71647722800000002</c:v>
                </c:pt>
                <c:pt idx="3144">
                  <c:v>0.74566379900000002</c:v>
                </c:pt>
                <c:pt idx="3145">
                  <c:v>0.75067114999999995</c:v>
                </c:pt>
                <c:pt idx="3146">
                  <c:v>0.69890159900000004</c:v>
                </c:pt>
                <c:pt idx="3147">
                  <c:v>0.66330262900000003</c:v>
                </c:pt>
                <c:pt idx="3148">
                  <c:v>0.61820456000000001</c:v>
                </c:pt>
                <c:pt idx="3149">
                  <c:v>0.58283908399999995</c:v>
                </c:pt>
                <c:pt idx="3150">
                  <c:v>0.53694954900000003</c:v>
                </c:pt>
                <c:pt idx="3151">
                  <c:v>0.54517527899999996</c:v>
                </c:pt>
                <c:pt idx="3152">
                  <c:v>0.496974996</c:v>
                </c:pt>
                <c:pt idx="3153">
                  <c:v>0.54975461199999998</c:v>
                </c:pt>
                <c:pt idx="3154">
                  <c:v>0.61220318500000004</c:v>
                </c:pt>
                <c:pt idx="3155">
                  <c:v>0.62970027900000003</c:v>
                </c:pt>
                <c:pt idx="3156">
                  <c:v>0.66778153100000004</c:v>
                </c:pt>
                <c:pt idx="3157">
                  <c:v>0.70713055999999996</c:v>
                </c:pt>
                <c:pt idx="3158">
                  <c:v>0.71920336200000001</c:v>
                </c:pt>
                <c:pt idx="3159">
                  <c:v>0.731148036</c:v>
                </c:pt>
                <c:pt idx="3160">
                  <c:v>0.73205483299999996</c:v>
                </c:pt>
                <c:pt idx="3161">
                  <c:v>0.66286532899999995</c:v>
                </c:pt>
                <c:pt idx="3162">
                  <c:v>0.66263686799999999</c:v>
                </c:pt>
                <c:pt idx="3163">
                  <c:v>0.70702875499999995</c:v>
                </c:pt>
                <c:pt idx="3164">
                  <c:v>0.57531697999999998</c:v>
                </c:pt>
                <c:pt idx="3165">
                  <c:v>0.477675662</c:v>
                </c:pt>
                <c:pt idx="3166">
                  <c:v>0.39170844700000002</c:v>
                </c:pt>
                <c:pt idx="3167">
                  <c:v>0.283890427</c:v>
                </c:pt>
                <c:pt idx="3168">
                  <c:v>0.22719719799999999</c:v>
                </c:pt>
                <c:pt idx="3169">
                  <c:v>0.24168593499999999</c:v>
                </c:pt>
                <c:pt idx="3170">
                  <c:v>0.21237668100000001</c:v>
                </c:pt>
                <c:pt idx="3171">
                  <c:v>0.18674766000000001</c:v>
                </c:pt>
                <c:pt idx="3172">
                  <c:v>0.18449432900000001</c:v>
                </c:pt>
                <c:pt idx="3173">
                  <c:v>0.176191816</c:v>
                </c:pt>
                <c:pt idx="3174">
                  <c:v>0.20512519300000001</c:v>
                </c:pt>
                <c:pt idx="3175">
                  <c:v>0.26087852299999997</c:v>
                </c:pt>
                <c:pt idx="3176">
                  <c:v>0.34958390900000003</c:v>
                </c:pt>
                <c:pt idx="3177">
                  <c:v>0.38428268700000001</c:v>
                </c:pt>
                <c:pt idx="3178">
                  <c:v>0.49116391199999998</c:v>
                </c:pt>
                <c:pt idx="3179">
                  <c:v>0.74035060200000002</c:v>
                </c:pt>
                <c:pt idx="3180">
                  <c:v>0.76298246999999997</c:v>
                </c:pt>
                <c:pt idx="3181">
                  <c:v>0.76185087699999998</c:v>
                </c:pt>
                <c:pt idx="3182">
                  <c:v>0.76190745599999998</c:v>
                </c:pt>
                <c:pt idx="3183">
                  <c:v>0.76190462699999995</c:v>
                </c:pt>
                <c:pt idx="3184">
                  <c:v>0.76190476900000004</c:v>
                </c:pt>
                <c:pt idx="3185">
                  <c:v>0.76190476200000001</c:v>
                </c:pt>
                <c:pt idx="3186">
                  <c:v>0.76190476200000001</c:v>
                </c:pt>
                <c:pt idx="3187">
                  <c:v>0.76190476200000001</c:v>
                </c:pt>
                <c:pt idx="3188">
                  <c:v>0.66201264299999996</c:v>
                </c:pt>
                <c:pt idx="3189">
                  <c:v>0.556826033</c:v>
                </c:pt>
                <c:pt idx="3190">
                  <c:v>0.45576857999999998</c:v>
                </c:pt>
                <c:pt idx="3191">
                  <c:v>0.38120086399999997</c:v>
                </c:pt>
                <c:pt idx="3192">
                  <c:v>0.48167763499999999</c:v>
                </c:pt>
                <c:pt idx="3193">
                  <c:v>0.48631839900000001</c:v>
                </c:pt>
                <c:pt idx="3194">
                  <c:v>0.57493694100000003</c:v>
                </c:pt>
                <c:pt idx="3195">
                  <c:v>0.53033185900000002</c:v>
                </c:pt>
                <c:pt idx="3196">
                  <c:v>0.59776826900000002</c:v>
                </c:pt>
                <c:pt idx="3197">
                  <c:v>0.60352261900000004</c:v>
                </c:pt>
                <c:pt idx="3198">
                  <c:v>0.69978518700000003</c:v>
                </c:pt>
                <c:pt idx="3199">
                  <c:v>0.63339886499999998</c:v>
                </c:pt>
                <c:pt idx="3200">
                  <c:v>0.67722679699999999</c:v>
                </c:pt>
                <c:pt idx="3201">
                  <c:v>0.75180573100000003</c:v>
                </c:pt>
                <c:pt idx="3202">
                  <c:v>0.76240971300000004</c:v>
                </c:pt>
                <c:pt idx="3203">
                  <c:v>0.76187951399999998</c:v>
                </c:pt>
                <c:pt idx="3204">
                  <c:v>0.75349359000000005</c:v>
                </c:pt>
                <c:pt idx="3205">
                  <c:v>0.76232532099999994</c:v>
                </c:pt>
                <c:pt idx="3206">
                  <c:v>0.76188373399999998</c:v>
                </c:pt>
                <c:pt idx="3207">
                  <c:v>0.76190581300000004</c:v>
                </c:pt>
                <c:pt idx="3208">
                  <c:v>0.76190470899999996</c:v>
                </c:pt>
                <c:pt idx="3209">
                  <c:v>0.68943606499999999</c:v>
                </c:pt>
                <c:pt idx="3210">
                  <c:v>0.62954961600000003</c:v>
                </c:pt>
                <c:pt idx="3211">
                  <c:v>0.495734281</c:v>
                </c:pt>
                <c:pt idx="3212">
                  <c:v>0.37055113200000001</c:v>
                </c:pt>
                <c:pt idx="3213">
                  <c:v>0.25096644699999998</c:v>
                </c:pt>
                <c:pt idx="3214">
                  <c:v>0.24164904100000001</c:v>
                </c:pt>
                <c:pt idx="3215">
                  <c:v>0.236722928</c:v>
                </c:pt>
                <c:pt idx="3216">
                  <c:v>0.27904600200000002</c:v>
                </c:pt>
                <c:pt idx="3217">
                  <c:v>0.29740837799999997</c:v>
                </c:pt>
                <c:pt idx="3218">
                  <c:v>0.364731898</c:v>
                </c:pt>
                <c:pt idx="3219">
                  <c:v>0.43780592699999998</c:v>
                </c:pt>
                <c:pt idx="3220">
                  <c:v>0.51316215799999998</c:v>
                </c:pt>
                <c:pt idx="3221">
                  <c:v>0.48935850600000003</c:v>
                </c:pt>
                <c:pt idx="3222">
                  <c:v>0.45693566899999999</c:v>
                </c:pt>
                <c:pt idx="3223">
                  <c:v>0.44524124199999998</c:v>
                </c:pt>
                <c:pt idx="3224">
                  <c:v>0.461663247</c:v>
                </c:pt>
                <c:pt idx="3225">
                  <c:v>0.46590251500000002</c:v>
                </c:pt>
                <c:pt idx="3226">
                  <c:v>0.61075986400000004</c:v>
                </c:pt>
                <c:pt idx="3227">
                  <c:v>0.769462007</c:v>
                </c:pt>
                <c:pt idx="3228">
                  <c:v>0.76152690000000001</c:v>
                </c:pt>
                <c:pt idx="3229">
                  <c:v>0.76192365500000003</c:v>
                </c:pt>
                <c:pt idx="3230">
                  <c:v>0.76190381699999998</c:v>
                </c:pt>
                <c:pt idx="3231">
                  <c:v>0.76190480900000002</c:v>
                </c:pt>
                <c:pt idx="3232">
                  <c:v>0.76190475999999996</c:v>
                </c:pt>
                <c:pt idx="3233">
                  <c:v>0.76190476200000001</c:v>
                </c:pt>
                <c:pt idx="3234">
                  <c:v>0.76190476200000001</c:v>
                </c:pt>
                <c:pt idx="3235">
                  <c:v>0.76190476200000001</c:v>
                </c:pt>
                <c:pt idx="3236">
                  <c:v>0.751385572</c:v>
                </c:pt>
                <c:pt idx="3237">
                  <c:v>0.76243072099999998</c:v>
                </c:pt>
                <c:pt idx="3238">
                  <c:v>0.76187846400000003</c:v>
                </c:pt>
                <c:pt idx="3239">
                  <c:v>0.76190607700000001</c:v>
                </c:pt>
                <c:pt idx="3240">
                  <c:v>0.76190469599999999</c:v>
                </c:pt>
                <c:pt idx="3241">
                  <c:v>0.76190476500000004</c:v>
                </c:pt>
                <c:pt idx="3242">
                  <c:v>0.76190476200000001</c:v>
                </c:pt>
                <c:pt idx="3243">
                  <c:v>0.76190476200000001</c:v>
                </c:pt>
                <c:pt idx="3244">
                  <c:v>0.76190476200000001</c:v>
                </c:pt>
                <c:pt idx="3245">
                  <c:v>0.76190476200000001</c:v>
                </c:pt>
                <c:pt idx="3246">
                  <c:v>0.76190476200000001</c:v>
                </c:pt>
                <c:pt idx="3247">
                  <c:v>0.76190476200000001</c:v>
                </c:pt>
                <c:pt idx="3248">
                  <c:v>0.76190476200000001</c:v>
                </c:pt>
                <c:pt idx="3249">
                  <c:v>0.76190476200000001</c:v>
                </c:pt>
                <c:pt idx="3250">
                  <c:v>0.76190476200000001</c:v>
                </c:pt>
                <c:pt idx="3251">
                  <c:v>0.76190476200000001</c:v>
                </c:pt>
                <c:pt idx="3252">
                  <c:v>0.76190476200000001</c:v>
                </c:pt>
                <c:pt idx="3253">
                  <c:v>0.76190476200000001</c:v>
                </c:pt>
                <c:pt idx="3254">
                  <c:v>0.76190476200000001</c:v>
                </c:pt>
                <c:pt idx="3255">
                  <c:v>0.76190476200000001</c:v>
                </c:pt>
                <c:pt idx="3256">
                  <c:v>0.76190476200000001</c:v>
                </c:pt>
                <c:pt idx="3257">
                  <c:v>0.76190476200000001</c:v>
                </c:pt>
                <c:pt idx="3258">
                  <c:v>0.76190476200000001</c:v>
                </c:pt>
                <c:pt idx="3259">
                  <c:v>0.76190476200000001</c:v>
                </c:pt>
                <c:pt idx="3260">
                  <c:v>0.76190476200000001</c:v>
                </c:pt>
                <c:pt idx="3261">
                  <c:v>0.76190476200000001</c:v>
                </c:pt>
                <c:pt idx="3262">
                  <c:v>0.76190476200000001</c:v>
                </c:pt>
                <c:pt idx="3263">
                  <c:v>0.670159862</c:v>
                </c:pt>
                <c:pt idx="3264">
                  <c:v>0.61045600700000002</c:v>
                </c:pt>
                <c:pt idx="3265">
                  <c:v>0.56825663599999998</c:v>
                </c:pt>
                <c:pt idx="3266">
                  <c:v>0.53199437599999999</c:v>
                </c:pt>
                <c:pt idx="3267">
                  <c:v>0.49302937899999999</c:v>
                </c:pt>
                <c:pt idx="3268">
                  <c:v>0.454918657</c:v>
                </c:pt>
                <c:pt idx="3269">
                  <c:v>0.42303225100000003</c:v>
                </c:pt>
                <c:pt idx="3270">
                  <c:v>0.58031756199999995</c:v>
                </c:pt>
                <c:pt idx="3271">
                  <c:v>0.77098412199999999</c:v>
                </c:pt>
                <c:pt idx="3272">
                  <c:v>0.76145079400000004</c:v>
                </c:pt>
                <c:pt idx="3273">
                  <c:v>0.76192746</c:v>
                </c:pt>
                <c:pt idx="3274">
                  <c:v>0.76190362700000003</c:v>
                </c:pt>
                <c:pt idx="3275">
                  <c:v>0.76190481899999996</c:v>
                </c:pt>
                <c:pt idx="3276">
                  <c:v>0.76190475899999999</c:v>
                </c:pt>
                <c:pt idx="3277">
                  <c:v>0.76190476200000001</c:v>
                </c:pt>
                <c:pt idx="3278">
                  <c:v>0.76190476200000001</c:v>
                </c:pt>
                <c:pt idx="3279">
                  <c:v>0.76190476200000001</c:v>
                </c:pt>
                <c:pt idx="3280">
                  <c:v>0.76190476200000001</c:v>
                </c:pt>
                <c:pt idx="3281">
                  <c:v>0.76190476200000001</c:v>
                </c:pt>
                <c:pt idx="3282">
                  <c:v>0.76190476200000001</c:v>
                </c:pt>
                <c:pt idx="3283">
                  <c:v>0.76190476200000001</c:v>
                </c:pt>
                <c:pt idx="3284">
                  <c:v>0.76190476200000001</c:v>
                </c:pt>
                <c:pt idx="3285">
                  <c:v>0.76190476200000001</c:v>
                </c:pt>
                <c:pt idx="3286">
                  <c:v>0.76190476200000001</c:v>
                </c:pt>
                <c:pt idx="3287">
                  <c:v>0.76190476200000001</c:v>
                </c:pt>
                <c:pt idx="3288">
                  <c:v>0.76190476200000001</c:v>
                </c:pt>
                <c:pt idx="3289">
                  <c:v>0.72666850100000002</c:v>
                </c:pt>
                <c:pt idx="3290">
                  <c:v>0.74140496499999997</c:v>
                </c:pt>
                <c:pt idx="3291">
                  <c:v>0.68775661799999999</c:v>
                </c:pt>
                <c:pt idx="3292">
                  <c:v>0.64294158099999998</c:v>
                </c:pt>
                <c:pt idx="3293">
                  <c:v>0.672872095</c:v>
                </c:pt>
                <c:pt idx="3294">
                  <c:v>0.76635639499999997</c:v>
                </c:pt>
                <c:pt idx="3295">
                  <c:v>0.76168217999999999</c:v>
                </c:pt>
                <c:pt idx="3296">
                  <c:v>0.76191589100000001</c:v>
                </c:pt>
                <c:pt idx="3297">
                  <c:v>0.761904205</c:v>
                </c:pt>
                <c:pt idx="3298">
                  <c:v>0.76190479</c:v>
                </c:pt>
                <c:pt idx="3299">
                  <c:v>0.76190476100000004</c:v>
                </c:pt>
                <c:pt idx="3300">
                  <c:v>0.76190476200000001</c:v>
                </c:pt>
                <c:pt idx="3301">
                  <c:v>0.76190476200000001</c:v>
                </c:pt>
                <c:pt idx="3302">
                  <c:v>0.76190476200000001</c:v>
                </c:pt>
                <c:pt idx="3303">
                  <c:v>0.76190476200000001</c:v>
                </c:pt>
                <c:pt idx="3304">
                  <c:v>0.76190476200000001</c:v>
                </c:pt>
                <c:pt idx="3305">
                  <c:v>0.76190476200000001</c:v>
                </c:pt>
                <c:pt idx="3306">
                  <c:v>0.76190476200000001</c:v>
                </c:pt>
                <c:pt idx="3307">
                  <c:v>0.64338367299999999</c:v>
                </c:pt>
                <c:pt idx="3308">
                  <c:v>0.59086102799999995</c:v>
                </c:pt>
                <c:pt idx="3309">
                  <c:v>0.53018461100000003</c:v>
                </c:pt>
                <c:pt idx="3310">
                  <c:v>0.50953653399999999</c:v>
                </c:pt>
                <c:pt idx="3311">
                  <c:v>0.54497052000000001</c:v>
                </c:pt>
                <c:pt idx="3312">
                  <c:v>0.50439645399999999</c:v>
                </c:pt>
                <c:pt idx="3313">
                  <c:v>0.49452140500000002</c:v>
                </c:pt>
                <c:pt idx="3314">
                  <c:v>0.47984767699999997</c:v>
                </c:pt>
                <c:pt idx="3315">
                  <c:v>0.49888861600000001</c:v>
                </c:pt>
                <c:pt idx="3316">
                  <c:v>0.46551994899999999</c:v>
                </c:pt>
                <c:pt idx="3317">
                  <c:v>0.46374871099999998</c:v>
                </c:pt>
                <c:pt idx="3318">
                  <c:v>0.47050542200000001</c:v>
                </c:pt>
                <c:pt idx="3319">
                  <c:v>0.45388340100000002</c:v>
                </c:pt>
                <c:pt idx="3320">
                  <c:v>0.46991325099999998</c:v>
                </c:pt>
                <c:pt idx="3321">
                  <c:v>0.77045655700000004</c:v>
                </c:pt>
                <c:pt idx="3322">
                  <c:v>0.76147717199999998</c:v>
                </c:pt>
                <c:pt idx="3323">
                  <c:v>0.761926141</c:v>
                </c:pt>
                <c:pt idx="3324">
                  <c:v>0.76190369300000005</c:v>
                </c:pt>
                <c:pt idx="3325">
                  <c:v>0.76190481499999996</c:v>
                </c:pt>
                <c:pt idx="3326">
                  <c:v>0.76190475899999999</c:v>
                </c:pt>
                <c:pt idx="3327">
                  <c:v>0.76190476200000001</c:v>
                </c:pt>
                <c:pt idx="3328">
                  <c:v>0.76190476200000001</c:v>
                </c:pt>
                <c:pt idx="3329">
                  <c:v>0.74930047200000005</c:v>
                </c:pt>
                <c:pt idx="3330">
                  <c:v>0.70393691700000005</c:v>
                </c:pt>
                <c:pt idx="3331">
                  <c:v>0.62024176799999997</c:v>
                </c:pt>
                <c:pt idx="3332">
                  <c:v>0.51038587700000004</c:v>
                </c:pt>
                <c:pt idx="3333">
                  <c:v>0.57457643300000005</c:v>
                </c:pt>
                <c:pt idx="3334">
                  <c:v>0.62482325599999999</c:v>
                </c:pt>
                <c:pt idx="3335">
                  <c:v>0.69519378700000001</c:v>
                </c:pt>
                <c:pt idx="3336">
                  <c:v>0.76524031100000001</c:v>
                </c:pt>
                <c:pt idx="3337">
                  <c:v>0.76173798400000003</c:v>
                </c:pt>
                <c:pt idx="3338">
                  <c:v>0.76191310099999998</c:v>
                </c:pt>
                <c:pt idx="3339">
                  <c:v>0.70668332</c:v>
                </c:pt>
                <c:pt idx="3340">
                  <c:v>0.69995653099999999</c:v>
                </c:pt>
                <c:pt idx="3341">
                  <c:v>0.64882797400000003</c:v>
                </c:pt>
                <c:pt idx="3342">
                  <c:v>0.60704045399999995</c:v>
                </c:pt>
                <c:pt idx="3343">
                  <c:v>0.57721683199999996</c:v>
                </c:pt>
                <c:pt idx="3344">
                  <c:v>0.67022737200000004</c:v>
                </c:pt>
                <c:pt idx="3345">
                  <c:v>0.64908394400000002</c:v>
                </c:pt>
                <c:pt idx="3346">
                  <c:v>0.76754580299999997</c:v>
                </c:pt>
                <c:pt idx="3347">
                  <c:v>0.76162271000000004</c:v>
                </c:pt>
                <c:pt idx="3348">
                  <c:v>0.76191886499999995</c:v>
                </c:pt>
                <c:pt idx="3349">
                  <c:v>0.76190405699999997</c:v>
                </c:pt>
                <c:pt idx="3350">
                  <c:v>0.76190479700000002</c:v>
                </c:pt>
                <c:pt idx="3351">
                  <c:v>0.76190475999999996</c:v>
                </c:pt>
                <c:pt idx="3352">
                  <c:v>0.76190476200000001</c:v>
                </c:pt>
                <c:pt idx="3353">
                  <c:v>0.76190476200000001</c:v>
                </c:pt>
                <c:pt idx="3354">
                  <c:v>0.76190476200000001</c:v>
                </c:pt>
                <c:pt idx="3355">
                  <c:v>0.76190476200000001</c:v>
                </c:pt>
                <c:pt idx="3356">
                  <c:v>0.76112230599999997</c:v>
                </c:pt>
                <c:pt idx="3357">
                  <c:v>0.72573622999999998</c:v>
                </c:pt>
                <c:pt idx="3358">
                  <c:v>0.623023506</c:v>
                </c:pt>
                <c:pt idx="3359">
                  <c:v>0.60608405099999996</c:v>
                </c:pt>
                <c:pt idx="3360">
                  <c:v>0.69181315499999996</c:v>
                </c:pt>
                <c:pt idx="3361">
                  <c:v>0.74809244600000002</c:v>
                </c:pt>
                <c:pt idx="3362">
                  <c:v>0.73235730099999996</c:v>
                </c:pt>
                <c:pt idx="3363">
                  <c:v>0.70362102900000001</c:v>
                </c:pt>
                <c:pt idx="3364">
                  <c:v>0.65146289700000004</c:v>
                </c:pt>
                <c:pt idx="3365">
                  <c:v>0.61906042100000003</c:v>
                </c:pt>
                <c:pt idx="3366">
                  <c:v>0.70607165100000002</c:v>
                </c:pt>
                <c:pt idx="3367">
                  <c:v>0.76469641700000002</c:v>
                </c:pt>
                <c:pt idx="3368">
                  <c:v>0.76176517899999996</c:v>
                </c:pt>
                <c:pt idx="3369">
                  <c:v>0.76191174100000003</c:v>
                </c:pt>
                <c:pt idx="3370">
                  <c:v>0.761904413</c:v>
                </c:pt>
                <c:pt idx="3371">
                  <c:v>0.76190477899999998</c:v>
                </c:pt>
                <c:pt idx="3372">
                  <c:v>0.76190476100000004</c:v>
                </c:pt>
                <c:pt idx="3373">
                  <c:v>0.76190476200000001</c:v>
                </c:pt>
                <c:pt idx="3374">
                  <c:v>0.76190476200000001</c:v>
                </c:pt>
                <c:pt idx="3375">
                  <c:v>0.76190476200000001</c:v>
                </c:pt>
                <c:pt idx="3376">
                  <c:v>0.76190476200000001</c:v>
                </c:pt>
                <c:pt idx="3377">
                  <c:v>0.76190476200000001</c:v>
                </c:pt>
                <c:pt idx="3378">
                  <c:v>0.76190476200000001</c:v>
                </c:pt>
                <c:pt idx="3379">
                  <c:v>0.70466774700000001</c:v>
                </c:pt>
                <c:pt idx="3380">
                  <c:v>0.73970914799999998</c:v>
                </c:pt>
                <c:pt idx="3381">
                  <c:v>0.64262436999999994</c:v>
                </c:pt>
                <c:pt idx="3382">
                  <c:v>0.66709046800000005</c:v>
                </c:pt>
                <c:pt idx="3383">
                  <c:v>0.74215622699999995</c:v>
                </c:pt>
                <c:pt idx="3384">
                  <c:v>0.762892189</c:v>
                </c:pt>
                <c:pt idx="3385">
                  <c:v>0.76185539099999999</c:v>
                </c:pt>
                <c:pt idx="3386">
                  <c:v>0.76190723000000005</c:v>
                </c:pt>
                <c:pt idx="3387">
                  <c:v>0.76190463799999997</c:v>
                </c:pt>
                <c:pt idx="3388">
                  <c:v>0.70940448300000003</c:v>
                </c:pt>
                <c:pt idx="3389">
                  <c:v>0.74585694700000005</c:v>
                </c:pt>
                <c:pt idx="3390">
                  <c:v>0.76270715300000003</c:v>
                </c:pt>
                <c:pt idx="3391">
                  <c:v>0.76186464200000004</c:v>
                </c:pt>
                <c:pt idx="3392">
                  <c:v>0.76190676800000001</c:v>
                </c:pt>
                <c:pt idx="3393">
                  <c:v>0.76190466199999995</c:v>
                </c:pt>
                <c:pt idx="3394">
                  <c:v>0.76190476699999998</c:v>
                </c:pt>
                <c:pt idx="3395">
                  <c:v>0.76190476200000001</c:v>
                </c:pt>
                <c:pt idx="3396">
                  <c:v>0.76190476200000001</c:v>
                </c:pt>
                <c:pt idx="3397">
                  <c:v>0.76190476200000001</c:v>
                </c:pt>
                <c:pt idx="3398">
                  <c:v>0.76190476200000001</c:v>
                </c:pt>
                <c:pt idx="3399">
                  <c:v>0.76190476200000001</c:v>
                </c:pt>
                <c:pt idx="3400">
                  <c:v>0.76190476200000001</c:v>
                </c:pt>
                <c:pt idx="3401">
                  <c:v>0.76190476200000001</c:v>
                </c:pt>
                <c:pt idx="3402">
                  <c:v>0.76190476200000001</c:v>
                </c:pt>
                <c:pt idx="3403">
                  <c:v>0.76190476200000001</c:v>
                </c:pt>
                <c:pt idx="3404">
                  <c:v>0.76188556100000004</c:v>
                </c:pt>
                <c:pt idx="3405">
                  <c:v>0.75858474499999995</c:v>
                </c:pt>
                <c:pt idx="3406">
                  <c:v>0.62589428000000003</c:v>
                </c:pt>
                <c:pt idx="3407">
                  <c:v>0.56600083800000001</c:v>
                </c:pt>
                <c:pt idx="3408">
                  <c:v>0.493713332</c:v>
                </c:pt>
                <c:pt idx="3409">
                  <c:v>0.50921510699999994</c:v>
                </c:pt>
                <c:pt idx="3410">
                  <c:v>0.62293701300000004</c:v>
                </c:pt>
                <c:pt idx="3411">
                  <c:v>0.63593396899999999</c:v>
                </c:pt>
                <c:pt idx="3412">
                  <c:v>0.60104195500000002</c:v>
                </c:pt>
                <c:pt idx="3413">
                  <c:v>0.58265318799999999</c:v>
                </c:pt>
                <c:pt idx="3414">
                  <c:v>0.55531231000000003</c:v>
                </c:pt>
                <c:pt idx="3415">
                  <c:v>0.56027546500000003</c:v>
                </c:pt>
                <c:pt idx="3416">
                  <c:v>0.52715843500000004</c:v>
                </c:pt>
                <c:pt idx="3417">
                  <c:v>0.54508537199999996</c:v>
                </c:pt>
                <c:pt idx="3418">
                  <c:v>0.58629858899999998</c:v>
                </c:pt>
                <c:pt idx="3419">
                  <c:v>0.61805000099999996</c:v>
                </c:pt>
                <c:pt idx="3420">
                  <c:v>0.687672952</c:v>
                </c:pt>
                <c:pt idx="3421">
                  <c:v>0.765616352</c:v>
                </c:pt>
                <c:pt idx="3422">
                  <c:v>0.76171918199999999</c:v>
                </c:pt>
                <c:pt idx="3423">
                  <c:v>0.70641079200000001</c:v>
                </c:pt>
                <c:pt idx="3424">
                  <c:v>0.71160225099999996</c:v>
                </c:pt>
                <c:pt idx="3425">
                  <c:v>0.74433215399999997</c:v>
                </c:pt>
                <c:pt idx="3426">
                  <c:v>0.762783392</c:v>
                </c:pt>
                <c:pt idx="3427">
                  <c:v>0.76186083000000004</c:v>
                </c:pt>
                <c:pt idx="3428">
                  <c:v>0.76190695799999997</c:v>
                </c:pt>
                <c:pt idx="3429">
                  <c:v>0.74449733200000001</c:v>
                </c:pt>
                <c:pt idx="3430">
                  <c:v>0.68630549299999999</c:v>
                </c:pt>
                <c:pt idx="3431">
                  <c:v>0.66041306799999999</c:v>
                </c:pt>
                <c:pt idx="3432">
                  <c:v>0.65554910399999999</c:v>
                </c:pt>
                <c:pt idx="3433">
                  <c:v>0.75927592300000002</c:v>
                </c:pt>
                <c:pt idx="3434">
                  <c:v>0.76203620400000005</c:v>
                </c:pt>
                <c:pt idx="3435">
                  <c:v>0.71611071100000001</c:v>
                </c:pt>
                <c:pt idx="3436">
                  <c:v>0.76419446400000002</c:v>
                </c:pt>
                <c:pt idx="3437">
                  <c:v>0.76179027700000002</c:v>
                </c:pt>
                <c:pt idx="3438">
                  <c:v>0.761910486</c:v>
                </c:pt>
                <c:pt idx="3439">
                  <c:v>0.761904476</c:v>
                </c:pt>
                <c:pt idx="3440">
                  <c:v>0.76190477599999995</c:v>
                </c:pt>
                <c:pt idx="3441">
                  <c:v>0.76190476100000004</c:v>
                </c:pt>
                <c:pt idx="3442">
                  <c:v>0.76190476200000001</c:v>
                </c:pt>
                <c:pt idx="3443">
                  <c:v>0.76190476200000001</c:v>
                </c:pt>
                <c:pt idx="3444">
                  <c:v>0.76190476200000001</c:v>
                </c:pt>
                <c:pt idx="3445">
                  <c:v>0.76190476200000001</c:v>
                </c:pt>
                <c:pt idx="3446">
                  <c:v>0.76190476200000001</c:v>
                </c:pt>
                <c:pt idx="3447">
                  <c:v>0.76190476200000001</c:v>
                </c:pt>
                <c:pt idx="3448">
                  <c:v>0.76190476200000001</c:v>
                </c:pt>
                <c:pt idx="3449">
                  <c:v>0.76190476200000001</c:v>
                </c:pt>
                <c:pt idx="3450">
                  <c:v>0.76190476200000001</c:v>
                </c:pt>
                <c:pt idx="3451">
                  <c:v>0.76190476200000001</c:v>
                </c:pt>
                <c:pt idx="3452">
                  <c:v>0.67514446699999997</c:v>
                </c:pt>
                <c:pt idx="3453">
                  <c:v>0.55893478100000005</c:v>
                </c:pt>
                <c:pt idx="3454">
                  <c:v>0.455360608</c:v>
                </c:pt>
                <c:pt idx="3455">
                  <c:v>0.36721715399999999</c:v>
                </c:pt>
                <c:pt idx="3456">
                  <c:v>0.31279432699999998</c:v>
                </c:pt>
                <c:pt idx="3457">
                  <c:v>0.28162320099999999</c:v>
                </c:pt>
                <c:pt idx="3458">
                  <c:v>0.25152081900000001</c:v>
                </c:pt>
                <c:pt idx="3459">
                  <c:v>0.27720004199999998</c:v>
                </c:pt>
                <c:pt idx="3460">
                  <c:v>0.35560970600000003</c:v>
                </c:pt>
                <c:pt idx="3461">
                  <c:v>0.39768832999999998</c:v>
                </c:pt>
                <c:pt idx="3462">
                  <c:v>0.50200091000000002</c:v>
                </c:pt>
                <c:pt idx="3463">
                  <c:v>0.45082708399999999</c:v>
                </c:pt>
                <c:pt idx="3464">
                  <c:v>0.43870120200000001</c:v>
                </c:pt>
                <c:pt idx="3465">
                  <c:v>0.63335190900000005</c:v>
                </c:pt>
                <c:pt idx="3466">
                  <c:v>0.65684775699999998</c:v>
                </c:pt>
                <c:pt idx="3467">
                  <c:v>0.69904242699999997</c:v>
                </c:pt>
                <c:pt idx="3468">
                  <c:v>0.76504787900000004</c:v>
                </c:pt>
                <c:pt idx="3469">
                  <c:v>0.76174760600000002</c:v>
                </c:pt>
                <c:pt idx="3470">
                  <c:v>0.76191262000000004</c:v>
                </c:pt>
                <c:pt idx="3471">
                  <c:v>0.76190436900000003</c:v>
                </c:pt>
                <c:pt idx="3472">
                  <c:v>0.761904782</c:v>
                </c:pt>
                <c:pt idx="3473">
                  <c:v>0.76190476100000004</c:v>
                </c:pt>
                <c:pt idx="3474">
                  <c:v>0.74834361400000005</c:v>
                </c:pt>
                <c:pt idx="3475">
                  <c:v>0.71941593699999995</c:v>
                </c:pt>
                <c:pt idx="3476">
                  <c:v>0.65799138099999999</c:v>
                </c:pt>
                <c:pt idx="3477">
                  <c:v>0.71193707900000003</c:v>
                </c:pt>
                <c:pt idx="3478">
                  <c:v>0.63044083399999995</c:v>
                </c:pt>
                <c:pt idx="3479">
                  <c:v>0.55612808999999996</c:v>
                </c:pt>
                <c:pt idx="3480">
                  <c:v>0.48959163500000003</c:v>
                </c:pt>
                <c:pt idx="3481">
                  <c:v>0.458972834</c:v>
                </c:pt>
                <c:pt idx="3482">
                  <c:v>0.42135780900000003</c:v>
                </c:pt>
                <c:pt idx="3483">
                  <c:v>0.50787891100000004</c:v>
                </c:pt>
                <c:pt idx="3484">
                  <c:v>0.508589815</c:v>
                </c:pt>
                <c:pt idx="3485">
                  <c:v>0.46312636800000001</c:v>
                </c:pt>
                <c:pt idx="3486">
                  <c:v>0.56795468599999999</c:v>
                </c:pt>
                <c:pt idx="3487">
                  <c:v>0.57670766500000004</c:v>
                </c:pt>
                <c:pt idx="3488">
                  <c:v>0.56419909499999998</c:v>
                </c:pt>
                <c:pt idx="3489">
                  <c:v>0.58868526499999996</c:v>
                </c:pt>
                <c:pt idx="3490">
                  <c:v>0.69410581699999996</c:v>
                </c:pt>
                <c:pt idx="3491">
                  <c:v>0.76529470899999996</c:v>
                </c:pt>
                <c:pt idx="3492">
                  <c:v>0.76173526499999999</c:v>
                </c:pt>
                <c:pt idx="3493">
                  <c:v>0.76191323700000002</c:v>
                </c:pt>
                <c:pt idx="3494">
                  <c:v>0.76190433800000001</c:v>
                </c:pt>
                <c:pt idx="3495">
                  <c:v>0.74249488900000005</c:v>
                </c:pt>
                <c:pt idx="3496">
                  <c:v>0.76287525599999995</c:v>
                </c:pt>
                <c:pt idx="3497">
                  <c:v>0.76185623700000005</c:v>
                </c:pt>
                <c:pt idx="3498">
                  <c:v>0.76190718800000001</c:v>
                </c:pt>
                <c:pt idx="3499">
                  <c:v>0.76190464099999999</c:v>
                </c:pt>
                <c:pt idx="3500">
                  <c:v>0.76190476799999995</c:v>
                </c:pt>
                <c:pt idx="3501">
                  <c:v>0.76190476200000001</c:v>
                </c:pt>
                <c:pt idx="3502">
                  <c:v>0.70042471699999997</c:v>
                </c:pt>
                <c:pt idx="3503">
                  <c:v>0.64279286899999999</c:v>
                </c:pt>
                <c:pt idx="3504">
                  <c:v>0.58805645100000004</c:v>
                </c:pt>
                <c:pt idx="3505">
                  <c:v>0.56143445999999997</c:v>
                </c:pt>
                <c:pt idx="3506">
                  <c:v>0.51730925699999997</c:v>
                </c:pt>
                <c:pt idx="3507">
                  <c:v>0.46952953200000003</c:v>
                </c:pt>
                <c:pt idx="3508">
                  <c:v>0.43044609499999997</c:v>
                </c:pt>
                <c:pt idx="3509">
                  <c:v>0.39859102299999999</c:v>
                </c:pt>
                <c:pt idx="3510">
                  <c:v>0.48563043299999997</c:v>
                </c:pt>
                <c:pt idx="3511">
                  <c:v>0.64026793199999998</c:v>
                </c:pt>
                <c:pt idx="3512">
                  <c:v>0.76798660299999999</c:v>
                </c:pt>
                <c:pt idx="3513">
                  <c:v>0.76160066999999998</c:v>
                </c:pt>
                <c:pt idx="3514">
                  <c:v>0.76191996699999998</c:v>
                </c:pt>
                <c:pt idx="3515">
                  <c:v>0.76190400199999997</c:v>
                </c:pt>
                <c:pt idx="3516">
                  <c:v>0.76190480000000005</c:v>
                </c:pt>
                <c:pt idx="3517">
                  <c:v>0.76190475999999996</c:v>
                </c:pt>
                <c:pt idx="3518">
                  <c:v>0.76190476200000001</c:v>
                </c:pt>
                <c:pt idx="3519">
                  <c:v>0.76190476200000001</c:v>
                </c:pt>
                <c:pt idx="3520">
                  <c:v>0.76190476200000001</c:v>
                </c:pt>
                <c:pt idx="3521">
                  <c:v>0.76190476200000001</c:v>
                </c:pt>
                <c:pt idx="3522">
                  <c:v>0.76190476200000001</c:v>
                </c:pt>
                <c:pt idx="3523">
                  <c:v>0.70597120400000002</c:v>
                </c:pt>
                <c:pt idx="3524">
                  <c:v>0.59326150600000005</c:v>
                </c:pt>
                <c:pt idx="3525">
                  <c:v>0.48476037300000002</c:v>
                </c:pt>
                <c:pt idx="3526">
                  <c:v>0.41630465700000002</c:v>
                </c:pt>
                <c:pt idx="3527">
                  <c:v>0.38947228499999997</c:v>
                </c:pt>
                <c:pt idx="3528">
                  <c:v>0.37158859799999999</c:v>
                </c:pt>
                <c:pt idx="3529">
                  <c:v>0.37451188099999999</c:v>
                </c:pt>
                <c:pt idx="3530">
                  <c:v>0.42307629400000002</c:v>
                </c:pt>
                <c:pt idx="3531">
                  <c:v>0.45802962699999999</c:v>
                </c:pt>
                <c:pt idx="3532">
                  <c:v>0.45996529000000003</c:v>
                </c:pt>
                <c:pt idx="3533">
                  <c:v>0.47592300900000001</c:v>
                </c:pt>
                <c:pt idx="3534">
                  <c:v>0.51020396800000001</c:v>
                </c:pt>
                <c:pt idx="3535">
                  <c:v>0.50895043900000003</c:v>
                </c:pt>
                <c:pt idx="3536">
                  <c:v>0.62636082100000001</c:v>
                </c:pt>
                <c:pt idx="3537">
                  <c:v>0.69250973299999996</c:v>
                </c:pt>
                <c:pt idx="3538">
                  <c:v>0.736637879</c:v>
                </c:pt>
                <c:pt idx="3539">
                  <c:v>0.76316810599999996</c:v>
                </c:pt>
                <c:pt idx="3540">
                  <c:v>0.76184159500000004</c:v>
                </c:pt>
                <c:pt idx="3541">
                  <c:v>0.76190791999999996</c:v>
                </c:pt>
                <c:pt idx="3542">
                  <c:v>0.76190460400000004</c:v>
                </c:pt>
                <c:pt idx="3543">
                  <c:v>0.76190477000000001</c:v>
                </c:pt>
                <c:pt idx="3544">
                  <c:v>0.76190476200000001</c:v>
                </c:pt>
                <c:pt idx="3545">
                  <c:v>0.76190476200000001</c:v>
                </c:pt>
                <c:pt idx="3546">
                  <c:v>0.76190476200000001</c:v>
                </c:pt>
                <c:pt idx="3547">
                  <c:v>0.76190476200000001</c:v>
                </c:pt>
                <c:pt idx="3548">
                  <c:v>0.76190476200000001</c:v>
                </c:pt>
                <c:pt idx="3549">
                  <c:v>0.74771040200000005</c:v>
                </c:pt>
                <c:pt idx="3550">
                  <c:v>0.61723999200000002</c:v>
                </c:pt>
                <c:pt idx="3551">
                  <c:v>0.52572169499999999</c:v>
                </c:pt>
                <c:pt idx="3552">
                  <c:v>0.47005445600000001</c:v>
                </c:pt>
                <c:pt idx="3553">
                  <c:v>0.47974198099999998</c:v>
                </c:pt>
                <c:pt idx="3554">
                  <c:v>0.55508994099999998</c:v>
                </c:pt>
                <c:pt idx="3555">
                  <c:v>0.53412432300000001</c:v>
                </c:pt>
                <c:pt idx="3556">
                  <c:v>0.63050607700000005</c:v>
                </c:pt>
                <c:pt idx="3557">
                  <c:v>0.59635503599999995</c:v>
                </c:pt>
                <c:pt idx="3558">
                  <c:v>0.561921848</c:v>
                </c:pt>
                <c:pt idx="3559">
                  <c:v>0.57682763400000003</c:v>
                </c:pt>
                <c:pt idx="3560">
                  <c:v>0.61740632900000003</c:v>
                </c:pt>
                <c:pt idx="3561">
                  <c:v>0.74320709699999998</c:v>
                </c:pt>
                <c:pt idx="3562">
                  <c:v>0.76283964500000001</c:v>
                </c:pt>
                <c:pt idx="3563">
                  <c:v>0.76185801799999997</c:v>
                </c:pt>
                <c:pt idx="3564">
                  <c:v>0.76190709899999998</c:v>
                </c:pt>
                <c:pt idx="3565">
                  <c:v>0.76190464499999999</c:v>
                </c:pt>
                <c:pt idx="3566">
                  <c:v>0.76190476799999995</c:v>
                </c:pt>
                <c:pt idx="3567">
                  <c:v>0.76190476200000001</c:v>
                </c:pt>
                <c:pt idx="3568">
                  <c:v>0.76190476200000001</c:v>
                </c:pt>
                <c:pt idx="3569">
                  <c:v>0.76190476200000001</c:v>
                </c:pt>
                <c:pt idx="3570">
                  <c:v>0.70436972600000003</c:v>
                </c:pt>
                <c:pt idx="3571">
                  <c:v>0.62366590300000002</c:v>
                </c:pt>
                <c:pt idx="3572">
                  <c:v>0.52530061400000005</c:v>
                </c:pt>
                <c:pt idx="3573">
                  <c:v>0.41323021300000001</c:v>
                </c:pt>
                <c:pt idx="3574">
                  <c:v>0.35199729299999999</c:v>
                </c:pt>
                <c:pt idx="3575">
                  <c:v>0.32180723</c:v>
                </c:pt>
                <c:pt idx="3576">
                  <c:v>0.27211160600000001</c:v>
                </c:pt>
                <c:pt idx="3577">
                  <c:v>0.25742103500000002</c:v>
                </c:pt>
                <c:pt idx="3578">
                  <c:v>0.230579695</c:v>
                </c:pt>
                <c:pt idx="3579">
                  <c:v>0.211733223</c:v>
                </c:pt>
                <c:pt idx="3580">
                  <c:v>0.18655063599999999</c:v>
                </c:pt>
                <c:pt idx="3581">
                  <c:v>0.17119657799999999</c:v>
                </c:pt>
                <c:pt idx="3582">
                  <c:v>0.39046732099999998</c:v>
                </c:pt>
                <c:pt idx="3583">
                  <c:v>0.61065559999999997</c:v>
                </c:pt>
                <c:pt idx="3584">
                  <c:v>0.76946722000000001</c:v>
                </c:pt>
                <c:pt idx="3585">
                  <c:v>0.76152663899999995</c:v>
                </c:pt>
                <c:pt idx="3586">
                  <c:v>0.761923668</c:v>
                </c:pt>
                <c:pt idx="3587">
                  <c:v>0.76190381699999998</c:v>
                </c:pt>
                <c:pt idx="3588">
                  <c:v>0.76190480900000002</c:v>
                </c:pt>
                <c:pt idx="3589">
                  <c:v>0.76190475999999996</c:v>
                </c:pt>
                <c:pt idx="3590">
                  <c:v>0.76190476200000001</c:v>
                </c:pt>
                <c:pt idx="3591">
                  <c:v>0.76190476200000001</c:v>
                </c:pt>
                <c:pt idx="3592">
                  <c:v>0.76190476200000001</c:v>
                </c:pt>
                <c:pt idx="3593">
                  <c:v>0.76190476200000001</c:v>
                </c:pt>
                <c:pt idx="3594">
                  <c:v>0.76190476200000001</c:v>
                </c:pt>
                <c:pt idx="3595">
                  <c:v>0.76190476200000001</c:v>
                </c:pt>
                <c:pt idx="3596">
                  <c:v>0.71609435399999999</c:v>
                </c:pt>
                <c:pt idx="3597">
                  <c:v>0.62507857499999997</c:v>
                </c:pt>
                <c:pt idx="3598">
                  <c:v>0.59343723100000001</c:v>
                </c:pt>
                <c:pt idx="3599">
                  <c:v>0.51266689799999998</c:v>
                </c:pt>
                <c:pt idx="3600">
                  <c:v>0.44418126099999999</c:v>
                </c:pt>
                <c:pt idx="3601">
                  <c:v>0.41542243000000001</c:v>
                </c:pt>
                <c:pt idx="3602">
                  <c:v>0.41375297300000002</c:v>
                </c:pt>
                <c:pt idx="3603">
                  <c:v>0.43994560500000002</c:v>
                </c:pt>
                <c:pt idx="3604">
                  <c:v>0.56083062299999997</c:v>
                </c:pt>
                <c:pt idx="3605">
                  <c:v>0.52759106</c:v>
                </c:pt>
                <c:pt idx="3606">
                  <c:v>0.49677134299999998</c:v>
                </c:pt>
                <c:pt idx="3607">
                  <c:v>0.63388581099999997</c:v>
                </c:pt>
                <c:pt idx="3608">
                  <c:v>0.76830570899999995</c:v>
                </c:pt>
                <c:pt idx="3609">
                  <c:v>0.76158471500000002</c:v>
                </c:pt>
                <c:pt idx="3610">
                  <c:v>0.76192076399999997</c:v>
                </c:pt>
                <c:pt idx="3611">
                  <c:v>0.76190396199999999</c:v>
                </c:pt>
                <c:pt idx="3612">
                  <c:v>0.76190480199999999</c:v>
                </c:pt>
                <c:pt idx="3613">
                  <c:v>0.76190475999999996</c:v>
                </c:pt>
                <c:pt idx="3614">
                  <c:v>0.76190476200000001</c:v>
                </c:pt>
                <c:pt idx="3615">
                  <c:v>0.76190476200000001</c:v>
                </c:pt>
                <c:pt idx="3616">
                  <c:v>0.76190476200000001</c:v>
                </c:pt>
                <c:pt idx="3617">
                  <c:v>0.76190476200000001</c:v>
                </c:pt>
                <c:pt idx="3618">
                  <c:v>0.76190476200000001</c:v>
                </c:pt>
                <c:pt idx="3619">
                  <c:v>0.76190476200000001</c:v>
                </c:pt>
                <c:pt idx="3620">
                  <c:v>0.71889485900000005</c:v>
                </c:pt>
                <c:pt idx="3621">
                  <c:v>0.69763605900000003</c:v>
                </c:pt>
                <c:pt idx="3622">
                  <c:v>0.76511819700000006</c:v>
                </c:pt>
                <c:pt idx="3623">
                  <c:v>0.71058570600000004</c:v>
                </c:pt>
                <c:pt idx="3624">
                  <c:v>0.74443353599999995</c:v>
                </c:pt>
                <c:pt idx="3625">
                  <c:v>0.69628700499999996</c:v>
                </c:pt>
                <c:pt idx="3626">
                  <c:v>0.76518565000000005</c:v>
                </c:pt>
                <c:pt idx="3627">
                  <c:v>0.76174071799999998</c:v>
                </c:pt>
                <c:pt idx="3628">
                  <c:v>0.76191296399999997</c:v>
                </c:pt>
                <c:pt idx="3629">
                  <c:v>0.76190435199999995</c:v>
                </c:pt>
                <c:pt idx="3630">
                  <c:v>0.761904782</c:v>
                </c:pt>
                <c:pt idx="3631">
                  <c:v>0.76190476100000004</c:v>
                </c:pt>
                <c:pt idx="3632">
                  <c:v>0.76190476200000001</c:v>
                </c:pt>
                <c:pt idx="3633">
                  <c:v>0.76190476200000001</c:v>
                </c:pt>
                <c:pt idx="3634">
                  <c:v>0.76190476200000001</c:v>
                </c:pt>
                <c:pt idx="3635">
                  <c:v>0.76190476200000001</c:v>
                </c:pt>
                <c:pt idx="3636">
                  <c:v>0.76190476200000001</c:v>
                </c:pt>
                <c:pt idx="3637">
                  <c:v>0.76190476200000001</c:v>
                </c:pt>
                <c:pt idx="3638">
                  <c:v>0.76190476200000001</c:v>
                </c:pt>
                <c:pt idx="3639">
                  <c:v>0.76190476200000001</c:v>
                </c:pt>
                <c:pt idx="3640">
                  <c:v>0.76190476200000001</c:v>
                </c:pt>
                <c:pt idx="3641">
                  <c:v>0.76190476200000001</c:v>
                </c:pt>
                <c:pt idx="3642">
                  <c:v>0.76190476200000001</c:v>
                </c:pt>
                <c:pt idx="3643">
                  <c:v>0.76190476200000001</c:v>
                </c:pt>
                <c:pt idx="3644">
                  <c:v>0.76190476200000001</c:v>
                </c:pt>
                <c:pt idx="3645">
                  <c:v>0.76190476200000001</c:v>
                </c:pt>
                <c:pt idx="3646">
                  <c:v>0.76190476200000001</c:v>
                </c:pt>
                <c:pt idx="3647">
                  <c:v>0.76190476200000001</c:v>
                </c:pt>
                <c:pt idx="3648">
                  <c:v>0.76190476200000001</c:v>
                </c:pt>
                <c:pt idx="3649">
                  <c:v>0.75345428999999997</c:v>
                </c:pt>
                <c:pt idx="3650">
                  <c:v>0.72048833000000001</c:v>
                </c:pt>
                <c:pt idx="3651">
                  <c:v>0.67998079099999997</c:v>
                </c:pt>
                <c:pt idx="3652">
                  <c:v>0.67375279200000004</c:v>
                </c:pt>
                <c:pt idx="3653">
                  <c:v>0.63466172899999995</c:v>
                </c:pt>
                <c:pt idx="3654">
                  <c:v>0.76826691400000002</c:v>
                </c:pt>
                <c:pt idx="3655">
                  <c:v>0.76158665400000003</c:v>
                </c:pt>
                <c:pt idx="3656">
                  <c:v>0.76192066700000005</c:v>
                </c:pt>
                <c:pt idx="3657">
                  <c:v>0.76190396699999996</c:v>
                </c:pt>
                <c:pt idx="3658">
                  <c:v>0.76190480199999999</c:v>
                </c:pt>
                <c:pt idx="3659">
                  <c:v>0.76190475999999996</c:v>
                </c:pt>
                <c:pt idx="3660">
                  <c:v>0.76190476200000001</c:v>
                </c:pt>
                <c:pt idx="3661">
                  <c:v>0.76190476200000001</c:v>
                </c:pt>
                <c:pt idx="3662">
                  <c:v>0.76190476200000001</c:v>
                </c:pt>
                <c:pt idx="3663">
                  <c:v>0.76190476200000001</c:v>
                </c:pt>
                <c:pt idx="3664">
                  <c:v>0.76190476200000001</c:v>
                </c:pt>
                <c:pt idx="3665">
                  <c:v>0.76190476200000001</c:v>
                </c:pt>
                <c:pt idx="3666">
                  <c:v>0.76190476200000001</c:v>
                </c:pt>
                <c:pt idx="3667">
                  <c:v>0.73041051599999995</c:v>
                </c:pt>
                <c:pt idx="3668">
                  <c:v>0.61395439699999999</c:v>
                </c:pt>
                <c:pt idx="3669">
                  <c:v>0.51002553699999997</c:v>
                </c:pt>
                <c:pt idx="3670">
                  <c:v>0.44804409899999997</c:v>
                </c:pt>
                <c:pt idx="3671">
                  <c:v>0.36489486599999998</c:v>
                </c:pt>
                <c:pt idx="3672">
                  <c:v>0.38645283899999999</c:v>
                </c:pt>
                <c:pt idx="3673">
                  <c:v>0.39424466600000002</c:v>
                </c:pt>
                <c:pt idx="3674">
                  <c:v>0.36778430200000001</c:v>
                </c:pt>
                <c:pt idx="3675">
                  <c:v>0.353239733</c:v>
                </c:pt>
                <c:pt idx="3676">
                  <c:v>0.32349794999999998</c:v>
                </c:pt>
                <c:pt idx="3677">
                  <c:v>0.31339900399999998</c:v>
                </c:pt>
                <c:pt idx="3678">
                  <c:v>0.279324921</c:v>
                </c:pt>
                <c:pt idx="3679">
                  <c:v>0.3939956</c:v>
                </c:pt>
                <c:pt idx="3680">
                  <c:v>0.43744160599999998</c:v>
                </c:pt>
                <c:pt idx="3681">
                  <c:v>0.57129939799999996</c:v>
                </c:pt>
                <c:pt idx="3682">
                  <c:v>0.75009558899999995</c:v>
                </c:pt>
                <c:pt idx="3683">
                  <c:v>0.762495221</c:v>
                </c:pt>
                <c:pt idx="3684">
                  <c:v>0.76187523899999998</c:v>
                </c:pt>
                <c:pt idx="3685">
                  <c:v>0.76190623800000001</c:v>
                </c:pt>
                <c:pt idx="3686">
                  <c:v>0.761904688</c:v>
                </c:pt>
                <c:pt idx="3687">
                  <c:v>0.76190476600000001</c:v>
                </c:pt>
                <c:pt idx="3688">
                  <c:v>0.76190476200000001</c:v>
                </c:pt>
                <c:pt idx="3689">
                  <c:v>0.76190476200000001</c:v>
                </c:pt>
                <c:pt idx="3690">
                  <c:v>0.69323844800000001</c:v>
                </c:pt>
                <c:pt idx="3691">
                  <c:v>0.63215245399999997</c:v>
                </c:pt>
                <c:pt idx="3692">
                  <c:v>0.52018474800000003</c:v>
                </c:pt>
                <c:pt idx="3693">
                  <c:v>0.50092578899999995</c:v>
                </c:pt>
                <c:pt idx="3694">
                  <c:v>0.53359812799999995</c:v>
                </c:pt>
                <c:pt idx="3695">
                  <c:v>0.59624275699999996</c:v>
                </c:pt>
                <c:pt idx="3696">
                  <c:v>0.61965817499999998</c:v>
                </c:pt>
                <c:pt idx="3697">
                  <c:v>0.676195192</c:v>
                </c:pt>
                <c:pt idx="3698">
                  <c:v>0.67737502199999999</c:v>
                </c:pt>
                <c:pt idx="3699">
                  <c:v>0.65356990599999998</c:v>
                </c:pt>
                <c:pt idx="3700">
                  <c:v>0.61240033699999996</c:v>
                </c:pt>
                <c:pt idx="3701">
                  <c:v>0.65773760699999995</c:v>
                </c:pt>
                <c:pt idx="3702">
                  <c:v>0.69881861099999998</c:v>
                </c:pt>
                <c:pt idx="3703">
                  <c:v>0.76505906899999998</c:v>
                </c:pt>
                <c:pt idx="3704">
                  <c:v>0.76174704699999995</c:v>
                </c:pt>
                <c:pt idx="3705">
                  <c:v>0.76191264800000003</c:v>
                </c:pt>
                <c:pt idx="3706">
                  <c:v>0.76190436800000005</c:v>
                </c:pt>
                <c:pt idx="3707">
                  <c:v>0.761904782</c:v>
                </c:pt>
                <c:pt idx="3708">
                  <c:v>0.76190476100000004</c:v>
                </c:pt>
                <c:pt idx="3709">
                  <c:v>0.76190476200000001</c:v>
                </c:pt>
                <c:pt idx="3710">
                  <c:v>0.76190476200000001</c:v>
                </c:pt>
                <c:pt idx="3711">
                  <c:v>0.76190476200000001</c:v>
                </c:pt>
                <c:pt idx="3712">
                  <c:v>0.74259701199999995</c:v>
                </c:pt>
                <c:pt idx="3713">
                  <c:v>0.76287014900000005</c:v>
                </c:pt>
                <c:pt idx="3714">
                  <c:v>0.75936265999999997</c:v>
                </c:pt>
                <c:pt idx="3715">
                  <c:v>0.683730163</c:v>
                </c:pt>
                <c:pt idx="3716">
                  <c:v>0.65627648000000005</c:v>
                </c:pt>
                <c:pt idx="3717">
                  <c:v>0.69518812799999996</c:v>
                </c:pt>
                <c:pt idx="3718">
                  <c:v>0.68764693799999999</c:v>
                </c:pt>
                <c:pt idx="3719">
                  <c:v>0.74876994200000002</c:v>
                </c:pt>
                <c:pt idx="3720">
                  <c:v>0.76256150300000003</c:v>
                </c:pt>
                <c:pt idx="3721">
                  <c:v>0.74469199699999999</c:v>
                </c:pt>
                <c:pt idx="3722">
                  <c:v>0.69698031800000004</c:v>
                </c:pt>
                <c:pt idx="3723">
                  <c:v>0.66003772500000002</c:v>
                </c:pt>
                <c:pt idx="3724">
                  <c:v>0.63410840000000002</c:v>
                </c:pt>
                <c:pt idx="3725">
                  <c:v>0.60887412900000004</c:v>
                </c:pt>
                <c:pt idx="3726">
                  <c:v>0.71431264900000002</c:v>
                </c:pt>
                <c:pt idx="3727">
                  <c:v>0.76428436799999999</c:v>
                </c:pt>
                <c:pt idx="3728">
                  <c:v>0.76178578200000002</c:v>
                </c:pt>
                <c:pt idx="3729">
                  <c:v>0.75433166299999999</c:v>
                </c:pt>
                <c:pt idx="3730">
                  <c:v>0.70020035199999997</c:v>
                </c:pt>
                <c:pt idx="3731">
                  <c:v>0.70890427</c:v>
                </c:pt>
                <c:pt idx="3732">
                  <c:v>0.71251324000000005</c:v>
                </c:pt>
                <c:pt idx="3733">
                  <c:v>0.73100133199999995</c:v>
                </c:pt>
                <c:pt idx="3734">
                  <c:v>0.73236156699999999</c:v>
                </c:pt>
                <c:pt idx="3735">
                  <c:v>0.74680371700000003</c:v>
                </c:pt>
                <c:pt idx="3736">
                  <c:v>0.75910535999999995</c:v>
                </c:pt>
                <c:pt idx="3737">
                  <c:v>0.68709666700000005</c:v>
                </c:pt>
                <c:pt idx="3738">
                  <c:v>0.66097186299999999</c:v>
                </c:pt>
                <c:pt idx="3739">
                  <c:v>0.559325768</c:v>
                </c:pt>
                <c:pt idx="3740">
                  <c:v>0.456472023</c:v>
                </c:pt>
                <c:pt idx="3741">
                  <c:v>0.38183178400000001</c:v>
                </c:pt>
                <c:pt idx="3742">
                  <c:v>0.30091506699999998</c:v>
                </c:pt>
                <c:pt idx="3743">
                  <c:v>0.22721566400000001</c:v>
                </c:pt>
                <c:pt idx="3744">
                  <c:v>0.21219333400000001</c:v>
                </c:pt>
                <c:pt idx="3745">
                  <c:v>0.18686634999999999</c:v>
                </c:pt>
                <c:pt idx="3746">
                  <c:v>0.20193860399999999</c:v>
                </c:pt>
                <c:pt idx="3747">
                  <c:v>0.18056238699999999</c:v>
                </c:pt>
                <c:pt idx="3748">
                  <c:v>0.17947178799999999</c:v>
                </c:pt>
                <c:pt idx="3749">
                  <c:v>0.16219259599999999</c:v>
                </c:pt>
                <c:pt idx="3750">
                  <c:v>0.16466966099999999</c:v>
                </c:pt>
                <c:pt idx="3751">
                  <c:v>0.22319619700000001</c:v>
                </c:pt>
                <c:pt idx="3752">
                  <c:v>0.29919458900000001</c:v>
                </c:pt>
                <c:pt idx="3753">
                  <c:v>0.40454400299999999</c:v>
                </c:pt>
                <c:pt idx="3754">
                  <c:v>0.49566373699999999</c:v>
                </c:pt>
                <c:pt idx="3755">
                  <c:v>0.56947015000000001</c:v>
                </c:pt>
                <c:pt idx="3756">
                  <c:v>0.61343424199999996</c:v>
                </c:pt>
                <c:pt idx="3757">
                  <c:v>0.69166302499999999</c:v>
                </c:pt>
                <c:pt idx="3758">
                  <c:v>0.70811226599999999</c:v>
                </c:pt>
                <c:pt idx="3759">
                  <c:v>0.73092654999999995</c:v>
                </c:pt>
                <c:pt idx="3760">
                  <c:v>0.69455821900000003</c:v>
                </c:pt>
                <c:pt idx="3761">
                  <c:v>0.69518907600000002</c:v>
                </c:pt>
                <c:pt idx="3762">
                  <c:v>0.76524054600000002</c:v>
                </c:pt>
                <c:pt idx="3763">
                  <c:v>0.76173797300000001</c:v>
                </c:pt>
                <c:pt idx="3764">
                  <c:v>0.76191310099999998</c:v>
                </c:pt>
                <c:pt idx="3765">
                  <c:v>0.76190434500000004</c:v>
                </c:pt>
                <c:pt idx="3766">
                  <c:v>0.76190478299999997</c:v>
                </c:pt>
                <c:pt idx="3767">
                  <c:v>0.76190476100000004</c:v>
                </c:pt>
                <c:pt idx="3768">
                  <c:v>0.76190476200000001</c:v>
                </c:pt>
                <c:pt idx="3769">
                  <c:v>0.76190476200000001</c:v>
                </c:pt>
                <c:pt idx="3770">
                  <c:v>0.74236037799999999</c:v>
                </c:pt>
                <c:pt idx="3771">
                  <c:v>0.76288198100000004</c:v>
                </c:pt>
                <c:pt idx="3772">
                  <c:v>0.761855901</c:v>
                </c:pt>
                <c:pt idx="3773">
                  <c:v>0.76190720499999998</c:v>
                </c:pt>
                <c:pt idx="3774">
                  <c:v>0.76190464000000002</c:v>
                </c:pt>
                <c:pt idx="3775">
                  <c:v>0.76190476799999995</c:v>
                </c:pt>
                <c:pt idx="3776">
                  <c:v>0.76190476200000001</c:v>
                </c:pt>
                <c:pt idx="3777">
                  <c:v>0.76190476200000001</c:v>
                </c:pt>
                <c:pt idx="3778">
                  <c:v>0.76190476200000001</c:v>
                </c:pt>
                <c:pt idx="3779">
                  <c:v>0.76190476200000001</c:v>
                </c:pt>
                <c:pt idx="3780">
                  <c:v>0.76190476200000001</c:v>
                </c:pt>
                <c:pt idx="3781">
                  <c:v>0.76190476200000001</c:v>
                </c:pt>
                <c:pt idx="3782">
                  <c:v>0.76190476200000001</c:v>
                </c:pt>
                <c:pt idx="3783">
                  <c:v>0.76190476200000001</c:v>
                </c:pt>
                <c:pt idx="3784">
                  <c:v>0.76190476200000001</c:v>
                </c:pt>
                <c:pt idx="3785">
                  <c:v>0.76190476200000001</c:v>
                </c:pt>
                <c:pt idx="3786">
                  <c:v>0.68831003899999998</c:v>
                </c:pt>
                <c:pt idx="3787">
                  <c:v>0.69411566899999999</c:v>
                </c:pt>
                <c:pt idx="3788">
                  <c:v>0.576719023</c:v>
                </c:pt>
                <c:pt idx="3789">
                  <c:v>0.42476227599999999</c:v>
                </c:pt>
                <c:pt idx="3790">
                  <c:v>0.34096489800000002</c:v>
                </c:pt>
                <c:pt idx="3791">
                  <c:v>0.35242367600000002</c:v>
                </c:pt>
                <c:pt idx="3792">
                  <c:v>0.39496734700000002</c:v>
                </c:pt>
                <c:pt idx="3793">
                  <c:v>0.456354129</c:v>
                </c:pt>
                <c:pt idx="3794">
                  <c:v>0.57422222899999997</c:v>
                </c:pt>
                <c:pt idx="3795">
                  <c:v>0.64003411899999996</c:v>
                </c:pt>
                <c:pt idx="3796">
                  <c:v>0.67846038399999997</c:v>
                </c:pt>
                <c:pt idx="3797">
                  <c:v>0.72121969799999996</c:v>
                </c:pt>
                <c:pt idx="3798">
                  <c:v>0.76393901500000005</c:v>
                </c:pt>
                <c:pt idx="3799">
                  <c:v>0.76180304899999995</c:v>
                </c:pt>
                <c:pt idx="3800">
                  <c:v>0.76190984799999995</c:v>
                </c:pt>
                <c:pt idx="3801">
                  <c:v>0.76190450799999998</c:v>
                </c:pt>
                <c:pt idx="3802">
                  <c:v>0.76190477499999998</c:v>
                </c:pt>
                <c:pt idx="3803">
                  <c:v>0.76190476100000004</c:v>
                </c:pt>
                <c:pt idx="3804">
                  <c:v>0.76190476200000001</c:v>
                </c:pt>
                <c:pt idx="3805">
                  <c:v>0.76190476200000001</c:v>
                </c:pt>
                <c:pt idx="3806">
                  <c:v>0.76190476200000001</c:v>
                </c:pt>
                <c:pt idx="3807">
                  <c:v>0.76190476200000001</c:v>
                </c:pt>
                <c:pt idx="3808">
                  <c:v>0.76190476200000001</c:v>
                </c:pt>
                <c:pt idx="3809">
                  <c:v>0.76190476200000001</c:v>
                </c:pt>
                <c:pt idx="3810">
                  <c:v>0.76190476200000001</c:v>
                </c:pt>
                <c:pt idx="3811">
                  <c:v>0.76190476200000001</c:v>
                </c:pt>
                <c:pt idx="3812">
                  <c:v>0.75090856100000003</c:v>
                </c:pt>
                <c:pt idx="3813">
                  <c:v>0.60955837899999998</c:v>
                </c:pt>
                <c:pt idx="3814">
                  <c:v>0.48138839900000002</c:v>
                </c:pt>
                <c:pt idx="3815">
                  <c:v>0.43853460500000002</c:v>
                </c:pt>
                <c:pt idx="3816">
                  <c:v>0.38969446299999999</c:v>
                </c:pt>
                <c:pt idx="3817">
                  <c:v>0.40715645499999997</c:v>
                </c:pt>
                <c:pt idx="3818">
                  <c:v>0.387291037</c:v>
                </c:pt>
                <c:pt idx="3819">
                  <c:v>0.46955652599999997</c:v>
                </c:pt>
                <c:pt idx="3820">
                  <c:v>0.55321212200000003</c:v>
                </c:pt>
                <c:pt idx="3821">
                  <c:v>0.55254837700000003</c:v>
                </c:pt>
                <c:pt idx="3822">
                  <c:v>0.52981234499999996</c:v>
                </c:pt>
                <c:pt idx="3823">
                  <c:v>0.50471820199999995</c:v>
                </c:pt>
                <c:pt idx="3824">
                  <c:v>0.51593479900000006</c:v>
                </c:pt>
                <c:pt idx="3825">
                  <c:v>0.505069353</c:v>
                </c:pt>
                <c:pt idx="3826">
                  <c:v>0.55143408800000004</c:v>
                </c:pt>
                <c:pt idx="3827">
                  <c:v>0.54876270199999999</c:v>
                </c:pt>
                <c:pt idx="3828">
                  <c:v>0.57613278300000004</c:v>
                </c:pt>
                <c:pt idx="3829">
                  <c:v>0.65875887099999997</c:v>
                </c:pt>
                <c:pt idx="3830">
                  <c:v>0.76465852400000001</c:v>
                </c:pt>
                <c:pt idx="3831">
                  <c:v>0.76176707399999999</c:v>
                </c:pt>
                <c:pt idx="3832">
                  <c:v>0.76191164600000005</c:v>
                </c:pt>
                <c:pt idx="3833">
                  <c:v>0.76190441799999997</c:v>
                </c:pt>
                <c:pt idx="3834">
                  <c:v>0.69476673899999997</c:v>
                </c:pt>
                <c:pt idx="3835">
                  <c:v>0.76526166299999998</c:v>
                </c:pt>
                <c:pt idx="3836">
                  <c:v>0.76173691700000001</c:v>
                </c:pt>
                <c:pt idx="3837">
                  <c:v>0.76191315400000004</c:v>
                </c:pt>
                <c:pt idx="3838">
                  <c:v>0.71424779299999996</c:v>
                </c:pt>
                <c:pt idx="3839">
                  <c:v>0.64173775499999997</c:v>
                </c:pt>
                <c:pt idx="3840">
                  <c:v>0.57153403700000005</c:v>
                </c:pt>
                <c:pt idx="3841">
                  <c:v>0.61017915700000003</c:v>
                </c:pt>
                <c:pt idx="3842">
                  <c:v>0.72305507800000002</c:v>
                </c:pt>
                <c:pt idx="3843">
                  <c:v>0.76384724599999998</c:v>
                </c:pt>
                <c:pt idx="3844">
                  <c:v>0.76180763799999995</c:v>
                </c:pt>
                <c:pt idx="3845">
                  <c:v>0.76190961800000001</c:v>
                </c:pt>
                <c:pt idx="3846">
                  <c:v>0.761904519</c:v>
                </c:pt>
                <c:pt idx="3847">
                  <c:v>0.76190477400000001</c:v>
                </c:pt>
                <c:pt idx="3848">
                  <c:v>0.76190476100000004</c:v>
                </c:pt>
                <c:pt idx="3849">
                  <c:v>0.76190476200000001</c:v>
                </c:pt>
                <c:pt idx="3850">
                  <c:v>0.76190476200000001</c:v>
                </c:pt>
                <c:pt idx="3851">
                  <c:v>0.76190476200000001</c:v>
                </c:pt>
                <c:pt idx="3852">
                  <c:v>0.76190476200000001</c:v>
                </c:pt>
                <c:pt idx="3853">
                  <c:v>0.76190476200000001</c:v>
                </c:pt>
                <c:pt idx="3854">
                  <c:v>0.76190476200000001</c:v>
                </c:pt>
                <c:pt idx="3855">
                  <c:v>0.76190476200000001</c:v>
                </c:pt>
                <c:pt idx="3856">
                  <c:v>0.76190476200000001</c:v>
                </c:pt>
                <c:pt idx="3857">
                  <c:v>0.76190476200000001</c:v>
                </c:pt>
                <c:pt idx="3858">
                  <c:v>0.76190476200000001</c:v>
                </c:pt>
                <c:pt idx="3859">
                  <c:v>0.76190476200000001</c:v>
                </c:pt>
                <c:pt idx="3860">
                  <c:v>0.75456981199999995</c:v>
                </c:pt>
                <c:pt idx="3861">
                  <c:v>0.62773775600000004</c:v>
                </c:pt>
                <c:pt idx="3862">
                  <c:v>0.52792620899999998</c:v>
                </c:pt>
                <c:pt idx="3863">
                  <c:v>0.48074186699999999</c:v>
                </c:pt>
                <c:pt idx="3864">
                  <c:v>0.462270507</c:v>
                </c:pt>
                <c:pt idx="3865">
                  <c:v>0.47850857600000002</c:v>
                </c:pt>
                <c:pt idx="3866">
                  <c:v>0.46168077699999999</c:v>
                </c:pt>
                <c:pt idx="3867">
                  <c:v>0.41997279900000001</c:v>
                </c:pt>
                <c:pt idx="3868">
                  <c:v>0.383727979</c:v>
                </c:pt>
                <c:pt idx="3869">
                  <c:v>0.36121498800000001</c:v>
                </c:pt>
                <c:pt idx="3870">
                  <c:v>0.470298944</c:v>
                </c:pt>
                <c:pt idx="3871">
                  <c:v>0.64924272800000005</c:v>
                </c:pt>
                <c:pt idx="3872">
                  <c:v>0.76753786400000001</c:v>
                </c:pt>
                <c:pt idx="3873">
                  <c:v>0.76162310700000002</c:v>
                </c:pt>
                <c:pt idx="3874">
                  <c:v>0.76191884499999996</c:v>
                </c:pt>
                <c:pt idx="3875">
                  <c:v>0.76190405800000005</c:v>
                </c:pt>
                <c:pt idx="3876">
                  <c:v>0.76190479700000002</c:v>
                </c:pt>
                <c:pt idx="3877">
                  <c:v>0.76190475999999996</c:v>
                </c:pt>
                <c:pt idx="3878">
                  <c:v>0.76190476200000001</c:v>
                </c:pt>
                <c:pt idx="3879">
                  <c:v>0.76190476200000001</c:v>
                </c:pt>
                <c:pt idx="3880">
                  <c:v>0.76190476200000001</c:v>
                </c:pt>
                <c:pt idx="3881">
                  <c:v>0.76190476200000001</c:v>
                </c:pt>
                <c:pt idx="3882">
                  <c:v>0.76190476200000001</c:v>
                </c:pt>
                <c:pt idx="3883">
                  <c:v>0.76190476200000001</c:v>
                </c:pt>
                <c:pt idx="3884">
                  <c:v>0.67970736700000001</c:v>
                </c:pt>
                <c:pt idx="3885">
                  <c:v>0.591044338</c:v>
                </c:pt>
                <c:pt idx="3886">
                  <c:v>0.53750571000000003</c:v>
                </c:pt>
                <c:pt idx="3887">
                  <c:v>0.43625205</c:v>
                </c:pt>
                <c:pt idx="3888">
                  <c:v>0.386090551</c:v>
                </c:pt>
                <c:pt idx="3889">
                  <c:v>0.45074359200000003</c:v>
                </c:pt>
                <c:pt idx="3890">
                  <c:v>0.41599463199999998</c:v>
                </c:pt>
                <c:pt idx="3891">
                  <c:v>0.38264481500000003</c:v>
                </c:pt>
                <c:pt idx="3892">
                  <c:v>0.48343530099999998</c:v>
                </c:pt>
                <c:pt idx="3893">
                  <c:v>0.57042915699999996</c:v>
                </c:pt>
                <c:pt idx="3894">
                  <c:v>0.76828656699999998</c:v>
                </c:pt>
                <c:pt idx="3895">
                  <c:v>0.76158567200000005</c:v>
                </c:pt>
                <c:pt idx="3896">
                  <c:v>0.761920716</c:v>
                </c:pt>
                <c:pt idx="3897">
                  <c:v>0.76190396400000004</c:v>
                </c:pt>
                <c:pt idx="3898">
                  <c:v>0.76190480199999999</c:v>
                </c:pt>
                <c:pt idx="3899">
                  <c:v>0.76190475999999996</c:v>
                </c:pt>
                <c:pt idx="3900">
                  <c:v>0.76190476200000001</c:v>
                </c:pt>
                <c:pt idx="3901">
                  <c:v>0.76190476200000001</c:v>
                </c:pt>
                <c:pt idx="3902">
                  <c:v>0.76190476200000001</c:v>
                </c:pt>
                <c:pt idx="3903">
                  <c:v>0.76190476200000001</c:v>
                </c:pt>
                <c:pt idx="3904">
                  <c:v>0.76190476200000001</c:v>
                </c:pt>
                <c:pt idx="3905">
                  <c:v>0.76190476200000001</c:v>
                </c:pt>
                <c:pt idx="3906">
                  <c:v>0.76190476200000001</c:v>
                </c:pt>
                <c:pt idx="3907">
                  <c:v>0.76190476200000001</c:v>
                </c:pt>
                <c:pt idx="3908">
                  <c:v>0.76190476200000001</c:v>
                </c:pt>
                <c:pt idx="3909">
                  <c:v>0.66288912200000005</c:v>
                </c:pt>
                <c:pt idx="3910">
                  <c:v>0.57862104199999997</c:v>
                </c:pt>
                <c:pt idx="3911">
                  <c:v>0.52429164299999997</c:v>
                </c:pt>
                <c:pt idx="3912">
                  <c:v>0.51354046399999997</c:v>
                </c:pt>
                <c:pt idx="3913">
                  <c:v>0.486864189</c:v>
                </c:pt>
                <c:pt idx="3914">
                  <c:v>0.49466404200000003</c:v>
                </c:pt>
                <c:pt idx="3915">
                  <c:v>0.47961109000000002</c:v>
                </c:pt>
                <c:pt idx="3916">
                  <c:v>0.45370164499999999</c:v>
                </c:pt>
                <c:pt idx="3917">
                  <c:v>0.49788596499999999</c:v>
                </c:pt>
                <c:pt idx="3918">
                  <c:v>0.65681267200000004</c:v>
                </c:pt>
                <c:pt idx="3919">
                  <c:v>0.64773023200000002</c:v>
                </c:pt>
                <c:pt idx="3920">
                  <c:v>0.69275120000000001</c:v>
                </c:pt>
                <c:pt idx="3921">
                  <c:v>0.76536243999999998</c:v>
                </c:pt>
                <c:pt idx="3922">
                  <c:v>0.76173187799999997</c:v>
                </c:pt>
                <c:pt idx="3923">
                  <c:v>0.76191340600000002</c:v>
                </c:pt>
                <c:pt idx="3924">
                  <c:v>0.76190433000000002</c:v>
                </c:pt>
                <c:pt idx="3925">
                  <c:v>0.76190478399999995</c:v>
                </c:pt>
                <c:pt idx="3926">
                  <c:v>0.76190476100000004</c:v>
                </c:pt>
                <c:pt idx="3927">
                  <c:v>0.76190476200000001</c:v>
                </c:pt>
                <c:pt idx="3928">
                  <c:v>0.76190476200000001</c:v>
                </c:pt>
                <c:pt idx="3929">
                  <c:v>0.76190476200000001</c:v>
                </c:pt>
                <c:pt idx="3930">
                  <c:v>0.76190476200000001</c:v>
                </c:pt>
                <c:pt idx="3931">
                  <c:v>0.76190476200000001</c:v>
                </c:pt>
                <c:pt idx="3932">
                  <c:v>0.75463032799999996</c:v>
                </c:pt>
                <c:pt idx="3933">
                  <c:v>0.67078651600000005</c:v>
                </c:pt>
                <c:pt idx="3934">
                  <c:v>0.66240075399999998</c:v>
                </c:pt>
                <c:pt idx="3935">
                  <c:v>0.719450217</c:v>
                </c:pt>
                <c:pt idx="3936">
                  <c:v>0.76199192900000001</c:v>
                </c:pt>
                <c:pt idx="3937">
                  <c:v>0.738210802</c:v>
                </c:pt>
                <c:pt idx="3938">
                  <c:v>0.76308946</c:v>
                </c:pt>
                <c:pt idx="3939">
                  <c:v>0.76184552699999997</c:v>
                </c:pt>
                <c:pt idx="3940">
                  <c:v>0.76190772399999995</c:v>
                </c:pt>
                <c:pt idx="3941">
                  <c:v>0.76190461399999998</c:v>
                </c:pt>
                <c:pt idx="3942">
                  <c:v>0.76190476900000004</c:v>
                </c:pt>
                <c:pt idx="3943">
                  <c:v>0.76190476200000001</c:v>
                </c:pt>
                <c:pt idx="3944">
                  <c:v>0.76190476200000001</c:v>
                </c:pt>
                <c:pt idx="3945">
                  <c:v>0.76190476200000001</c:v>
                </c:pt>
                <c:pt idx="3946">
                  <c:v>0.76190476200000001</c:v>
                </c:pt>
                <c:pt idx="3947">
                  <c:v>0.76190476200000001</c:v>
                </c:pt>
                <c:pt idx="3948">
                  <c:v>0.76190476200000001</c:v>
                </c:pt>
                <c:pt idx="3949">
                  <c:v>0.76190476200000001</c:v>
                </c:pt>
                <c:pt idx="3950">
                  <c:v>0.76190476200000001</c:v>
                </c:pt>
                <c:pt idx="3951">
                  <c:v>0.76190476200000001</c:v>
                </c:pt>
                <c:pt idx="3952">
                  <c:v>0.76190476200000001</c:v>
                </c:pt>
                <c:pt idx="3953">
                  <c:v>0.76190476200000001</c:v>
                </c:pt>
                <c:pt idx="3954">
                  <c:v>0.76190476200000001</c:v>
                </c:pt>
                <c:pt idx="3955">
                  <c:v>0.67961148500000002</c:v>
                </c:pt>
                <c:pt idx="3956">
                  <c:v>0.580619726</c:v>
                </c:pt>
                <c:pt idx="3957">
                  <c:v>0.58197266599999997</c:v>
                </c:pt>
                <c:pt idx="3958">
                  <c:v>0.61746637199999999</c:v>
                </c:pt>
                <c:pt idx="3959">
                  <c:v>0.64505972499999997</c:v>
                </c:pt>
                <c:pt idx="3960">
                  <c:v>0.74143980300000001</c:v>
                </c:pt>
                <c:pt idx="3961">
                  <c:v>0.76292800999999999</c:v>
                </c:pt>
                <c:pt idx="3962">
                  <c:v>0.76185360000000002</c:v>
                </c:pt>
                <c:pt idx="3963">
                  <c:v>0.76190732000000005</c:v>
                </c:pt>
                <c:pt idx="3964">
                  <c:v>0.76190463399999997</c:v>
                </c:pt>
                <c:pt idx="3965">
                  <c:v>0.73330382199999999</c:v>
                </c:pt>
                <c:pt idx="3966">
                  <c:v>0.76333480899999995</c:v>
                </c:pt>
                <c:pt idx="3967">
                  <c:v>0.76183325999999996</c:v>
                </c:pt>
                <c:pt idx="3968">
                  <c:v>0.76190833700000005</c:v>
                </c:pt>
                <c:pt idx="3969">
                  <c:v>0.76190458299999997</c:v>
                </c:pt>
                <c:pt idx="3970">
                  <c:v>0.76190477099999998</c:v>
                </c:pt>
                <c:pt idx="3971">
                  <c:v>0.76190476100000004</c:v>
                </c:pt>
                <c:pt idx="3972">
                  <c:v>0.76190476200000001</c:v>
                </c:pt>
                <c:pt idx="3973">
                  <c:v>0.76190476200000001</c:v>
                </c:pt>
                <c:pt idx="3974">
                  <c:v>0.76190476200000001</c:v>
                </c:pt>
                <c:pt idx="3975">
                  <c:v>0.76190476200000001</c:v>
                </c:pt>
                <c:pt idx="3976">
                  <c:v>0.76190476200000001</c:v>
                </c:pt>
                <c:pt idx="3977">
                  <c:v>0.69774370600000002</c:v>
                </c:pt>
                <c:pt idx="3978">
                  <c:v>0.75524081300000001</c:v>
                </c:pt>
                <c:pt idx="3979">
                  <c:v>0.76223795900000002</c:v>
                </c:pt>
                <c:pt idx="3980">
                  <c:v>0.76188810200000001</c:v>
                </c:pt>
                <c:pt idx="3981">
                  <c:v>0.76190559499999999</c:v>
                </c:pt>
                <c:pt idx="3982">
                  <c:v>0.76190471999999998</c:v>
                </c:pt>
                <c:pt idx="3983">
                  <c:v>0.76190476399999996</c:v>
                </c:pt>
                <c:pt idx="3984">
                  <c:v>0.76190476200000001</c:v>
                </c:pt>
                <c:pt idx="3985">
                  <c:v>0.76190476200000001</c:v>
                </c:pt>
                <c:pt idx="3986">
                  <c:v>0.76190476200000001</c:v>
                </c:pt>
                <c:pt idx="3987">
                  <c:v>0.76190476200000001</c:v>
                </c:pt>
                <c:pt idx="3988">
                  <c:v>0.76190476200000001</c:v>
                </c:pt>
                <c:pt idx="3989">
                  <c:v>0.76190476200000001</c:v>
                </c:pt>
                <c:pt idx="3990">
                  <c:v>0.76190476200000001</c:v>
                </c:pt>
                <c:pt idx="3991">
                  <c:v>0.76190476200000001</c:v>
                </c:pt>
                <c:pt idx="3992">
                  <c:v>0.76190476200000001</c:v>
                </c:pt>
                <c:pt idx="3993">
                  <c:v>0.76190476200000001</c:v>
                </c:pt>
                <c:pt idx="3994">
                  <c:v>0.76190476200000001</c:v>
                </c:pt>
                <c:pt idx="3995">
                  <c:v>0.76190476200000001</c:v>
                </c:pt>
                <c:pt idx="3996">
                  <c:v>0.76190476200000001</c:v>
                </c:pt>
                <c:pt idx="3997">
                  <c:v>0.76190476200000001</c:v>
                </c:pt>
                <c:pt idx="3998">
                  <c:v>0.76190476200000001</c:v>
                </c:pt>
                <c:pt idx="3999">
                  <c:v>0.76190476200000001</c:v>
                </c:pt>
                <c:pt idx="4000">
                  <c:v>0.76190476200000001</c:v>
                </c:pt>
                <c:pt idx="4001">
                  <c:v>0.76190476200000001</c:v>
                </c:pt>
                <c:pt idx="4002">
                  <c:v>0.76190476200000001</c:v>
                </c:pt>
                <c:pt idx="4003">
                  <c:v>0.76190476200000001</c:v>
                </c:pt>
                <c:pt idx="4004">
                  <c:v>0.76190476200000001</c:v>
                </c:pt>
                <c:pt idx="4005">
                  <c:v>0.76190476200000001</c:v>
                </c:pt>
                <c:pt idx="4006">
                  <c:v>0.76190476200000001</c:v>
                </c:pt>
                <c:pt idx="4007">
                  <c:v>0.76190476200000001</c:v>
                </c:pt>
                <c:pt idx="4008">
                  <c:v>0.74820704599999999</c:v>
                </c:pt>
                <c:pt idx="4009">
                  <c:v>0.69823557300000005</c:v>
                </c:pt>
                <c:pt idx="4010">
                  <c:v>0.65874559600000004</c:v>
                </c:pt>
                <c:pt idx="4011">
                  <c:v>0.61091952100000002</c:v>
                </c:pt>
                <c:pt idx="4012">
                  <c:v>0.56354671999999995</c:v>
                </c:pt>
                <c:pt idx="4013">
                  <c:v>0.572641705</c:v>
                </c:pt>
                <c:pt idx="4014">
                  <c:v>0.65234642399999998</c:v>
                </c:pt>
                <c:pt idx="4015">
                  <c:v>0.76738267900000001</c:v>
                </c:pt>
                <c:pt idx="4016">
                  <c:v>0.76163086599999996</c:v>
                </c:pt>
                <c:pt idx="4017">
                  <c:v>0.76191845700000005</c:v>
                </c:pt>
                <c:pt idx="4018">
                  <c:v>0.76190407699999996</c:v>
                </c:pt>
                <c:pt idx="4019">
                  <c:v>0.76190479600000005</c:v>
                </c:pt>
                <c:pt idx="4020">
                  <c:v>0.76190475999999996</c:v>
                </c:pt>
                <c:pt idx="4021">
                  <c:v>0.76190476200000001</c:v>
                </c:pt>
                <c:pt idx="4022">
                  <c:v>0.76190476200000001</c:v>
                </c:pt>
                <c:pt idx="4023">
                  <c:v>0.76190476200000001</c:v>
                </c:pt>
                <c:pt idx="4024">
                  <c:v>0.76190476200000001</c:v>
                </c:pt>
                <c:pt idx="4025">
                  <c:v>0.76190476200000001</c:v>
                </c:pt>
                <c:pt idx="4026">
                  <c:v>0.76190476200000001</c:v>
                </c:pt>
                <c:pt idx="4027">
                  <c:v>0.76190476200000001</c:v>
                </c:pt>
                <c:pt idx="4028">
                  <c:v>0.76190476200000001</c:v>
                </c:pt>
                <c:pt idx="4029">
                  <c:v>0.76190476200000001</c:v>
                </c:pt>
                <c:pt idx="4030">
                  <c:v>0.76190476200000001</c:v>
                </c:pt>
                <c:pt idx="4031">
                  <c:v>0.76170511699999999</c:v>
                </c:pt>
                <c:pt idx="4032">
                  <c:v>0.74431399099999995</c:v>
                </c:pt>
                <c:pt idx="4033">
                  <c:v>0.76278429999999997</c:v>
                </c:pt>
                <c:pt idx="4034">
                  <c:v>0.757396454</c:v>
                </c:pt>
                <c:pt idx="4035">
                  <c:v>0.76213017699999996</c:v>
                </c:pt>
                <c:pt idx="4036">
                  <c:v>0.76189349100000003</c:v>
                </c:pt>
                <c:pt idx="4037">
                  <c:v>0.76190532499999997</c:v>
                </c:pt>
                <c:pt idx="4038">
                  <c:v>0.76190473400000003</c:v>
                </c:pt>
                <c:pt idx="4039">
                  <c:v>0.76190476299999998</c:v>
                </c:pt>
                <c:pt idx="4040">
                  <c:v>0.76190476200000001</c:v>
                </c:pt>
                <c:pt idx="4041">
                  <c:v>0.76190476200000001</c:v>
                </c:pt>
                <c:pt idx="4042">
                  <c:v>0.76190476200000001</c:v>
                </c:pt>
                <c:pt idx="4043">
                  <c:v>0.76190476200000001</c:v>
                </c:pt>
                <c:pt idx="4044">
                  <c:v>0.76190476200000001</c:v>
                </c:pt>
                <c:pt idx="4045">
                  <c:v>0.76190476200000001</c:v>
                </c:pt>
                <c:pt idx="4046">
                  <c:v>0.76190476200000001</c:v>
                </c:pt>
                <c:pt idx="4047">
                  <c:v>0.76190476200000001</c:v>
                </c:pt>
                <c:pt idx="4048">
                  <c:v>0.76190476200000001</c:v>
                </c:pt>
                <c:pt idx="4049">
                  <c:v>0.76190476200000001</c:v>
                </c:pt>
                <c:pt idx="4050">
                  <c:v>0.76190476200000001</c:v>
                </c:pt>
                <c:pt idx="4051">
                  <c:v>0.76190476200000001</c:v>
                </c:pt>
                <c:pt idx="4052">
                  <c:v>0.76190476200000001</c:v>
                </c:pt>
                <c:pt idx="4053">
                  <c:v>0.76190476200000001</c:v>
                </c:pt>
                <c:pt idx="4054">
                  <c:v>0.76190476200000001</c:v>
                </c:pt>
                <c:pt idx="4055">
                  <c:v>0.76190476200000001</c:v>
                </c:pt>
                <c:pt idx="4056">
                  <c:v>0.76190476200000001</c:v>
                </c:pt>
                <c:pt idx="4057">
                  <c:v>0.76190476200000001</c:v>
                </c:pt>
                <c:pt idx="4058">
                  <c:v>0.70927726599999996</c:v>
                </c:pt>
                <c:pt idx="4059">
                  <c:v>0.67188324499999996</c:v>
                </c:pt>
                <c:pt idx="4060">
                  <c:v>0.76640583799999995</c:v>
                </c:pt>
                <c:pt idx="4061">
                  <c:v>0.76167970799999996</c:v>
                </c:pt>
                <c:pt idx="4062">
                  <c:v>0.76191601499999995</c:v>
                </c:pt>
                <c:pt idx="4063">
                  <c:v>0.76190419899999995</c:v>
                </c:pt>
                <c:pt idx="4064">
                  <c:v>0.76190479</c:v>
                </c:pt>
                <c:pt idx="4065">
                  <c:v>0.76190475999999996</c:v>
                </c:pt>
                <c:pt idx="4066">
                  <c:v>0.76190476200000001</c:v>
                </c:pt>
                <c:pt idx="4067">
                  <c:v>0.76190476200000001</c:v>
                </c:pt>
                <c:pt idx="4068">
                  <c:v>0.76190476200000001</c:v>
                </c:pt>
                <c:pt idx="4069">
                  <c:v>0.76190476200000001</c:v>
                </c:pt>
                <c:pt idx="4070">
                  <c:v>0.76190476200000001</c:v>
                </c:pt>
                <c:pt idx="4071">
                  <c:v>0.76190476200000001</c:v>
                </c:pt>
                <c:pt idx="4072">
                  <c:v>0.76190476200000001</c:v>
                </c:pt>
                <c:pt idx="4073">
                  <c:v>0.76190476200000001</c:v>
                </c:pt>
                <c:pt idx="4074">
                  <c:v>0.76190476200000001</c:v>
                </c:pt>
                <c:pt idx="4075">
                  <c:v>0.76190476200000001</c:v>
                </c:pt>
                <c:pt idx="4076">
                  <c:v>0.76190476200000001</c:v>
                </c:pt>
                <c:pt idx="4077">
                  <c:v>0.68941724000000004</c:v>
                </c:pt>
                <c:pt idx="4078">
                  <c:v>0.56138695500000002</c:v>
                </c:pt>
                <c:pt idx="4079">
                  <c:v>0.49439984799999998</c:v>
                </c:pt>
                <c:pt idx="4080">
                  <c:v>0.423660331</c:v>
                </c:pt>
                <c:pt idx="4081">
                  <c:v>0.41882718200000002</c:v>
                </c:pt>
                <c:pt idx="4082">
                  <c:v>0.38400511199999998</c:v>
                </c:pt>
                <c:pt idx="4083">
                  <c:v>0.36262804599999998</c:v>
                </c:pt>
                <c:pt idx="4084">
                  <c:v>0.39832041499999998</c:v>
                </c:pt>
                <c:pt idx="4085">
                  <c:v>0.521612297</c:v>
                </c:pt>
                <c:pt idx="4086">
                  <c:v>0.73815912500000003</c:v>
                </c:pt>
                <c:pt idx="4087">
                  <c:v>0.76309204399999997</c:v>
                </c:pt>
                <c:pt idx="4088">
                  <c:v>0.76184539799999995</c:v>
                </c:pt>
                <c:pt idx="4089">
                  <c:v>0.76190773000000001</c:v>
                </c:pt>
                <c:pt idx="4090">
                  <c:v>0.76190461300000001</c:v>
                </c:pt>
                <c:pt idx="4091">
                  <c:v>0.76190476900000004</c:v>
                </c:pt>
                <c:pt idx="4092">
                  <c:v>0.76190476200000001</c:v>
                </c:pt>
                <c:pt idx="4093">
                  <c:v>0.76190476200000001</c:v>
                </c:pt>
                <c:pt idx="4094">
                  <c:v>0.76190476200000001</c:v>
                </c:pt>
                <c:pt idx="4095">
                  <c:v>0.76190476200000001</c:v>
                </c:pt>
                <c:pt idx="4096">
                  <c:v>0.76190476200000001</c:v>
                </c:pt>
                <c:pt idx="4097">
                  <c:v>0.76190476200000001</c:v>
                </c:pt>
                <c:pt idx="4098">
                  <c:v>0.72445771299999995</c:v>
                </c:pt>
                <c:pt idx="4099">
                  <c:v>0.66746667100000001</c:v>
                </c:pt>
                <c:pt idx="4100">
                  <c:v>0.58058202699999995</c:v>
                </c:pt>
                <c:pt idx="4101">
                  <c:v>0.47686447100000001</c:v>
                </c:pt>
                <c:pt idx="4102">
                  <c:v>0.52553842500000003</c:v>
                </c:pt>
                <c:pt idx="4103">
                  <c:v>0.44703824399999997</c:v>
                </c:pt>
                <c:pt idx="4104">
                  <c:v>0.43940608799999997</c:v>
                </c:pt>
                <c:pt idx="4105">
                  <c:v>0.482456516</c:v>
                </c:pt>
                <c:pt idx="4106">
                  <c:v>0.44215117700000001</c:v>
                </c:pt>
                <c:pt idx="4107">
                  <c:v>0.40368198799999999</c:v>
                </c:pt>
                <c:pt idx="4108">
                  <c:v>0.36500892499999998</c:v>
                </c:pt>
                <c:pt idx="4109">
                  <c:v>0.337009752</c:v>
                </c:pt>
                <c:pt idx="4110">
                  <c:v>0.45500351</c:v>
                </c:pt>
                <c:pt idx="4111">
                  <c:v>0.66523906799999999</c:v>
                </c:pt>
                <c:pt idx="4112">
                  <c:v>0.76673804700000003</c:v>
                </c:pt>
                <c:pt idx="4113">
                  <c:v>0.76166309799999998</c:v>
                </c:pt>
                <c:pt idx="4114">
                  <c:v>0.76191684500000001</c:v>
                </c:pt>
                <c:pt idx="4115">
                  <c:v>0.761904158</c:v>
                </c:pt>
                <c:pt idx="4116">
                  <c:v>0.76190479200000005</c:v>
                </c:pt>
                <c:pt idx="4117">
                  <c:v>0.76190475999999996</c:v>
                </c:pt>
                <c:pt idx="4118">
                  <c:v>0.76190476200000001</c:v>
                </c:pt>
                <c:pt idx="4119">
                  <c:v>0.76190476200000001</c:v>
                </c:pt>
                <c:pt idx="4120">
                  <c:v>0.76190476200000001</c:v>
                </c:pt>
                <c:pt idx="4121">
                  <c:v>0.76190476200000001</c:v>
                </c:pt>
                <c:pt idx="4122">
                  <c:v>0.76190476200000001</c:v>
                </c:pt>
                <c:pt idx="4123">
                  <c:v>0.76190476200000001</c:v>
                </c:pt>
                <c:pt idx="4124">
                  <c:v>0.76190476200000001</c:v>
                </c:pt>
                <c:pt idx="4125">
                  <c:v>0.64782719</c:v>
                </c:pt>
                <c:pt idx="4126">
                  <c:v>0.52059501699999999</c:v>
                </c:pt>
                <c:pt idx="4127">
                  <c:v>0.41023042199999998</c:v>
                </c:pt>
                <c:pt idx="4128">
                  <c:v>0.34680463900000003</c:v>
                </c:pt>
                <c:pt idx="4129">
                  <c:v>0.42058794399999999</c:v>
                </c:pt>
                <c:pt idx="4130">
                  <c:v>0.41143256299999997</c:v>
                </c:pt>
                <c:pt idx="4131">
                  <c:v>0.388372567</c:v>
                </c:pt>
                <c:pt idx="4132">
                  <c:v>0.356186536</c:v>
                </c:pt>
                <c:pt idx="4133">
                  <c:v>0.35009506099999999</c:v>
                </c:pt>
                <c:pt idx="4134">
                  <c:v>0.50701761700000003</c:v>
                </c:pt>
                <c:pt idx="4135">
                  <c:v>0.62895814699999997</c:v>
                </c:pt>
                <c:pt idx="4136">
                  <c:v>0.74910613999999998</c:v>
                </c:pt>
                <c:pt idx="4137">
                  <c:v>0.76254469300000005</c:v>
                </c:pt>
                <c:pt idx="4138">
                  <c:v>0.76187276500000001</c:v>
                </c:pt>
                <c:pt idx="4139">
                  <c:v>0.76190636199999995</c:v>
                </c:pt>
                <c:pt idx="4140">
                  <c:v>0.76190468200000006</c:v>
                </c:pt>
                <c:pt idx="4141">
                  <c:v>0.76190476600000001</c:v>
                </c:pt>
                <c:pt idx="4142">
                  <c:v>0.76190476200000001</c:v>
                </c:pt>
                <c:pt idx="4143">
                  <c:v>0.76190476200000001</c:v>
                </c:pt>
                <c:pt idx="4144">
                  <c:v>0.76190476200000001</c:v>
                </c:pt>
                <c:pt idx="4145">
                  <c:v>0.76190476200000001</c:v>
                </c:pt>
                <c:pt idx="4146">
                  <c:v>0.76190476200000001</c:v>
                </c:pt>
                <c:pt idx="4147">
                  <c:v>0.76190476200000001</c:v>
                </c:pt>
                <c:pt idx="4148">
                  <c:v>0.76190476200000001</c:v>
                </c:pt>
                <c:pt idx="4149">
                  <c:v>0.75620984700000005</c:v>
                </c:pt>
                <c:pt idx="4150">
                  <c:v>0.69902384100000003</c:v>
                </c:pt>
                <c:pt idx="4151">
                  <c:v>0.76504880799999997</c:v>
                </c:pt>
                <c:pt idx="4152">
                  <c:v>0.76174755999999999</c:v>
                </c:pt>
                <c:pt idx="4153">
                  <c:v>0.72939256900000005</c:v>
                </c:pt>
                <c:pt idx="4154">
                  <c:v>0.67302480799999997</c:v>
                </c:pt>
                <c:pt idx="4155">
                  <c:v>0.62237611500000001</c:v>
                </c:pt>
                <c:pt idx="4156">
                  <c:v>0.61573705999999995</c:v>
                </c:pt>
                <c:pt idx="4157">
                  <c:v>0.58534543900000002</c:v>
                </c:pt>
                <c:pt idx="4158">
                  <c:v>0.62143878699999999</c:v>
                </c:pt>
                <c:pt idx="4159">
                  <c:v>0.61058763100000002</c:v>
                </c:pt>
                <c:pt idx="4160">
                  <c:v>0.67540847999999998</c:v>
                </c:pt>
                <c:pt idx="4161">
                  <c:v>0.69335653699999999</c:v>
                </c:pt>
                <c:pt idx="4162">
                  <c:v>0.66535005300000005</c:v>
                </c:pt>
                <c:pt idx="4163">
                  <c:v>0.720579623</c:v>
                </c:pt>
                <c:pt idx="4164">
                  <c:v>0.73955071900000002</c:v>
                </c:pt>
                <c:pt idx="4165">
                  <c:v>0.72578825400000002</c:v>
                </c:pt>
                <c:pt idx="4166">
                  <c:v>0.69665580500000002</c:v>
                </c:pt>
                <c:pt idx="4167">
                  <c:v>0.67726247900000003</c:v>
                </c:pt>
                <c:pt idx="4168">
                  <c:v>0.64403361000000003</c:v>
                </c:pt>
                <c:pt idx="4169">
                  <c:v>0.73568742799999998</c:v>
                </c:pt>
                <c:pt idx="4170">
                  <c:v>0.76321562899999995</c:v>
                </c:pt>
                <c:pt idx="4171">
                  <c:v>0.73947973499999997</c:v>
                </c:pt>
                <c:pt idx="4172">
                  <c:v>0.69997823999999997</c:v>
                </c:pt>
                <c:pt idx="4173">
                  <c:v>0.59552686600000004</c:v>
                </c:pt>
                <c:pt idx="4174">
                  <c:v>0.52012977900000001</c:v>
                </c:pt>
                <c:pt idx="4175">
                  <c:v>0.422959213</c:v>
                </c:pt>
                <c:pt idx="4176">
                  <c:v>0.36501328999999999</c:v>
                </c:pt>
                <c:pt idx="4177">
                  <c:v>0.41576406399999999</c:v>
                </c:pt>
                <c:pt idx="4178">
                  <c:v>0.41929855500000002</c:v>
                </c:pt>
                <c:pt idx="4179">
                  <c:v>0.40617057099999998</c:v>
                </c:pt>
                <c:pt idx="4180">
                  <c:v>0.52640917899999995</c:v>
                </c:pt>
                <c:pt idx="4181">
                  <c:v>0.64345597799999998</c:v>
                </c:pt>
                <c:pt idx="4182">
                  <c:v>0.76782720100000001</c:v>
                </c:pt>
                <c:pt idx="4183">
                  <c:v>0.74372645999999998</c:v>
                </c:pt>
                <c:pt idx="4184">
                  <c:v>0.73914917499999999</c:v>
                </c:pt>
                <c:pt idx="4185">
                  <c:v>0.76304254100000002</c:v>
                </c:pt>
                <c:pt idx="4186">
                  <c:v>0.75612694300000005</c:v>
                </c:pt>
                <c:pt idx="4187">
                  <c:v>0.76219365299999997</c:v>
                </c:pt>
                <c:pt idx="4188">
                  <c:v>0.76189031699999998</c:v>
                </c:pt>
                <c:pt idx="4189">
                  <c:v>0.76190548400000002</c:v>
                </c:pt>
                <c:pt idx="4190">
                  <c:v>0.76190472600000003</c:v>
                </c:pt>
                <c:pt idx="4191">
                  <c:v>0.76190476399999996</c:v>
                </c:pt>
                <c:pt idx="4192">
                  <c:v>0.76190476200000001</c:v>
                </c:pt>
                <c:pt idx="4193">
                  <c:v>0.76190476200000001</c:v>
                </c:pt>
                <c:pt idx="4194">
                  <c:v>0.75605615900000001</c:v>
                </c:pt>
                <c:pt idx="4195">
                  <c:v>0.76219719200000002</c:v>
                </c:pt>
                <c:pt idx="4196">
                  <c:v>0.76189013999999999</c:v>
                </c:pt>
                <c:pt idx="4197">
                  <c:v>0.76190549299999999</c:v>
                </c:pt>
                <c:pt idx="4198">
                  <c:v>0.76190472499999995</c:v>
                </c:pt>
                <c:pt idx="4199">
                  <c:v>0.76190476399999996</c:v>
                </c:pt>
                <c:pt idx="4200">
                  <c:v>0.76190476200000001</c:v>
                </c:pt>
                <c:pt idx="4201">
                  <c:v>0.74504307400000003</c:v>
                </c:pt>
                <c:pt idx="4202">
                  <c:v>0.71313815800000002</c:v>
                </c:pt>
                <c:pt idx="4203">
                  <c:v>0.66693880500000002</c:v>
                </c:pt>
                <c:pt idx="4204">
                  <c:v>0.63995115999999996</c:v>
                </c:pt>
                <c:pt idx="4205">
                  <c:v>0.65245176299999996</c:v>
                </c:pt>
                <c:pt idx="4206">
                  <c:v>0.72168553199999996</c:v>
                </c:pt>
                <c:pt idx="4207">
                  <c:v>0.70629852699999995</c:v>
                </c:pt>
                <c:pt idx="4208">
                  <c:v>0.76468507399999996</c:v>
                </c:pt>
                <c:pt idx="4209">
                  <c:v>0.76176574600000002</c:v>
                </c:pt>
                <c:pt idx="4210">
                  <c:v>0.76191171300000005</c:v>
                </c:pt>
                <c:pt idx="4211">
                  <c:v>0.76190441399999997</c:v>
                </c:pt>
                <c:pt idx="4212">
                  <c:v>0.76190477899999998</c:v>
                </c:pt>
                <c:pt idx="4213">
                  <c:v>0.76190476100000004</c:v>
                </c:pt>
                <c:pt idx="4214">
                  <c:v>0.76190476200000001</c:v>
                </c:pt>
                <c:pt idx="4215">
                  <c:v>0.76190476200000001</c:v>
                </c:pt>
                <c:pt idx="4216">
                  <c:v>0.76190476200000001</c:v>
                </c:pt>
                <c:pt idx="4217">
                  <c:v>0.76190476200000001</c:v>
                </c:pt>
                <c:pt idx="4218">
                  <c:v>0.76190476200000001</c:v>
                </c:pt>
                <c:pt idx="4219">
                  <c:v>0.76190476200000001</c:v>
                </c:pt>
                <c:pt idx="4220">
                  <c:v>0.76190476200000001</c:v>
                </c:pt>
                <c:pt idx="4221">
                  <c:v>0.76190476200000001</c:v>
                </c:pt>
                <c:pt idx="4222">
                  <c:v>0.76190476200000001</c:v>
                </c:pt>
                <c:pt idx="4223">
                  <c:v>0.76190476200000001</c:v>
                </c:pt>
                <c:pt idx="4224">
                  <c:v>0.76190476200000001</c:v>
                </c:pt>
                <c:pt idx="4225">
                  <c:v>0.76190476200000001</c:v>
                </c:pt>
                <c:pt idx="4226">
                  <c:v>0.76190476200000001</c:v>
                </c:pt>
                <c:pt idx="4227">
                  <c:v>0.74069017999999998</c:v>
                </c:pt>
                <c:pt idx="4228">
                  <c:v>0.69151095299999998</c:v>
                </c:pt>
                <c:pt idx="4229">
                  <c:v>0.69203009900000001</c:v>
                </c:pt>
                <c:pt idx="4230">
                  <c:v>0.64391580900000001</c:v>
                </c:pt>
                <c:pt idx="4231">
                  <c:v>0.59072456699999998</c:v>
                </c:pt>
                <c:pt idx="4232">
                  <c:v>0.53478620399999999</c:v>
                </c:pt>
                <c:pt idx="4233">
                  <c:v>0.54755238100000003</c:v>
                </c:pt>
                <c:pt idx="4234">
                  <c:v>0.65780519500000001</c:v>
                </c:pt>
                <c:pt idx="4235">
                  <c:v>0.72469498899999996</c:v>
                </c:pt>
                <c:pt idx="4236">
                  <c:v>0.76376525100000003</c:v>
                </c:pt>
                <c:pt idx="4237">
                  <c:v>0.76181173700000004</c:v>
                </c:pt>
                <c:pt idx="4238">
                  <c:v>0.76190941300000004</c:v>
                </c:pt>
                <c:pt idx="4239">
                  <c:v>0.73934082199999995</c:v>
                </c:pt>
                <c:pt idx="4240">
                  <c:v>0.69708674100000001</c:v>
                </c:pt>
                <c:pt idx="4241">
                  <c:v>0.66739827699999998</c:v>
                </c:pt>
                <c:pt idx="4242">
                  <c:v>0.57044708700000002</c:v>
                </c:pt>
                <c:pt idx="4243">
                  <c:v>0.63080966500000002</c:v>
                </c:pt>
                <c:pt idx="4244">
                  <c:v>0.562861163</c:v>
                </c:pt>
                <c:pt idx="4245">
                  <c:v>0.43067884499999998</c:v>
                </c:pt>
                <c:pt idx="4246">
                  <c:v>0.42474867999999999</c:v>
                </c:pt>
                <c:pt idx="4247">
                  <c:v>0.36819269500000001</c:v>
                </c:pt>
                <c:pt idx="4248">
                  <c:v>0.30072278800000002</c:v>
                </c:pt>
                <c:pt idx="4249">
                  <c:v>0.33753129500000001</c:v>
                </c:pt>
                <c:pt idx="4250">
                  <c:v>0.33132221899999997</c:v>
                </c:pt>
                <c:pt idx="4251">
                  <c:v>0.298821473</c:v>
                </c:pt>
                <c:pt idx="4252">
                  <c:v>0.26637360799999998</c:v>
                </c:pt>
                <c:pt idx="4253">
                  <c:v>0.238692449</c:v>
                </c:pt>
                <c:pt idx="4254">
                  <c:v>0.37441517099999999</c:v>
                </c:pt>
                <c:pt idx="4255">
                  <c:v>0.51019272299999996</c:v>
                </c:pt>
                <c:pt idx="4256">
                  <c:v>0.59858800000000001</c:v>
                </c:pt>
                <c:pt idx="4257">
                  <c:v>0.72080716899999997</c:v>
                </c:pt>
                <c:pt idx="4258">
                  <c:v>0.76395964199999999</c:v>
                </c:pt>
                <c:pt idx="4259">
                  <c:v>0.76180201800000003</c:v>
                </c:pt>
                <c:pt idx="4260">
                  <c:v>0.76190989899999995</c:v>
                </c:pt>
                <c:pt idx="4261">
                  <c:v>0.76190450499999995</c:v>
                </c:pt>
                <c:pt idx="4262">
                  <c:v>0.76190477499999998</c:v>
                </c:pt>
                <c:pt idx="4263">
                  <c:v>0.76190476100000004</c:v>
                </c:pt>
                <c:pt idx="4264">
                  <c:v>0.76190476200000001</c:v>
                </c:pt>
                <c:pt idx="4265">
                  <c:v>0.76190476200000001</c:v>
                </c:pt>
                <c:pt idx="4266">
                  <c:v>0.76190476200000001</c:v>
                </c:pt>
                <c:pt idx="4267">
                  <c:v>0.76190476200000001</c:v>
                </c:pt>
                <c:pt idx="4268">
                  <c:v>0.76190476200000001</c:v>
                </c:pt>
                <c:pt idx="4269">
                  <c:v>0.743612728</c:v>
                </c:pt>
                <c:pt idx="4270">
                  <c:v>0.68055731799999997</c:v>
                </c:pt>
                <c:pt idx="4271">
                  <c:v>0.58088334100000005</c:v>
                </c:pt>
                <c:pt idx="4272">
                  <c:v>0.61079098399999998</c:v>
                </c:pt>
                <c:pt idx="4273">
                  <c:v>0.722930709</c:v>
                </c:pt>
                <c:pt idx="4274">
                  <c:v>0.76385346499999995</c:v>
                </c:pt>
                <c:pt idx="4275">
                  <c:v>0.76180732699999998</c:v>
                </c:pt>
                <c:pt idx="4276">
                  <c:v>0.70781288600000003</c:v>
                </c:pt>
                <c:pt idx="4277">
                  <c:v>0.66942374199999999</c:v>
                </c:pt>
                <c:pt idx="4278">
                  <c:v>0.65697810800000001</c:v>
                </c:pt>
                <c:pt idx="4279">
                  <c:v>0.68016542099999999</c:v>
                </c:pt>
                <c:pt idx="4280">
                  <c:v>0.76599172900000001</c:v>
                </c:pt>
                <c:pt idx="4281">
                  <c:v>0.76170041399999999</c:v>
                </c:pt>
                <c:pt idx="4282">
                  <c:v>0.76191497900000005</c:v>
                </c:pt>
                <c:pt idx="4283">
                  <c:v>0.76190425100000003</c:v>
                </c:pt>
                <c:pt idx="4284">
                  <c:v>0.76190478699999997</c:v>
                </c:pt>
                <c:pt idx="4285">
                  <c:v>0.76190476100000004</c:v>
                </c:pt>
                <c:pt idx="4286">
                  <c:v>0.76190476200000001</c:v>
                </c:pt>
                <c:pt idx="4287">
                  <c:v>0.76190476200000001</c:v>
                </c:pt>
                <c:pt idx="4288">
                  <c:v>0.76190476200000001</c:v>
                </c:pt>
                <c:pt idx="4289">
                  <c:v>0.76190476200000001</c:v>
                </c:pt>
                <c:pt idx="4290">
                  <c:v>0.76190476200000001</c:v>
                </c:pt>
                <c:pt idx="4291">
                  <c:v>0.75020811799999998</c:v>
                </c:pt>
                <c:pt idx="4292">
                  <c:v>0.73966111899999998</c:v>
                </c:pt>
                <c:pt idx="4293">
                  <c:v>0.62518740100000003</c:v>
                </c:pt>
                <c:pt idx="4294">
                  <c:v>0.57185746999999998</c:v>
                </c:pt>
                <c:pt idx="4295">
                  <c:v>0.48061579999999998</c:v>
                </c:pt>
                <c:pt idx="4296">
                  <c:v>0.47464536600000001</c:v>
                </c:pt>
                <c:pt idx="4297">
                  <c:v>0.47026375300000001</c:v>
                </c:pt>
                <c:pt idx="4298">
                  <c:v>0.50261124700000004</c:v>
                </c:pt>
                <c:pt idx="4299">
                  <c:v>0.465919311</c:v>
                </c:pt>
                <c:pt idx="4300">
                  <c:v>0.428377762</c:v>
                </c:pt>
                <c:pt idx="4301">
                  <c:v>0.42511258499999999</c:v>
                </c:pt>
                <c:pt idx="4302">
                  <c:v>0.52868201000000004</c:v>
                </c:pt>
                <c:pt idx="4303">
                  <c:v>0.71961375100000002</c:v>
                </c:pt>
                <c:pt idx="4304">
                  <c:v>0.76401931199999995</c:v>
                </c:pt>
                <c:pt idx="4305">
                  <c:v>0.76179903400000004</c:v>
                </c:pt>
                <c:pt idx="4306">
                  <c:v>0.76191004799999995</c:v>
                </c:pt>
                <c:pt idx="4307">
                  <c:v>0.76190449800000004</c:v>
                </c:pt>
                <c:pt idx="4308">
                  <c:v>0.76190477499999998</c:v>
                </c:pt>
                <c:pt idx="4309">
                  <c:v>0.76190476100000004</c:v>
                </c:pt>
                <c:pt idx="4310">
                  <c:v>0.76190476200000001</c:v>
                </c:pt>
                <c:pt idx="4311">
                  <c:v>0.76190476200000001</c:v>
                </c:pt>
                <c:pt idx="4312">
                  <c:v>0.76190476200000001</c:v>
                </c:pt>
                <c:pt idx="4313">
                  <c:v>0.76190476200000001</c:v>
                </c:pt>
                <c:pt idx="4314">
                  <c:v>0.76190476200000001</c:v>
                </c:pt>
                <c:pt idx="4315">
                  <c:v>0.76190476200000001</c:v>
                </c:pt>
                <c:pt idx="4316">
                  <c:v>0.68058181900000003</c:v>
                </c:pt>
                <c:pt idx="4317">
                  <c:v>0.71797602000000005</c:v>
                </c:pt>
                <c:pt idx="4318">
                  <c:v>0.60166380699999999</c:v>
                </c:pt>
                <c:pt idx="4319">
                  <c:v>0.49907382500000003</c:v>
                </c:pt>
                <c:pt idx="4320">
                  <c:v>0.47523082700000002</c:v>
                </c:pt>
                <c:pt idx="4321">
                  <c:v>0.559735812</c:v>
                </c:pt>
                <c:pt idx="4322">
                  <c:v>0.67034789299999997</c:v>
                </c:pt>
                <c:pt idx="4323">
                  <c:v>0.76648260499999998</c:v>
                </c:pt>
                <c:pt idx="4324">
                  <c:v>0.76167587000000003</c:v>
                </c:pt>
                <c:pt idx="4325">
                  <c:v>0.74092172099999998</c:v>
                </c:pt>
                <c:pt idx="4326">
                  <c:v>0.76295391400000001</c:v>
                </c:pt>
                <c:pt idx="4327">
                  <c:v>0.70083509200000005</c:v>
                </c:pt>
                <c:pt idx="4328">
                  <c:v>0.64436081499999998</c:v>
                </c:pt>
                <c:pt idx="4329">
                  <c:v>0.68926656600000002</c:v>
                </c:pt>
                <c:pt idx="4330">
                  <c:v>0.76553667199999997</c:v>
                </c:pt>
                <c:pt idx="4331">
                  <c:v>0.76172316600000001</c:v>
                </c:pt>
                <c:pt idx="4332">
                  <c:v>0.76191384200000001</c:v>
                </c:pt>
                <c:pt idx="4333">
                  <c:v>0.76190430799999997</c:v>
                </c:pt>
                <c:pt idx="4334">
                  <c:v>0.76190478500000003</c:v>
                </c:pt>
                <c:pt idx="4335">
                  <c:v>0.76190476100000004</c:v>
                </c:pt>
                <c:pt idx="4336">
                  <c:v>0.76190476200000001</c:v>
                </c:pt>
                <c:pt idx="4337">
                  <c:v>0.76190476200000001</c:v>
                </c:pt>
                <c:pt idx="4338">
                  <c:v>0.76190476200000001</c:v>
                </c:pt>
                <c:pt idx="4339">
                  <c:v>0.76190476200000001</c:v>
                </c:pt>
                <c:pt idx="4340">
                  <c:v>0.76190476200000001</c:v>
                </c:pt>
                <c:pt idx="4341">
                  <c:v>0.76190476200000001</c:v>
                </c:pt>
                <c:pt idx="4342">
                  <c:v>0.76190476200000001</c:v>
                </c:pt>
                <c:pt idx="4343">
                  <c:v>0.76190476200000001</c:v>
                </c:pt>
                <c:pt idx="4344">
                  <c:v>0.76190476200000001</c:v>
                </c:pt>
                <c:pt idx="4345">
                  <c:v>0.76190476200000001</c:v>
                </c:pt>
                <c:pt idx="4346">
                  <c:v>0.76190476200000001</c:v>
                </c:pt>
                <c:pt idx="4347">
                  <c:v>0.76190476200000001</c:v>
                </c:pt>
                <c:pt idx="4348">
                  <c:v>0.76190476200000001</c:v>
                </c:pt>
                <c:pt idx="4349">
                  <c:v>0.76190476200000001</c:v>
                </c:pt>
                <c:pt idx="4350">
                  <c:v>0.76190476200000001</c:v>
                </c:pt>
                <c:pt idx="4351">
                  <c:v>0.76190476200000001</c:v>
                </c:pt>
                <c:pt idx="4352">
                  <c:v>0.76190476200000001</c:v>
                </c:pt>
                <c:pt idx="4353">
                  <c:v>0.76190476200000001</c:v>
                </c:pt>
                <c:pt idx="4354">
                  <c:v>0.76190476200000001</c:v>
                </c:pt>
                <c:pt idx="4355">
                  <c:v>0.76190476200000001</c:v>
                </c:pt>
                <c:pt idx="4356">
                  <c:v>0.76190476200000001</c:v>
                </c:pt>
                <c:pt idx="4357">
                  <c:v>0.76190476200000001</c:v>
                </c:pt>
                <c:pt idx="4358">
                  <c:v>0.76190476200000001</c:v>
                </c:pt>
                <c:pt idx="4359">
                  <c:v>0.76190476200000001</c:v>
                </c:pt>
                <c:pt idx="4360">
                  <c:v>0.76190476200000001</c:v>
                </c:pt>
                <c:pt idx="4361">
                  <c:v>0.76190476200000001</c:v>
                </c:pt>
                <c:pt idx="4362">
                  <c:v>0.76190476200000001</c:v>
                </c:pt>
                <c:pt idx="4363">
                  <c:v>0.76190476200000001</c:v>
                </c:pt>
                <c:pt idx="4364">
                  <c:v>0.751637887</c:v>
                </c:pt>
                <c:pt idx="4365">
                  <c:v>0.76241810600000004</c:v>
                </c:pt>
                <c:pt idx="4366">
                  <c:v>0.76187909499999995</c:v>
                </c:pt>
                <c:pt idx="4367">
                  <c:v>0.75686861800000005</c:v>
                </c:pt>
                <c:pt idx="4368">
                  <c:v>0.76215656899999995</c:v>
                </c:pt>
                <c:pt idx="4369">
                  <c:v>0.76189217200000003</c:v>
                </c:pt>
                <c:pt idx="4370">
                  <c:v>0.76190539099999999</c:v>
                </c:pt>
                <c:pt idx="4371">
                  <c:v>0.76190473000000003</c:v>
                </c:pt>
                <c:pt idx="4372">
                  <c:v>0.76190476299999998</c:v>
                </c:pt>
                <c:pt idx="4373">
                  <c:v>0.76190476200000001</c:v>
                </c:pt>
                <c:pt idx="4374">
                  <c:v>0.76190476200000001</c:v>
                </c:pt>
                <c:pt idx="4375">
                  <c:v>0.76190476200000001</c:v>
                </c:pt>
                <c:pt idx="4376">
                  <c:v>0.76190476200000001</c:v>
                </c:pt>
                <c:pt idx="4377">
                  <c:v>0.76190476200000001</c:v>
                </c:pt>
                <c:pt idx="4378">
                  <c:v>0.76190476200000001</c:v>
                </c:pt>
                <c:pt idx="4379">
                  <c:v>0.76190476200000001</c:v>
                </c:pt>
                <c:pt idx="4380">
                  <c:v>0.76190476200000001</c:v>
                </c:pt>
                <c:pt idx="4381">
                  <c:v>0.76190476200000001</c:v>
                </c:pt>
                <c:pt idx="4382">
                  <c:v>0.76190476200000001</c:v>
                </c:pt>
                <c:pt idx="4383">
                  <c:v>0.76190476200000001</c:v>
                </c:pt>
                <c:pt idx="4384">
                  <c:v>0.76190476200000001</c:v>
                </c:pt>
                <c:pt idx="4385">
                  <c:v>0.76190476200000001</c:v>
                </c:pt>
                <c:pt idx="4386">
                  <c:v>0.76190476200000001</c:v>
                </c:pt>
                <c:pt idx="4387">
                  <c:v>0.76190476200000001</c:v>
                </c:pt>
                <c:pt idx="4388">
                  <c:v>0.73322560699999995</c:v>
                </c:pt>
                <c:pt idx="4389">
                  <c:v>0.68788070899999998</c:v>
                </c:pt>
                <c:pt idx="4390">
                  <c:v>0.58723539999999996</c:v>
                </c:pt>
                <c:pt idx="4391">
                  <c:v>0.55207716500000004</c:v>
                </c:pt>
                <c:pt idx="4392">
                  <c:v>0.60860515100000001</c:v>
                </c:pt>
                <c:pt idx="4393">
                  <c:v>0.72240098200000002</c:v>
                </c:pt>
                <c:pt idx="4394">
                  <c:v>0.76387995099999995</c:v>
                </c:pt>
                <c:pt idx="4395">
                  <c:v>0.76180600200000004</c:v>
                </c:pt>
                <c:pt idx="4396">
                  <c:v>0.71907453300000002</c:v>
                </c:pt>
                <c:pt idx="4397">
                  <c:v>0.66637717299999999</c:v>
                </c:pt>
                <c:pt idx="4398">
                  <c:v>0.61834089299999995</c:v>
                </c:pt>
                <c:pt idx="4399">
                  <c:v>0.61541651200000003</c:v>
                </c:pt>
                <c:pt idx="4400">
                  <c:v>0.606135702</c:v>
                </c:pt>
                <c:pt idx="4401">
                  <c:v>0.60432211000000002</c:v>
                </c:pt>
                <c:pt idx="4402">
                  <c:v>0.76978389400000002</c:v>
                </c:pt>
                <c:pt idx="4403">
                  <c:v>0.76151080500000001</c:v>
                </c:pt>
                <c:pt idx="4404">
                  <c:v>0.76192446000000003</c:v>
                </c:pt>
                <c:pt idx="4405">
                  <c:v>0.761903777</c:v>
                </c:pt>
                <c:pt idx="4406">
                  <c:v>0.76190481099999996</c:v>
                </c:pt>
                <c:pt idx="4407">
                  <c:v>0.76190475899999999</c:v>
                </c:pt>
                <c:pt idx="4408">
                  <c:v>0.76190476200000001</c:v>
                </c:pt>
                <c:pt idx="4409">
                  <c:v>0.76190476200000001</c:v>
                </c:pt>
                <c:pt idx="4410">
                  <c:v>0.76190476200000001</c:v>
                </c:pt>
                <c:pt idx="4411">
                  <c:v>0.76190476200000001</c:v>
                </c:pt>
                <c:pt idx="4412">
                  <c:v>0.76190476200000001</c:v>
                </c:pt>
                <c:pt idx="4413">
                  <c:v>0.72495840600000006</c:v>
                </c:pt>
                <c:pt idx="4414">
                  <c:v>0.74797540100000004</c:v>
                </c:pt>
                <c:pt idx="4415">
                  <c:v>0.76260123000000002</c:v>
                </c:pt>
                <c:pt idx="4416">
                  <c:v>0.761869939</c:v>
                </c:pt>
                <c:pt idx="4417">
                  <c:v>0.76190650299999996</c:v>
                </c:pt>
                <c:pt idx="4418">
                  <c:v>0.76190467500000003</c:v>
                </c:pt>
                <c:pt idx="4419">
                  <c:v>0.76190476600000001</c:v>
                </c:pt>
                <c:pt idx="4420">
                  <c:v>0.76190476200000001</c:v>
                </c:pt>
                <c:pt idx="4421">
                  <c:v>0.76190476200000001</c:v>
                </c:pt>
                <c:pt idx="4422">
                  <c:v>0.76190476200000001</c:v>
                </c:pt>
                <c:pt idx="4423">
                  <c:v>0.76190476200000001</c:v>
                </c:pt>
                <c:pt idx="4424">
                  <c:v>0.76190476200000001</c:v>
                </c:pt>
                <c:pt idx="4425">
                  <c:v>0.76190476200000001</c:v>
                </c:pt>
                <c:pt idx="4426">
                  <c:v>0.76190476200000001</c:v>
                </c:pt>
                <c:pt idx="4427">
                  <c:v>0.76190476200000001</c:v>
                </c:pt>
                <c:pt idx="4428">
                  <c:v>0.76190476200000001</c:v>
                </c:pt>
                <c:pt idx="4429">
                  <c:v>0.76190476200000001</c:v>
                </c:pt>
                <c:pt idx="4430">
                  <c:v>0.76190476200000001</c:v>
                </c:pt>
                <c:pt idx="4431">
                  <c:v>0.76190476200000001</c:v>
                </c:pt>
                <c:pt idx="4432">
                  <c:v>0.74749459799999995</c:v>
                </c:pt>
                <c:pt idx="4433">
                  <c:v>0.75144545500000004</c:v>
                </c:pt>
                <c:pt idx="4434">
                  <c:v>0.76242772700000006</c:v>
                </c:pt>
                <c:pt idx="4435">
                  <c:v>0.76187861400000001</c:v>
                </c:pt>
                <c:pt idx="4436">
                  <c:v>0.75053190299999994</c:v>
                </c:pt>
                <c:pt idx="4437">
                  <c:v>0.68934680699999995</c:v>
                </c:pt>
                <c:pt idx="4438">
                  <c:v>0.56289365599999996</c:v>
                </c:pt>
                <c:pt idx="4439">
                  <c:v>0.49908429500000001</c:v>
                </c:pt>
                <c:pt idx="4440">
                  <c:v>0.54871304200000004</c:v>
                </c:pt>
                <c:pt idx="4441">
                  <c:v>0.614619637</c:v>
                </c:pt>
                <c:pt idx="4442">
                  <c:v>0.72197881600000002</c:v>
                </c:pt>
                <c:pt idx="4443">
                  <c:v>0.75351453899999998</c:v>
                </c:pt>
                <c:pt idx="4444">
                  <c:v>0.74664946399999998</c:v>
                </c:pt>
                <c:pt idx="4445">
                  <c:v>0.71025298400000003</c:v>
                </c:pt>
                <c:pt idx="4446">
                  <c:v>0.76448735099999998</c:v>
                </c:pt>
                <c:pt idx="4447">
                  <c:v>0.76177563199999998</c:v>
                </c:pt>
                <c:pt idx="4448">
                  <c:v>0.73701843300000003</c:v>
                </c:pt>
                <c:pt idx="4449">
                  <c:v>0.76314907799999998</c:v>
                </c:pt>
                <c:pt idx="4450">
                  <c:v>0.76184254600000001</c:v>
                </c:pt>
                <c:pt idx="4451">
                  <c:v>0.76190787299999996</c:v>
                </c:pt>
                <c:pt idx="4452">
                  <c:v>0.76190460599999998</c:v>
                </c:pt>
                <c:pt idx="4453">
                  <c:v>0.76190477000000001</c:v>
                </c:pt>
                <c:pt idx="4454">
                  <c:v>0.76190476200000001</c:v>
                </c:pt>
                <c:pt idx="4455">
                  <c:v>0.76190476200000001</c:v>
                </c:pt>
                <c:pt idx="4456">
                  <c:v>0.76190476200000001</c:v>
                </c:pt>
                <c:pt idx="4457">
                  <c:v>0.76190476200000001</c:v>
                </c:pt>
                <c:pt idx="4458">
                  <c:v>0.76190476200000001</c:v>
                </c:pt>
                <c:pt idx="4459">
                  <c:v>0.76190476200000001</c:v>
                </c:pt>
                <c:pt idx="4460">
                  <c:v>0.76190476200000001</c:v>
                </c:pt>
                <c:pt idx="4461">
                  <c:v>0.76190476200000001</c:v>
                </c:pt>
                <c:pt idx="4462">
                  <c:v>0.76190476200000001</c:v>
                </c:pt>
                <c:pt idx="4463">
                  <c:v>0.76190476200000001</c:v>
                </c:pt>
                <c:pt idx="4464">
                  <c:v>0.74093952200000002</c:v>
                </c:pt>
                <c:pt idx="4465">
                  <c:v>0.686863683</c:v>
                </c:pt>
                <c:pt idx="4466">
                  <c:v>0.63556294400000002</c:v>
                </c:pt>
                <c:pt idx="4467">
                  <c:v>0.59096540099999995</c:v>
                </c:pt>
                <c:pt idx="4468">
                  <c:v>0.54431017000000004</c:v>
                </c:pt>
                <c:pt idx="4469">
                  <c:v>0.49866851499999998</c:v>
                </c:pt>
                <c:pt idx="4470">
                  <c:v>0.5548748</c:v>
                </c:pt>
                <c:pt idx="4471">
                  <c:v>0.77225626000000003</c:v>
                </c:pt>
                <c:pt idx="4472">
                  <c:v>0.76138718699999997</c:v>
                </c:pt>
                <c:pt idx="4473">
                  <c:v>0.76193064099999996</c:v>
                </c:pt>
                <c:pt idx="4474">
                  <c:v>0.76190346799999997</c:v>
                </c:pt>
                <c:pt idx="4475">
                  <c:v>0.76190482699999995</c:v>
                </c:pt>
                <c:pt idx="4476">
                  <c:v>0.76190475899999999</c:v>
                </c:pt>
                <c:pt idx="4477">
                  <c:v>0.76190476200000001</c:v>
                </c:pt>
                <c:pt idx="4478">
                  <c:v>0.76190476200000001</c:v>
                </c:pt>
                <c:pt idx="4479">
                  <c:v>0.76190476200000001</c:v>
                </c:pt>
                <c:pt idx="4480">
                  <c:v>0.76190476200000001</c:v>
                </c:pt>
                <c:pt idx="4481">
                  <c:v>0.76190476200000001</c:v>
                </c:pt>
                <c:pt idx="4482">
                  <c:v>0.74441154700000001</c:v>
                </c:pt>
                <c:pt idx="4483">
                  <c:v>0.66914647800000004</c:v>
                </c:pt>
                <c:pt idx="4484">
                  <c:v>0.63072215700000001</c:v>
                </c:pt>
                <c:pt idx="4485">
                  <c:v>0.65242129100000001</c:v>
                </c:pt>
                <c:pt idx="4486">
                  <c:v>0.69492683899999996</c:v>
                </c:pt>
                <c:pt idx="4487">
                  <c:v>0.765253658</c:v>
                </c:pt>
                <c:pt idx="4488">
                  <c:v>0.76173731700000002</c:v>
                </c:pt>
                <c:pt idx="4489">
                  <c:v>0.76191313400000005</c:v>
                </c:pt>
                <c:pt idx="4490">
                  <c:v>0.76190434299999998</c:v>
                </c:pt>
                <c:pt idx="4491">
                  <c:v>0.76190478299999997</c:v>
                </c:pt>
                <c:pt idx="4492">
                  <c:v>0.76190476100000004</c:v>
                </c:pt>
                <c:pt idx="4493">
                  <c:v>0.71430757199999995</c:v>
                </c:pt>
                <c:pt idx="4494">
                  <c:v>0.72534593400000003</c:v>
                </c:pt>
                <c:pt idx="4495">
                  <c:v>0.76373270299999996</c:v>
                </c:pt>
                <c:pt idx="4496">
                  <c:v>0.76181336499999996</c:v>
                </c:pt>
                <c:pt idx="4497">
                  <c:v>0.76190933199999999</c:v>
                </c:pt>
                <c:pt idx="4498">
                  <c:v>0.76190453300000005</c:v>
                </c:pt>
                <c:pt idx="4499">
                  <c:v>0.76190477300000004</c:v>
                </c:pt>
                <c:pt idx="4500">
                  <c:v>0.76190476100000004</c:v>
                </c:pt>
                <c:pt idx="4501">
                  <c:v>0.76190476200000001</c:v>
                </c:pt>
                <c:pt idx="4502">
                  <c:v>0.76190476200000001</c:v>
                </c:pt>
                <c:pt idx="4503">
                  <c:v>0.76190476200000001</c:v>
                </c:pt>
                <c:pt idx="4504">
                  <c:v>0.76190476200000001</c:v>
                </c:pt>
                <c:pt idx="4505">
                  <c:v>0.76190476200000001</c:v>
                </c:pt>
                <c:pt idx="4506">
                  <c:v>0.76190476200000001</c:v>
                </c:pt>
                <c:pt idx="4507">
                  <c:v>0.76190476200000001</c:v>
                </c:pt>
                <c:pt idx="4508">
                  <c:v>0.64559138999999999</c:v>
                </c:pt>
                <c:pt idx="4509">
                  <c:v>0.60326599700000005</c:v>
                </c:pt>
                <c:pt idx="4510">
                  <c:v>0.65215648800000003</c:v>
                </c:pt>
                <c:pt idx="4511">
                  <c:v>0.71737031699999998</c:v>
                </c:pt>
                <c:pt idx="4512">
                  <c:v>0.76413148399999997</c:v>
                </c:pt>
                <c:pt idx="4513">
                  <c:v>0.761793426</c:v>
                </c:pt>
                <c:pt idx="4514">
                  <c:v>0.761910329</c:v>
                </c:pt>
                <c:pt idx="4515">
                  <c:v>0.73320044100000004</c:v>
                </c:pt>
                <c:pt idx="4516">
                  <c:v>0.68314737999999997</c:v>
                </c:pt>
                <c:pt idx="4517">
                  <c:v>0.63657150500000004</c:v>
                </c:pt>
                <c:pt idx="4518">
                  <c:v>0.653877457</c:v>
                </c:pt>
                <c:pt idx="4519">
                  <c:v>0.61711640099999998</c:v>
                </c:pt>
                <c:pt idx="4520">
                  <c:v>0.583332356</c:v>
                </c:pt>
                <c:pt idx="4521">
                  <c:v>0.55630403100000003</c:v>
                </c:pt>
                <c:pt idx="4522">
                  <c:v>0.60917699800000003</c:v>
                </c:pt>
                <c:pt idx="4523">
                  <c:v>0.66325487999999999</c:v>
                </c:pt>
                <c:pt idx="4524">
                  <c:v>0.68909484099999996</c:v>
                </c:pt>
                <c:pt idx="4525">
                  <c:v>0.76554525799999995</c:v>
                </c:pt>
                <c:pt idx="4526">
                  <c:v>0.76172273700000004</c:v>
                </c:pt>
                <c:pt idx="4527">
                  <c:v>0.76191386299999997</c:v>
                </c:pt>
                <c:pt idx="4528">
                  <c:v>0.761904307</c:v>
                </c:pt>
                <c:pt idx="4529">
                  <c:v>0.76190478500000003</c:v>
                </c:pt>
                <c:pt idx="4530">
                  <c:v>0.65819361399999998</c:v>
                </c:pt>
                <c:pt idx="4531">
                  <c:v>0.55382318399999997</c:v>
                </c:pt>
                <c:pt idx="4532">
                  <c:v>0.45829433800000002</c:v>
                </c:pt>
                <c:pt idx="4533">
                  <c:v>0.37866389900000003</c:v>
                </c:pt>
                <c:pt idx="4534">
                  <c:v>0.404581731</c:v>
                </c:pt>
                <c:pt idx="4535">
                  <c:v>0.39122264200000001</c:v>
                </c:pt>
                <c:pt idx="4536">
                  <c:v>0.344835534</c:v>
                </c:pt>
                <c:pt idx="4537">
                  <c:v>0.325369032</c:v>
                </c:pt>
                <c:pt idx="4538">
                  <c:v>0.29781365399999998</c:v>
                </c:pt>
                <c:pt idx="4539">
                  <c:v>0.37004867200000002</c:v>
                </c:pt>
                <c:pt idx="4540">
                  <c:v>0.362572275</c:v>
                </c:pt>
                <c:pt idx="4541">
                  <c:v>0.34822165399999999</c:v>
                </c:pt>
                <c:pt idx="4542">
                  <c:v>0.46622171299999998</c:v>
                </c:pt>
                <c:pt idx="4543">
                  <c:v>0.67533749799999998</c:v>
                </c:pt>
                <c:pt idx="4544">
                  <c:v>0.76623312499999996</c:v>
                </c:pt>
                <c:pt idx="4545">
                  <c:v>0.76168834399999996</c:v>
                </c:pt>
                <c:pt idx="4546">
                  <c:v>0.76191558299999995</c:v>
                </c:pt>
                <c:pt idx="4547">
                  <c:v>0.76190422099999999</c:v>
                </c:pt>
                <c:pt idx="4548">
                  <c:v>0.76190478900000003</c:v>
                </c:pt>
                <c:pt idx="4549">
                  <c:v>0.76190476100000004</c:v>
                </c:pt>
                <c:pt idx="4550">
                  <c:v>0.76190476200000001</c:v>
                </c:pt>
                <c:pt idx="4551">
                  <c:v>0.76190476200000001</c:v>
                </c:pt>
                <c:pt idx="4552">
                  <c:v>0.76190476200000001</c:v>
                </c:pt>
                <c:pt idx="4553">
                  <c:v>0.76190476200000001</c:v>
                </c:pt>
                <c:pt idx="4554">
                  <c:v>0.76190476200000001</c:v>
                </c:pt>
                <c:pt idx="4555">
                  <c:v>0.76190476200000001</c:v>
                </c:pt>
                <c:pt idx="4556">
                  <c:v>0.71828356100000001</c:v>
                </c:pt>
                <c:pt idx="4557">
                  <c:v>0.60964728999999995</c:v>
                </c:pt>
                <c:pt idx="4558">
                  <c:v>0.55200803799999998</c:v>
                </c:pt>
                <c:pt idx="4559">
                  <c:v>0.58396067699999998</c:v>
                </c:pt>
                <c:pt idx="4560">
                  <c:v>0.61548650900000001</c:v>
                </c:pt>
                <c:pt idx="4561">
                  <c:v>0.70122446800000005</c:v>
                </c:pt>
                <c:pt idx="4562">
                  <c:v>0.730570308</c:v>
                </c:pt>
                <c:pt idx="4563">
                  <c:v>0.68463661600000003</c:v>
                </c:pt>
                <c:pt idx="4564">
                  <c:v>0.66609947300000005</c:v>
                </c:pt>
                <c:pt idx="4565">
                  <c:v>0.636933678</c:v>
                </c:pt>
                <c:pt idx="4566">
                  <c:v>0.72319556299999999</c:v>
                </c:pt>
                <c:pt idx="4567">
                  <c:v>0.71483949999999996</c:v>
                </c:pt>
                <c:pt idx="4568">
                  <c:v>0.76425802499999995</c:v>
                </c:pt>
                <c:pt idx="4569">
                  <c:v>0.76178709899999997</c:v>
                </c:pt>
                <c:pt idx="4570">
                  <c:v>0.76191064500000005</c:v>
                </c:pt>
                <c:pt idx="4571">
                  <c:v>0.761904468</c:v>
                </c:pt>
                <c:pt idx="4572">
                  <c:v>0.76190477700000003</c:v>
                </c:pt>
                <c:pt idx="4573">
                  <c:v>0.76190476100000004</c:v>
                </c:pt>
                <c:pt idx="4574">
                  <c:v>0.76190476200000001</c:v>
                </c:pt>
                <c:pt idx="4575">
                  <c:v>0.76190476200000001</c:v>
                </c:pt>
                <c:pt idx="4576">
                  <c:v>0.76190476200000001</c:v>
                </c:pt>
                <c:pt idx="4577">
                  <c:v>0.76190476200000001</c:v>
                </c:pt>
                <c:pt idx="4578">
                  <c:v>0.76190476200000001</c:v>
                </c:pt>
                <c:pt idx="4579">
                  <c:v>0.72734156800000005</c:v>
                </c:pt>
                <c:pt idx="4580">
                  <c:v>0.61519356199999997</c:v>
                </c:pt>
                <c:pt idx="4581">
                  <c:v>0.60533533100000003</c:v>
                </c:pt>
                <c:pt idx="4582">
                  <c:v>0.57067046200000004</c:v>
                </c:pt>
                <c:pt idx="4583">
                  <c:v>0.64196155200000005</c:v>
                </c:pt>
                <c:pt idx="4584">
                  <c:v>0.61151209200000001</c:v>
                </c:pt>
                <c:pt idx="4585">
                  <c:v>0.62848678000000002</c:v>
                </c:pt>
                <c:pt idx="4586">
                  <c:v>0.74103647299999997</c:v>
                </c:pt>
                <c:pt idx="4587">
                  <c:v>0.76294817599999998</c:v>
                </c:pt>
                <c:pt idx="4588">
                  <c:v>0.76185259100000002</c:v>
                </c:pt>
                <c:pt idx="4589">
                  <c:v>0.71021921499999996</c:v>
                </c:pt>
                <c:pt idx="4590">
                  <c:v>0.70151122399999999</c:v>
                </c:pt>
                <c:pt idx="4591">
                  <c:v>0.76364717999999998</c:v>
                </c:pt>
                <c:pt idx="4592">
                  <c:v>0.76181764100000005</c:v>
                </c:pt>
                <c:pt idx="4593">
                  <c:v>0.76190911800000005</c:v>
                </c:pt>
                <c:pt idx="4594">
                  <c:v>0.76190454399999996</c:v>
                </c:pt>
                <c:pt idx="4595">
                  <c:v>0.76190477300000004</c:v>
                </c:pt>
                <c:pt idx="4596">
                  <c:v>0.76190476100000004</c:v>
                </c:pt>
                <c:pt idx="4597">
                  <c:v>0.76190476200000001</c:v>
                </c:pt>
                <c:pt idx="4598">
                  <c:v>0.76190476200000001</c:v>
                </c:pt>
                <c:pt idx="4599">
                  <c:v>0.76190476200000001</c:v>
                </c:pt>
                <c:pt idx="4600">
                  <c:v>0.76190476200000001</c:v>
                </c:pt>
                <c:pt idx="4601">
                  <c:v>0.76190476200000001</c:v>
                </c:pt>
                <c:pt idx="4602">
                  <c:v>0.76190476200000001</c:v>
                </c:pt>
                <c:pt idx="4603">
                  <c:v>0.72456374700000004</c:v>
                </c:pt>
                <c:pt idx="4604">
                  <c:v>0.60800962700000005</c:v>
                </c:pt>
                <c:pt idx="4605">
                  <c:v>0.49755057200000002</c:v>
                </c:pt>
                <c:pt idx="4606">
                  <c:v>0.42762041200000001</c:v>
                </c:pt>
                <c:pt idx="4607">
                  <c:v>0.39670999400000001</c:v>
                </c:pt>
                <c:pt idx="4608">
                  <c:v>0.35243731299999997</c:v>
                </c:pt>
                <c:pt idx="4609">
                  <c:v>0.37104657400000002</c:v>
                </c:pt>
                <c:pt idx="4610">
                  <c:v>0.36038405200000001</c:v>
                </c:pt>
                <c:pt idx="4611">
                  <c:v>0.34656378500000001</c:v>
                </c:pt>
                <c:pt idx="4612">
                  <c:v>0.33306206700000002</c:v>
                </c:pt>
                <c:pt idx="4613">
                  <c:v>0.37150736000000001</c:v>
                </c:pt>
                <c:pt idx="4614">
                  <c:v>0.42901188099999998</c:v>
                </c:pt>
                <c:pt idx="4615">
                  <c:v>0.52484665699999999</c:v>
                </c:pt>
                <c:pt idx="4616">
                  <c:v>0.616407963</c:v>
                </c:pt>
                <c:pt idx="4617">
                  <c:v>0.56032338000000004</c:v>
                </c:pt>
                <c:pt idx="4618">
                  <c:v>0.54882746900000001</c:v>
                </c:pt>
                <c:pt idx="4619">
                  <c:v>0.66455039999999999</c:v>
                </c:pt>
                <c:pt idx="4620">
                  <c:v>0.76677247999999998</c:v>
                </c:pt>
                <c:pt idx="4621">
                  <c:v>0.76166137599999995</c:v>
                </c:pt>
                <c:pt idx="4622">
                  <c:v>0.76191693100000002</c:v>
                </c:pt>
                <c:pt idx="4623">
                  <c:v>0.76190415300000003</c:v>
                </c:pt>
                <c:pt idx="4624">
                  <c:v>0.76190479200000005</c:v>
                </c:pt>
                <c:pt idx="4625">
                  <c:v>0.76190475999999996</c:v>
                </c:pt>
                <c:pt idx="4626">
                  <c:v>0.76190476200000001</c:v>
                </c:pt>
                <c:pt idx="4627">
                  <c:v>0.76190476200000001</c:v>
                </c:pt>
                <c:pt idx="4628">
                  <c:v>0.76190476200000001</c:v>
                </c:pt>
                <c:pt idx="4629">
                  <c:v>0.76190476200000001</c:v>
                </c:pt>
                <c:pt idx="4630">
                  <c:v>0.76190476200000001</c:v>
                </c:pt>
                <c:pt idx="4631">
                  <c:v>0.72267300999999995</c:v>
                </c:pt>
                <c:pt idx="4632">
                  <c:v>0.76386634899999994</c:v>
                </c:pt>
                <c:pt idx="4633">
                  <c:v>0.76180668299999998</c:v>
                </c:pt>
                <c:pt idx="4634">
                  <c:v>0.76190966599999999</c:v>
                </c:pt>
                <c:pt idx="4635">
                  <c:v>0.76190451699999995</c:v>
                </c:pt>
                <c:pt idx="4636">
                  <c:v>0.76190477400000001</c:v>
                </c:pt>
                <c:pt idx="4637">
                  <c:v>0.76190476100000004</c:v>
                </c:pt>
                <c:pt idx="4638">
                  <c:v>0.76190476200000001</c:v>
                </c:pt>
                <c:pt idx="4639">
                  <c:v>0.76190476200000001</c:v>
                </c:pt>
                <c:pt idx="4640">
                  <c:v>0.76190476200000001</c:v>
                </c:pt>
                <c:pt idx="4641">
                  <c:v>0.76190476200000001</c:v>
                </c:pt>
                <c:pt idx="4642">
                  <c:v>0.76190476200000001</c:v>
                </c:pt>
                <c:pt idx="4643">
                  <c:v>0.76190476200000001</c:v>
                </c:pt>
                <c:pt idx="4644">
                  <c:v>0.76190476200000001</c:v>
                </c:pt>
                <c:pt idx="4645">
                  <c:v>0.76190476200000001</c:v>
                </c:pt>
                <c:pt idx="4646">
                  <c:v>0.76190476200000001</c:v>
                </c:pt>
                <c:pt idx="4647">
                  <c:v>0.76190476200000001</c:v>
                </c:pt>
                <c:pt idx="4648">
                  <c:v>0.76190476200000001</c:v>
                </c:pt>
                <c:pt idx="4649">
                  <c:v>0.76190476200000001</c:v>
                </c:pt>
                <c:pt idx="4650">
                  <c:v>0.76190476200000001</c:v>
                </c:pt>
                <c:pt idx="4651">
                  <c:v>0.76190476200000001</c:v>
                </c:pt>
                <c:pt idx="4652">
                  <c:v>0.76190476200000001</c:v>
                </c:pt>
                <c:pt idx="4653">
                  <c:v>0.76190476200000001</c:v>
                </c:pt>
                <c:pt idx="4654">
                  <c:v>0.76190476200000001</c:v>
                </c:pt>
                <c:pt idx="4655">
                  <c:v>0.76190476200000001</c:v>
                </c:pt>
                <c:pt idx="4656">
                  <c:v>0.76190476200000001</c:v>
                </c:pt>
                <c:pt idx="4657">
                  <c:v>0.76190476200000001</c:v>
                </c:pt>
                <c:pt idx="4658">
                  <c:v>0.76190476200000001</c:v>
                </c:pt>
                <c:pt idx="4659">
                  <c:v>0.76190476200000001</c:v>
                </c:pt>
                <c:pt idx="4660">
                  <c:v>0.76190476200000001</c:v>
                </c:pt>
                <c:pt idx="4661">
                  <c:v>0.76190476200000001</c:v>
                </c:pt>
                <c:pt idx="4662">
                  <c:v>0.76190476200000001</c:v>
                </c:pt>
                <c:pt idx="4663">
                  <c:v>0.76190476200000001</c:v>
                </c:pt>
                <c:pt idx="4664">
                  <c:v>0.76190476200000001</c:v>
                </c:pt>
                <c:pt idx="4665">
                  <c:v>0.76190476200000001</c:v>
                </c:pt>
                <c:pt idx="4666">
                  <c:v>0.76190476200000001</c:v>
                </c:pt>
                <c:pt idx="4667">
                  <c:v>0.76190476200000001</c:v>
                </c:pt>
                <c:pt idx="4668">
                  <c:v>0.76190476200000001</c:v>
                </c:pt>
                <c:pt idx="4669">
                  <c:v>0.76190476200000001</c:v>
                </c:pt>
                <c:pt idx="4670">
                  <c:v>0.76190476200000001</c:v>
                </c:pt>
                <c:pt idx="4671">
                  <c:v>0.76190476200000001</c:v>
                </c:pt>
                <c:pt idx="4672">
                  <c:v>0.76190476200000001</c:v>
                </c:pt>
                <c:pt idx="4673">
                  <c:v>0.76190476200000001</c:v>
                </c:pt>
                <c:pt idx="4674">
                  <c:v>0.76190476200000001</c:v>
                </c:pt>
                <c:pt idx="4675">
                  <c:v>0.76190476200000001</c:v>
                </c:pt>
                <c:pt idx="4676">
                  <c:v>0.76190476200000001</c:v>
                </c:pt>
                <c:pt idx="4677">
                  <c:v>0.76190476200000001</c:v>
                </c:pt>
                <c:pt idx="4678">
                  <c:v>0.76190476200000001</c:v>
                </c:pt>
                <c:pt idx="4679">
                  <c:v>0.69787365999999995</c:v>
                </c:pt>
                <c:pt idx="4680">
                  <c:v>0.63960710099999996</c:v>
                </c:pt>
                <c:pt idx="4681">
                  <c:v>0.590438291</c:v>
                </c:pt>
                <c:pt idx="4682">
                  <c:v>0.54671773499999998</c:v>
                </c:pt>
                <c:pt idx="4683">
                  <c:v>0.50665858799999997</c:v>
                </c:pt>
                <c:pt idx="4684">
                  <c:v>0.47034857899999999</c:v>
                </c:pt>
                <c:pt idx="4685">
                  <c:v>0.43212232099999998</c:v>
                </c:pt>
                <c:pt idx="4686">
                  <c:v>0.39576859399999997</c:v>
                </c:pt>
                <c:pt idx="4687">
                  <c:v>0.37156397099999999</c:v>
                </c:pt>
                <c:pt idx="4688">
                  <c:v>0.35648851599999998</c:v>
                </c:pt>
                <c:pt idx="4689">
                  <c:v>0.39584150600000001</c:v>
                </c:pt>
                <c:pt idx="4690">
                  <c:v>0.49250695700000002</c:v>
                </c:pt>
                <c:pt idx="4691">
                  <c:v>0.60530149700000002</c:v>
                </c:pt>
                <c:pt idx="4692">
                  <c:v>0.747249316</c:v>
                </c:pt>
                <c:pt idx="4693">
                  <c:v>0.76263753400000001</c:v>
                </c:pt>
                <c:pt idx="4694">
                  <c:v>0.76186812299999995</c:v>
                </c:pt>
                <c:pt idx="4695">
                  <c:v>0.76190659400000005</c:v>
                </c:pt>
                <c:pt idx="4696">
                  <c:v>0.76190466999999995</c:v>
                </c:pt>
                <c:pt idx="4697">
                  <c:v>0.76190476600000001</c:v>
                </c:pt>
                <c:pt idx="4698">
                  <c:v>0.76190476200000001</c:v>
                </c:pt>
                <c:pt idx="4699">
                  <c:v>0.76190476200000001</c:v>
                </c:pt>
                <c:pt idx="4700">
                  <c:v>0.70022989899999999</c:v>
                </c:pt>
                <c:pt idx="4701">
                  <c:v>0.62736272400000004</c:v>
                </c:pt>
                <c:pt idx="4702">
                  <c:v>0.53669100000000003</c:v>
                </c:pt>
                <c:pt idx="4703">
                  <c:v>0.46299821600000002</c:v>
                </c:pt>
                <c:pt idx="4704">
                  <c:v>0.41207326300000002</c:v>
                </c:pt>
                <c:pt idx="4705">
                  <c:v>0.381105423</c:v>
                </c:pt>
                <c:pt idx="4706">
                  <c:v>0.34834641700000002</c:v>
                </c:pt>
                <c:pt idx="4707">
                  <c:v>0.31910566600000001</c:v>
                </c:pt>
                <c:pt idx="4708">
                  <c:v>0.29154851500000001</c:v>
                </c:pt>
                <c:pt idx="4709">
                  <c:v>0.26388620000000002</c:v>
                </c:pt>
                <c:pt idx="4710">
                  <c:v>0.33288929299999998</c:v>
                </c:pt>
                <c:pt idx="4711">
                  <c:v>0.47135838099999999</c:v>
                </c:pt>
                <c:pt idx="4712">
                  <c:v>0.73733964600000002</c:v>
                </c:pt>
                <c:pt idx="4713">
                  <c:v>0.763133018</c:v>
                </c:pt>
                <c:pt idx="4714">
                  <c:v>0.76184334899999995</c:v>
                </c:pt>
                <c:pt idx="4715">
                  <c:v>0.76190783299999998</c:v>
                </c:pt>
                <c:pt idx="4716">
                  <c:v>0.76190460800000004</c:v>
                </c:pt>
                <c:pt idx="4717">
                  <c:v>0.76190477000000001</c:v>
                </c:pt>
                <c:pt idx="4718">
                  <c:v>0.76190476200000001</c:v>
                </c:pt>
                <c:pt idx="4719">
                  <c:v>0.76190476200000001</c:v>
                </c:pt>
                <c:pt idx="4720">
                  <c:v>0.76190476200000001</c:v>
                </c:pt>
                <c:pt idx="4721">
                  <c:v>0.76190476200000001</c:v>
                </c:pt>
                <c:pt idx="4722">
                  <c:v>0.76190476200000001</c:v>
                </c:pt>
                <c:pt idx="4723">
                  <c:v>0.76190476200000001</c:v>
                </c:pt>
                <c:pt idx="4724">
                  <c:v>0.76190476200000001</c:v>
                </c:pt>
                <c:pt idx="4725">
                  <c:v>0.76190476200000001</c:v>
                </c:pt>
                <c:pt idx="4726">
                  <c:v>0.76190476200000001</c:v>
                </c:pt>
                <c:pt idx="4727">
                  <c:v>0.76190476200000001</c:v>
                </c:pt>
                <c:pt idx="4728">
                  <c:v>0.76190476200000001</c:v>
                </c:pt>
                <c:pt idx="4729">
                  <c:v>0.76190476200000001</c:v>
                </c:pt>
                <c:pt idx="4730">
                  <c:v>0.76190476200000001</c:v>
                </c:pt>
                <c:pt idx="4731">
                  <c:v>0.76190476200000001</c:v>
                </c:pt>
                <c:pt idx="4732">
                  <c:v>0.76190476200000001</c:v>
                </c:pt>
                <c:pt idx="4733">
                  <c:v>0.76190476200000001</c:v>
                </c:pt>
                <c:pt idx="4734">
                  <c:v>0.76190476200000001</c:v>
                </c:pt>
                <c:pt idx="4735">
                  <c:v>0.76190476200000001</c:v>
                </c:pt>
                <c:pt idx="4736">
                  <c:v>0.76190476200000001</c:v>
                </c:pt>
                <c:pt idx="4737">
                  <c:v>0.76190476200000001</c:v>
                </c:pt>
                <c:pt idx="4738">
                  <c:v>0.76190476200000001</c:v>
                </c:pt>
                <c:pt idx="4739">
                  <c:v>0.76190476200000001</c:v>
                </c:pt>
                <c:pt idx="4740">
                  <c:v>0.76190476200000001</c:v>
                </c:pt>
                <c:pt idx="4741">
                  <c:v>0.76190476200000001</c:v>
                </c:pt>
                <c:pt idx="4742">
                  <c:v>0.76190476200000001</c:v>
                </c:pt>
                <c:pt idx="4743">
                  <c:v>0.76190476200000001</c:v>
                </c:pt>
                <c:pt idx="4744">
                  <c:v>0.76190476200000001</c:v>
                </c:pt>
                <c:pt idx="4745">
                  <c:v>0.76190476200000001</c:v>
                </c:pt>
                <c:pt idx="4746">
                  <c:v>0.76190476200000001</c:v>
                </c:pt>
                <c:pt idx="4747">
                  <c:v>0.76190476200000001</c:v>
                </c:pt>
                <c:pt idx="4748">
                  <c:v>0.76190476200000001</c:v>
                </c:pt>
                <c:pt idx="4749">
                  <c:v>0.73745116799999999</c:v>
                </c:pt>
                <c:pt idx="4750">
                  <c:v>0.76312744200000004</c:v>
                </c:pt>
                <c:pt idx="4751">
                  <c:v>0.76184362800000005</c:v>
                </c:pt>
                <c:pt idx="4752">
                  <c:v>0.76190781900000004</c:v>
                </c:pt>
                <c:pt idx="4753">
                  <c:v>0.76190460900000001</c:v>
                </c:pt>
                <c:pt idx="4754">
                  <c:v>0.76190477000000001</c:v>
                </c:pt>
                <c:pt idx="4755">
                  <c:v>0.76190476200000001</c:v>
                </c:pt>
                <c:pt idx="4756">
                  <c:v>0.76190476200000001</c:v>
                </c:pt>
                <c:pt idx="4757">
                  <c:v>0.76190476200000001</c:v>
                </c:pt>
                <c:pt idx="4758">
                  <c:v>0.76190476200000001</c:v>
                </c:pt>
                <c:pt idx="4759">
                  <c:v>0.76190476200000001</c:v>
                </c:pt>
                <c:pt idx="4760">
                  <c:v>0.76190476200000001</c:v>
                </c:pt>
                <c:pt idx="4761">
                  <c:v>0.76190476200000001</c:v>
                </c:pt>
                <c:pt idx="4762">
                  <c:v>0.76190476200000001</c:v>
                </c:pt>
                <c:pt idx="4763">
                  <c:v>0.76190476200000001</c:v>
                </c:pt>
                <c:pt idx="4764">
                  <c:v>0.76190476200000001</c:v>
                </c:pt>
                <c:pt idx="4765">
                  <c:v>0.76190476200000001</c:v>
                </c:pt>
                <c:pt idx="4766">
                  <c:v>0.76190476200000001</c:v>
                </c:pt>
                <c:pt idx="4767">
                  <c:v>0.76190476200000001</c:v>
                </c:pt>
                <c:pt idx="4768">
                  <c:v>0.76190476200000001</c:v>
                </c:pt>
                <c:pt idx="4769">
                  <c:v>0.76190476200000001</c:v>
                </c:pt>
                <c:pt idx="4770">
                  <c:v>0.68403234899999998</c:v>
                </c:pt>
                <c:pt idx="4771">
                  <c:v>0.66159648400000004</c:v>
                </c:pt>
                <c:pt idx="4772">
                  <c:v>0.54090271000000001</c:v>
                </c:pt>
                <c:pt idx="4773">
                  <c:v>0.431613941</c:v>
                </c:pt>
                <c:pt idx="4774">
                  <c:v>0.35273806000000002</c:v>
                </c:pt>
                <c:pt idx="4775">
                  <c:v>0.28347936000000001</c:v>
                </c:pt>
                <c:pt idx="4776">
                  <c:v>0.24772369999999999</c:v>
                </c:pt>
                <c:pt idx="4777">
                  <c:v>0.226593882</c:v>
                </c:pt>
                <c:pt idx="4778">
                  <c:v>0.202742965</c:v>
                </c:pt>
                <c:pt idx="4779">
                  <c:v>0.19864716800000001</c:v>
                </c:pt>
                <c:pt idx="4780">
                  <c:v>0.248913313</c:v>
                </c:pt>
                <c:pt idx="4781">
                  <c:v>0.26408316500000001</c:v>
                </c:pt>
                <c:pt idx="4782">
                  <c:v>0.34673047699999998</c:v>
                </c:pt>
                <c:pt idx="4783">
                  <c:v>0.368419522</c:v>
                </c:pt>
                <c:pt idx="4784">
                  <c:v>0.46198015999999997</c:v>
                </c:pt>
                <c:pt idx="4785">
                  <c:v>0.45316409499999999</c:v>
                </c:pt>
                <c:pt idx="4786">
                  <c:v>0.44420241999999999</c:v>
                </c:pt>
                <c:pt idx="4787">
                  <c:v>0.42721362699999998</c:v>
                </c:pt>
                <c:pt idx="4788">
                  <c:v>0.42585026100000001</c:v>
                </c:pt>
                <c:pt idx="4789">
                  <c:v>0.42892928899999999</c:v>
                </c:pt>
                <c:pt idx="4790">
                  <c:v>0.41175040299999999</c:v>
                </c:pt>
                <c:pt idx="4791">
                  <c:v>0.39211291100000001</c:v>
                </c:pt>
                <c:pt idx="4792">
                  <c:v>0.329949832</c:v>
                </c:pt>
                <c:pt idx="4793">
                  <c:v>0.421548853</c:v>
                </c:pt>
                <c:pt idx="4794">
                  <c:v>0.35573501600000001</c:v>
                </c:pt>
                <c:pt idx="4795">
                  <c:v>0.29797259500000001</c:v>
                </c:pt>
                <c:pt idx="4796">
                  <c:v>0.267784839</c:v>
                </c:pt>
                <c:pt idx="4797">
                  <c:v>0.221430187</c:v>
                </c:pt>
                <c:pt idx="4798">
                  <c:v>0.20103046899999999</c:v>
                </c:pt>
                <c:pt idx="4799">
                  <c:v>0.14887623</c:v>
                </c:pt>
                <c:pt idx="4800">
                  <c:v>0.11816161999999999</c:v>
                </c:pt>
                <c:pt idx="4801">
                  <c:v>0.10232714</c:v>
                </c:pt>
                <c:pt idx="4802">
                  <c:v>8.3477336999999999E-2</c:v>
                </c:pt>
                <c:pt idx="4803">
                  <c:v>0.12486071</c:v>
                </c:pt>
                <c:pt idx="4804">
                  <c:v>0.106018354</c:v>
                </c:pt>
                <c:pt idx="4805">
                  <c:v>8.8282800999999994E-2</c:v>
                </c:pt>
                <c:pt idx="4806">
                  <c:v>6.6052044000000004E-2</c:v>
                </c:pt>
                <c:pt idx="4807">
                  <c:v>6.8593710000000002E-2</c:v>
                </c:pt>
                <c:pt idx="4808">
                  <c:v>4.6570315000000001E-2</c:v>
                </c:pt>
                <c:pt idx="4809">
                  <c:v>4.6570315000000001E-2</c:v>
                </c:pt>
                <c:pt idx="4810">
                  <c:v>8.9673376999999999E-2</c:v>
                </c:pt>
                <c:pt idx="4811">
                  <c:v>7.3351140999999995E-2</c:v>
                </c:pt>
                <c:pt idx="4812">
                  <c:v>0.128823143</c:v>
                </c:pt>
                <c:pt idx="4813">
                  <c:v>0.23702437700000001</c:v>
                </c:pt>
                <c:pt idx="4814">
                  <c:v>0.31538413900000001</c:v>
                </c:pt>
                <c:pt idx="4815">
                  <c:v>0.38698398000000001</c:v>
                </c:pt>
                <c:pt idx="4816">
                  <c:v>0.49985348800000001</c:v>
                </c:pt>
                <c:pt idx="4817">
                  <c:v>0.50123890599999998</c:v>
                </c:pt>
                <c:pt idx="4818">
                  <c:v>0.65077657300000002</c:v>
                </c:pt>
                <c:pt idx="4819">
                  <c:v>0.71198705299999998</c:v>
                </c:pt>
                <c:pt idx="4820">
                  <c:v>0.66241275200000005</c:v>
                </c:pt>
                <c:pt idx="4821">
                  <c:v>0.57621594600000003</c:v>
                </c:pt>
                <c:pt idx="4822">
                  <c:v>0.47883299200000001</c:v>
                </c:pt>
                <c:pt idx="4823">
                  <c:v>0.50459726599999999</c:v>
                </c:pt>
                <c:pt idx="4824">
                  <c:v>0.44932665500000002</c:v>
                </c:pt>
                <c:pt idx="4825">
                  <c:v>0.41397747000000001</c:v>
                </c:pt>
                <c:pt idx="4826">
                  <c:v>0.38056891900000001</c:v>
                </c:pt>
                <c:pt idx="4827">
                  <c:v>0.352772539</c:v>
                </c:pt>
                <c:pt idx="4828">
                  <c:v>0.34700958599999998</c:v>
                </c:pt>
                <c:pt idx="4829">
                  <c:v>0.380799681</c:v>
                </c:pt>
                <c:pt idx="4830">
                  <c:v>0.38210886399999999</c:v>
                </c:pt>
                <c:pt idx="4831">
                  <c:v>0.39280524900000002</c:v>
                </c:pt>
                <c:pt idx="4832">
                  <c:v>0.392434752</c:v>
                </c:pt>
                <c:pt idx="4833">
                  <c:v>0.36952666000000001</c:v>
                </c:pt>
                <c:pt idx="4834">
                  <c:v>0.39092774600000002</c:v>
                </c:pt>
                <c:pt idx="4835">
                  <c:v>0.423247017</c:v>
                </c:pt>
                <c:pt idx="4836">
                  <c:v>0.41868298900000001</c:v>
                </c:pt>
                <c:pt idx="4837">
                  <c:v>0.48120344700000001</c:v>
                </c:pt>
                <c:pt idx="4838">
                  <c:v>0.65234403200000002</c:v>
                </c:pt>
                <c:pt idx="4839">
                  <c:v>0.68610205099999999</c:v>
                </c:pt>
                <c:pt idx="4840">
                  <c:v>0.68080564099999996</c:v>
                </c:pt>
                <c:pt idx="4841">
                  <c:v>0.64689280699999996</c:v>
                </c:pt>
                <c:pt idx="4842">
                  <c:v>0.61390566999999996</c:v>
                </c:pt>
                <c:pt idx="4843">
                  <c:v>0.53076304299999999</c:v>
                </c:pt>
                <c:pt idx="4844">
                  <c:v>0.46358410500000002</c:v>
                </c:pt>
                <c:pt idx="4845">
                  <c:v>0.39135415400000001</c:v>
                </c:pt>
                <c:pt idx="4846">
                  <c:v>0.42041007000000002</c:v>
                </c:pt>
                <c:pt idx="4847">
                  <c:v>0.50631053400000003</c:v>
                </c:pt>
                <c:pt idx="4848">
                  <c:v>0.47166926399999998</c:v>
                </c:pt>
                <c:pt idx="4849">
                  <c:v>0.435946581</c:v>
                </c:pt>
                <c:pt idx="4850">
                  <c:v>0.40090731699999999</c:v>
                </c:pt>
                <c:pt idx="4851">
                  <c:v>0.37518569800000001</c:v>
                </c:pt>
                <c:pt idx="4852">
                  <c:v>0.37293447899999999</c:v>
                </c:pt>
                <c:pt idx="4853">
                  <c:v>0.33579624400000002</c:v>
                </c:pt>
                <c:pt idx="4854">
                  <c:v>0.32406248399999998</c:v>
                </c:pt>
                <c:pt idx="4855">
                  <c:v>0.35284493900000002</c:v>
                </c:pt>
                <c:pt idx="4856">
                  <c:v>0.43604543699999998</c:v>
                </c:pt>
                <c:pt idx="4857">
                  <c:v>0.55534874599999995</c:v>
                </c:pt>
                <c:pt idx="4858">
                  <c:v>0.69486817999999995</c:v>
                </c:pt>
                <c:pt idx="4859">
                  <c:v>0.76525659099999999</c:v>
                </c:pt>
                <c:pt idx="4860">
                  <c:v>0.76173716999999996</c:v>
                </c:pt>
                <c:pt idx="4861">
                  <c:v>0.76191314099999996</c:v>
                </c:pt>
                <c:pt idx="4862">
                  <c:v>0.74243170700000005</c:v>
                </c:pt>
                <c:pt idx="4863">
                  <c:v>0.71484099499999998</c:v>
                </c:pt>
                <c:pt idx="4864">
                  <c:v>0.76425794999999996</c:v>
                </c:pt>
                <c:pt idx="4865">
                  <c:v>0.72885949100000003</c:v>
                </c:pt>
                <c:pt idx="4866">
                  <c:v>0.763557025</c:v>
                </c:pt>
                <c:pt idx="4867">
                  <c:v>0.761822149</c:v>
                </c:pt>
                <c:pt idx="4868">
                  <c:v>0.66699496800000002</c:v>
                </c:pt>
                <c:pt idx="4869">
                  <c:v>0.573713739</c:v>
                </c:pt>
                <c:pt idx="4870">
                  <c:v>0.591296669</c:v>
                </c:pt>
                <c:pt idx="4871">
                  <c:v>0.66760014199999995</c:v>
                </c:pt>
                <c:pt idx="4872">
                  <c:v>0.69768681700000001</c:v>
                </c:pt>
                <c:pt idx="4873">
                  <c:v>0.72490414400000003</c:v>
                </c:pt>
                <c:pt idx="4874">
                  <c:v>0.67375910699999997</c:v>
                </c:pt>
                <c:pt idx="4875">
                  <c:v>0.62868660099999996</c:v>
                </c:pt>
                <c:pt idx="4876">
                  <c:v>0.59524834400000004</c:v>
                </c:pt>
                <c:pt idx="4877">
                  <c:v>0.57645361299999998</c:v>
                </c:pt>
                <c:pt idx="4878">
                  <c:v>0.69634828900000001</c:v>
                </c:pt>
                <c:pt idx="4879">
                  <c:v>0.716770303</c:v>
                </c:pt>
                <c:pt idx="4880">
                  <c:v>0.76416148500000003</c:v>
                </c:pt>
                <c:pt idx="4881">
                  <c:v>0.76179192600000001</c:v>
                </c:pt>
                <c:pt idx="4882">
                  <c:v>0.76191040399999999</c:v>
                </c:pt>
                <c:pt idx="4883">
                  <c:v>0.76190448</c:v>
                </c:pt>
                <c:pt idx="4884">
                  <c:v>0.76190477599999995</c:v>
                </c:pt>
                <c:pt idx="4885">
                  <c:v>0.76190476100000004</c:v>
                </c:pt>
                <c:pt idx="4886">
                  <c:v>0.76190476200000001</c:v>
                </c:pt>
                <c:pt idx="4887">
                  <c:v>0.76190476200000001</c:v>
                </c:pt>
                <c:pt idx="4888">
                  <c:v>0.76190476200000001</c:v>
                </c:pt>
                <c:pt idx="4889">
                  <c:v>0.76190476200000001</c:v>
                </c:pt>
                <c:pt idx="4890">
                  <c:v>0.76190476200000001</c:v>
                </c:pt>
                <c:pt idx="4891">
                  <c:v>0.76190476200000001</c:v>
                </c:pt>
                <c:pt idx="4892">
                  <c:v>0.72437184200000004</c:v>
                </c:pt>
                <c:pt idx="4893">
                  <c:v>0.762113814</c:v>
                </c:pt>
                <c:pt idx="4894">
                  <c:v>0.76189430899999999</c:v>
                </c:pt>
                <c:pt idx="4895">
                  <c:v>0.76190528499999999</c:v>
                </c:pt>
                <c:pt idx="4896">
                  <c:v>0.76190473599999997</c:v>
                </c:pt>
                <c:pt idx="4897">
                  <c:v>0.71232198000000002</c:v>
                </c:pt>
                <c:pt idx="4898">
                  <c:v>0.66244866499999999</c:v>
                </c:pt>
                <c:pt idx="4899">
                  <c:v>0.61908474000000002</c:v>
                </c:pt>
                <c:pt idx="4900">
                  <c:v>0.655183776</c:v>
                </c:pt>
                <c:pt idx="4901">
                  <c:v>0.61645240300000004</c:v>
                </c:pt>
                <c:pt idx="4902">
                  <c:v>0.66027507299999999</c:v>
                </c:pt>
                <c:pt idx="4903">
                  <c:v>0.76698624599999998</c:v>
                </c:pt>
                <c:pt idx="4904">
                  <c:v>0.76165068800000002</c:v>
                </c:pt>
                <c:pt idx="4905">
                  <c:v>0.76191746599999999</c:v>
                </c:pt>
                <c:pt idx="4906">
                  <c:v>0.76190412699999999</c:v>
                </c:pt>
                <c:pt idx="4907">
                  <c:v>0.761904794</c:v>
                </c:pt>
                <c:pt idx="4908">
                  <c:v>0.76190475999999996</c:v>
                </c:pt>
                <c:pt idx="4909">
                  <c:v>0.76190476200000001</c:v>
                </c:pt>
                <c:pt idx="4910">
                  <c:v>0.76190476200000001</c:v>
                </c:pt>
                <c:pt idx="4911">
                  <c:v>0.76190476200000001</c:v>
                </c:pt>
                <c:pt idx="4912">
                  <c:v>0.76190476200000001</c:v>
                </c:pt>
                <c:pt idx="4913">
                  <c:v>0.76190476200000001</c:v>
                </c:pt>
                <c:pt idx="4914">
                  <c:v>0.71024000099999995</c:v>
                </c:pt>
                <c:pt idx="4915">
                  <c:v>0.64058457800000002</c:v>
                </c:pt>
                <c:pt idx="4916">
                  <c:v>0.56450369099999997</c:v>
                </c:pt>
                <c:pt idx="4917">
                  <c:v>0.459433855</c:v>
                </c:pt>
                <c:pt idx="4918">
                  <c:v>0.41512700699999999</c:v>
                </c:pt>
                <c:pt idx="4919">
                  <c:v>0.43979244899999997</c:v>
                </c:pt>
                <c:pt idx="4920">
                  <c:v>0.51537756899999998</c:v>
                </c:pt>
                <c:pt idx="4921">
                  <c:v>0.63066990000000001</c:v>
                </c:pt>
                <c:pt idx="4922">
                  <c:v>0.74119051800000002</c:v>
                </c:pt>
                <c:pt idx="4923">
                  <c:v>0.76294047399999998</c:v>
                </c:pt>
                <c:pt idx="4924">
                  <c:v>0.76185297600000002</c:v>
                </c:pt>
                <c:pt idx="4925">
                  <c:v>0.76190735099999995</c:v>
                </c:pt>
                <c:pt idx="4926">
                  <c:v>0.76190463200000003</c:v>
                </c:pt>
                <c:pt idx="4927">
                  <c:v>0.76190476799999995</c:v>
                </c:pt>
                <c:pt idx="4928">
                  <c:v>0.76190476200000001</c:v>
                </c:pt>
                <c:pt idx="4929">
                  <c:v>0.76145627599999999</c:v>
                </c:pt>
                <c:pt idx="4930">
                  <c:v>0.76192718599999998</c:v>
                </c:pt>
                <c:pt idx="4931">
                  <c:v>0.76190364099999996</c:v>
                </c:pt>
                <c:pt idx="4932">
                  <c:v>0.76190481799999998</c:v>
                </c:pt>
                <c:pt idx="4933">
                  <c:v>0.76190475899999999</c:v>
                </c:pt>
                <c:pt idx="4934">
                  <c:v>0.76190476200000001</c:v>
                </c:pt>
                <c:pt idx="4935">
                  <c:v>0.75961885500000004</c:v>
                </c:pt>
                <c:pt idx="4936">
                  <c:v>0.73702510200000004</c:v>
                </c:pt>
                <c:pt idx="4937">
                  <c:v>0.67574407199999997</c:v>
                </c:pt>
                <c:pt idx="4938">
                  <c:v>0.70601206999999999</c:v>
                </c:pt>
                <c:pt idx="4939">
                  <c:v>0.764699397</c:v>
                </c:pt>
                <c:pt idx="4940">
                  <c:v>0.68229275199999995</c:v>
                </c:pt>
                <c:pt idx="4941">
                  <c:v>0.71600351799999995</c:v>
                </c:pt>
                <c:pt idx="4942">
                  <c:v>0.61479152500000001</c:v>
                </c:pt>
                <c:pt idx="4943">
                  <c:v>0.56234456200000005</c:v>
                </c:pt>
                <c:pt idx="4944">
                  <c:v>0.50907089599999999</c:v>
                </c:pt>
                <c:pt idx="4945">
                  <c:v>0.51433070400000003</c:v>
                </c:pt>
                <c:pt idx="4946">
                  <c:v>0.47631026399999998</c:v>
                </c:pt>
                <c:pt idx="4947">
                  <c:v>0.47613499999999997</c:v>
                </c:pt>
                <c:pt idx="4948">
                  <c:v>0.45009725</c:v>
                </c:pt>
                <c:pt idx="4949">
                  <c:v>0.41190817699999999</c:v>
                </c:pt>
                <c:pt idx="4950">
                  <c:v>0.532145427</c:v>
                </c:pt>
                <c:pt idx="4951">
                  <c:v>0.71685247500000004</c:v>
                </c:pt>
                <c:pt idx="4952">
                  <c:v>0.764157376</c:v>
                </c:pt>
                <c:pt idx="4953">
                  <c:v>0.76179213099999998</c:v>
                </c:pt>
                <c:pt idx="4954">
                  <c:v>0.76191039299999996</c:v>
                </c:pt>
                <c:pt idx="4955">
                  <c:v>0.76190448</c:v>
                </c:pt>
                <c:pt idx="4956">
                  <c:v>0.76190477599999995</c:v>
                </c:pt>
                <c:pt idx="4957">
                  <c:v>0.76190476100000004</c:v>
                </c:pt>
                <c:pt idx="4958">
                  <c:v>0.76190476200000001</c:v>
                </c:pt>
                <c:pt idx="4959">
                  <c:v>0.76190476200000001</c:v>
                </c:pt>
                <c:pt idx="4960">
                  <c:v>0.76190476200000001</c:v>
                </c:pt>
                <c:pt idx="4961">
                  <c:v>0.76190476200000001</c:v>
                </c:pt>
                <c:pt idx="4962">
                  <c:v>0.76190476200000001</c:v>
                </c:pt>
                <c:pt idx="4963">
                  <c:v>0.76190476200000001</c:v>
                </c:pt>
                <c:pt idx="4964">
                  <c:v>0.73016427299999997</c:v>
                </c:pt>
                <c:pt idx="4965">
                  <c:v>0.64975614999999998</c:v>
                </c:pt>
                <c:pt idx="4966">
                  <c:v>0.70332608399999996</c:v>
                </c:pt>
                <c:pt idx="4967">
                  <c:v>0.76483369599999995</c:v>
                </c:pt>
                <c:pt idx="4968">
                  <c:v>0.76175831500000002</c:v>
                </c:pt>
                <c:pt idx="4969">
                  <c:v>0.76191208399999999</c:v>
                </c:pt>
                <c:pt idx="4970">
                  <c:v>0.76190439600000004</c:v>
                </c:pt>
                <c:pt idx="4971">
                  <c:v>0.76190477999999995</c:v>
                </c:pt>
                <c:pt idx="4972">
                  <c:v>0.76190476100000004</c:v>
                </c:pt>
                <c:pt idx="4973">
                  <c:v>0.76190476200000001</c:v>
                </c:pt>
                <c:pt idx="4974">
                  <c:v>0.76084931300000003</c:v>
                </c:pt>
                <c:pt idx="4975">
                  <c:v>0.72414412900000003</c:v>
                </c:pt>
                <c:pt idx="4976">
                  <c:v>0.76057251299999995</c:v>
                </c:pt>
                <c:pt idx="4977">
                  <c:v>0.71699943300000002</c:v>
                </c:pt>
                <c:pt idx="4978">
                  <c:v>0.69391830799999998</c:v>
                </c:pt>
                <c:pt idx="4979">
                  <c:v>0.744504261</c:v>
                </c:pt>
                <c:pt idx="4980">
                  <c:v>0.76277478700000001</c:v>
                </c:pt>
                <c:pt idx="4981">
                  <c:v>0.76186126099999996</c:v>
                </c:pt>
                <c:pt idx="4982">
                  <c:v>0.76190693700000001</c:v>
                </c:pt>
                <c:pt idx="4983">
                  <c:v>0.76190465299999999</c:v>
                </c:pt>
                <c:pt idx="4984">
                  <c:v>0.76190476699999998</c:v>
                </c:pt>
                <c:pt idx="4985">
                  <c:v>0.76190476200000001</c:v>
                </c:pt>
                <c:pt idx="4986">
                  <c:v>0.70311047500000001</c:v>
                </c:pt>
                <c:pt idx="4987">
                  <c:v>0.60619670800000003</c:v>
                </c:pt>
                <c:pt idx="4988">
                  <c:v>0.48412791300000002</c:v>
                </c:pt>
                <c:pt idx="4989">
                  <c:v>0.40889500200000001</c:v>
                </c:pt>
                <c:pt idx="4990">
                  <c:v>0.29916630999999999</c:v>
                </c:pt>
                <c:pt idx="4991">
                  <c:v>0.27501919499999999</c:v>
                </c:pt>
                <c:pt idx="4992">
                  <c:v>0.37663271100000001</c:v>
                </c:pt>
                <c:pt idx="4993">
                  <c:v>0.50118595399999999</c:v>
                </c:pt>
                <c:pt idx="4994">
                  <c:v>0.61281326999999997</c:v>
                </c:pt>
                <c:pt idx="4995">
                  <c:v>0.72124954200000002</c:v>
                </c:pt>
                <c:pt idx="4996">
                  <c:v>0.76393752299999995</c:v>
                </c:pt>
                <c:pt idx="4997">
                  <c:v>0.76180312400000005</c:v>
                </c:pt>
                <c:pt idx="4998">
                  <c:v>0.76190984399999995</c:v>
                </c:pt>
                <c:pt idx="4999">
                  <c:v>0.733027596</c:v>
                </c:pt>
                <c:pt idx="5000">
                  <c:v>0.74541054699999998</c:v>
                </c:pt>
                <c:pt idx="5001">
                  <c:v>0.76272947300000005</c:v>
                </c:pt>
                <c:pt idx="5002">
                  <c:v>0.76186352599999996</c:v>
                </c:pt>
                <c:pt idx="5003">
                  <c:v>0.76190682399999998</c:v>
                </c:pt>
                <c:pt idx="5004">
                  <c:v>0.76190465900000004</c:v>
                </c:pt>
                <c:pt idx="5005">
                  <c:v>0.76190476699999998</c:v>
                </c:pt>
                <c:pt idx="5006">
                  <c:v>0.76190476200000001</c:v>
                </c:pt>
                <c:pt idx="5007">
                  <c:v>0.76190476200000001</c:v>
                </c:pt>
                <c:pt idx="5008">
                  <c:v>0.76190476200000001</c:v>
                </c:pt>
                <c:pt idx="5009">
                  <c:v>0.76190476200000001</c:v>
                </c:pt>
                <c:pt idx="5010">
                  <c:v>0.75628952299999996</c:v>
                </c:pt>
                <c:pt idx="5011">
                  <c:v>0.64034626100000003</c:v>
                </c:pt>
                <c:pt idx="5012">
                  <c:v>0.51907961999999996</c:v>
                </c:pt>
                <c:pt idx="5013">
                  <c:v>0.402377761</c:v>
                </c:pt>
                <c:pt idx="5014">
                  <c:v>0.30498892399999999</c:v>
                </c:pt>
                <c:pt idx="5015">
                  <c:v>0.24365119299999999</c:v>
                </c:pt>
                <c:pt idx="5016">
                  <c:v>0.209783891</c:v>
                </c:pt>
                <c:pt idx="5017">
                  <c:v>0.33682864800000001</c:v>
                </c:pt>
                <c:pt idx="5018">
                  <c:v>0.437599297</c:v>
                </c:pt>
                <c:pt idx="5019">
                  <c:v>0.55617989599999995</c:v>
                </c:pt>
                <c:pt idx="5020">
                  <c:v>0.617033269</c:v>
                </c:pt>
                <c:pt idx="5021">
                  <c:v>0.72781281499999995</c:v>
                </c:pt>
                <c:pt idx="5022">
                  <c:v>0.75179787099999995</c:v>
                </c:pt>
                <c:pt idx="5023">
                  <c:v>0.75751450399999998</c:v>
                </c:pt>
                <c:pt idx="5024">
                  <c:v>0.73292360899999998</c:v>
                </c:pt>
                <c:pt idx="5025">
                  <c:v>0.68004260900000002</c:v>
                </c:pt>
                <c:pt idx="5026">
                  <c:v>0.67231001899999998</c:v>
                </c:pt>
                <c:pt idx="5027">
                  <c:v>0.66332859200000005</c:v>
                </c:pt>
                <c:pt idx="5028">
                  <c:v>0.76683356999999996</c:v>
                </c:pt>
                <c:pt idx="5029">
                  <c:v>0.76165832099999997</c:v>
                </c:pt>
                <c:pt idx="5030">
                  <c:v>0.76191708400000002</c:v>
                </c:pt>
                <c:pt idx="5031">
                  <c:v>0.761904146</c:v>
                </c:pt>
                <c:pt idx="5032">
                  <c:v>0.76190479300000002</c:v>
                </c:pt>
                <c:pt idx="5033">
                  <c:v>0.76190475999999996</c:v>
                </c:pt>
                <c:pt idx="5034">
                  <c:v>0.76190476200000001</c:v>
                </c:pt>
                <c:pt idx="5035">
                  <c:v>0.76190476200000001</c:v>
                </c:pt>
                <c:pt idx="5036">
                  <c:v>0.76190476200000001</c:v>
                </c:pt>
                <c:pt idx="5037">
                  <c:v>0.64660483899999999</c:v>
                </c:pt>
                <c:pt idx="5038">
                  <c:v>0.54565551099999998</c:v>
                </c:pt>
                <c:pt idx="5039">
                  <c:v>0.47394209199999998</c:v>
                </c:pt>
                <c:pt idx="5040">
                  <c:v>0.42167962199999998</c:v>
                </c:pt>
                <c:pt idx="5041">
                  <c:v>0.38845217799999998</c:v>
                </c:pt>
                <c:pt idx="5042">
                  <c:v>0.42960893900000002</c:v>
                </c:pt>
                <c:pt idx="5043">
                  <c:v>0.46496675399999998</c:v>
                </c:pt>
                <c:pt idx="5044">
                  <c:v>0.58219813399999998</c:v>
                </c:pt>
                <c:pt idx="5045">
                  <c:v>0.68565913999999994</c:v>
                </c:pt>
                <c:pt idx="5046">
                  <c:v>0.76571704299999999</c:v>
                </c:pt>
                <c:pt idx="5047">
                  <c:v>0.76171414800000004</c:v>
                </c:pt>
                <c:pt idx="5048">
                  <c:v>0.76191429300000002</c:v>
                </c:pt>
                <c:pt idx="5049">
                  <c:v>0.76190428499999996</c:v>
                </c:pt>
                <c:pt idx="5050">
                  <c:v>0.761904786</c:v>
                </c:pt>
                <c:pt idx="5051">
                  <c:v>0.76190476100000004</c:v>
                </c:pt>
                <c:pt idx="5052">
                  <c:v>0.76190476200000001</c:v>
                </c:pt>
                <c:pt idx="5053">
                  <c:v>0.76190476200000001</c:v>
                </c:pt>
                <c:pt idx="5054">
                  <c:v>0.76190476200000001</c:v>
                </c:pt>
                <c:pt idx="5055">
                  <c:v>0.76190476200000001</c:v>
                </c:pt>
                <c:pt idx="5056">
                  <c:v>0.76190476200000001</c:v>
                </c:pt>
                <c:pt idx="5057">
                  <c:v>0.76190476200000001</c:v>
                </c:pt>
                <c:pt idx="5058">
                  <c:v>0.76190476200000001</c:v>
                </c:pt>
                <c:pt idx="5059">
                  <c:v>0.76190476200000001</c:v>
                </c:pt>
                <c:pt idx="5060">
                  <c:v>0.76190476200000001</c:v>
                </c:pt>
                <c:pt idx="5061">
                  <c:v>0.715247144</c:v>
                </c:pt>
                <c:pt idx="5062">
                  <c:v>0.62770285100000001</c:v>
                </c:pt>
                <c:pt idx="5063">
                  <c:v>0.54954242600000003</c:v>
                </c:pt>
                <c:pt idx="5064">
                  <c:v>0.49663576300000001</c:v>
                </c:pt>
                <c:pt idx="5065">
                  <c:v>0.457253042</c:v>
                </c:pt>
                <c:pt idx="5066">
                  <c:v>0.42119769000000001</c:v>
                </c:pt>
                <c:pt idx="5067">
                  <c:v>0.38442303500000002</c:v>
                </c:pt>
                <c:pt idx="5068">
                  <c:v>0.34690096799999998</c:v>
                </c:pt>
                <c:pt idx="5069">
                  <c:v>0.31576220100000002</c:v>
                </c:pt>
                <c:pt idx="5070">
                  <c:v>0.299128791</c:v>
                </c:pt>
                <c:pt idx="5071">
                  <c:v>0.27115087199999999</c:v>
                </c:pt>
                <c:pt idx="5072">
                  <c:v>0.26636800199999999</c:v>
                </c:pt>
                <c:pt idx="5073">
                  <c:v>0.320378357</c:v>
                </c:pt>
                <c:pt idx="5074">
                  <c:v>0.35287230600000002</c:v>
                </c:pt>
                <c:pt idx="5075">
                  <c:v>0.50765872300000003</c:v>
                </c:pt>
                <c:pt idx="5076">
                  <c:v>0.75171350800000003</c:v>
                </c:pt>
                <c:pt idx="5077">
                  <c:v>0.76241432499999995</c:v>
                </c:pt>
                <c:pt idx="5078">
                  <c:v>0.76187928400000005</c:v>
                </c:pt>
                <c:pt idx="5079">
                  <c:v>0.76190603599999995</c:v>
                </c:pt>
                <c:pt idx="5080">
                  <c:v>0.76190469800000005</c:v>
                </c:pt>
                <c:pt idx="5081">
                  <c:v>0.76190476500000004</c:v>
                </c:pt>
                <c:pt idx="5082">
                  <c:v>0.76190476200000001</c:v>
                </c:pt>
                <c:pt idx="5083">
                  <c:v>0.76190476200000001</c:v>
                </c:pt>
                <c:pt idx="5084">
                  <c:v>0.76190476200000001</c:v>
                </c:pt>
                <c:pt idx="5085">
                  <c:v>0.76190476200000001</c:v>
                </c:pt>
                <c:pt idx="5086">
                  <c:v>0.76190476200000001</c:v>
                </c:pt>
                <c:pt idx="5087">
                  <c:v>0.76190476200000001</c:v>
                </c:pt>
                <c:pt idx="5088">
                  <c:v>0.71639925100000001</c:v>
                </c:pt>
                <c:pt idx="5089">
                  <c:v>0.67117681100000004</c:v>
                </c:pt>
                <c:pt idx="5090">
                  <c:v>0.62442102600000005</c:v>
                </c:pt>
                <c:pt idx="5091">
                  <c:v>0.62539671699999999</c:v>
                </c:pt>
                <c:pt idx="5092">
                  <c:v>0.68229545899999999</c:v>
                </c:pt>
                <c:pt idx="5093">
                  <c:v>0.65018696099999995</c:v>
                </c:pt>
                <c:pt idx="5094">
                  <c:v>0.69745843500000004</c:v>
                </c:pt>
                <c:pt idx="5095">
                  <c:v>0.66994205900000003</c:v>
                </c:pt>
                <c:pt idx="5096">
                  <c:v>0.703375478</c:v>
                </c:pt>
                <c:pt idx="5097">
                  <c:v>0.76483122599999998</c:v>
                </c:pt>
                <c:pt idx="5098">
                  <c:v>0.76175843899999995</c:v>
                </c:pt>
                <c:pt idx="5099">
                  <c:v>0.76191207800000005</c:v>
                </c:pt>
                <c:pt idx="5100">
                  <c:v>0.76190439600000004</c:v>
                </c:pt>
                <c:pt idx="5101">
                  <c:v>0.76190477999999995</c:v>
                </c:pt>
                <c:pt idx="5102">
                  <c:v>0.76190476100000004</c:v>
                </c:pt>
                <c:pt idx="5103">
                  <c:v>0.76190476200000001</c:v>
                </c:pt>
                <c:pt idx="5104">
                  <c:v>0.76190476200000001</c:v>
                </c:pt>
                <c:pt idx="5105">
                  <c:v>0.76190476200000001</c:v>
                </c:pt>
                <c:pt idx="5106">
                  <c:v>0.67221954399999995</c:v>
                </c:pt>
                <c:pt idx="5107">
                  <c:v>0.65538091300000001</c:v>
                </c:pt>
                <c:pt idx="5108">
                  <c:v>0.55339794600000003</c:v>
                </c:pt>
                <c:pt idx="5109">
                  <c:v>0.46925990099999998</c:v>
                </c:pt>
                <c:pt idx="5110">
                  <c:v>0.43996687299999998</c:v>
                </c:pt>
                <c:pt idx="5111">
                  <c:v>0.43841240999999997</c:v>
                </c:pt>
                <c:pt idx="5112">
                  <c:v>0.46592444599999999</c:v>
                </c:pt>
                <c:pt idx="5113">
                  <c:v>0.42331158499999999</c:v>
                </c:pt>
                <c:pt idx="5114">
                  <c:v>0.38776824700000001</c:v>
                </c:pt>
                <c:pt idx="5115">
                  <c:v>0.42441289500000001</c:v>
                </c:pt>
                <c:pt idx="5116">
                  <c:v>0.402586371</c:v>
                </c:pt>
                <c:pt idx="5117">
                  <c:v>0.52315205300000001</c:v>
                </c:pt>
                <c:pt idx="5118">
                  <c:v>0.57947795000000002</c:v>
                </c:pt>
                <c:pt idx="5119">
                  <c:v>0.68052796000000004</c:v>
                </c:pt>
                <c:pt idx="5120">
                  <c:v>0.66351554300000004</c:v>
                </c:pt>
                <c:pt idx="5121">
                  <c:v>0.61136715799999997</c:v>
                </c:pt>
                <c:pt idx="5122">
                  <c:v>0.647292541</c:v>
                </c:pt>
                <c:pt idx="5123">
                  <c:v>0.76763537299999995</c:v>
                </c:pt>
                <c:pt idx="5124">
                  <c:v>0.76161823100000003</c:v>
                </c:pt>
                <c:pt idx="5125">
                  <c:v>0.76191908799999997</c:v>
                </c:pt>
                <c:pt idx="5126">
                  <c:v>0.76190404599999995</c:v>
                </c:pt>
                <c:pt idx="5127">
                  <c:v>0.76190479799999999</c:v>
                </c:pt>
                <c:pt idx="5128">
                  <c:v>0.76190475999999996</c:v>
                </c:pt>
                <c:pt idx="5129">
                  <c:v>0.76190476200000001</c:v>
                </c:pt>
                <c:pt idx="5130">
                  <c:v>0.76190476200000001</c:v>
                </c:pt>
                <c:pt idx="5131">
                  <c:v>0.76190476200000001</c:v>
                </c:pt>
                <c:pt idx="5132">
                  <c:v>0.72683646000000002</c:v>
                </c:pt>
                <c:pt idx="5133">
                  <c:v>0.69925851500000002</c:v>
                </c:pt>
                <c:pt idx="5134">
                  <c:v>0.67132324099999996</c:v>
                </c:pt>
                <c:pt idx="5135">
                  <c:v>0.58696057499999998</c:v>
                </c:pt>
                <c:pt idx="5136">
                  <c:v>0.51571441299999998</c:v>
                </c:pt>
                <c:pt idx="5137">
                  <c:v>0.53438111099999996</c:v>
                </c:pt>
                <c:pt idx="5138">
                  <c:v>0.55451858700000001</c:v>
                </c:pt>
                <c:pt idx="5139">
                  <c:v>0.52936727500000003</c:v>
                </c:pt>
                <c:pt idx="5140">
                  <c:v>0.50650703600000002</c:v>
                </c:pt>
                <c:pt idx="5141">
                  <c:v>0.50221604099999995</c:v>
                </c:pt>
                <c:pt idx="5142">
                  <c:v>0.52755934199999999</c:v>
                </c:pt>
                <c:pt idx="5143">
                  <c:v>0.62986593300000004</c:v>
                </c:pt>
                <c:pt idx="5144">
                  <c:v>0.75384377800000002</c:v>
                </c:pt>
                <c:pt idx="5145">
                  <c:v>0.762307811</c:v>
                </c:pt>
                <c:pt idx="5146">
                  <c:v>0.76188460899999999</c:v>
                </c:pt>
                <c:pt idx="5147">
                  <c:v>0.76190577000000004</c:v>
                </c:pt>
                <c:pt idx="5148">
                  <c:v>0.76190471199999998</c:v>
                </c:pt>
                <c:pt idx="5149">
                  <c:v>0.76190476399999996</c:v>
                </c:pt>
                <c:pt idx="5150">
                  <c:v>0.76190476200000001</c:v>
                </c:pt>
                <c:pt idx="5151">
                  <c:v>0.76190476200000001</c:v>
                </c:pt>
                <c:pt idx="5152">
                  <c:v>0.76190476200000001</c:v>
                </c:pt>
                <c:pt idx="5153">
                  <c:v>0.76190476200000001</c:v>
                </c:pt>
                <c:pt idx="5154">
                  <c:v>0.76190476200000001</c:v>
                </c:pt>
                <c:pt idx="5155">
                  <c:v>0.76190476200000001</c:v>
                </c:pt>
                <c:pt idx="5156">
                  <c:v>0.64867699599999995</c:v>
                </c:pt>
                <c:pt idx="5157">
                  <c:v>0.68993571300000001</c:v>
                </c:pt>
                <c:pt idx="5158">
                  <c:v>0.58161539699999998</c:v>
                </c:pt>
                <c:pt idx="5159">
                  <c:v>0.50264303300000002</c:v>
                </c:pt>
                <c:pt idx="5160">
                  <c:v>0.48082113100000001</c:v>
                </c:pt>
                <c:pt idx="5161">
                  <c:v>0.45049050000000002</c:v>
                </c:pt>
                <c:pt idx="5162">
                  <c:v>0.43303587399999999</c:v>
                </c:pt>
                <c:pt idx="5163">
                  <c:v>0.53482429300000001</c:v>
                </c:pt>
                <c:pt idx="5164">
                  <c:v>0.498066752</c:v>
                </c:pt>
                <c:pt idx="5165">
                  <c:v>0.485127959</c:v>
                </c:pt>
                <c:pt idx="5166">
                  <c:v>0.46623733000000001</c:v>
                </c:pt>
                <c:pt idx="5167">
                  <c:v>0.50634696000000001</c:v>
                </c:pt>
                <c:pt idx="5168">
                  <c:v>0.47848899900000003</c:v>
                </c:pt>
                <c:pt idx="5169">
                  <c:v>0.52714566100000004</c:v>
                </c:pt>
                <c:pt idx="5170">
                  <c:v>0.63439940800000005</c:v>
                </c:pt>
                <c:pt idx="5171">
                  <c:v>0.76828003</c:v>
                </c:pt>
                <c:pt idx="5172">
                  <c:v>0.76158599900000001</c:v>
                </c:pt>
                <c:pt idx="5173">
                  <c:v>0.76192070000000001</c:v>
                </c:pt>
                <c:pt idx="5174">
                  <c:v>0.76190396500000002</c:v>
                </c:pt>
                <c:pt idx="5175">
                  <c:v>0.76190480199999999</c:v>
                </c:pt>
                <c:pt idx="5176">
                  <c:v>0.76190475999999996</c:v>
                </c:pt>
                <c:pt idx="5177">
                  <c:v>0.76190476200000001</c:v>
                </c:pt>
                <c:pt idx="5178">
                  <c:v>0.76190476200000001</c:v>
                </c:pt>
                <c:pt idx="5179">
                  <c:v>0.76190476200000001</c:v>
                </c:pt>
                <c:pt idx="5180">
                  <c:v>0.76190476200000001</c:v>
                </c:pt>
                <c:pt idx="5181">
                  <c:v>0.76190476200000001</c:v>
                </c:pt>
                <c:pt idx="5182">
                  <c:v>0.68629408300000005</c:v>
                </c:pt>
                <c:pt idx="5183">
                  <c:v>0.73575712100000001</c:v>
                </c:pt>
                <c:pt idx="5184">
                  <c:v>0.72103476499999997</c:v>
                </c:pt>
                <c:pt idx="5185">
                  <c:v>0.69786033300000005</c:v>
                </c:pt>
                <c:pt idx="5186">
                  <c:v>0.66844458299999998</c:v>
                </c:pt>
                <c:pt idx="5187">
                  <c:v>0.75036337900000005</c:v>
                </c:pt>
                <c:pt idx="5188">
                  <c:v>0.762481831</c:v>
                </c:pt>
                <c:pt idx="5189">
                  <c:v>0.76187590800000005</c:v>
                </c:pt>
                <c:pt idx="5190">
                  <c:v>0.76190620499999995</c:v>
                </c:pt>
                <c:pt idx="5191">
                  <c:v>0.76190469000000005</c:v>
                </c:pt>
                <c:pt idx="5192">
                  <c:v>0.76190476600000001</c:v>
                </c:pt>
                <c:pt idx="5193">
                  <c:v>0.76190476200000001</c:v>
                </c:pt>
                <c:pt idx="5194">
                  <c:v>0.76190476200000001</c:v>
                </c:pt>
                <c:pt idx="5195">
                  <c:v>0.76190476200000001</c:v>
                </c:pt>
                <c:pt idx="5196">
                  <c:v>0.76190476200000001</c:v>
                </c:pt>
                <c:pt idx="5197">
                  <c:v>0.76190476200000001</c:v>
                </c:pt>
                <c:pt idx="5198">
                  <c:v>0.76190476200000001</c:v>
                </c:pt>
                <c:pt idx="5199">
                  <c:v>0.76190476200000001</c:v>
                </c:pt>
                <c:pt idx="5200">
                  <c:v>0.76190476200000001</c:v>
                </c:pt>
                <c:pt idx="5201">
                  <c:v>0.76190476200000001</c:v>
                </c:pt>
                <c:pt idx="5202">
                  <c:v>0.76190476200000001</c:v>
                </c:pt>
                <c:pt idx="5203">
                  <c:v>0.76190476200000001</c:v>
                </c:pt>
                <c:pt idx="5204">
                  <c:v>0.76190476200000001</c:v>
                </c:pt>
                <c:pt idx="5205">
                  <c:v>0.76190476200000001</c:v>
                </c:pt>
                <c:pt idx="5206">
                  <c:v>0.76190476200000001</c:v>
                </c:pt>
                <c:pt idx="5207">
                  <c:v>0.76190476200000001</c:v>
                </c:pt>
                <c:pt idx="5208">
                  <c:v>0.76190476200000001</c:v>
                </c:pt>
                <c:pt idx="5209">
                  <c:v>0.76190476200000001</c:v>
                </c:pt>
                <c:pt idx="5210">
                  <c:v>0.76190476200000001</c:v>
                </c:pt>
                <c:pt idx="5211">
                  <c:v>0.76190476200000001</c:v>
                </c:pt>
                <c:pt idx="5212">
                  <c:v>0.72415372600000005</c:v>
                </c:pt>
                <c:pt idx="5213">
                  <c:v>0.76379231400000003</c:v>
                </c:pt>
                <c:pt idx="5214">
                  <c:v>0.76181038400000001</c:v>
                </c:pt>
                <c:pt idx="5215">
                  <c:v>0.761909481</c:v>
                </c:pt>
                <c:pt idx="5216">
                  <c:v>0.76190452600000003</c:v>
                </c:pt>
                <c:pt idx="5217">
                  <c:v>0.76190477400000001</c:v>
                </c:pt>
                <c:pt idx="5218">
                  <c:v>0.76190476100000004</c:v>
                </c:pt>
                <c:pt idx="5219">
                  <c:v>0.76190476200000001</c:v>
                </c:pt>
                <c:pt idx="5220">
                  <c:v>0.76190476200000001</c:v>
                </c:pt>
                <c:pt idx="5221">
                  <c:v>0.76190476200000001</c:v>
                </c:pt>
                <c:pt idx="5222">
                  <c:v>0.76190476200000001</c:v>
                </c:pt>
                <c:pt idx="5223">
                  <c:v>0.76190476200000001</c:v>
                </c:pt>
                <c:pt idx="5224">
                  <c:v>0.76190476200000001</c:v>
                </c:pt>
                <c:pt idx="5225">
                  <c:v>0.76190476200000001</c:v>
                </c:pt>
                <c:pt idx="5226">
                  <c:v>0.76190476200000001</c:v>
                </c:pt>
                <c:pt idx="5227">
                  <c:v>0.76190476200000001</c:v>
                </c:pt>
                <c:pt idx="5228">
                  <c:v>0.67306951800000003</c:v>
                </c:pt>
                <c:pt idx="5229">
                  <c:v>0.63956765100000001</c:v>
                </c:pt>
                <c:pt idx="5230">
                  <c:v>0.65860592900000003</c:v>
                </c:pt>
                <c:pt idx="5231">
                  <c:v>0.60736431999999996</c:v>
                </c:pt>
                <c:pt idx="5232">
                  <c:v>0.55575247000000005</c:v>
                </c:pt>
                <c:pt idx="5233">
                  <c:v>0.52047493300000003</c:v>
                </c:pt>
                <c:pt idx="5234">
                  <c:v>0.51194105400000001</c:v>
                </c:pt>
                <c:pt idx="5235">
                  <c:v>0.493296279</c:v>
                </c:pt>
                <c:pt idx="5236">
                  <c:v>0.455126372</c:v>
                </c:pt>
                <c:pt idx="5237">
                  <c:v>0.46036518100000001</c:v>
                </c:pt>
                <c:pt idx="5238">
                  <c:v>0.57561405300000001</c:v>
                </c:pt>
                <c:pt idx="5239">
                  <c:v>0.67393057700000003</c:v>
                </c:pt>
                <c:pt idx="5240">
                  <c:v>0.744636623</c:v>
                </c:pt>
                <c:pt idx="5241">
                  <c:v>0.76020566700000003</c:v>
                </c:pt>
                <c:pt idx="5242">
                  <c:v>0.76198971699999996</c:v>
                </c:pt>
                <c:pt idx="5243">
                  <c:v>0.75666776899999999</c:v>
                </c:pt>
                <c:pt idx="5244">
                  <c:v>0.76216661200000002</c:v>
                </c:pt>
                <c:pt idx="5245">
                  <c:v>0.76189166900000005</c:v>
                </c:pt>
                <c:pt idx="5246">
                  <c:v>0.76190541700000003</c:v>
                </c:pt>
                <c:pt idx="5247">
                  <c:v>0.76190472899999995</c:v>
                </c:pt>
                <c:pt idx="5248">
                  <c:v>0.76190476399999996</c:v>
                </c:pt>
                <c:pt idx="5249">
                  <c:v>0.70516101899999994</c:v>
                </c:pt>
                <c:pt idx="5250">
                  <c:v>0.73121906999999997</c:v>
                </c:pt>
                <c:pt idx="5251">
                  <c:v>0.76343904600000001</c:v>
                </c:pt>
                <c:pt idx="5252">
                  <c:v>0.68169637900000002</c:v>
                </c:pt>
                <c:pt idx="5253">
                  <c:v>0.561086537</c:v>
                </c:pt>
                <c:pt idx="5254">
                  <c:v>0.52554817799999998</c:v>
                </c:pt>
                <c:pt idx="5255">
                  <c:v>0.50786005999999995</c:v>
                </c:pt>
                <c:pt idx="5256">
                  <c:v>0.53604871700000001</c:v>
                </c:pt>
                <c:pt idx="5257">
                  <c:v>0.634204196</c:v>
                </c:pt>
                <c:pt idx="5258">
                  <c:v>0.65745601099999995</c:v>
                </c:pt>
                <c:pt idx="5259">
                  <c:v>0.62691879500000003</c:v>
                </c:pt>
                <c:pt idx="5260">
                  <c:v>0.58297841699999997</c:v>
                </c:pt>
                <c:pt idx="5261">
                  <c:v>0.55276776000000005</c:v>
                </c:pt>
                <c:pt idx="5262">
                  <c:v>0.62413528100000004</c:v>
                </c:pt>
                <c:pt idx="5263">
                  <c:v>0.76879323600000005</c:v>
                </c:pt>
                <c:pt idx="5264">
                  <c:v>0.761560338</c:v>
                </c:pt>
                <c:pt idx="5265">
                  <c:v>0.76192198300000002</c:v>
                </c:pt>
                <c:pt idx="5266">
                  <c:v>0.76190390100000005</c:v>
                </c:pt>
                <c:pt idx="5267">
                  <c:v>0.76190480500000002</c:v>
                </c:pt>
                <c:pt idx="5268">
                  <c:v>0.76190475999999996</c:v>
                </c:pt>
                <c:pt idx="5269">
                  <c:v>0.76190476200000001</c:v>
                </c:pt>
                <c:pt idx="5270">
                  <c:v>0.76190476200000001</c:v>
                </c:pt>
                <c:pt idx="5271">
                  <c:v>0.76190476200000001</c:v>
                </c:pt>
                <c:pt idx="5272">
                  <c:v>0.76190476200000001</c:v>
                </c:pt>
                <c:pt idx="5273">
                  <c:v>0.76190476200000001</c:v>
                </c:pt>
                <c:pt idx="5274">
                  <c:v>0.76190476200000001</c:v>
                </c:pt>
                <c:pt idx="5275">
                  <c:v>0.76190476200000001</c:v>
                </c:pt>
                <c:pt idx="5276">
                  <c:v>0.65114059300000005</c:v>
                </c:pt>
                <c:pt idx="5277">
                  <c:v>0.67267533800000001</c:v>
                </c:pt>
                <c:pt idx="5278">
                  <c:v>0.61035560799999999</c:v>
                </c:pt>
                <c:pt idx="5279">
                  <c:v>0.69008379500000006</c:v>
                </c:pt>
                <c:pt idx="5280">
                  <c:v>0.76549581</c:v>
                </c:pt>
                <c:pt idx="5281">
                  <c:v>0.76172520899999996</c:v>
                </c:pt>
                <c:pt idx="5282">
                  <c:v>0.704366453</c:v>
                </c:pt>
                <c:pt idx="5283">
                  <c:v>0.64758700999999996</c:v>
                </c:pt>
                <c:pt idx="5284">
                  <c:v>0.60391394099999995</c:v>
                </c:pt>
                <c:pt idx="5285">
                  <c:v>0.55903787299999996</c:v>
                </c:pt>
                <c:pt idx="5286">
                  <c:v>0.51757808599999999</c:v>
                </c:pt>
                <c:pt idx="5287">
                  <c:v>0.59850634199999997</c:v>
                </c:pt>
                <c:pt idx="5288">
                  <c:v>0.71713150000000003</c:v>
                </c:pt>
                <c:pt idx="5289">
                  <c:v>0.76414342499999999</c:v>
                </c:pt>
                <c:pt idx="5290">
                  <c:v>0.761792829</c:v>
                </c:pt>
                <c:pt idx="5291">
                  <c:v>0.76191035900000004</c:v>
                </c:pt>
                <c:pt idx="5292">
                  <c:v>0.76190448200000005</c:v>
                </c:pt>
                <c:pt idx="5293">
                  <c:v>0.76190477599999995</c:v>
                </c:pt>
                <c:pt idx="5294">
                  <c:v>0.76190476100000004</c:v>
                </c:pt>
                <c:pt idx="5295">
                  <c:v>0.76190476200000001</c:v>
                </c:pt>
                <c:pt idx="5296">
                  <c:v>0.76190476200000001</c:v>
                </c:pt>
                <c:pt idx="5297">
                  <c:v>0.76190476200000001</c:v>
                </c:pt>
                <c:pt idx="5298">
                  <c:v>0.76190476200000001</c:v>
                </c:pt>
                <c:pt idx="5299">
                  <c:v>0.65247083800000005</c:v>
                </c:pt>
                <c:pt idx="5300">
                  <c:v>0.53052556500000003</c:v>
                </c:pt>
                <c:pt idx="5301">
                  <c:v>0.45564576600000001</c:v>
                </c:pt>
                <c:pt idx="5302">
                  <c:v>0.33998996300000001</c:v>
                </c:pt>
                <c:pt idx="5303">
                  <c:v>0.264369821</c:v>
                </c:pt>
                <c:pt idx="5304">
                  <c:v>0.36896971699999997</c:v>
                </c:pt>
                <c:pt idx="5305">
                  <c:v>0.48434788499999998</c:v>
                </c:pt>
                <c:pt idx="5306">
                  <c:v>0.59964411900000003</c:v>
                </c:pt>
                <c:pt idx="5307">
                  <c:v>0.70865457499999995</c:v>
                </c:pt>
                <c:pt idx="5308">
                  <c:v>0.76456727099999999</c:v>
                </c:pt>
                <c:pt idx="5309">
                  <c:v>0.76177163599999997</c:v>
                </c:pt>
                <c:pt idx="5310">
                  <c:v>0.76191141799999995</c:v>
                </c:pt>
                <c:pt idx="5311">
                  <c:v>0.76190442899999999</c:v>
                </c:pt>
                <c:pt idx="5312">
                  <c:v>0.76190477899999998</c:v>
                </c:pt>
                <c:pt idx="5313">
                  <c:v>0.76190476100000004</c:v>
                </c:pt>
                <c:pt idx="5314">
                  <c:v>0.76190476200000001</c:v>
                </c:pt>
                <c:pt idx="5315">
                  <c:v>0.76190476200000001</c:v>
                </c:pt>
                <c:pt idx="5316">
                  <c:v>0.76190476200000001</c:v>
                </c:pt>
                <c:pt idx="5317">
                  <c:v>0.76190476200000001</c:v>
                </c:pt>
                <c:pt idx="5318">
                  <c:v>0.76190476200000001</c:v>
                </c:pt>
                <c:pt idx="5319">
                  <c:v>0.76190476200000001</c:v>
                </c:pt>
                <c:pt idx="5320">
                  <c:v>0.76190476200000001</c:v>
                </c:pt>
                <c:pt idx="5321">
                  <c:v>0.76190476200000001</c:v>
                </c:pt>
                <c:pt idx="5322">
                  <c:v>0.76190476200000001</c:v>
                </c:pt>
                <c:pt idx="5323">
                  <c:v>0.76190476200000001</c:v>
                </c:pt>
                <c:pt idx="5324">
                  <c:v>0.76190476200000001</c:v>
                </c:pt>
                <c:pt idx="5325">
                  <c:v>0.76190476200000001</c:v>
                </c:pt>
                <c:pt idx="5326">
                  <c:v>0.75900622799999995</c:v>
                </c:pt>
                <c:pt idx="5327">
                  <c:v>0.76204968900000003</c:v>
                </c:pt>
                <c:pt idx="5328">
                  <c:v>0.761897516</c:v>
                </c:pt>
                <c:pt idx="5329">
                  <c:v>0.76190512399999999</c:v>
                </c:pt>
                <c:pt idx="5330">
                  <c:v>0.76190474399999997</c:v>
                </c:pt>
                <c:pt idx="5331">
                  <c:v>0.76190476299999998</c:v>
                </c:pt>
                <c:pt idx="5332">
                  <c:v>0.76190476200000001</c:v>
                </c:pt>
                <c:pt idx="5333">
                  <c:v>0.76190476200000001</c:v>
                </c:pt>
                <c:pt idx="5334">
                  <c:v>0.76190476200000001</c:v>
                </c:pt>
                <c:pt idx="5335">
                  <c:v>0.76190476200000001</c:v>
                </c:pt>
                <c:pt idx="5336">
                  <c:v>0.76190476200000001</c:v>
                </c:pt>
                <c:pt idx="5337">
                  <c:v>0.76190476200000001</c:v>
                </c:pt>
                <c:pt idx="5338">
                  <c:v>0.76190476200000001</c:v>
                </c:pt>
                <c:pt idx="5339">
                  <c:v>0.76190476200000001</c:v>
                </c:pt>
                <c:pt idx="5340">
                  <c:v>0.76190476200000001</c:v>
                </c:pt>
                <c:pt idx="5341">
                  <c:v>0.76190476200000001</c:v>
                </c:pt>
                <c:pt idx="5342">
                  <c:v>0.76190476200000001</c:v>
                </c:pt>
                <c:pt idx="5343">
                  <c:v>0.76190476200000001</c:v>
                </c:pt>
                <c:pt idx="5344">
                  <c:v>0.76190476200000001</c:v>
                </c:pt>
                <c:pt idx="5345">
                  <c:v>0.76190476200000001</c:v>
                </c:pt>
                <c:pt idx="5346">
                  <c:v>0.76190476200000001</c:v>
                </c:pt>
                <c:pt idx="5347">
                  <c:v>0.76190476200000001</c:v>
                </c:pt>
                <c:pt idx="5348">
                  <c:v>0.70940134600000004</c:v>
                </c:pt>
                <c:pt idx="5349">
                  <c:v>0.66849593699999998</c:v>
                </c:pt>
                <c:pt idx="5350">
                  <c:v>0.55368384500000001</c:v>
                </c:pt>
                <c:pt idx="5351">
                  <c:v>0.43368046799999999</c:v>
                </c:pt>
                <c:pt idx="5352">
                  <c:v>0.37945739499999998</c:v>
                </c:pt>
                <c:pt idx="5353">
                  <c:v>0.347049891</c:v>
                </c:pt>
                <c:pt idx="5354">
                  <c:v>0.32503841300000003</c:v>
                </c:pt>
                <c:pt idx="5355">
                  <c:v>0.350201347</c:v>
                </c:pt>
                <c:pt idx="5356">
                  <c:v>0.45978286400000001</c:v>
                </c:pt>
                <c:pt idx="5357">
                  <c:v>0.43877131000000003</c:v>
                </c:pt>
                <c:pt idx="5358">
                  <c:v>0.43028578000000001</c:v>
                </c:pt>
                <c:pt idx="5359">
                  <c:v>0.43848129699999999</c:v>
                </c:pt>
                <c:pt idx="5360">
                  <c:v>0.52745730000000002</c:v>
                </c:pt>
                <c:pt idx="5361">
                  <c:v>0.70210143999999997</c:v>
                </c:pt>
                <c:pt idx="5362">
                  <c:v>0.76489492800000003</c:v>
                </c:pt>
                <c:pt idx="5363">
                  <c:v>0.76175525399999999</c:v>
                </c:pt>
                <c:pt idx="5364">
                  <c:v>0.76191223699999999</c:v>
                </c:pt>
                <c:pt idx="5365">
                  <c:v>0.76190438800000004</c:v>
                </c:pt>
                <c:pt idx="5366">
                  <c:v>0.76190478100000003</c:v>
                </c:pt>
                <c:pt idx="5367">
                  <c:v>0.76190476100000004</c:v>
                </c:pt>
                <c:pt idx="5368">
                  <c:v>0.76190476200000001</c:v>
                </c:pt>
                <c:pt idx="5369">
                  <c:v>0.76190476200000001</c:v>
                </c:pt>
                <c:pt idx="5370">
                  <c:v>0.76190476200000001</c:v>
                </c:pt>
                <c:pt idx="5371">
                  <c:v>0.76190476200000001</c:v>
                </c:pt>
                <c:pt idx="5372">
                  <c:v>0.76190476200000001</c:v>
                </c:pt>
                <c:pt idx="5373">
                  <c:v>0.76190476200000001</c:v>
                </c:pt>
                <c:pt idx="5374">
                  <c:v>0.76190476200000001</c:v>
                </c:pt>
                <c:pt idx="5375">
                  <c:v>0.76190476200000001</c:v>
                </c:pt>
                <c:pt idx="5376">
                  <c:v>0.76190476200000001</c:v>
                </c:pt>
                <c:pt idx="5377">
                  <c:v>0.76190476200000001</c:v>
                </c:pt>
                <c:pt idx="5378">
                  <c:v>0.76190476200000001</c:v>
                </c:pt>
                <c:pt idx="5379">
                  <c:v>0.76190476200000001</c:v>
                </c:pt>
                <c:pt idx="5380">
                  <c:v>0.76190476200000001</c:v>
                </c:pt>
                <c:pt idx="5381">
                  <c:v>0.76190476200000001</c:v>
                </c:pt>
                <c:pt idx="5382">
                  <c:v>0.76190476200000001</c:v>
                </c:pt>
                <c:pt idx="5383">
                  <c:v>0.76190476200000001</c:v>
                </c:pt>
                <c:pt idx="5384">
                  <c:v>0.76190476200000001</c:v>
                </c:pt>
                <c:pt idx="5385">
                  <c:v>0.76190476200000001</c:v>
                </c:pt>
                <c:pt idx="5386">
                  <c:v>0.76190476200000001</c:v>
                </c:pt>
                <c:pt idx="5387">
                  <c:v>0.76190476200000001</c:v>
                </c:pt>
                <c:pt idx="5388">
                  <c:v>0.76190476200000001</c:v>
                </c:pt>
                <c:pt idx="5389">
                  <c:v>0.76190476200000001</c:v>
                </c:pt>
                <c:pt idx="5390">
                  <c:v>0.76190476200000001</c:v>
                </c:pt>
                <c:pt idx="5391">
                  <c:v>0.76190476200000001</c:v>
                </c:pt>
                <c:pt idx="5392">
                  <c:v>0.76190476200000001</c:v>
                </c:pt>
                <c:pt idx="5393">
                  <c:v>0.76190476200000001</c:v>
                </c:pt>
                <c:pt idx="5394">
                  <c:v>0.76190476200000001</c:v>
                </c:pt>
                <c:pt idx="5395">
                  <c:v>0.76190476200000001</c:v>
                </c:pt>
                <c:pt idx="5396">
                  <c:v>0.73535403499999996</c:v>
                </c:pt>
                <c:pt idx="5397">
                  <c:v>0.76323229800000003</c:v>
                </c:pt>
                <c:pt idx="5398">
                  <c:v>0.76183838500000001</c:v>
                </c:pt>
                <c:pt idx="5399">
                  <c:v>0.76190808099999996</c:v>
                </c:pt>
                <c:pt idx="5400">
                  <c:v>0.76190459600000005</c:v>
                </c:pt>
                <c:pt idx="5401">
                  <c:v>0.76190477000000001</c:v>
                </c:pt>
                <c:pt idx="5402">
                  <c:v>0.76190476100000004</c:v>
                </c:pt>
                <c:pt idx="5403">
                  <c:v>0.76190476200000001</c:v>
                </c:pt>
                <c:pt idx="5404">
                  <c:v>0.76190476200000001</c:v>
                </c:pt>
                <c:pt idx="5405">
                  <c:v>0.76190476200000001</c:v>
                </c:pt>
                <c:pt idx="5406">
                  <c:v>0.76190476200000001</c:v>
                </c:pt>
                <c:pt idx="5407">
                  <c:v>0.76190476200000001</c:v>
                </c:pt>
                <c:pt idx="5408">
                  <c:v>0.76190476200000001</c:v>
                </c:pt>
                <c:pt idx="5409">
                  <c:v>0.76190476200000001</c:v>
                </c:pt>
                <c:pt idx="5410">
                  <c:v>0.76190476200000001</c:v>
                </c:pt>
                <c:pt idx="5411">
                  <c:v>0.76190476200000001</c:v>
                </c:pt>
                <c:pt idx="5412">
                  <c:v>0.76190476200000001</c:v>
                </c:pt>
                <c:pt idx="5413">
                  <c:v>0.76190476200000001</c:v>
                </c:pt>
                <c:pt idx="5414">
                  <c:v>0.76190476200000001</c:v>
                </c:pt>
                <c:pt idx="5415">
                  <c:v>0.76190476200000001</c:v>
                </c:pt>
                <c:pt idx="5416">
                  <c:v>0.76190476200000001</c:v>
                </c:pt>
                <c:pt idx="5417">
                  <c:v>0.76190476200000001</c:v>
                </c:pt>
                <c:pt idx="5418">
                  <c:v>0.76190476200000001</c:v>
                </c:pt>
                <c:pt idx="5419">
                  <c:v>0.75825651000000005</c:v>
                </c:pt>
                <c:pt idx="5420">
                  <c:v>0.76208717400000003</c:v>
                </c:pt>
                <c:pt idx="5421">
                  <c:v>0.71890218699999997</c:v>
                </c:pt>
                <c:pt idx="5422">
                  <c:v>0.59571429399999998</c:v>
                </c:pt>
                <c:pt idx="5423">
                  <c:v>0.50269727399999997</c:v>
                </c:pt>
                <c:pt idx="5424">
                  <c:v>0.52991356599999995</c:v>
                </c:pt>
                <c:pt idx="5425">
                  <c:v>0.64212784700000003</c:v>
                </c:pt>
                <c:pt idx="5426">
                  <c:v>0.64394346899999999</c:v>
                </c:pt>
                <c:pt idx="5427">
                  <c:v>0.61774069899999995</c:v>
                </c:pt>
                <c:pt idx="5428">
                  <c:v>0.571847722</c:v>
                </c:pt>
                <c:pt idx="5429">
                  <c:v>0.54140497499999996</c:v>
                </c:pt>
                <c:pt idx="5430">
                  <c:v>0.52157771200000003</c:v>
                </c:pt>
                <c:pt idx="5431">
                  <c:v>0.69178660800000003</c:v>
                </c:pt>
                <c:pt idx="5432">
                  <c:v>0.70595788699999995</c:v>
                </c:pt>
                <c:pt idx="5433">
                  <c:v>0.76470210599999999</c:v>
                </c:pt>
                <c:pt idx="5434">
                  <c:v>0.761764895</c:v>
                </c:pt>
                <c:pt idx="5435">
                  <c:v>0.76191175499999997</c:v>
                </c:pt>
                <c:pt idx="5436">
                  <c:v>0.76190441200000003</c:v>
                </c:pt>
                <c:pt idx="5437">
                  <c:v>0.76190477899999998</c:v>
                </c:pt>
                <c:pt idx="5438">
                  <c:v>0.75621055400000003</c:v>
                </c:pt>
                <c:pt idx="5439">
                  <c:v>0.76218947199999998</c:v>
                </c:pt>
                <c:pt idx="5440">
                  <c:v>0.76189052599999996</c:v>
                </c:pt>
                <c:pt idx="5441">
                  <c:v>0.76190547399999997</c:v>
                </c:pt>
                <c:pt idx="5442">
                  <c:v>0.67990135100000004</c:v>
                </c:pt>
                <c:pt idx="5443">
                  <c:v>0.63468697399999996</c:v>
                </c:pt>
                <c:pt idx="5444">
                  <c:v>0.52617819099999996</c:v>
                </c:pt>
                <c:pt idx="5445">
                  <c:v>0.44303990999999998</c:v>
                </c:pt>
                <c:pt idx="5446">
                  <c:v>0.36790467799999998</c:v>
                </c:pt>
                <c:pt idx="5447">
                  <c:v>0.29977559199999998</c:v>
                </c:pt>
                <c:pt idx="5448">
                  <c:v>0.26516758699999998</c:v>
                </c:pt>
                <c:pt idx="5449">
                  <c:v>0.236359972</c:v>
                </c:pt>
                <c:pt idx="5450">
                  <c:v>0.22119623199999999</c:v>
                </c:pt>
                <c:pt idx="5451">
                  <c:v>0.196302805</c:v>
                </c:pt>
                <c:pt idx="5452">
                  <c:v>0.17782212999999999</c:v>
                </c:pt>
                <c:pt idx="5453">
                  <c:v>0.17602120499999999</c:v>
                </c:pt>
                <c:pt idx="5454">
                  <c:v>0.158387639</c:v>
                </c:pt>
                <c:pt idx="5455">
                  <c:v>0.175395264</c:v>
                </c:pt>
                <c:pt idx="5456">
                  <c:v>0.13328822100000001</c:v>
                </c:pt>
                <c:pt idx="5457">
                  <c:v>8.9528535000000006E-2</c:v>
                </c:pt>
                <c:pt idx="5458">
                  <c:v>0.123256596</c:v>
                </c:pt>
                <c:pt idx="5459">
                  <c:v>0.24833699300000001</c:v>
                </c:pt>
                <c:pt idx="5460">
                  <c:v>0.48304528299999999</c:v>
                </c:pt>
                <c:pt idx="5461">
                  <c:v>0.628508065</c:v>
                </c:pt>
                <c:pt idx="5462">
                  <c:v>0.76857459699999997</c:v>
                </c:pt>
                <c:pt idx="5463">
                  <c:v>0.76157127000000002</c:v>
                </c:pt>
                <c:pt idx="5464">
                  <c:v>0.76192143599999995</c:v>
                </c:pt>
                <c:pt idx="5465">
                  <c:v>0.76190392799999995</c:v>
                </c:pt>
                <c:pt idx="5466">
                  <c:v>0.76190480400000005</c:v>
                </c:pt>
                <c:pt idx="5467">
                  <c:v>0.70939976900000001</c:v>
                </c:pt>
                <c:pt idx="5468">
                  <c:v>0.59531517899999997</c:v>
                </c:pt>
                <c:pt idx="5469">
                  <c:v>0.56088380599999998</c:v>
                </c:pt>
                <c:pt idx="5470">
                  <c:v>0.59380020899999997</c:v>
                </c:pt>
                <c:pt idx="5471">
                  <c:v>0.65609777899999999</c:v>
                </c:pt>
                <c:pt idx="5472">
                  <c:v>0.74469216400000005</c:v>
                </c:pt>
                <c:pt idx="5473">
                  <c:v>0.76276539200000004</c:v>
                </c:pt>
                <c:pt idx="5474">
                  <c:v>0.76186173000000001</c:v>
                </c:pt>
                <c:pt idx="5475">
                  <c:v>0.76190691300000002</c:v>
                </c:pt>
                <c:pt idx="5476">
                  <c:v>0.76190465399999996</c:v>
                </c:pt>
                <c:pt idx="5477">
                  <c:v>0.76190476699999998</c:v>
                </c:pt>
                <c:pt idx="5478">
                  <c:v>0.76190476200000001</c:v>
                </c:pt>
                <c:pt idx="5479">
                  <c:v>0.71977634400000001</c:v>
                </c:pt>
                <c:pt idx="5480">
                  <c:v>0.76401118300000004</c:v>
                </c:pt>
                <c:pt idx="5481">
                  <c:v>0.74391698900000003</c:v>
                </c:pt>
                <c:pt idx="5482">
                  <c:v>0.76280415099999999</c:v>
                </c:pt>
                <c:pt idx="5483">
                  <c:v>0.76185979199999998</c:v>
                </c:pt>
                <c:pt idx="5484">
                  <c:v>0.76190701000000005</c:v>
                </c:pt>
                <c:pt idx="5485">
                  <c:v>0.76190464899999999</c:v>
                </c:pt>
                <c:pt idx="5486">
                  <c:v>0.76190476799999995</c:v>
                </c:pt>
                <c:pt idx="5487">
                  <c:v>0.76190476200000001</c:v>
                </c:pt>
                <c:pt idx="5488">
                  <c:v>0.76190476200000001</c:v>
                </c:pt>
                <c:pt idx="5489">
                  <c:v>0.76190476200000001</c:v>
                </c:pt>
                <c:pt idx="5490">
                  <c:v>0.76190476200000001</c:v>
                </c:pt>
                <c:pt idx="5491">
                  <c:v>0.76190476200000001</c:v>
                </c:pt>
                <c:pt idx="5492">
                  <c:v>0.66378622399999998</c:v>
                </c:pt>
                <c:pt idx="5493">
                  <c:v>0.55282271900000002</c:v>
                </c:pt>
                <c:pt idx="5494">
                  <c:v>0.47704550400000001</c:v>
                </c:pt>
                <c:pt idx="5495">
                  <c:v>0.38112192099999997</c:v>
                </c:pt>
                <c:pt idx="5496">
                  <c:v>0.36370434400000001</c:v>
                </c:pt>
                <c:pt idx="5497">
                  <c:v>0.32554968699999998</c:v>
                </c:pt>
                <c:pt idx="5498">
                  <c:v>0.29029682099999998</c:v>
                </c:pt>
                <c:pt idx="5499">
                  <c:v>0.268160905</c:v>
                </c:pt>
                <c:pt idx="5500">
                  <c:v>0.239610245</c:v>
                </c:pt>
                <c:pt idx="5501">
                  <c:v>0.20950793500000001</c:v>
                </c:pt>
                <c:pt idx="5502">
                  <c:v>0.19800075</c:v>
                </c:pt>
                <c:pt idx="5503">
                  <c:v>0.292349531</c:v>
                </c:pt>
                <c:pt idx="5504">
                  <c:v>0.60835895200000001</c:v>
                </c:pt>
                <c:pt idx="5505">
                  <c:v>0.76958205199999996</c:v>
                </c:pt>
                <c:pt idx="5506">
                  <c:v>0.76152089700000003</c:v>
                </c:pt>
                <c:pt idx="5507">
                  <c:v>0.76192395499999999</c:v>
                </c:pt>
                <c:pt idx="5508">
                  <c:v>0.76190380199999996</c:v>
                </c:pt>
                <c:pt idx="5509">
                  <c:v>0.76190480999999999</c:v>
                </c:pt>
                <c:pt idx="5510">
                  <c:v>0.76190475999999996</c:v>
                </c:pt>
                <c:pt idx="5511">
                  <c:v>0.76190476200000001</c:v>
                </c:pt>
                <c:pt idx="5512">
                  <c:v>0.76190476200000001</c:v>
                </c:pt>
                <c:pt idx="5513">
                  <c:v>0.76190476200000001</c:v>
                </c:pt>
                <c:pt idx="5514">
                  <c:v>0.76190476200000001</c:v>
                </c:pt>
                <c:pt idx="5515">
                  <c:v>0.76190476200000001</c:v>
                </c:pt>
                <c:pt idx="5516">
                  <c:v>0.76190476200000001</c:v>
                </c:pt>
                <c:pt idx="5517">
                  <c:v>0.76190476200000001</c:v>
                </c:pt>
                <c:pt idx="5518">
                  <c:v>0.76190476200000001</c:v>
                </c:pt>
                <c:pt idx="5519">
                  <c:v>0.69635058500000002</c:v>
                </c:pt>
                <c:pt idx="5520">
                  <c:v>0.72241654</c:v>
                </c:pt>
                <c:pt idx="5521">
                  <c:v>0.666893336</c:v>
                </c:pt>
                <c:pt idx="5522">
                  <c:v>0.65113339699999995</c:v>
                </c:pt>
                <c:pt idx="5523">
                  <c:v>0.60484243199999999</c:v>
                </c:pt>
                <c:pt idx="5524">
                  <c:v>0.55738723700000004</c:v>
                </c:pt>
                <c:pt idx="5525">
                  <c:v>0.61572326700000002</c:v>
                </c:pt>
                <c:pt idx="5526">
                  <c:v>0.718314805</c:v>
                </c:pt>
                <c:pt idx="5527">
                  <c:v>0.76408425999999996</c:v>
                </c:pt>
                <c:pt idx="5528">
                  <c:v>0.76179578699999995</c:v>
                </c:pt>
                <c:pt idx="5529">
                  <c:v>0.761910211</c:v>
                </c:pt>
                <c:pt idx="5530">
                  <c:v>0.76190448899999996</c:v>
                </c:pt>
                <c:pt idx="5531">
                  <c:v>0.76190477599999995</c:v>
                </c:pt>
                <c:pt idx="5532">
                  <c:v>0.76190476100000004</c:v>
                </c:pt>
                <c:pt idx="5533">
                  <c:v>0.76190476200000001</c:v>
                </c:pt>
                <c:pt idx="5534">
                  <c:v>0.76190476200000001</c:v>
                </c:pt>
                <c:pt idx="5535">
                  <c:v>0.76190476200000001</c:v>
                </c:pt>
                <c:pt idx="5536">
                  <c:v>0.76190476200000001</c:v>
                </c:pt>
                <c:pt idx="5537">
                  <c:v>0.76190476200000001</c:v>
                </c:pt>
                <c:pt idx="5538">
                  <c:v>0.76190476200000001</c:v>
                </c:pt>
                <c:pt idx="5539">
                  <c:v>0.71928735799999999</c:v>
                </c:pt>
                <c:pt idx="5540">
                  <c:v>0.63274149599999996</c:v>
                </c:pt>
                <c:pt idx="5541">
                  <c:v>0.50767742699999996</c:v>
                </c:pt>
                <c:pt idx="5542">
                  <c:v>0.367706119</c:v>
                </c:pt>
                <c:pt idx="5543">
                  <c:v>0.29852261000000002</c:v>
                </c:pt>
                <c:pt idx="5544">
                  <c:v>0.24527389899999999</c:v>
                </c:pt>
                <c:pt idx="5545">
                  <c:v>0.36795464</c:v>
                </c:pt>
                <c:pt idx="5546">
                  <c:v>0.33520461600000001</c:v>
                </c:pt>
                <c:pt idx="5547">
                  <c:v>0.37175443499999999</c:v>
                </c:pt>
                <c:pt idx="5548">
                  <c:v>0.33432800400000001</c:v>
                </c:pt>
                <c:pt idx="5549">
                  <c:v>0.33664661400000001</c:v>
                </c:pt>
                <c:pt idx="5550">
                  <c:v>0.30672898799999998</c:v>
                </c:pt>
                <c:pt idx="5551">
                  <c:v>0.349040401</c:v>
                </c:pt>
                <c:pt idx="5552">
                  <c:v>0.34686414199999999</c:v>
                </c:pt>
                <c:pt idx="5553">
                  <c:v>0.33921195399999998</c:v>
                </c:pt>
                <c:pt idx="5554">
                  <c:v>0.37737654399999998</c:v>
                </c:pt>
                <c:pt idx="5555">
                  <c:v>0.48482220999999998</c:v>
                </c:pt>
                <c:pt idx="5556">
                  <c:v>0.67205850700000003</c:v>
                </c:pt>
                <c:pt idx="5557">
                  <c:v>0.76639707499999998</c:v>
                </c:pt>
                <c:pt idx="5558">
                  <c:v>0.761680146</c:v>
                </c:pt>
                <c:pt idx="5559">
                  <c:v>0.76191599300000001</c:v>
                </c:pt>
                <c:pt idx="5560">
                  <c:v>0.76190420000000003</c:v>
                </c:pt>
                <c:pt idx="5561">
                  <c:v>0.76190479</c:v>
                </c:pt>
                <c:pt idx="5562">
                  <c:v>0.75584340000000005</c:v>
                </c:pt>
                <c:pt idx="5563">
                  <c:v>0.64872218400000004</c:v>
                </c:pt>
                <c:pt idx="5564">
                  <c:v>0.62667703399999997</c:v>
                </c:pt>
                <c:pt idx="5565">
                  <c:v>0.50655625500000001</c:v>
                </c:pt>
                <c:pt idx="5566">
                  <c:v>0.44869517399999997</c:v>
                </c:pt>
                <c:pt idx="5567">
                  <c:v>0.46603065199999999</c:v>
                </c:pt>
                <c:pt idx="5568">
                  <c:v>0.56458164799999999</c:v>
                </c:pt>
                <c:pt idx="5569">
                  <c:v>0.67543103299999996</c:v>
                </c:pt>
                <c:pt idx="5570">
                  <c:v>0.76622844800000001</c:v>
                </c:pt>
                <c:pt idx="5571">
                  <c:v>0.76168857800000001</c:v>
                </c:pt>
                <c:pt idx="5572">
                  <c:v>0.76191557099999996</c:v>
                </c:pt>
                <c:pt idx="5573">
                  <c:v>0.76190422099999999</c:v>
                </c:pt>
                <c:pt idx="5574">
                  <c:v>0.76190478900000003</c:v>
                </c:pt>
                <c:pt idx="5575">
                  <c:v>0.76190476100000004</c:v>
                </c:pt>
                <c:pt idx="5576">
                  <c:v>0.76190476200000001</c:v>
                </c:pt>
                <c:pt idx="5577">
                  <c:v>0.71683507400000002</c:v>
                </c:pt>
                <c:pt idx="5578">
                  <c:v>0.76415824600000004</c:v>
                </c:pt>
                <c:pt idx="5579">
                  <c:v>0.76179208799999998</c:v>
                </c:pt>
                <c:pt idx="5580">
                  <c:v>0.76191039599999999</c:v>
                </c:pt>
                <c:pt idx="5581">
                  <c:v>0.76190448</c:v>
                </c:pt>
                <c:pt idx="5582">
                  <c:v>0.76190477599999995</c:v>
                </c:pt>
                <c:pt idx="5583">
                  <c:v>0.76190476100000004</c:v>
                </c:pt>
                <c:pt idx="5584">
                  <c:v>0.76190476200000001</c:v>
                </c:pt>
                <c:pt idx="5585">
                  <c:v>0.76190476200000001</c:v>
                </c:pt>
                <c:pt idx="5586">
                  <c:v>0.72056271500000002</c:v>
                </c:pt>
                <c:pt idx="5587">
                  <c:v>0.59609251600000002</c:v>
                </c:pt>
                <c:pt idx="5588">
                  <c:v>0.463454274</c:v>
                </c:pt>
                <c:pt idx="5589">
                  <c:v>0.357496331</c:v>
                </c:pt>
                <c:pt idx="5590">
                  <c:v>0.28973416400000002</c:v>
                </c:pt>
                <c:pt idx="5591">
                  <c:v>0.215721989</c:v>
                </c:pt>
                <c:pt idx="5592">
                  <c:v>0.17725057799999999</c:v>
                </c:pt>
                <c:pt idx="5593">
                  <c:v>0.180863513</c:v>
                </c:pt>
                <c:pt idx="5594">
                  <c:v>0.31054178900000001</c:v>
                </c:pt>
                <c:pt idx="5595">
                  <c:v>0.43495352999999998</c:v>
                </c:pt>
                <c:pt idx="5596">
                  <c:v>0.55564839399999999</c:v>
                </c:pt>
                <c:pt idx="5597">
                  <c:v>0.57857520500000004</c:v>
                </c:pt>
                <c:pt idx="5598">
                  <c:v>0.55213231500000004</c:v>
                </c:pt>
                <c:pt idx="5599">
                  <c:v>0.61073361699999995</c:v>
                </c:pt>
                <c:pt idx="5600">
                  <c:v>0.76843578400000001</c:v>
                </c:pt>
                <c:pt idx="5601">
                  <c:v>0.761578211</c:v>
                </c:pt>
                <c:pt idx="5602">
                  <c:v>0.761921089</c:v>
                </c:pt>
                <c:pt idx="5603">
                  <c:v>0.761903946</c:v>
                </c:pt>
                <c:pt idx="5604">
                  <c:v>0.76190480299999996</c:v>
                </c:pt>
                <c:pt idx="5605">
                  <c:v>0.76190475999999996</c:v>
                </c:pt>
                <c:pt idx="5606">
                  <c:v>0.76190476200000001</c:v>
                </c:pt>
                <c:pt idx="5607">
                  <c:v>0.76190476200000001</c:v>
                </c:pt>
                <c:pt idx="5608">
                  <c:v>0.76190476200000001</c:v>
                </c:pt>
                <c:pt idx="5609">
                  <c:v>0.76190476200000001</c:v>
                </c:pt>
                <c:pt idx="5610">
                  <c:v>0.76190476200000001</c:v>
                </c:pt>
                <c:pt idx="5611">
                  <c:v>0.76190476200000001</c:v>
                </c:pt>
                <c:pt idx="5612">
                  <c:v>0.76190476200000001</c:v>
                </c:pt>
                <c:pt idx="5613">
                  <c:v>0.76190476200000001</c:v>
                </c:pt>
                <c:pt idx="5614">
                  <c:v>0.76190476200000001</c:v>
                </c:pt>
                <c:pt idx="5615">
                  <c:v>0.76190476200000001</c:v>
                </c:pt>
                <c:pt idx="5616">
                  <c:v>0.76190476200000001</c:v>
                </c:pt>
                <c:pt idx="5617">
                  <c:v>0.76190476200000001</c:v>
                </c:pt>
                <c:pt idx="5618">
                  <c:v>0.76190476200000001</c:v>
                </c:pt>
                <c:pt idx="5619">
                  <c:v>0.76190476200000001</c:v>
                </c:pt>
                <c:pt idx="5620">
                  <c:v>0.76190476200000001</c:v>
                </c:pt>
                <c:pt idx="5621">
                  <c:v>0.76190476200000001</c:v>
                </c:pt>
                <c:pt idx="5622">
                  <c:v>0.76190476200000001</c:v>
                </c:pt>
                <c:pt idx="5623">
                  <c:v>0.76190476200000001</c:v>
                </c:pt>
                <c:pt idx="5624">
                  <c:v>0.76190476200000001</c:v>
                </c:pt>
                <c:pt idx="5625">
                  <c:v>0.76190476200000001</c:v>
                </c:pt>
                <c:pt idx="5626">
                  <c:v>0.76190476200000001</c:v>
                </c:pt>
                <c:pt idx="5627">
                  <c:v>0.76190476200000001</c:v>
                </c:pt>
                <c:pt idx="5628">
                  <c:v>0.76190476200000001</c:v>
                </c:pt>
                <c:pt idx="5629">
                  <c:v>0.76190476200000001</c:v>
                </c:pt>
                <c:pt idx="5630">
                  <c:v>0.76190476200000001</c:v>
                </c:pt>
                <c:pt idx="5631">
                  <c:v>0.76190476200000001</c:v>
                </c:pt>
                <c:pt idx="5632">
                  <c:v>0.76190476200000001</c:v>
                </c:pt>
                <c:pt idx="5633">
                  <c:v>0.76190476200000001</c:v>
                </c:pt>
                <c:pt idx="5634">
                  <c:v>0.76190476200000001</c:v>
                </c:pt>
                <c:pt idx="5635">
                  <c:v>0.76190476200000001</c:v>
                </c:pt>
                <c:pt idx="5636">
                  <c:v>0.65427276499999998</c:v>
                </c:pt>
                <c:pt idx="5637">
                  <c:v>0.53561817</c:v>
                </c:pt>
                <c:pt idx="5638">
                  <c:v>0.44874262399999998</c:v>
                </c:pt>
                <c:pt idx="5639">
                  <c:v>0.36920508299999999</c:v>
                </c:pt>
                <c:pt idx="5640">
                  <c:v>0.39755963700000002</c:v>
                </c:pt>
                <c:pt idx="5641">
                  <c:v>0.41594838699999998</c:v>
                </c:pt>
                <c:pt idx="5642">
                  <c:v>0.38079528000000001</c:v>
                </c:pt>
                <c:pt idx="5643">
                  <c:v>0.45732422099999998</c:v>
                </c:pt>
                <c:pt idx="5644">
                  <c:v>0.55899455300000001</c:v>
                </c:pt>
                <c:pt idx="5645">
                  <c:v>0.54607119800000004</c:v>
                </c:pt>
                <c:pt idx="5646">
                  <c:v>0.52154506599999995</c:v>
                </c:pt>
                <c:pt idx="5647">
                  <c:v>0.51003833499999995</c:v>
                </c:pt>
                <c:pt idx="5648">
                  <c:v>0.58839196400000005</c:v>
                </c:pt>
                <c:pt idx="5649">
                  <c:v>0.69441518999999996</c:v>
                </c:pt>
                <c:pt idx="5650">
                  <c:v>0.76527924000000003</c:v>
                </c:pt>
                <c:pt idx="5651">
                  <c:v>0.761736038</c:v>
                </c:pt>
                <c:pt idx="5652">
                  <c:v>0.76191319800000001</c:v>
                </c:pt>
                <c:pt idx="5653">
                  <c:v>0.76190433999999996</c:v>
                </c:pt>
                <c:pt idx="5654">
                  <c:v>0.76190478299999997</c:v>
                </c:pt>
                <c:pt idx="5655">
                  <c:v>0.76190476100000004</c:v>
                </c:pt>
                <c:pt idx="5656">
                  <c:v>0.76190476200000001</c:v>
                </c:pt>
                <c:pt idx="5657">
                  <c:v>0.76190476200000001</c:v>
                </c:pt>
                <c:pt idx="5658">
                  <c:v>0.76190476200000001</c:v>
                </c:pt>
                <c:pt idx="5659">
                  <c:v>0.76190476200000001</c:v>
                </c:pt>
                <c:pt idx="5660">
                  <c:v>0.76190476200000001</c:v>
                </c:pt>
                <c:pt idx="5661">
                  <c:v>0.76190476200000001</c:v>
                </c:pt>
                <c:pt idx="5662">
                  <c:v>0.76190476200000001</c:v>
                </c:pt>
                <c:pt idx="5663">
                  <c:v>0.76190476200000001</c:v>
                </c:pt>
                <c:pt idx="5664">
                  <c:v>0.76190476200000001</c:v>
                </c:pt>
                <c:pt idx="5665">
                  <c:v>0.76190476200000001</c:v>
                </c:pt>
                <c:pt idx="5666">
                  <c:v>0.76190476200000001</c:v>
                </c:pt>
                <c:pt idx="5667">
                  <c:v>0.76190476200000001</c:v>
                </c:pt>
                <c:pt idx="5668">
                  <c:v>0.73310398399999999</c:v>
                </c:pt>
                <c:pt idx="5669">
                  <c:v>0.76334480100000002</c:v>
                </c:pt>
                <c:pt idx="5670">
                  <c:v>0.72042312500000005</c:v>
                </c:pt>
                <c:pt idx="5671">
                  <c:v>0.76397884400000005</c:v>
                </c:pt>
                <c:pt idx="5672">
                  <c:v>0.76180105799999998</c:v>
                </c:pt>
                <c:pt idx="5673">
                  <c:v>0.76190994700000003</c:v>
                </c:pt>
                <c:pt idx="5674">
                  <c:v>0.76190450300000001</c:v>
                </c:pt>
                <c:pt idx="5675">
                  <c:v>0.76190477499999998</c:v>
                </c:pt>
                <c:pt idx="5676">
                  <c:v>0.76190476100000004</c:v>
                </c:pt>
                <c:pt idx="5677">
                  <c:v>0.76190476200000001</c:v>
                </c:pt>
                <c:pt idx="5678">
                  <c:v>0.76190476200000001</c:v>
                </c:pt>
                <c:pt idx="5679">
                  <c:v>0.76190476200000001</c:v>
                </c:pt>
                <c:pt idx="5680">
                  <c:v>0.76190476200000001</c:v>
                </c:pt>
                <c:pt idx="5681">
                  <c:v>0.76190476200000001</c:v>
                </c:pt>
                <c:pt idx="5682">
                  <c:v>0.76190476200000001</c:v>
                </c:pt>
                <c:pt idx="5683">
                  <c:v>0.76190476200000001</c:v>
                </c:pt>
                <c:pt idx="5684">
                  <c:v>0.66632697100000005</c:v>
                </c:pt>
                <c:pt idx="5685">
                  <c:v>0.56351024299999997</c:v>
                </c:pt>
                <c:pt idx="5686">
                  <c:v>0.43302318499999998</c:v>
                </c:pt>
                <c:pt idx="5687">
                  <c:v>0.361100694</c:v>
                </c:pt>
                <c:pt idx="5688">
                  <c:v>0.32183899799999999</c:v>
                </c:pt>
                <c:pt idx="5689">
                  <c:v>0.34487644099999998</c:v>
                </c:pt>
                <c:pt idx="5690">
                  <c:v>0.321374302</c:v>
                </c:pt>
                <c:pt idx="5691">
                  <c:v>0.43419374300000002</c:v>
                </c:pt>
                <c:pt idx="5692">
                  <c:v>0.47225023599999999</c:v>
                </c:pt>
                <c:pt idx="5693">
                  <c:v>0.51413334499999996</c:v>
                </c:pt>
                <c:pt idx="5694">
                  <c:v>0.48194227499999998</c:v>
                </c:pt>
                <c:pt idx="5695">
                  <c:v>0.75622230999999995</c:v>
                </c:pt>
                <c:pt idx="5696">
                  <c:v>0.76218888399999996</c:v>
                </c:pt>
                <c:pt idx="5697">
                  <c:v>0.761890556</c:v>
                </c:pt>
                <c:pt idx="5698">
                  <c:v>0.76190547200000003</c:v>
                </c:pt>
                <c:pt idx="5699">
                  <c:v>0.76190472600000003</c:v>
                </c:pt>
                <c:pt idx="5700">
                  <c:v>0.76190476399999996</c:v>
                </c:pt>
                <c:pt idx="5701">
                  <c:v>0.76190476200000001</c:v>
                </c:pt>
                <c:pt idx="5702">
                  <c:v>0.76190476200000001</c:v>
                </c:pt>
                <c:pt idx="5703">
                  <c:v>0.76190476200000001</c:v>
                </c:pt>
                <c:pt idx="5704">
                  <c:v>0.76190476200000001</c:v>
                </c:pt>
                <c:pt idx="5705">
                  <c:v>0.76190476200000001</c:v>
                </c:pt>
                <c:pt idx="5706">
                  <c:v>0.76190476200000001</c:v>
                </c:pt>
                <c:pt idx="5707">
                  <c:v>0.76190476200000001</c:v>
                </c:pt>
                <c:pt idx="5708">
                  <c:v>0.75441727300000005</c:v>
                </c:pt>
                <c:pt idx="5709">
                  <c:v>0.72467419</c:v>
                </c:pt>
                <c:pt idx="5710">
                  <c:v>0.76376628999999996</c:v>
                </c:pt>
                <c:pt idx="5711">
                  <c:v>0.76181168499999996</c:v>
                </c:pt>
                <c:pt idx="5712">
                  <c:v>0.76190941599999995</c:v>
                </c:pt>
                <c:pt idx="5713">
                  <c:v>0.76190452900000005</c:v>
                </c:pt>
                <c:pt idx="5714">
                  <c:v>0.76190477400000001</c:v>
                </c:pt>
                <c:pt idx="5715">
                  <c:v>0.76190476100000004</c:v>
                </c:pt>
                <c:pt idx="5716">
                  <c:v>0.76190476200000001</c:v>
                </c:pt>
                <c:pt idx="5717">
                  <c:v>0.76190476200000001</c:v>
                </c:pt>
                <c:pt idx="5718">
                  <c:v>0.76190476200000001</c:v>
                </c:pt>
                <c:pt idx="5719">
                  <c:v>0.76190476200000001</c:v>
                </c:pt>
                <c:pt idx="5720">
                  <c:v>0.76190476200000001</c:v>
                </c:pt>
                <c:pt idx="5721">
                  <c:v>0.76190476200000001</c:v>
                </c:pt>
                <c:pt idx="5722">
                  <c:v>0.76190476200000001</c:v>
                </c:pt>
                <c:pt idx="5723">
                  <c:v>0.76190476200000001</c:v>
                </c:pt>
                <c:pt idx="5724">
                  <c:v>0.76190476200000001</c:v>
                </c:pt>
                <c:pt idx="5725">
                  <c:v>0.76190476200000001</c:v>
                </c:pt>
                <c:pt idx="5726">
                  <c:v>0.76190476200000001</c:v>
                </c:pt>
                <c:pt idx="5727">
                  <c:v>0.76190476200000001</c:v>
                </c:pt>
                <c:pt idx="5728">
                  <c:v>0.76190476200000001</c:v>
                </c:pt>
                <c:pt idx="5729">
                  <c:v>0.76190476200000001</c:v>
                </c:pt>
                <c:pt idx="5730">
                  <c:v>0.76190476200000001</c:v>
                </c:pt>
                <c:pt idx="5731">
                  <c:v>0.76190476200000001</c:v>
                </c:pt>
                <c:pt idx="5732">
                  <c:v>0.76190476200000001</c:v>
                </c:pt>
                <c:pt idx="5733">
                  <c:v>0.76190476200000001</c:v>
                </c:pt>
                <c:pt idx="5734">
                  <c:v>0.76190476200000001</c:v>
                </c:pt>
                <c:pt idx="5735">
                  <c:v>0.70033075300000003</c:v>
                </c:pt>
                <c:pt idx="5736">
                  <c:v>0.764983462</c:v>
                </c:pt>
                <c:pt idx="5737">
                  <c:v>0.76175082699999996</c:v>
                </c:pt>
                <c:pt idx="5738">
                  <c:v>0.76191245900000004</c:v>
                </c:pt>
                <c:pt idx="5739">
                  <c:v>0.76190437700000002</c:v>
                </c:pt>
                <c:pt idx="5740">
                  <c:v>0.73553917899999999</c:v>
                </c:pt>
                <c:pt idx="5741">
                  <c:v>0.76322304100000005</c:v>
                </c:pt>
                <c:pt idx="5742">
                  <c:v>0.76183884800000001</c:v>
                </c:pt>
                <c:pt idx="5743">
                  <c:v>0.76190805800000005</c:v>
                </c:pt>
                <c:pt idx="5744">
                  <c:v>0.76190459700000002</c:v>
                </c:pt>
                <c:pt idx="5745">
                  <c:v>0.76190477000000001</c:v>
                </c:pt>
                <c:pt idx="5746">
                  <c:v>0.76190476100000004</c:v>
                </c:pt>
                <c:pt idx="5747">
                  <c:v>0.76190476200000001</c:v>
                </c:pt>
                <c:pt idx="5748">
                  <c:v>0.76190476200000001</c:v>
                </c:pt>
                <c:pt idx="5749">
                  <c:v>0.76190476200000001</c:v>
                </c:pt>
                <c:pt idx="5750">
                  <c:v>0.76190476200000001</c:v>
                </c:pt>
                <c:pt idx="5751">
                  <c:v>0.76190476200000001</c:v>
                </c:pt>
                <c:pt idx="5752">
                  <c:v>0.76190476200000001</c:v>
                </c:pt>
                <c:pt idx="5753">
                  <c:v>0.76190476200000001</c:v>
                </c:pt>
                <c:pt idx="5754">
                  <c:v>0.76190476200000001</c:v>
                </c:pt>
                <c:pt idx="5755">
                  <c:v>0.76190476200000001</c:v>
                </c:pt>
                <c:pt idx="5756">
                  <c:v>0.76190476200000001</c:v>
                </c:pt>
                <c:pt idx="5757">
                  <c:v>0.76190476200000001</c:v>
                </c:pt>
                <c:pt idx="5758">
                  <c:v>0.76190476200000001</c:v>
                </c:pt>
                <c:pt idx="5759">
                  <c:v>0.76190476200000001</c:v>
                </c:pt>
                <c:pt idx="5760">
                  <c:v>0.76190476200000001</c:v>
                </c:pt>
                <c:pt idx="5761">
                  <c:v>0.76190476200000001</c:v>
                </c:pt>
                <c:pt idx="5762">
                  <c:v>0.76190476200000001</c:v>
                </c:pt>
                <c:pt idx="5763">
                  <c:v>0.76190476200000001</c:v>
                </c:pt>
                <c:pt idx="5764">
                  <c:v>0.76190476200000001</c:v>
                </c:pt>
                <c:pt idx="5765">
                  <c:v>0.76190476200000001</c:v>
                </c:pt>
                <c:pt idx="5766">
                  <c:v>0.76190476200000001</c:v>
                </c:pt>
                <c:pt idx="5767">
                  <c:v>0.76190476200000001</c:v>
                </c:pt>
                <c:pt idx="5768">
                  <c:v>0.76190476200000001</c:v>
                </c:pt>
                <c:pt idx="5769">
                  <c:v>0.76190476200000001</c:v>
                </c:pt>
                <c:pt idx="5770">
                  <c:v>0.76190476200000001</c:v>
                </c:pt>
                <c:pt idx="5771">
                  <c:v>0.76190476200000001</c:v>
                </c:pt>
                <c:pt idx="5772">
                  <c:v>0.76190476200000001</c:v>
                </c:pt>
                <c:pt idx="5773">
                  <c:v>0.76190476200000001</c:v>
                </c:pt>
                <c:pt idx="5774">
                  <c:v>0.76190476200000001</c:v>
                </c:pt>
                <c:pt idx="5775">
                  <c:v>0.76190476200000001</c:v>
                </c:pt>
                <c:pt idx="5776">
                  <c:v>0.76190476200000001</c:v>
                </c:pt>
                <c:pt idx="5777">
                  <c:v>0.76190476200000001</c:v>
                </c:pt>
                <c:pt idx="5778">
                  <c:v>0.76190476200000001</c:v>
                </c:pt>
                <c:pt idx="5779">
                  <c:v>0.76190476200000001</c:v>
                </c:pt>
                <c:pt idx="5780">
                  <c:v>0.70052199000000004</c:v>
                </c:pt>
                <c:pt idx="5781">
                  <c:v>0.59893839800000004</c:v>
                </c:pt>
                <c:pt idx="5782">
                  <c:v>0.50690892499999995</c:v>
                </c:pt>
                <c:pt idx="5783">
                  <c:v>0.45989178600000002</c:v>
                </c:pt>
                <c:pt idx="5784">
                  <c:v>0.56151957600000002</c:v>
                </c:pt>
                <c:pt idx="5785">
                  <c:v>0.67265843599999997</c:v>
                </c:pt>
                <c:pt idx="5786">
                  <c:v>0.74693579099999996</c:v>
                </c:pt>
                <c:pt idx="5787">
                  <c:v>0.74895591900000003</c:v>
                </c:pt>
                <c:pt idx="5788">
                  <c:v>0.76255220400000001</c:v>
                </c:pt>
                <c:pt idx="5789">
                  <c:v>0.76187238999999995</c:v>
                </c:pt>
                <c:pt idx="5790">
                  <c:v>0.76190638099999997</c:v>
                </c:pt>
                <c:pt idx="5791">
                  <c:v>0.76190468099999997</c:v>
                </c:pt>
                <c:pt idx="5792">
                  <c:v>0.76190476600000001</c:v>
                </c:pt>
                <c:pt idx="5793">
                  <c:v>0.76190476200000001</c:v>
                </c:pt>
                <c:pt idx="5794">
                  <c:v>0.76190476200000001</c:v>
                </c:pt>
                <c:pt idx="5795">
                  <c:v>0.76190476200000001</c:v>
                </c:pt>
                <c:pt idx="5796">
                  <c:v>0.76190476200000001</c:v>
                </c:pt>
                <c:pt idx="5797">
                  <c:v>0.76190476200000001</c:v>
                </c:pt>
                <c:pt idx="5798">
                  <c:v>0.76190476200000001</c:v>
                </c:pt>
                <c:pt idx="5799">
                  <c:v>0.76190476200000001</c:v>
                </c:pt>
                <c:pt idx="5800">
                  <c:v>0.76190476200000001</c:v>
                </c:pt>
                <c:pt idx="5801">
                  <c:v>0.76190476200000001</c:v>
                </c:pt>
                <c:pt idx="5802">
                  <c:v>0.76190476200000001</c:v>
                </c:pt>
                <c:pt idx="5803">
                  <c:v>0.76190476200000001</c:v>
                </c:pt>
                <c:pt idx="5804">
                  <c:v>0.75626961999999998</c:v>
                </c:pt>
                <c:pt idx="5805">
                  <c:v>0.65794958000000003</c:v>
                </c:pt>
                <c:pt idx="5806">
                  <c:v>0.61407577700000004</c:v>
                </c:pt>
                <c:pt idx="5807">
                  <c:v>0.65699906900000005</c:v>
                </c:pt>
                <c:pt idx="5808">
                  <c:v>0.652436813</c:v>
                </c:pt>
                <c:pt idx="5809">
                  <c:v>0.76227896399999995</c:v>
                </c:pt>
                <c:pt idx="5810">
                  <c:v>0.70356909099999998</c:v>
                </c:pt>
                <c:pt idx="5811">
                  <c:v>0.65007484699999996</c:v>
                </c:pt>
                <c:pt idx="5812">
                  <c:v>0.612788322</c:v>
                </c:pt>
                <c:pt idx="5813">
                  <c:v>0.58155939199999995</c:v>
                </c:pt>
                <c:pt idx="5814">
                  <c:v>0.55437060400000004</c:v>
                </c:pt>
                <c:pt idx="5815">
                  <c:v>0.50469363099999998</c:v>
                </c:pt>
                <c:pt idx="5816">
                  <c:v>0.49751735000000002</c:v>
                </c:pt>
                <c:pt idx="5817">
                  <c:v>0.40848925899999999</c:v>
                </c:pt>
                <c:pt idx="5818">
                  <c:v>0.60934147599999999</c:v>
                </c:pt>
                <c:pt idx="5819">
                  <c:v>0.61847642599999997</c:v>
                </c:pt>
                <c:pt idx="5820">
                  <c:v>0.76907617900000003</c:v>
                </c:pt>
                <c:pt idx="5821">
                  <c:v>0.76154619099999998</c:v>
                </c:pt>
                <c:pt idx="5822">
                  <c:v>0.74039294300000003</c:v>
                </c:pt>
                <c:pt idx="5823">
                  <c:v>0.762980353</c:v>
                </c:pt>
                <c:pt idx="5824">
                  <c:v>0.76185098200000001</c:v>
                </c:pt>
                <c:pt idx="5825">
                  <c:v>0.76190745100000001</c:v>
                </c:pt>
                <c:pt idx="5826">
                  <c:v>0.72791960899999997</c:v>
                </c:pt>
                <c:pt idx="5827">
                  <c:v>0.70819166</c:v>
                </c:pt>
                <c:pt idx="5828">
                  <c:v>0.56727418399999996</c:v>
                </c:pt>
                <c:pt idx="5829">
                  <c:v>0.53328364399999995</c:v>
                </c:pt>
                <c:pt idx="5830">
                  <c:v>0.46811665899999999</c:v>
                </c:pt>
                <c:pt idx="5831">
                  <c:v>0.39124732899999998</c:v>
                </c:pt>
                <c:pt idx="5832">
                  <c:v>0.34889086400000002</c:v>
                </c:pt>
                <c:pt idx="5833">
                  <c:v>0.33306995900000003</c:v>
                </c:pt>
                <c:pt idx="5834">
                  <c:v>0.32245070399999998</c:v>
                </c:pt>
                <c:pt idx="5835">
                  <c:v>0.28396908500000001</c:v>
                </c:pt>
                <c:pt idx="5836">
                  <c:v>0.39841822300000002</c:v>
                </c:pt>
                <c:pt idx="5837">
                  <c:v>0.48105973200000002</c:v>
                </c:pt>
                <c:pt idx="5838">
                  <c:v>0.47715977599999998</c:v>
                </c:pt>
                <c:pt idx="5839">
                  <c:v>0.63096677899999998</c:v>
                </c:pt>
                <c:pt idx="5840">
                  <c:v>0.76845166099999995</c:v>
                </c:pt>
                <c:pt idx="5841">
                  <c:v>0.76157741700000003</c:v>
                </c:pt>
                <c:pt idx="5842">
                  <c:v>0.76192112899999997</c:v>
                </c:pt>
                <c:pt idx="5843">
                  <c:v>0.76190394400000006</c:v>
                </c:pt>
                <c:pt idx="5844">
                  <c:v>0.76190480299999996</c:v>
                </c:pt>
                <c:pt idx="5845">
                  <c:v>0.76190475999999996</c:v>
                </c:pt>
                <c:pt idx="5846">
                  <c:v>0.76190476200000001</c:v>
                </c:pt>
                <c:pt idx="5847">
                  <c:v>0.76190476200000001</c:v>
                </c:pt>
                <c:pt idx="5848">
                  <c:v>0.76190476200000001</c:v>
                </c:pt>
                <c:pt idx="5849">
                  <c:v>0.76190476200000001</c:v>
                </c:pt>
                <c:pt idx="5850">
                  <c:v>0.76190476200000001</c:v>
                </c:pt>
                <c:pt idx="5851">
                  <c:v>0.76190476200000001</c:v>
                </c:pt>
                <c:pt idx="5852">
                  <c:v>0.75169921799999995</c:v>
                </c:pt>
                <c:pt idx="5853">
                  <c:v>0.76241503899999996</c:v>
                </c:pt>
                <c:pt idx="5854">
                  <c:v>0.76187924799999995</c:v>
                </c:pt>
                <c:pt idx="5855">
                  <c:v>0.76190603800000001</c:v>
                </c:pt>
                <c:pt idx="5856">
                  <c:v>0.76190469800000005</c:v>
                </c:pt>
                <c:pt idx="5857">
                  <c:v>0.76190476500000004</c:v>
                </c:pt>
                <c:pt idx="5858">
                  <c:v>0.76190476200000001</c:v>
                </c:pt>
                <c:pt idx="5859">
                  <c:v>0.76190476200000001</c:v>
                </c:pt>
                <c:pt idx="5860">
                  <c:v>0.76190476200000001</c:v>
                </c:pt>
                <c:pt idx="5861">
                  <c:v>0.76190476200000001</c:v>
                </c:pt>
                <c:pt idx="5862">
                  <c:v>0.75228670900000005</c:v>
                </c:pt>
                <c:pt idx="5863">
                  <c:v>0.76238566500000005</c:v>
                </c:pt>
                <c:pt idx="5864">
                  <c:v>0.76188071700000004</c:v>
                </c:pt>
                <c:pt idx="5865">
                  <c:v>0.76190596399999999</c:v>
                </c:pt>
                <c:pt idx="5866">
                  <c:v>0.76190470200000004</c:v>
                </c:pt>
                <c:pt idx="5867">
                  <c:v>0.76190476500000004</c:v>
                </c:pt>
                <c:pt idx="5868">
                  <c:v>0.76190476200000001</c:v>
                </c:pt>
                <c:pt idx="5869">
                  <c:v>0.76190476200000001</c:v>
                </c:pt>
                <c:pt idx="5870">
                  <c:v>0.76190476200000001</c:v>
                </c:pt>
                <c:pt idx="5871">
                  <c:v>0.76190476200000001</c:v>
                </c:pt>
                <c:pt idx="5872">
                  <c:v>0.76190476200000001</c:v>
                </c:pt>
                <c:pt idx="5873">
                  <c:v>0.76190476200000001</c:v>
                </c:pt>
                <c:pt idx="5874">
                  <c:v>0.76190476200000001</c:v>
                </c:pt>
                <c:pt idx="5875">
                  <c:v>0.76190476200000001</c:v>
                </c:pt>
                <c:pt idx="5876">
                  <c:v>0.76190476200000001</c:v>
                </c:pt>
                <c:pt idx="5877">
                  <c:v>0.76190476200000001</c:v>
                </c:pt>
                <c:pt idx="5878">
                  <c:v>0.63156293799999996</c:v>
                </c:pt>
                <c:pt idx="5879">
                  <c:v>0.58533453700000004</c:v>
                </c:pt>
                <c:pt idx="5880">
                  <c:v>0.52998357100000004</c:v>
                </c:pt>
                <c:pt idx="5881">
                  <c:v>0.59659603500000002</c:v>
                </c:pt>
                <c:pt idx="5882">
                  <c:v>0.70129513300000001</c:v>
                </c:pt>
                <c:pt idx="5883">
                  <c:v>0.76493524300000004</c:v>
                </c:pt>
                <c:pt idx="5884">
                  <c:v>0.76175323800000005</c:v>
                </c:pt>
                <c:pt idx="5885">
                  <c:v>0.76191233800000002</c:v>
                </c:pt>
                <c:pt idx="5886">
                  <c:v>0.76190438299999996</c:v>
                </c:pt>
                <c:pt idx="5887">
                  <c:v>0.76190478100000003</c:v>
                </c:pt>
                <c:pt idx="5888">
                  <c:v>0.76190476100000004</c:v>
                </c:pt>
                <c:pt idx="5889">
                  <c:v>0.76190476200000001</c:v>
                </c:pt>
                <c:pt idx="5890">
                  <c:v>0.76190476200000001</c:v>
                </c:pt>
                <c:pt idx="5891">
                  <c:v>0.76190476200000001</c:v>
                </c:pt>
                <c:pt idx="5892">
                  <c:v>0.76190476200000001</c:v>
                </c:pt>
                <c:pt idx="5893">
                  <c:v>0.76190476200000001</c:v>
                </c:pt>
                <c:pt idx="5894">
                  <c:v>0.76190476200000001</c:v>
                </c:pt>
                <c:pt idx="5895">
                  <c:v>0.76190476200000001</c:v>
                </c:pt>
                <c:pt idx="5896">
                  <c:v>0.76190476200000001</c:v>
                </c:pt>
                <c:pt idx="5897">
                  <c:v>0.76190476200000001</c:v>
                </c:pt>
                <c:pt idx="5898">
                  <c:v>0.76190476200000001</c:v>
                </c:pt>
                <c:pt idx="5899">
                  <c:v>0.76190476200000001</c:v>
                </c:pt>
                <c:pt idx="5900">
                  <c:v>0.76190476200000001</c:v>
                </c:pt>
                <c:pt idx="5901">
                  <c:v>0.76190476200000001</c:v>
                </c:pt>
                <c:pt idx="5902">
                  <c:v>0.76190476200000001</c:v>
                </c:pt>
                <c:pt idx="5903">
                  <c:v>0.76190476200000001</c:v>
                </c:pt>
                <c:pt idx="5904">
                  <c:v>0.76190476200000001</c:v>
                </c:pt>
                <c:pt idx="5905">
                  <c:v>0.743835001</c:v>
                </c:pt>
                <c:pt idx="5906">
                  <c:v>0.76280824999999997</c:v>
                </c:pt>
                <c:pt idx="5907">
                  <c:v>0.76185958799999998</c:v>
                </c:pt>
                <c:pt idx="5908">
                  <c:v>0.76190702099999996</c:v>
                </c:pt>
                <c:pt idx="5909">
                  <c:v>0.76190464899999999</c:v>
                </c:pt>
                <c:pt idx="5910">
                  <c:v>0.76190476799999995</c:v>
                </c:pt>
                <c:pt idx="5911">
                  <c:v>0.76190476200000001</c:v>
                </c:pt>
                <c:pt idx="5912">
                  <c:v>0.76190476200000001</c:v>
                </c:pt>
                <c:pt idx="5913">
                  <c:v>0.76190476200000001</c:v>
                </c:pt>
                <c:pt idx="5914">
                  <c:v>0.76190476200000001</c:v>
                </c:pt>
                <c:pt idx="5915">
                  <c:v>0.76190476200000001</c:v>
                </c:pt>
                <c:pt idx="5916">
                  <c:v>0.76190476200000001</c:v>
                </c:pt>
                <c:pt idx="5917">
                  <c:v>0.76190476200000001</c:v>
                </c:pt>
                <c:pt idx="5918">
                  <c:v>0.76190476200000001</c:v>
                </c:pt>
                <c:pt idx="5919">
                  <c:v>0.76190476200000001</c:v>
                </c:pt>
                <c:pt idx="5920">
                  <c:v>0.76190476200000001</c:v>
                </c:pt>
                <c:pt idx="5921">
                  <c:v>0.76190476200000001</c:v>
                </c:pt>
                <c:pt idx="5922">
                  <c:v>0.76190476200000001</c:v>
                </c:pt>
                <c:pt idx="5923">
                  <c:v>0.76190476200000001</c:v>
                </c:pt>
                <c:pt idx="5924">
                  <c:v>0.76190476200000001</c:v>
                </c:pt>
                <c:pt idx="5925">
                  <c:v>0.75932190300000002</c:v>
                </c:pt>
                <c:pt idx="5926">
                  <c:v>0.76203390500000001</c:v>
                </c:pt>
                <c:pt idx="5927">
                  <c:v>0.761898305</c:v>
                </c:pt>
                <c:pt idx="5928">
                  <c:v>0.76153823700000001</c:v>
                </c:pt>
                <c:pt idx="5929">
                  <c:v>0.71391029100000003</c:v>
                </c:pt>
                <c:pt idx="5930">
                  <c:v>0.76430448500000003</c:v>
                </c:pt>
                <c:pt idx="5931">
                  <c:v>0.76178477600000005</c:v>
                </c:pt>
                <c:pt idx="5932">
                  <c:v>0.76191076099999999</c:v>
                </c:pt>
                <c:pt idx="5933">
                  <c:v>0.76190446199999995</c:v>
                </c:pt>
                <c:pt idx="5934">
                  <c:v>0.76190477700000003</c:v>
                </c:pt>
                <c:pt idx="5935">
                  <c:v>0.76190476100000004</c:v>
                </c:pt>
                <c:pt idx="5936">
                  <c:v>0.76190476200000001</c:v>
                </c:pt>
                <c:pt idx="5937">
                  <c:v>0.76190476200000001</c:v>
                </c:pt>
                <c:pt idx="5938">
                  <c:v>0.76190476200000001</c:v>
                </c:pt>
                <c:pt idx="5939">
                  <c:v>0.76190476200000001</c:v>
                </c:pt>
                <c:pt idx="5940">
                  <c:v>0.76190476200000001</c:v>
                </c:pt>
                <c:pt idx="5941">
                  <c:v>0.76190476200000001</c:v>
                </c:pt>
                <c:pt idx="5942">
                  <c:v>0.76190476200000001</c:v>
                </c:pt>
                <c:pt idx="5943">
                  <c:v>0.76190476200000001</c:v>
                </c:pt>
                <c:pt idx="5944">
                  <c:v>0.76190476200000001</c:v>
                </c:pt>
                <c:pt idx="5945">
                  <c:v>0.76190476200000001</c:v>
                </c:pt>
                <c:pt idx="5946">
                  <c:v>0.76190476200000001</c:v>
                </c:pt>
                <c:pt idx="5947">
                  <c:v>0.76190476200000001</c:v>
                </c:pt>
                <c:pt idx="5948">
                  <c:v>0.76190476200000001</c:v>
                </c:pt>
                <c:pt idx="5949">
                  <c:v>0.76190476200000001</c:v>
                </c:pt>
                <c:pt idx="5950">
                  <c:v>0.76190476200000001</c:v>
                </c:pt>
                <c:pt idx="5951">
                  <c:v>0.76190476200000001</c:v>
                </c:pt>
                <c:pt idx="5952">
                  <c:v>0.76190476200000001</c:v>
                </c:pt>
                <c:pt idx="5953">
                  <c:v>0.76190476200000001</c:v>
                </c:pt>
                <c:pt idx="5954">
                  <c:v>0.76190476200000001</c:v>
                </c:pt>
                <c:pt idx="5955">
                  <c:v>0.76190476200000001</c:v>
                </c:pt>
                <c:pt idx="5956">
                  <c:v>0.76190476200000001</c:v>
                </c:pt>
                <c:pt idx="5957">
                  <c:v>0.76190476200000001</c:v>
                </c:pt>
                <c:pt idx="5958">
                  <c:v>0.76190476200000001</c:v>
                </c:pt>
                <c:pt idx="5959">
                  <c:v>0.76190476200000001</c:v>
                </c:pt>
                <c:pt idx="5960">
                  <c:v>0.76190476200000001</c:v>
                </c:pt>
                <c:pt idx="5961">
                  <c:v>0.76190476200000001</c:v>
                </c:pt>
                <c:pt idx="5962">
                  <c:v>0.76190476200000001</c:v>
                </c:pt>
                <c:pt idx="5963">
                  <c:v>0.76190476200000001</c:v>
                </c:pt>
                <c:pt idx="5964">
                  <c:v>0.76190476200000001</c:v>
                </c:pt>
                <c:pt idx="5965">
                  <c:v>0.76190476200000001</c:v>
                </c:pt>
                <c:pt idx="5966">
                  <c:v>0.76190476200000001</c:v>
                </c:pt>
                <c:pt idx="5967">
                  <c:v>0.76190476200000001</c:v>
                </c:pt>
                <c:pt idx="5968">
                  <c:v>0.76190476200000001</c:v>
                </c:pt>
                <c:pt idx="5969">
                  <c:v>0.76190476200000001</c:v>
                </c:pt>
                <c:pt idx="5970">
                  <c:v>0.76190476200000001</c:v>
                </c:pt>
                <c:pt idx="5971">
                  <c:v>0.76190476200000001</c:v>
                </c:pt>
                <c:pt idx="5972">
                  <c:v>0.72257859700000004</c:v>
                </c:pt>
                <c:pt idx="5973">
                  <c:v>0.68614231199999998</c:v>
                </c:pt>
                <c:pt idx="5974">
                  <c:v>0.64194302299999995</c:v>
                </c:pt>
                <c:pt idx="5975">
                  <c:v>0.59436643300000003</c:v>
                </c:pt>
                <c:pt idx="5976">
                  <c:v>0.567106789</c:v>
                </c:pt>
                <c:pt idx="5977">
                  <c:v>0.52833379199999997</c:v>
                </c:pt>
                <c:pt idx="5978">
                  <c:v>0.49368025999999998</c:v>
                </c:pt>
                <c:pt idx="5979">
                  <c:v>0.47977252599999998</c:v>
                </c:pt>
                <c:pt idx="5980">
                  <c:v>0.48255054600000002</c:v>
                </c:pt>
                <c:pt idx="5981">
                  <c:v>0.48836297099999998</c:v>
                </c:pt>
                <c:pt idx="5982">
                  <c:v>0.51852584199999996</c:v>
                </c:pt>
                <c:pt idx="5983">
                  <c:v>0.61576694700000001</c:v>
                </c:pt>
                <c:pt idx="5984">
                  <c:v>0.56155744299999999</c:v>
                </c:pt>
                <c:pt idx="5985">
                  <c:v>0.532086579</c:v>
                </c:pt>
                <c:pt idx="5986">
                  <c:v>0.53760935899999995</c:v>
                </c:pt>
                <c:pt idx="5987">
                  <c:v>0.61330705399999996</c:v>
                </c:pt>
                <c:pt idx="5988">
                  <c:v>0.76933464699999998</c:v>
                </c:pt>
                <c:pt idx="5989">
                  <c:v>0.76153326799999999</c:v>
                </c:pt>
                <c:pt idx="5990">
                  <c:v>0.76192333700000003</c:v>
                </c:pt>
                <c:pt idx="5991">
                  <c:v>0.76190383299999997</c:v>
                </c:pt>
                <c:pt idx="5992">
                  <c:v>0.76190480800000004</c:v>
                </c:pt>
                <c:pt idx="5993">
                  <c:v>0.76190475999999996</c:v>
                </c:pt>
                <c:pt idx="5994">
                  <c:v>0.76190476200000001</c:v>
                </c:pt>
                <c:pt idx="5995">
                  <c:v>0.692360902</c:v>
                </c:pt>
                <c:pt idx="5996">
                  <c:v>0.58413579599999998</c:v>
                </c:pt>
                <c:pt idx="5997">
                  <c:v>0.49525032699999999</c:v>
                </c:pt>
                <c:pt idx="5998">
                  <c:v>0.51435942400000001</c:v>
                </c:pt>
                <c:pt idx="5999">
                  <c:v>0.55584071099999999</c:v>
                </c:pt>
                <c:pt idx="6000">
                  <c:v>0.59859821999999996</c:v>
                </c:pt>
                <c:pt idx="6001">
                  <c:v>0.680311844</c:v>
                </c:pt>
                <c:pt idx="6002">
                  <c:v>0.63386375800000005</c:v>
                </c:pt>
                <c:pt idx="6003">
                  <c:v>0.62318146500000005</c:v>
                </c:pt>
                <c:pt idx="6004">
                  <c:v>0.73304146400000003</c:v>
                </c:pt>
                <c:pt idx="6005">
                  <c:v>0.76334792699999998</c:v>
                </c:pt>
                <c:pt idx="6006">
                  <c:v>0.76183260399999997</c:v>
                </c:pt>
                <c:pt idx="6007">
                  <c:v>0.76190837</c:v>
                </c:pt>
                <c:pt idx="6008">
                  <c:v>0.761904582</c:v>
                </c:pt>
                <c:pt idx="6009">
                  <c:v>0.76190477099999998</c:v>
                </c:pt>
                <c:pt idx="6010">
                  <c:v>0.76190476100000004</c:v>
                </c:pt>
                <c:pt idx="6011">
                  <c:v>0.76190476200000001</c:v>
                </c:pt>
                <c:pt idx="6012">
                  <c:v>0.76190476200000001</c:v>
                </c:pt>
                <c:pt idx="6013">
                  <c:v>0.76190476200000001</c:v>
                </c:pt>
                <c:pt idx="6014">
                  <c:v>0.76190476200000001</c:v>
                </c:pt>
                <c:pt idx="6015">
                  <c:v>0.76190476200000001</c:v>
                </c:pt>
                <c:pt idx="6016">
                  <c:v>0.76190476200000001</c:v>
                </c:pt>
                <c:pt idx="6017">
                  <c:v>0.76190476200000001</c:v>
                </c:pt>
                <c:pt idx="6018">
                  <c:v>0.76190476200000001</c:v>
                </c:pt>
                <c:pt idx="6019">
                  <c:v>0.76190476200000001</c:v>
                </c:pt>
                <c:pt idx="6020">
                  <c:v>0.76190476200000001</c:v>
                </c:pt>
                <c:pt idx="6021">
                  <c:v>0.66140789499999997</c:v>
                </c:pt>
                <c:pt idx="6022">
                  <c:v>0.57172815200000004</c:v>
                </c:pt>
                <c:pt idx="6023">
                  <c:v>0.46693747800000002</c:v>
                </c:pt>
                <c:pt idx="6024">
                  <c:v>0.56513237800000005</c:v>
                </c:pt>
                <c:pt idx="6025">
                  <c:v>0.67712946900000004</c:v>
                </c:pt>
                <c:pt idx="6026">
                  <c:v>0.76614352699999999</c:v>
                </c:pt>
                <c:pt idx="6027">
                  <c:v>0.76169282400000005</c:v>
                </c:pt>
                <c:pt idx="6028">
                  <c:v>0.76191535899999996</c:v>
                </c:pt>
                <c:pt idx="6029">
                  <c:v>0.76190423200000001</c:v>
                </c:pt>
                <c:pt idx="6030">
                  <c:v>0.76190478800000005</c:v>
                </c:pt>
                <c:pt idx="6031">
                  <c:v>0.76190476100000004</c:v>
                </c:pt>
                <c:pt idx="6032">
                  <c:v>0.76190476200000001</c:v>
                </c:pt>
                <c:pt idx="6033">
                  <c:v>0.76190476200000001</c:v>
                </c:pt>
                <c:pt idx="6034">
                  <c:v>0.76190476200000001</c:v>
                </c:pt>
                <c:pt idx="6035">
                  <c:v>0.76190476200000001</c:v>
                </c:pt>
                <c:pt idx="6036">
                  <c:v>0.76190476200000001</c:v>
                </c:pt>
                <c:pt idx="6037">
                  <c:v>0.76190476200000001</c:v>
                </c:pt>
                <c:pt idx="6038">
                  <c:v>0.76190476200000001</c:v>
                </c:pt>
                <c:pt idx="6039">
                  <c:v>0.76190476200000001</c:v>
                </c:pt>
                <c:pt idx="6040">
                  <c:v>0.76190476200000001</c:v>
                </c:pt>
                <c:pt idx="6041">
                  <c:v>0.76190476200000001</c:v>
                </c:pt>
                <c:pt idx="6042">
                  <c:v>0.76190476200000001</c:v>
                </c:pt>
                <c:pt idx="6043">
                  <c:v>0.66131067700000001</c:v>
                </c:pt>
                <c:pt idx="6044">
                  <c:v>0.54572372300000005</c:v>
                </c:pt>
                <c:pt idx="6045">
                  <c:v>0.46014999400000001</c:v>
                </c:pt>
                <c:pt idx="6046">
                  <c:v>0.37484623</c:v>
                </c:pt>
                <c:pt idx="6047">
                  <c:v>0.30391801000000002</c:v>
                </c:pt>
                <c:pt idx="6048">
                  <c:v>0.26054723699999999</c:v>
                </c:pt>
                <c:pt idx="6049">
                  <c:v>0.25251907600000001</c:v>
                </c:pt>
                <c:pt idx="6050">
                  <c:v>0.22615458299999999</c:v>
                </c:pt>
                <c:pt idx="6051">
                  <c:v>0.27304729300000002</c:v>
                </c:pt>
                <c:pt idx="6052">
                  <c:v>0.38563304399999998</c:v>
                </c:pt>
                <c:pt idx="6053">
                  <c:v>0.38406381299999998</c:v>
                </c:pt>
                <c:pt idx="6054">
                  <c:v>0.343972271</c:v>
                </c:pt>
                <c:pt idx="6055">
                  <c:v>0.34242377699999998</c:v>
                </c:pt>
                <c:pt idx="6056">
                  <c:v>0.39672458900000002</c:v>
                </c:pt>
                <c:pt idx="6057">
                  <c:v>0.44529110900000002</c:v>
                </c:pt>
                <c:pt idx="6058">
                  <c:v>0.55438314200000005</c:v>
                </c:pt>
                <c:pt idx="6059">
                  <c:v>0.67457467400000004</c:v>
                </c:pt>
                <c:pt idx="6060">
                  <c:v>0.76627126599999995</c:v>
                </c:pt>
                <c:pt idx="6061">
                  <c:v>0.76168643700000005</c:v>
                </c:pt>
                <c:pt idx="6062">
                  <c:v>0.76191567800000004</c:v>
                </c:pt>
                <c:pt idx="6063">
                  <c:v>0.76190421600000002</c:v>
                </c:pt>
                <c:pt idx="6064">
                  <c:v>0.76190478900000003</c:v>
                </c:pt>
                <c:pt idx="6065">
                  <c:v>0.76190476100000004</c:v>
                </c:pt>
                <c:pt idx="6066">
                  <c:v>0.76190476200000001</c:v>
                </c:pt>
                <c:pt idx="6067">
                  <c:v>0.76190476200000001</c:v>
                </c:pt>
                <c:pt idx="6068">
                  <c:v>0.76190476200000001</c:v>
                </c:pt>
                <c:pt idx="6069">
                  <c:v>0.76190476200000001</c:v>
                </c:pt>
                <c:pt idx="6070">
                  <c:v>0.76190476200000001</c:v>
                </c:pt>
                <c:pt idx="6071">
                  <c:v>0.76190476200000001</c:v>
                </c:pt>
                <c:pt idx="6072">
                  <c:v>0.76190476200000001</c:v>
                </c:pt>
                <c:pt idx="6073">
                  <c:v>0.76190476200000001</c:v>
                </c:pt>
                <c:pt idx="6074">
                  <c:v>0.76190476200000001</c:v>
                </c:pt>
                <c:pt idx="6075">
                  <c:v>0.76190476200000001</c:v>
                </c:pt>
                <c:pt idx="6076">
                  <c:v>0.76190476200000001</c:v>
                </c:pt>
                <c:pt idx="6077">
                  <c:v>0.76190476200000001</c:v>
                </c:pt>
                <c:pt idx="6078">
                  <c:v>0.76190476200000001</c:v>
                </c:pt>
                <c:pt idx="6079">
                  <c:v>0.76190476200000001</c:v>
                </c:pt>
                <c:pt idx="6080">
                  <c:v>0.76190476200000001</c:v>
                </c:pt>
                <c:pt idx="6081">
                  <c:v>0.76190476200000001</c:v>
                </c:pt>
                <c:pt idx="6082">
                  <c:v>0.76190476200000001</c:v>
                </c:pt>
                <c:pt idx="6083">
                  <c:v>0.76190476200000001</c:v>
                </c:pt>
                <c:pt idx="6084">
                  <c:v>0.76190476200000001</c:v>
                </c:pt>
                <c:pt idx="6085">
                  <c:v>0.76190476200000001</c:v>
                </c:pt>
                <c:pt idx="6086">
                  <c:v>0.76190476200000001</c:v>
                </c:pt>
                <c:pt idx="6087">
                  <c:v>0.76190476200000001</c:v>
                </c:pt>
                <c:pt idx="6088">
                  <c:v>0.76190476200000001</c:v>
                </c:pt>
                <c:pt idx="6089">
                  <c:v>0.76190476200000001</c:v>
                </c:pt>
                <c:pt idx="6090">
                  <c:v>0.76190476200000001</c:v>
                </c:pt>
                <c:pt idx="6091">
                  <c:v>0.76190476200000001</c:v>
                </c:pt>
                <c:pt idx="6092">
                  <c:v>0.76190476200000001</c:v>
                </c:pt>
                <c:pt idx="6093">
                  <c:v>0.76190476200000001</c:v>
                </c:pt>
                <c:pt idx="6094">
                  <c:v>0.76190476200000001</c:v>
                </c:pt>
                <c:pt idx="6095">
                  <c:v>0.76190476200000001</c:v>
                </c:pt>
                <c:pt idx="6096">
                  <c:v>0.76190476200000001</c:v>
                </c:pt>
                <c:pt idx="6097">
                  <c:v>0.76190476200000001</c:v>
                </c:pt>
                <c:pt idx="6098">
                  <c:v>0.76190476200000001</c:v>
                </c:pt>
                <c:pt idx="6099">
                  <c:v>0.76190476200000001</c:v>
                </c:pt>
                <c:pt idx="6100">
                  <c:v>0.76190476200000001</c:v>
                </c:pt>
                <c:pt idx="6101">
                  <c:v>0.76190476200000001</c:v>
                </c:pt>
                <c:pt idx="6102">
                  <c:v>0.76190476200000001</c:v>
                </c:pt>
                <c:pt idx="6103">
                  <c:v>0.76190476200000001</c:v>
                </c:pt>
                <c:pt idx="6104">
                  <c:v>0.76190476200000001</c:v>
                </c:pt>
                <c:pt idx="6105">
                  <c:v>0.76190476200000001</c:v>
                </c:pt>
                <c:pt idx="6106">
                  <c:v>0.76190476200000001</c:v>
                </c:pt>
                <c:pt idx="6107">
                  <c:v>0.76190476200000001</c:v>
                </c:pt>
                <c:pt idx="6108">
                  <c:v>0.76190476200000001</c:v>
                </c:pt>
                <c:pt idx="6109">
                  <c:v>0.76190476200000001</c:v>
                </c:pt>
                <c:pt idx="6110">
                  <c:v>0.76190476200000001</c:v>
                </c:pt>
                <c:pt idx="6111">
                  <c:v>0.76190476200000001</c:v>
                </c:pt>
                <c:pt idx="6112">
                  <c:v>0.76190476200000001</c:v>
                </c:pt>
                <c:pt idx="6113">
                  <c:v>0.76190476200000001</c:v>
                </c:pt>
                <c:pt idx="6114">
                  <c:v>0.76190476200000001</c:v>
                </c:pt>
                <c:pt idx="6115">
                  <c:v>0.76190476200000001</c:v>
                </c:pt>
                <c:pt idx="6116">
                  <c:v>0.76190476200000001</c:v>
                </c:pt>
                <c:pt idx="6117">
                  <c:v>0.76190476200000001</c:v>
                </c:pt>
                <c:pt idx="6118">
                  <c:v>0.75726791100000002</c:v>
                </c:pt>
                <c:pt idx="6119">
                  <c:v>0.76213660400000005</c:v>
                </c:pt>
                <c:pt idx="6120">
                  <c:v>0.76189317000000001</c:v>
                </c:pt>
                <c:pt idx="6121">
                  <c:v>0.76190534200000004</c:v>
                </c:pt>
                <c:pt idx="6122">
                  <c:v>0.76190473299999995</c:v>
                </c:pt>
                <c:pt idx="6123">
                  <c:v>0.76190476299999998</c:v>
                </c:pt>
                <c:pt idx="6124">
                  <c:v>0.76190476200000001</c:v>
                </c:pt>
                <c:pt idx="6125">
                  <c:v>0.76190476200000001</c:v>
                </c:pt>
                <c:pt idx="6126">
                  <c:v>0.76190476200000001</c:v>
                </c:pt>
                <c:pt idx="6127">
                  <c:v>0.76190476200000001</c:v>
                </c:pt>
                <c:pt idx="6128">
                  <c:v>0.76190476200000001</c:v>
                </c:pt>
                <c:pt idx="6129">
                  <c:v>0.76190476200000001</c:v>
                </c:pt>
                <c:pt idx="6130">
                  <c:v>0.76190476200000001</c:v>
                </c:pt>
                <c:pt idx="6131">
                  <c:v>0.76190476200000001</c:v>
                </c:pt>
                <c:pt idx="6132">
                  <c:v>0.76190476200000001</c:v>
                </c:pt>
                <c:pt idx="6133">
                  <c:v>0.76190476200000001</c:v>
                </c:pt>
                <c:pt idx="6134">
                  <c:v>0.76190476200000001</c:v>
                </c:pt>
                <c:pt idx="6135">
                  <c:v>0.76190476200000001</c:v>
                </c:pt>
                <c:pt idx="6136">
                  <c:v>0.76190476200000001</c:v>
                </c:pt>
                <c:pt idx="6137">
                  <c:v>0.76190476200000001</c:v>
                </c:pt>
                <c:pt idx="6138">
                  <c:v>0.76190476200000001</c:v>
                </c:pt>
                <c:pt idx="6139">
                  <c:v>0.75842397500000003</c:v>
                </c:pt>
                <c:pt idx="6140">
                  <c:v>0.66695712399999996</c:v>
                </c:pt>
                <c:pt idx="6141">
                  <c:v>0.62156082599999996</c:v>
                </c:pt>
                <c:pt idx="6142">
                  <c:v>0.55134443099999997</c:v>
                </c:pt>
                <c:pt idx="6143">
                  <c:v>0.48046375200000002</c:v>
                </c:pt>
                <c:pt idx="6144">
                  <c:v>0.42097600699999999</c:v>
                </c:pt>
                <c:pt idx="6145">
                  <c:v>0.38615556000000001</c:v>
                </c:pt>
                <c:pt idx="6146">
                  <c:v>0.34909650800000003</c:v>
                </c:pt>
                <c:pt idx="6147">
                  <c:v>0.37963116800000002</c:v>
                </c:pt>
                <c:pt idx="6148">
                  <c:v>0.39965184999999998</c:v>
                </c:pt>
                <c:pt idx="6149">
                  <c:v>0.426373944</c:v>
                </c:pt>
                <c:pt idx="6150">
                  <c:v>0.43602469900000002</c:v>
                </c:pt>
                <c:pt idx="6151">
                  <c:v>0.36999842100000002</c:v>
                </c:pt>
                <c:pt idx="6152">
                  <c:v>0.325203519</c:v>
                </c:pt>
                <c:pt idx="6153">
                  <c:v>0.24626084400000001</c:v>
                </c:pt>
                <c:pt idx="6154">
                  <c:v>0.22225288600000001</c:v>
                </c:pt>
                <c:pt idx="6155">
                  <c:v>0.23736056799999999</c:v>
                </c:pt>
                <c:pt idx="6156">
                  <c:v>0.280678394</c:v>
                </c:pt>
                <c:pt idx="6157">
                  <c:v>0.373607352</c:v>
                </c:pt>
                <c:pt idx="6158">
                  <c:v>0.375738768</c:v>
                </c:pt>
                <c:pt idx="6159">
                  <c:v>0.39785319099999999</c:v>
                </c:pt>
                <c:pt idx="6160">
                  <c:v>0.42940798600000002</c:v>
                </c:pt>
                <c:pt idx="6161">
                  <c:v>0.50182428199999995</c:v>
                </c:pt>
                <c:pt idx="6162">
                  <c:v>0.45244967400000002</c:v>
                </c:pt>
                <c:pt idx="6163">
                  <c:v>0.39228797999999998</c:v>
                </c:pt>
                <c:pt idx="6164">
                  <c:v>0.38682728599999999</c:v>
                </c:pt>
                <c:pt idx="6165">
                  <c:v>0.44516604300000001</c:v>
                </c:pt>
                <c:pt idx="6166">
                  <c:v>0.50296592600000001</c:v>
                </c:pt>
                <c:pt idx="6167">
                  <c:v>0.55754484800000004</c:v>
                </c:pt>
                <c:pt idx="6168">
                  <c:v>0.60104195500000002</c:v>
                </c:pt>
                <c:pt idx="6169">
                  <c:v>0.621548938</c:v>
                </c:pt>
                <c:pt idx="6170">
                  <c:v>0.60179695899999996</c:v>
                </c:pt>
                <c:pt idx="6171">
                  <c:v>0.55466721299999999</c:v>
                </c:pt>
                <c:pt idx="6172">
                  <c:v>0.50745252799999996</c:v>
                </c:pt>
                <c:pt idx="6173">
                  <c:v>0.470991934</c:v>
                </c:pt>
                <c:pt idx="6174">
                  <c:v>0.471363957</c:v>
                </c:pt>
                <c:pt idx="6175">
                  <c:v>0.54894738700000001</c:v>
                </c:pt>
                <c:pt idx="6176">
                  <c:v>0.70958480199999996</c:v>
                </c:pt>
                <c:pt idx="6177">
                  <c:v>0.76452076000000002</c:v>
                </c:pt>
                <c:pt idx="6178">
                  <c:v>0.76177396200000003</c:v>
                </c:pt>
                <c:pt idx="6179">
                  <c:v>0.76191130200000001</c:v>
                </c:pt>
                <c:pt idx="6180">
                  <c:v>0.76190443500000005</c:v>
                </c:pt>
                <c:pt idx="6181">
                  <c:v>0.761904778</c:v>
                </c:pt>
                <c:pt idx="6182">
                  <c:v>0.76190476100000004</c:v>
                </c:pt>
                <c:pt idx="6183">
                  <c:v>0.76190476200000001</c:v>
                </c:pt>
                <c:pt idx="6184">
                  <c:v>0.76190476200000001</c:v>
                </c:pt>
                <c:pt idx="6185">
                  <c:v>0.76190476200000001</c:v>
                </c:pt>
                <c:pt idx="6186">
                  <c:v>0.76190476200000001</c:v>
                </c:pt>
                <c:pt idx="6187">
                  <c:v>0.67554659800000005</c:v>
                </c:pt>
                <c:pt idx="6188">
                  <c:v>0.67423268999999997</c:v>
                </c:pt>
                <c:pt idx="6189">
                  <c:v>0.700047749</c:v>
                </c:pt>
                <c:pt idx="6190">
                  <c:v>0.64369405999999996</c:v>
                </c:pt>
                <c:pt idx="6191">
                  <c:v>0.616744344</c:v>
                </c:pt>
                <c:pt idx="6192">
                  <c:v>0.63661568999999996</c:v>
                </c:pt>
                <c:pt idx="6193">
                  <c:v>0.62617499700000001</c:v>
                </c:pt>
                <c:pt idx="6194">
                  <c:v>0.60048252099999999</c:v>
                </c:pt>
                <c:pt idx="6195">
                  <c:v>0.60339976399999995</c:v>
                </c:pt>
                <c:pt idx="6196">
                  <c:v>0.586233958</c:v>
                </c:pt>
                <c:pt idx="6197">
                  <c:v>0.54180086800000005</c:v>
                </c:pt>
                <c:pt idx="6198">
                  <c:v>0.53531368499999998</c:v>
                </c:pt>
                <c:pt idx="6199">
                  <c:v>0.53938724999999998</c:v>
                </c:pt>
                <c:pt idx="6200">
                  <c:v>0.65576077600000005</c:v>
                </c:pt>
                <c:pt idx="6201">
                  <c:v>0.71849182099999997</c:v>
                </c:pt>
                <c:pt idx="6202">
                  <c:v>0.76407540900000004</c:v>
                </c:pt>
                <c:pt idx="6203">
                  <c:v>0.76179622999999996</c:v>
                </c:pt>
                <c:pt idx="6204">
                  <c:v>0.76191018899999996</c:v>
                </c:pt>
                <c:pt idx="6205">
                  <c:v>0.76190449100000002</c:v>
                </c:pt>
                <c:pt idx="6206">
                  <c:v>0.76190477499999998</c:v>
                </c:pt>
                <c:pt idx="6207">
                  <c:v>0.76190476100000004</c:v>
                </c:pt>
                <c:pt idx="6208">
                  <c:v>0.76190476200000001</c:v>
                </c:pt>
                <c:pt idx="6209">
                  <c:v>0.76190476200000001</c:v>
                </c:pt>
                <c:pt idx="6210">
                  <c:v>0.76190476200000001</c:v>
                </c:pt>
                <c:pt idx="6211">
                  <c:v>0.74210310400000001</c:v>
                </c:pt>
                <c:pt idx="6212">
                  <c:v>0.70470133899999998</c:v>
                </c:pt>
                <c:pt idx="6213">
                  <c:v>0.69772702600000003</c:v>
                </c:pt>
                <c:pt idx="6214">
                  <c:v>0.65893808399999998</c:v>
                </c:pt>
                <c:pt idx="6215">
                  <c:v>0.66038063199999997</c:v>
                </c:pt>
                <c:pt idx="6216">
                  <c:v>0.67549550899999999</c:v>
                </c:pt>
                <c:pt idx="6217">
                  <c:v>0.67452060800000002</c:v>
                </c:pt>
                <c:pt idx="6218">
                  <c:v>0.76627396999999997</c:v>
                </c:pt>
                <c:pt idx="6219">
                  <c:v>0.76168630199999998</c:v>
                </c:pt>
                <c:pt idx="6220">
                  <c:v>0.76191568499999995</c:v>
                </c:pt>
                <c:pt idx="6221">
                  <c:v>0.76190421600000002</c:v>
                </c:pt>
                <c:pt idx="6222">
                  <c:v>0.76190478900000003</c:v>
                </c:pt>
                <c:pt idx="6223">
                  <c:v>0.76190476100000004</c:v>
                </c:pt>
                <c:pt idx="6224">
                  <c:v>0.76190476200000001</c:v>
                </c:pt>
                <c:pt idx="6225">
                  <c:v>0.76190476200000001</c:v>
                </c:pt>
                <c:pt idx="6226">
                  <c:v>0.76190476200000001</c:v>
                </c:pt>
                <c:pt idx="6227">
                  <c:v>0.76190476200000001</c:v>
                </c:pt>
                <c:pt idx="6228">
                  <c:v>0.76190476200000001</c:v>
                </c:pt>
                <c:pt idx="6229">
                  <c:v>0.76190476200000001</c:v>
                </c:pt>
                <c:pt idx="6230">
                  <c:v>0.76190476200000001</c:v>
                </c:pt>
                <c:pt idx="6231">
                  <c:v>0.76190476200000001</c:v>
                </c:pt>
                <c:pt idx="6232">
                  <c:v>0.76190476200000001</c:v>
                </c:pt>
                <c:pt idx="6233">
                  <c:v>0.67915562200000001</c:v>
                </c:pt>
                <c:pt idx="6234">
                  <c:v>0.59796572800000003</c:v>
                </c:pt>
                <c:pt idx="6235">
                  <c:v>0.54202987499999999</c:v>
                </c:pt>
                <c:pt idx="6236">
                  <c:v>0.45101104199999997</c:v>
                </c:pt>
                <c:pt idx="6237">
                  <c:v>0.34048595700000001</c:v>
                </c:pt>
                <c:pt idx="6238">
                  <c:v>0.26966043200000001</c:v>
                </c:pt>
                <c:pt idx="6239">
                  <c:v>0.34617611999999998</c:v>
                </c:pt>
                <c:pt idx="6240">
                  <c:v>0.44600537899999998</c:v>
                </c:pt>
                <c:pt idx="6241">
                  <c:v>0.56183051299999998</c:v>
                </c:pt>
                <c:pt idx="6242">
                  <c:v>0.57743906700000003</c:v>
                </c:pt>
                <c:pt idx="6243">
                  <c:v>0.53915285199999996</c:v>
                </c:pt>
                <c:pt idx="6244">
                  <c:v>0.50351863900000005</c:v>
                </c:pt>
                <c:pt idx="6245">
                  <c:v>0.46656725900000001</c:v>
                </c:pt>
                <c:pt idx="6246">
                  <c:v>0.43897257499999998</c:v>
                </c:pt>
                <c:pt idx="6247">
                  <c:v>0.47199484000000003</c:v>
                </c:pt>
                <c:pt idx="6248">
                  <c:v>0.58264027200000001</c:v>
                </c:pt>
                <c:pt idx="6249">
                  <c:v>0.58908326600000005</c:v>
                </c:pt>
                <c:pt idx="6250">
                  <c:v>0.63178269600000003</c:v>
                </c:pt>
                <c:pt idx="6251">
                  <c:v>0.66697879699999996</c:v>
                </c:pt>
                <c:pt idx="6252">
                  <c:v>0.68137831500000001</c:v>
                </c:pt>
                <c:pt idx="6253">
                  <c:v>0.70105830700000005</c:v>
                </c:pt>
                <c:pt idx="6254">
                  <c:v>0.76494708499999997</c:v>
                </c:pt>
                <c:pt idx="6255">
                  <c:v>0.76175264600000003</c:v>
                </c:pt>
                <c:pt idx="6256">
                  <c:v>0.76191236799999995</c:v>
                </c:pt>
                <c:pt idx="6257">
                  <c:v>0.76190438199999999</c:v>
                </c:pt>
                <c:pt idx="6258">
                  <c:v>0.76190478100000003</c:v>
                </c:pt>
                <c:pt idx="6259">
                  <c:v>0.76190476100000004</c:v>
                </c:pt>
                <c:pt idx="6260">
                  <c:v>0.76190476200000001</c:v>
                </c:pt>
                <c:pt idx="6261">
                  <c:v>0.76190476200000001</c:v>
                </c:pt>
                <c:pt idx="6262">
                  <c:v>0.76190476200000001</c:v>
                </c:pt>
                <c:pt idx="6263">
                  <c:v>0.76190476200000001</c:v>
                </c:pt>
                <c:pt idx="6264">
                  <c:v>0.76190476200000001</c:v>
                </c:pt>
                <c:pt idx="6265">
                  <c:v>0.74524562000000005</c:v>
                </c:pt>
                <c:pt idx="6266">
                  <c:v>0.76273771899999998</c:v>
                </c:pt>
                <c:pt idx="6267">
                  <c:v>0.76186311399999995</c:v>
                </c:pt>
                <c:pt idx="6268">
                  <c:v>0.76190684399999997</c:v>
                </c:pt>
                <c:pt idx="6269">
                  <c:v>0.76190465799999996</c:v>
                </c:pt>
                <c:pt idx="6270">
                  <c:v>0.76190476699999998</c:v>
                </c:pt>
                <c:pt idx="6271">
                  <c:v>0.76190476200000001</c:v>
                </c:pt>
                <c:pt idx="6272">
                  <c:v>0.76190476200000001</c:v>
                </c:pt>
                <c:pt idx="6273">
                  <c:v>0.76190476200000001</c:v>
                </c:pt>
                <c:pt idx="6274">
                  <c:v>0.76190476200000001</c:v>
                </c:pt>
                <c:pt idx="6275">
                  <c:v>0.76190476200000001</c:v>
                </c:pt>
                <c:pt idx="6276">
                  <c:v>0.76190476200000001</c:v>
                </c:pt>
                <c:pt idx="6277">
                  <c:v>0.76190476200000001</c:v>
                </c:pt>
                <c:pt idx="6278">
                  <c:v>0.76190476200000001</c:v>
                </c:pt>
                <c:pt idx="6279">
                  <c:v>0.76190476200000001</c:v>
                </c:pt>
                <c:pt idx="6280">
                  <c:v>0.76190476200000001</c:v>
                </c:pt>
                <c:pt idx="6281">
                  <c:v>0.76190476200000001</c:v>
                </c:pt>
                <c:pt idx="6282">
                  <c:v>0.76190476200000001</c:v>
                </c:pt>
                <c:pt idx="6283">
                  <c:v>0.71814417699999999</c:v>
                </c:pt>
                <c:pt idx="6284">
                  <c:v>0.721834584</c:v>
                </c:pt>
                <c:pt idx="6285">
                  <c:v>0.75414747100000001</c:v>
                </c:pt>
                <c:pt idx="6286">
                  <c:v>0.63805785299999995</c:v>
                </c:pt>
                <c:pt idx="6287">
                  <c:v>0.63849098400000004</c:v>
                </c:pt>
                <c:pt idx="6288">
                  <c:v>0.58427865800000001</c:v>
                </c:pt>
                <c:pt idx="6289">
                  <c:v>0.54125956600000003</c:v>
                </c:pt>
                <c:pt idx="6290">
                  <c:v>0.51464136599999999</c:v>
                </c:pt>
                <c:pt idx="6291">
                  <c:v>0.47857483299999998</c:v>
                </c:pt>
                <c:pt idx="6292">
                  <c:v>0.499196574</c:v>
                </c:pt>
                <c:pt idx="6293">
                  <c:v>0.474712721</c:v>
                </c:pt>
                <c:pt idx="6294">
                  <c:v>0.50563734199999999</c:v>
                </c:pt>
                <c:pt idx="6295">
                  <c:v>0.69596283999999997</c:v>
                </c:pt>
                <c:pt idx="6296">
                  <c:v>0.76520185799999996</c:v>
                </c:pt>
                <c:pt idx="6297">
                  <c:v>0.76173990700000005</c:v>
                </c:pt>
                <c:pt idx="6298">
                  <c:v>0.76191300500000003</c:v>
                </c:pt>
                <c:pt idx="6299">
                  <c:v>0.76190435000000001</c:v>
                </c:pt>
                <c:pt idx="6300">
                  <c:v>0.76190478299999997</c:v>
                </c:pt>
                <c:pt idx="6301">
                  <c:v>0.76190476100000004</c:v>
                </c:pt>
                <c:pt idx="6302">
                  <c:v>0.76190476200000001</c:v>
                </c:pt>
                <c:pt idx="6303">
                  <c:v>0.76190476200000001</c:v>
                </c:pt>
                <c:pt idx="6304">
                  <c:v>0.76190476200000001</c:v>
                </c:pt>
                <c:pt idx="6305">
                  <c:v>0.76190476200000001</c:v>
                </c:pt>
                <c:pt idx="6306">
                  <c:v>0.76190476200000001</c:v>
                </c:pt>
                <c:pt idx="6307">
                  <c:v>0.63437851700000003</c:v>
                </c:pt>
                <c:pt idx="6308">
                  <c:v>0.67395402699999996</c:v>
                </c:pt>
                <c:pt idx="6309">
                  <c:v>0.62582728799999998</c:v>
                </c:pt>
                <c:pt idx="6310">
                  <c:v>0.54395890700000005</c:v>
                </c:pt>
                <c:pt idx="6311">
                  <c:v>0.460086838</c:v>
                </c:pt>
                <c:pt idx="6312">
                  <c:v>0.39612538400000002</c:v>
                </c:pt>
                <c:pt idx="6313">
                  <c:v>0.44678855699999998</c:v>
                </c:pt>
                <c:pt idx="6314">
                  <c:v>0.53961609099999996</c:v>
                </c:pt>
                <c:pt idx="6315">
                  <c:v>0.65335633500000001</c:v>
                </c:pt>
                <c:pt idx="6316">
                  <c:v>0.74707066600000005</c:v>
                </c:pt>
                <c:pt idx="6317">
                  <c:v>0.76264646700000005</c:v>
                </c:pt>
                <c:pt idx="6318">
                  <c:v>0.76186767700000002</c:v>
                </c:pt>
                <c:pt idx="6319">
                  <c:v>0.76190661599999998</c:v>
                </c:pt>
                <c:pt idx="6320">
                  <c:v>0.76190466899999998</c:v>
                </c:pt>
                <c:pt idx="6321">
                  <c:v>0.76190476699999998</c:v>
                </c:pt>
                <c:pt idx="6322">
                  <c:v>0.76190476200000001</c:v>
                </c:pt>
                <c:pt idx="6323">
                  <c:v>0.76190476200000001</c:v>
                </c:pt>
                <c:pt idx="6324">
                  <c:v>0.76190476200000001</c:v>
                </c:pt>
                <c:pt idx="6325">
                  <c:v>0.76190476200000001</c:v>
                </c:pt>
                <c:pt idx="6326">
                  <c:v>0.76190476200000001</c:v>
                </c:pt>
                <c:pt idx="6327">
                  <c:v>0.76190476200000001</c:v>
                </c:pt>
                <c:pt idx="6328">
                  <c:v>0.76190476200000001</c:v>
                </c:pt>
                <c:pt idx="6329">
                  <c:v>0.74651758599999996</c:v>
                </c:pt>
                <c:pt idx="6330">
                  <c:v>0.72791468400000003</c:v>
                </c:pt>
                <c:pt idx="6331">
                  <c:v>0.63251429599999998</c:v>
                </c:pt>
                <c:pt idx="6332">
                  <c:v>0.50777652699999998</c:v>
                </c:pt>
                <c:pt idx="6333">
                  <c:v>0.39602182600000002</c:v>
                </c:pt>
                <c:pt idx="6334">
                  <c:v>0.30869417900000001</c:v>
                </c:pt>
                <c:pt idx="6335">
                  <c:v>0.32301639999999998</c:v>
                </c:pt>
                <c:pt idx="6336">
                  <c:v>0.31164874199999998</c:v>
                </c:pt>
                <c:pt idx="6337">
                  <c:v>0.43271614400000002</c:v>
                </c:pt>
                <c:pt idx="6338">
                  <c:v>0.54837908700000004</c:v>
                </c:pt>
                <c:pt idx="6339">
                  <c:v>0.66108819699999999</c:v>
                </c:pt>
                <c:pt idx="6340">
                  <c:v>0.76694558999999995</c:v>
                </c:pt>
                <c:pt idx="6341">
                  <c:v>0.76165271999999995</c:v>
                </c:pt>
                <c:pt idx="6342">
                  <c:v>0.76191736399999999</c:v>
                </c:pt>
                <c:pt idx="6343">
                  <c:v>0.76190413199999996</c:v>
                </c:pt>
                <c:pt idx="6344">
                  <c:v>0.70643705599999995</c:v>
                </c:pt>
                <c:pt idx="6345">
                  <c:v>0.76467814700000003</c:v>
                </c:pt>
                <c:pt idx="6346">
                  <c:v>0.73762405099999995</c:v>
                </c:pt>
                <c:pt idx="6347">
                  <c:v>0.75537042099999996</c:v>
                </c:pt>
                <c:pt idx="6348">
                  <c:v>0.74066162999999996</c:v>
                </c:pt>
                <c:pt idx="6349">
                  <c:v>0.71741947699999997</c:v>
                </c:pt>
                <c:pt idx="6350">
                  <c:v>0.76412902599999999</c:v>
                </c:pt>
                <c:pt idx="6351">
                  <c:v>0.76179354899999996</c:v>
                </c:pt>
                <c:pt idx="6352">
                  <c:v>0.76191032299999994</c:v>
                </c:pt>
                <c:pt idx="6353">
                  <c:v>0.76190448399999999</c:v>
                </c:pt>
                <c:pt idx="6354">
                  <c:v>0.76190477599999995</c:v>
                </c:pt>
                <c:pt idx="6355">
                  <c:v>0.76137220500000002</c:v>
                </c:pt>
                <c:pt idx="6356">
                  <c:v>0.66290298299999995</c:v>
                </c:pt>
                <c:pt idx="6357">
                  <c:v>0.55996697699999998</c:v>
                </c:pt>
                <c:pt idx="6358">
                  <c:v>0.57518703400000004</c:v>
                </c:pt>
                <c:pt idx="6359">
                  <c:v>0.63650347699999998</c:v>
                </c:pt>
                <c:pt idx="6360">
                  <c:v>0.63535422900000005</c:v>
                </c:pt>
                <c:pt idx="6361">
                  <c:v>0.61176024500000004</c:v>
                </c:pt>
                <c:pt idx="6362">
                  <c:v>0.56521833899999996</c:v>
                </c:pt>
                <c:pt idx="6363">
                  <c:v>0.59066992900000004</c:v>
                </c:pt>
                <c:pt idx="6364">
                  <c:v>0.63353321100000004</c:v>
                </c:pt>
                <c:pt idx="6365">
                  <c:v>0.649974897</c:v>
                </c:pt>
                <c:pt idx="6366">
                  <c:v>0.64460886399999995</c:v>
                </c:pt>
                <c:pt idx="6367">
                  <c:v>0.611075378</c:v>
                </c:pt>
                <c:pt idx="6368">
                  <c:v>0.59351870500000004</c:v>
                </c:pt>
                <c:pt idx="6369">
                  <c:v>0.62551516900000004</c:v>
                </c:pt>
                <c:pt idx="6370">
                  <c:v>0.72402962900000001</c:v>
                </c:pt>
                <c:pt idx="6371">
                  <c:v>0.76379851899999995</c:v>
                </c:pt>
                <c:pt idx="6372">
                  <c:v>0.761810074</c:v>
                </c:pt>
                <c:pt idx="6373">
                  <c:v>0.76190949600000002</c:v>
                </c:pt>
                <c:pt idx="6374">
                  <c:v>0.76190452500000005</c:v>
                </c:pt>
                <c:pt idx="6375">
                  <c:v>0.71991086400000004</c:v>
                </c:pt>
                <c:pt idx="6376">
                  <c:v>0.76400445699999997</c:v>
                </c:pt>
                <c:pt idx="6377">
                  <c:v>0.76179977700000001</c:v>
                </c:pt>
                <c:pt idx="6378">
                  <c:v>0.761910011</c:v>
                </c:pt>
                <c:pt idx="6379">
                  <c:v>0.76190449900000001</c:v>
                </c:pt>
                <c:pt idx="6380">
                  <c:v>0.76190477499999998</c:v>
                </c:pt>
                <c:pt idx="6381">
                  <c:v>0.76190476100000004</c:v>
                </c:pt>
                <c:pt idx="6382">
                  <c:v>0.76190476200000001</c:v>
                </c:pt>
                <c:pt idx="6383">
                  <c:v>0.76190476200000001</c:v>
                </c:pt>
                <c:pt idx="6384">
                  <c:v>0.76190476200000001</c:v>
                </c:pt>
                <c:pt idx="6385">
                  <c:v>0.76190476200000001</c:v>
                </c:pt>
                <c:pt idx="6386">
                  <c:v>0.76190476200000001</c:v>
                </c:pt>
                <c:pt idx="6387">
                  <c:v>0.76190476200000001</c:v>
                </c:pt>
                <c:pt idx="6388">
                  <c:v>0.76190476200000001</c:v>
                </c:pt>
                <c:pt idx="6389">
                  <c:v>0.76190476200000001</c:v>
                </c:pt>
                <c:pt idx="6390">
                  <c:v>0.76190476200000001</c:v>
                </c:pt>
                <c:pt idx="6391">
                  <c:v>0.76190476200000001</c:v>
                </c:pt>
                <c:pt idx="6392">
                  <c:v>0.76190476200000001</c:v>
                </c:pt>
                <c:pt idx="6393">
                  <c:v>0.76190476200000001</c:v>
                </c:pt>
                <c:pt idx="6394">
                  <c:v>0.76190476200000001</c:v>
                </c:pt>
                <c:pt idx="6395">
                  <c:v>0.76190476200000001</c:v>
                </c:pt>
                <c:pt idx="6396">
                  <c:v>0.76190476200000001</c:v>
                </c:pt>
                <c:pt idx="6397">
                  <c:v>0.76190476200000001</c:v>
                </c:pt>
                <c:pt idx="6398">
                  <c:v>0.76190476200000001</c:v>
                </c:pt>
                <c:pt idx="6399">
                  <c:v>0.76190476200000001</c:v>
                </c:pt>
                <c:pt idx="6400">
                  <c:v>0.76190476200000001</c:v>
                </c:pt>
                <c:pt idx="6401">
                  <c:v>0.76190476200000001</c:v>
                </c:pt>
                <c:pt idx="6402">
                  <c:v>0.76190476200000001</c:v>
                </c:pt>
                <c:pt idx="6403">
                  <c:v>0.76190476200000001</c:v>
                </c:pt>
                <c:pt idx="6404">
                  <c:v>0.62302599199999997</c:v>
                </c:pt>
                <c:pt idx="6405">
                  <c:v>0.50403899900000004</c:v>
                </c:pt>
                <c:pt idx="6406">
                  <c:v>0.425014167</c:v>
                </c:pt>
                <c:pt idx="6407">
                  <c:v>0.41457708199999999</c:v>
                </c:pt>
                <c:pt idx="6408">
                  <c:v>0.36358483000000003</c:v>
                </c:pt>
                <c:pt idx="6409">
                  <c:v>0.328905589</c:v>
                </c:pt>
                <c:pt idx="6410">
                  <c:v>0.34056192899999999</c:v>
                </c:pt>
                <c:pt idx="6411">
                  <c:v>0.35543556399999998</c:v>
                </c:pt>
                <c:pt idx="6412">
                  <c:v>0.37309507400000003</c:v>
                </c:pt>
                <c:pt idx="6413">
                  <c:v>0.36224529999999999</c:v>
                </c:pt>
                <c:pt idx="6414">
                  <c:v>0.38046218700000001</c:v>
                </c:pt>
                <c:pt idx="6415">
                  <c:v>0.57495278599999999</c:v>
                </c:pt>
                <c:pt idx="6416">
                  <c:v>0.67985669400000004</c:v>
                </c:pt>
                <c:pt idx="6417">
                  <c:v>0.76600716499999999</c:v>
                </c:pt>
                <c:pt idx="6418">
                  <c:v>0.76169964199999995</c:v>
                </c:pt>
                <c:pt idx="6419">
                  <c:v>0.76191501800000005</c:v>
                </c:pt>
                <c:pt idx="6420">
                  <c:v>0.76190424899999998</c:v>
                </c:pt>
                <c:pt idx="6421">
                  <c:v>0.76190478800000005</c:v>
                </c:pt>
                <c:pt idx="6422">
                  <c:v>0.76190476100000004</c:v>
                </c:pt>
                <c:pt idx="6423">
                  <c:v>0.76190476200000001</c:v>
                </c:pt>
                <c:pt idx="6424">
                  <c:v>0.76190476200000001</c:v>
                </c:pt>
                <c:pt idx="6425">
                  <c:v>0.76190476200000001</c:v>
                </c:pt>
                <c:pt idx="6426">
                  <c:v>0.76190476200000001</c:v>
                </c:pt>
                <c:pt idx="6427">
                  <c:v>0.76190476200000001</c:v>
                </c:pt>
                <c:pt idx="6428">
                  <c:v>0.70789750699999998</c:v>
                </c:pt>
                <c:pt idx="6429">
                  <c:v>0.68805046999999997</c:v>
                </c:pt>
                <c:pt idx="6430">
                  <c:v>0.625699962</c:v>
                </c:pt>
                <c:pt idx="6431">
                  <c:v>0.59033105500000005</c:v>
                </c:pt>
                <c:pt idx="6432">
                  <c:v>0.568625194</c:v>
                </c:pt>
                <c:pt idx="6433">
                  <c:v>0.52813111599999996</c:v>
                </c:pt>
                <c:pt idx="6434">
                  <c:v>0.48166259099999997</c:v>
                </c:pt>
                <c:pt idx="6435">
                  <c:v>0.440544251</c:v>
                </c:pt>
                <c:pt idx="6436">
                  <c:v>0.39604675</c:v>
                </c:pt>
                <c:pt idx="6437">
                  <c:v>0.45677604100000002</c:v>
                </c:pt>
                <c:pt idx="6438">
                  <c:v>0.50655533200000002</c:v>
                </c:pt>
                <c:pt idx="6439">
                  <c:v>0.67201093300000003</c:v>
                </c:pt>
                <c:pt idx="6440">
                  <c:v>0.76639945300000001</c:v>
                </c:pt>
                <c:pt idx="6441">
                  <c:v>0.76168002700000004</c:v>
                </c:pt>
                <c:pt idx="6442">
                  <c:v>0.76191599899999995</c:v>
                </c:pt>
                <c:pt idx="6443">
                  <c:v>0.76190420000000003</c:v>
                </c:pt>
                <c:pt idx="6444">
                  <c:v>0.76190479</c:v>
                </c:pt>
                <c:pt idx="6445">
                  <c:v>0.76190476100000004</c:v>
                </c:pt>
                <c:pt idx="6446">
                  <c:v>0.76190476200000001</c:v>
                </c:pt>
                <c:pt idx="6447">
                  <c:v>0.76190476200000001</c:v>
                </c:pt>
                <c:pt idx="6448">
                  <c:v>0.76190476200000001</c:v>
                </c:pt>
                <c:pt idx="6449">
                  <c:v>0.76190476200000001</c:v>
                </c:pt>
                <c:pt idx="6450">
                  <c:v>0.76190476200000001</c:v>
                </c:pt>
                <c:pt idx="6451">
                  <c:v>0.69916564999999997</c:v>
                </c:pt>
                <c:pt idx="6452">
                  <c:v>0.69455146700000003</c:v>
                </c:pt>
                <c:pt idx="6453">
                  <c:v>0.71382603099999997</c:v>
                </c:pt>
                <c:pt idx="6454">
                  <c:v>0.755578902</c:v>
                </c:pt>
                <c:pt idx="6455">
                  <c:v>0.76222105500000004</c:v>
                </c:pt>
                <c:pt idx="6456">
                  <c:v>0.76188894699999998</c:v>
                </c:pt>
                <c:pt idx="6457">
                  <c:v>0.76190555299999996</c:v>
                </c:pt>
                <c:pt idx="6458">
                  <c:v>0.76190472200000003</c:v>
                </c:pt>
                <c:pt idx="6459">
                  <c:v>0.72926683299999995</c:v>
                </c:pt>
                <c:pt idx="6460">
                  <c:v>0.734278871</c:v>
                </c:pt>
                <c:pt idx="6461">
                  <c:v>0.68322346</c:v>
                </c:pt>
                <c:pt idx="6462">
                  <c:v>0.62051389999999995</c:v>
                </c:pt>
                <c:pt idx="6463">
                  <c:v>0.61697496200000002</c:v>
                </c:pt>
                <c:pt idx="6464">
                  <c:v>0.72561646499999999</c:v>
                </c:pt>
                <c:pt idx="6465">
                  <c:v>0.67878116200000005</c:v>
                </c:pt>
                <c:pt idx="6466">
                  <c:v>0.69382610300000003</c:v>
                </c:pt>
                <c:pt idx="6467">
                  <c:v>0.76530869499999998</c:v>
                </c:pt>
                <c:pt idx="6468">
                  <c:v>0.76173456500000003</c:v>
                </c:pt>
                <c:pt idx="6469">
                  <c:v>0.76191327200000003</c:v>
                </c:pt>
                <c:pt idx="6470">
                  <c:v>0.76190433599999996</c:v>
                </c:pt>
                <c:pt idx="6471">
                  <c:v>0.76190478299999997</c:v>
                </c:pt>
                <c:pt idx="6472">
                  <c:v>0.76190476100000004</c:v>
                </c:pt>
                <c:pt idx="6473">
                  <c:v>0.76190476200000001</c:v>
                </c:pt>
                <c:pt idx="6474">
                  <c:v>0.76190476200000001</c:v>
                </c:pt>
                <c:pt idx="6475">
                  <c:v>0.76190476200000001</c:v>
                </c:pt>
                <c:pt idx="6476">
                  <c:v>0.75332924199999995</c:v>
                </c:pt>
                <c:pt idx="6477">
                  <c:v>0.76233353800000003</c:v>
                </c:pt>
                <c:pt idx="6478">
                  <c:v>0.76188332299999995</c:v>
                </c:pt>
                <c:pt idx="6479">
                  <c:v>0.761905834</c:v>
                </c:pt>
                <c:pt idx="6480">
                  <c:v>0.76190470799999999</c:v>
                </c:pt>
                <c:pt idx="6481">
                  <c:v>0.76190476500000004</c:v>
                </c:pt>
                <c:pt idx="6482">
                  <c:v>0.76190476200000001</c:v>
                </c:pt>
                <c:pt idx="6483">
                  <c:v>0.76190476200000001</c:v>
                </c:pt>
                <c:pt idx="6484">
                  <c:v>0.73064506200000001</c:v>
                </c:pt>
                <c:pt idx="6485">
                  <c:v>0.69090133300000001</c:v>
                </c:pt>
                <c:pt idx="6486">
                  <c:v>0.63620770999999998</c:v>
                </c:pt>
                <c:pt idx="6487">
                  <c:v>0.66017609399999999</c:v>
                </c:pt>
                <c:pt idx="6488">
                  <c:v>0.72991392600000005</c:v>
                </c:pt>
                <c:pt idx="6489">
                  <c:v>0.76350430400000002</c:v>
                </c:pt>
                <c:pt idx="6490">
                  <c:v>0.73844458099999999</c:v>
                </c:pt>
                <c:pt idx="6491">
                  <c:v>0.72559724699999995</c:v>
                </c:pt>
                <c:pt idx="6492">
                  <c:v>0.76372013800000005</c:v>
                </c:pt>
                <c:pt idx="6493">
                  <c:v>0.76181399299999997</c:v>
                </c:pt>
                <c:pt idx="6494">
                  <c:v>0.76190930000000001</c:v>
                </c:pt>
                <c:pt idx="6495">
                  <c:v>0.76190453499999999</c:v>
                </c:pt>
                <c:pt idx="6496">
                  <c:v>0.74590401200000001</c:v>
                </c:pt>
                <c:pt idx="6497">
                  <c:v>0.76270479899999999</c:v>
                </c:pt>
                <c:pt idx="6498">
                  <c:v>0.76186476000000003</c:v>
                </c:pt>
                <c:pt idx="6499">
                  <c:v>0.694258877</c:v>
                </c:pt>
                <c:pt idx="6500">
                  <c:v>0.68185891099999996</c:v>
                </c:pt>
                <c:pt idx="6501">
                  <c:v>0.64795950899999999</c:v>
                </c:pt>
                <c:pt idx="6502">
                  <c:v>0.68762363000000004</c:v>
                </c:pt>
                <c:pt idx="6503">
                  <c:v>0.68989206199999997</c:v>
                </c:pt>
                <c:pt idx="6504">
                  <c:v>0.69225868000000002</c:v>
                </c:pt>
                <c:pt idx="6505">
                  <c:v>0.64308547400000005</c:v>
                </c:pt>
                <c:pt idx="6506">
                  <c:v>0.67363088999999998</c:v>
                </c:pt>
                <c:pt idx="6507">
                  <c:v>0.64228241799999997</c:v>
                </c:pt>
                <c:pt idx="6508">
                  <c:v>0.59758935000000002</c:v>
                </c:pt>
                <c:pt idx="6509">
                  <c:v>0.55275402500000004</c:v>
                </c:pt>
                <c:pt idx="6510">
                  <c:v>0.50056284299999998</c:v>
                </c:pt>
                <c:pt idx="6511">
                  <c:v>0.51533212799999994</c:v>
                </c:pt>
                <c:pt idx="6512">
                  <c:v>0.66458028499999999</c:v>
                </c:pt>
                <c:pt idx="6513">
                  <c:v>0.74727179099999996</c:v>
                </c:pt>
                <c:pt idx="6514">
                  <c:v>0.76263641000000004</c:v>
                </c:pt>
                <c:pt idx="6515">
                  <c:v>0.76186817900000003</c:v>
                </c:pt>
                <c:pt idx="6516">
                  <c:v>0.76190659100000002</c:v>
                </c:pt>
                <c:pt idx="6517">
                  <c:v>0.76190466999999995</c:v>
                </c:pt>
                <c:pt idx="6518">
                  <c:v>0.76190476600000001</c:v>
                </c:pt>
                <c:pt idx="6519">
                  <c:v>0.76190476200000001</c:v>
                </c:pt>
                <c:pt idx="6520">
                  <c:v>0.76190476200000001</c:v>
                </c:pt>
                <c:pt idx="6521">
                  <c:v>0.76190476200000001</c:v>
                </c:pt>
                <c:pt idx="6522">
                  <c:v>0.76190476200000001</c:v>
                </c:pt>
                <c:pt idx="6523">
                  <c:v>0.72436647499999995</c:v>
                </c:pt>
                <c:pt idx="6524">
                  <c:v>0.76378167600000002</c:v>
                </c:pt>
                <c:pt idx="6525">
                  <c:v>0.66705753499999998</c:v>
                </c:pt>
                <c:pt idx="6526">
                  <c:v>0.60001764499999999</c:v>
                </c:pt>
                <c:pt idx="6527">
                  <c:v>0.51562480399999999</c:v>
                </c:pt>
                <c:pt idx="6528">
                  <c:v>0.46756003299999999</c:v>
                </c:pt>
                <c:pt idx="6529">
                  <c:v>0.42847659799999999</c:v>
                </c:pt>
                <c:pt idx="6530">
                  <c:v>0.45367653499999999</c:v>
                </c:pt>
                <c:pt idx="6531">
                  <c:v>0.49506640499999999</c:v>
                </c:pt>
                <c:pt idx="6532">
                  <c:v>0.55675597600000004</c:v>
                </c:pt>
                <c:pt idx="6533">
                  <c:v>0.53711489899999998</c:v>
                </c:pt>
                <c:pt idx="6534">
                  <c:v>0.49417661299999999</c:v>
                </c:pt>
                <c:pt idx="6535">
                  <c:v>0.51281901399999996</c:v>
                </c:pt>
                <c:pt idx="6536">
                  <c:v>0.553023335</c:v>
                </c:pt>
                <c:pt idx="6537">
                  <c:v>0.47570927800000001</c:v>
                </c:pt>
                <c:pt idx="6538">
                  <c:v>0.45285641300000001</c:v>
                </c:pt>
                <c:pt idx="6539">
                  <c:v>0.39237155000000001</c:v>
                </c:pt>
                <c:pt idx="6540">
                  <c:v>0.406553004</c:v>
                </c:pt>
                <c:pt idx="6541">
                  <c:v>0.44592091299999997</c:v>
                </c:pt>
                <c:pt idx="6542">
                  <c:v>0.56727109200000003</c:v>
                </c:pt>
                <c:pt idx="6543">
                  <c:v>0.66058923999999997</c:v>
                </c:pt>
                <c:pt idx="6544">
                  <c:v>0.65787719600000005</c:v>
                </c:pt>
                <c:pt idx="6545">
                  <c:v>0.65247476599999998</c:v>
                </c:pt>
                <c:pt idx="6546">
                  <c:v>0.60629236500000006</c:v>
                </c:pt>
                <c:pt idx="6547">
                  <c:v>0.492622597</c:v>
                </c:pt>
                <c:pt idx="6548">
                  <c:v>0.54663915399999996</c:v>
                </c:pt>
                <c:pt idx="6549">
                  <c:v>0.54810749400000003</c:v>
                </c:pt>
                <c:pt idx="6550">
                  <c:v>0.53596946700000003</c:v>
                </c:pt>
                <c:pt idx="6551">
                  <c:v>0.57825308500000006</c:v>
                </c:pt>
                <c:pt idx="6552">
                  <c:v>0.59243674800000001</c:v>
                </c:pt>
                <c:pt idx="6553">
                  <c:v>0.59848956399999997</c:v>
                </c:pt>
                <c:pt idx="6554">
                  <c:v>0.57891913900000003</c:v>
                </c:pt>
                <c:pt idx="6555">
                  <c:v>0.55566683500000003</c:v>
                </c:pt>
                <c:pt idx="6556">
                  <c:v>0.51152909800000002</c:v>
                </c:pt>
                <c:pt idx="6557">
                  <c:v>0.62442127199999997</c:v>
                </c:pt>
                <c:pt idx="6558">
                  <c:v>0.62873119300000002</c:v>
                </c:pt>
                <c:pt idx="6559">
                  <c:v>0.76856343999999999</c:v>
                </c:pt>
                <c:pt idx="6560">
                  <c:v>0.76157182800000001</c:v>
                </c:pt>
                <c:pt idx="6561">
                  <c:v>0.76192140900000005</c:v>
                </c:pt>
                <c:pt idx="6562">
                  <c:v>0.76190393000000001</c:v>
                </c:pt>
                <c:pt idx="6563">
                  <c:v>0.76190480400000005</c:v>
                </c:pt>
                <c:pt idx="6564">
                  <c:v>0.76190475999999996</c:v>
                </c:pt>
                <c:pt idx="6565">
                  <c:v>0.76190476200000001</c:v>
                </c:pt>
                <c:pt idx="6566">
                  <c:v>0.76190476200000001</c:v>
                </c:pt>
                <c:pt idx="6567">
                  <c:v>0.76190476200000001</c:v>
                </c:pt>
                <c:pt idx="6568">
                  <c:v>0.76190476200000001</c:v>
                </c:pt>
                <c:pt idx="6569">
                  <c:v>0.76190476200000001</c:v>
                </c:pt>
                <c:pt idx="6570">
                  <c:v>0.76190476200000001</c:v>
                </c:pt>
                <c:pt idx="6571">
                  <c:v>0.76190476200000001</c:v>
                </c:pt>
                <c:pt idx="6572">
                  <c:v>0.65317417</c:v>
                </c:pt>
                <c:pt idx="6573">
                  <c:v>0.54102583599999998</c:v>
                </c:pt>
                <c:pt idx="6574">
                  <c:v>0.49244194099999999</c:v>
                </c:pt>
                <c:pt idx="6575">
                  <c:v>0.42097075</c:v>
                </c:pt>
                <c:pt idx="6576">
                  <c:v>0.3657397</c:v>
                </c:pt>
                <c:pt idx="6577">
                  <c:v>0.32540687400000001</c:v>
                </c:pt>
                <c:pt idx="6578">
                  <c:v>0.29942207700000001</c:v>
                </c:pt>
                <c:pt idx="6579">
                  <c:v>0.30982517300000001</c:v>
                </c:pt>
                <c:pt idx="6580">
                  <c:v>0.27361150400000001</c:v>
                </c:pt>
                <c:pt idx="6581">
                  <c:v>0.247979954</c:v>
                </c:pt>
                <c:pt idx="6582">
                  <c:v>0.34820572500000002</c:v>
                </c:pt>
                <c:pt idx="6583">
                  <c:v>0.334378236</c:v>
                </c:pt>
                <c:pt idx="6584">
                  <c:v>0.32202561699999999</c:v>
                </c:pt>
                <c:pt idx="6585">
                  <c:v>0.42399789300000001</c:v>
                </c:pt>
                <c:pt idx="6586">
                  <c:v>0.46176442299999998</c:v>
                </c:pt>
                <c:pt idx="6587">
                  <c:v>0.59420124600000002</c:v>
                </c:pt>
                <c:pt idx="6588">
                  <c:v>0.77028993800000001</c:v>
                </c:pt>
                <c:pt idx="6589">
                  <c:v>0.76148550299999995</c:v>
                </c:pt>
                <c:pt idx="6590">
                  <c:v>0.761925725</c:v>
                </c:pt>
                <c:pt idx="6591">
                  <c:v>0.76190371400000001</c:v>
                </c:pt>
                <c:pt idx="6592">
                  <c:v>0.76190481399999999</c:v>
                </c:pt>
                <c:pt idx="6593">
                  <c:v>0.76190475899999999</c:v>
                </c:pt>
                <c:pt idx="6594">
                  <c:v>0.76190476200000001</c:v>
                </c:pt>
                <c:pt idx="6595">
                  <c:v>0.74678213999999998</c:v>
                </c:pt>
                <c:pt idx="6596">
                  <c:v>0.61902754299999996</c:v>
                </c:pt>
                <c:pt idx="6597">
                  <c:v>0.61373993199999999</c:v>
                </c:pt>
                <c:pt idx="6598">
                  <c:v>0.502509388</c:v>
                </c:pt>
                <c:pt idx="6599">
                  <c:v>0.41722008199999999</c:v>
                </c:pt>
                <c:pt idx="6600">
                  <c:v>0.34614600499999998</c:v>
                </c:pt>
                <c:pt idx="6601">
                  <c:v>0.35160615699999997</c:v>
                </c:pt>
                <c:pt idx="6602">
                  <c:v>0.462798294</c:v>
                </c:pt>
                <c:pt idx="6603">
                  <c:v>0.58379559700000005</c:v>
                </c:pt>
                <c:pt idx="6604">
                  <c:v>0.69135831800000003</c:v>
                </c:pt>
                <c:pt idx="6605">
                  <c:v>0.70224170100000005</c:v>
                </c:pt>
                <c:pt idx="6606">
                  <c:v>0.678301983</c:v>
                </c:pt>
                <c:pt idx="6607">
                  <c:v>0.64547864600000004</c:v>
                </c:pt>
                <c:pt idx="6608">
                  <c:v>0.76772606799999998</c:v>
                </c:pt>
                <c:pt idx="6609">
                  <c:v>0.76161369700000003</c:v>
                </c:pt>
                <c:pt idx="6610">
                  <c:v>0.76191931499999999</c:v>
                </c:pt>
                <c:pt idx="6611">
                  <c:v>0.76190403399999995</c:v>
                </c:pt>
                <c:pt idx="6612">
                  <c:v>0.73967570800000004</c:v>
                </c:pt>
                <c:pt idx="6613">
                  <c:v>0.75821335899999998</c:v>
                </c:pt>
                <c:pt idx="6614">
                  <c:v>0.73475235299999997</c:v>
                </c:pt>
                <c:pt idx="6615">
                  <c:v>0.76326238199999996</c:v>
                </c:pt>
                <c:pt idx="6616">
                  <c:v>0.72593875100000005</c:v>
                </c:pt>
                <c:pt idx="6617">
                  <c:v>0.666839179</c:v>
                </c:pt>
                <c:pt idx="6618">
                  <c:v>0.58896542500000004</c:v>
                </c:pt>
                <c:pt idx="6619">
                  <c:v>0.45376588000000001</c:v>
                </c:pt>
                <c:pt idx="6620">
                  <c:v>0.37424047199999999</c:v>
                </c:pt>
                <c:pt idx="6621">
                  <c:v>0.310150433</c:v>
                </c:pt>
                <c:pt idx="6622">
                  <c:v>0.34910573</c:v>
                </c:pt>
                <c:pt idx="6623">
                  <c:v>0.41017790300000001</c:v>
                </c:pt>
                <c:pt idx="6624">
                  <c:v>0.49416591399999998</c:v>
                </c:pt>
                <c:pt idx="6625">
                  <c:v>0.602884058</c:v>
                </c:pt>
                <c:pt idx="6626">
                  <c:v>0.61389798200000001</c:v>
                </c:pt>
                <c:pt idx="6627">
                  <c:v>0.57350891900000001</c:v>
                </c:pt>
                <c:pt idx="6628">
                  <c:v>0.52634450899999996</c:v>
                </c:pt>
                <c:pt idx="6629">
                  <c:v>0.48965102399999999</c:v>
                </c:pt>
                <c:pt idx="6630">
                  <c:v>0.44184648900000001</c:v>
                </c:pt>
                <c:pt idx="6631">
                  <c:v>0.40879602100000001</c:v>
                </c:pt>
                <c:pt idx="6632">
                  <c:v>0.46728188300000001</c:v>
                </c:pt>
                <c:pt idx="6633">
                  <c:v>0.435271984</c:v>
                </c:pt>
                <c:pt idx="6634">
                  <c:v>0.47446949100000002</c:v>
                </c:pt>
                <c:pt idx="6635">
                  <c:v>0.57832209800000001</c:v>
                </c:pt>
                <c:pt idx="6636">
                  <c:v>0.77108389499999996</c:v>
                </c:pt>
                <c:pt idx="6637">
                  <c:v>0.76144580500000003</c:v>
                </c:pt>
                <c:pt idx="6638">
                  <c:v>0.76192771000000004</c:v>
                </c:pt>
                <c:pt idx="6639">
                  <c:v>0.76190361500000003</c:v>
                </c:pt>
                <c:pt idx="6640">
                  <c:v>0.76190481899999996</c:v>
                </c:pt>
                <c:pt idx="6641">
                  <c:v>0.76190475899999999</c:v>
                </c:pt>
                <c:pt idx="6642">
                  <c:v>0.684093179</c:v>
                </c:pt>
                <c:pt idx="6643">
                  <c:v>0.52612176899999996</c:v>
                </c:pt>
                <c:pt idx="6644">
                  <c:v>0.376608993</c:v>
                </c:pt>
                <c:pt idx="6645">
                  <c:v>0.22814441799999999</c:v>
                </c:pt>
                <c:pt idx="6646">
                  <c:v>0.15999365199999999</c:v>
                </c:pt>
                <c:pt idx="6647">
                  <c:v>0.110422406</c:v>
                </c:pt>
                <c:pt idx="6648">
                  <c:v>8.2542671999999997E-2</c:v>
                </c:pt>
                <c:pt idx="6649">
                  <c:v>0.11628160899999999</c:v>
                </c:pt>
                <c:pt idx="6650">
                  <c:v>0.10460230600000001</c:v>
                </c:pt>
                <c:pt idx="6651">
                  <c:v>8.2148081999999997E-2</c:v>
                </c:pt>
                <c:pt idx="6652">
                  <c:v>6.8757464000000004E-2</c:v>
                </c:pt>
                <c:pt idx="6653">
                  <c:v>4.7960506999999999E-2</c:v>
                </c:pt>
                <c:pt idx="6654">
                  <c:v>4.7960506999999999E-2</c:v>
                </c:pt>
                <c:pt idx="6655">
                  <c:v>6.4399691999999994E-2</c:v>
                </c:pt>
                <c:pt idx="6656">
                  <c:v>0.22307075200000001</c:v>
                </c:pt>
                <c:pt idx="6657">
                  <c:v>0.45395094600000002</c:v>
                </c:pt>
                <c:pt idx="6658">
                  <c:v>0.72558765700000005</c:v>
                </c:pt>
                <c:pt idx="6659">
                  <c:v>0.76372061700000005</c:v>
                </c:pt>
                <c:pt idx="6660">
                  <c:v>0.76181396899999998</c:v>
                </c:pt>
                <c:pt idx="6661">
                  <c:v>0.76190930199999995</c:v>
                </c:pt>
                <c:pt idx="6662">
                  <c:v>0.76190453499999999</c:v>
                </c:pt>
                <c:pt idx="6663">
                  <c:v>0.76190477300000004</c:v>
                </c:pt>
                <c:pt idx="6664">
                  <c:v>0.76190476100000004</c:v>
                </c:pt>
                <c:pt idx="6665">
                  <c:v>0.76190476200000001</c:v>
                </c:pt>
                <c:pt idx="6666">
                  <c:v>0.751415481</c:v>
                </c:pt>
                <c:pt idx="6667">
                  <c:v>0.63846754400000005</c:v>
                </c:pt>
                <c:pt idx="6668">
                  <c:v>0.53371417799999998</c:v>
                </c:pt>
                <c:pt idx="6669">
                  <c:v>0.45963502499999997</c:v>
                </c:pt>
                <c:pt idx="6670">
                  <c:v>0.41060114599999997</c:v>
                </c:pt>
                <c:pt idx="6671">
                  <c:v>0.40544033200000001</c:v>
                </c:pt>
                <c:pt idx="6672">
                  <c:v>0.415041147</c:v>
                </c:pt>
                <c:pt idx="6673">
                  <c:v>0.47164278999999998</c:v>
                </c:pt>
                <c:pt idx="6674">
                  <c:v>0.51589220999999996</c:v>
                </c:pt>
                <c:pt idx="6675">
                  <c:v>0.505882728</c:v>
                </c:pt>
                <c:pt idx="6676">
                  <c:v>0.57631741800000003</c:v>
                </c:pt>
                <c:pt idx="6677">
                  <c:v>0.55762266000000005</c:v>
                </c:pt>
                <c:pt idx="6678">
                  <c:v>0.56045153700000006</c:v>
                </c:pt>
                <c:pt idx="6679">
                  <c:v>0.56250369700000002</c:v>
                </c:pt>
                <c:pt idx="6680">
                  <c:v>0.57114735100000003</c:v>
                </c:pt>
                <c:pt idx="6681">
                  <c:v>0.71106037600000005</c:v>
                </c:pt>
                <c:pt idx="6682">
                  <c:v>0.76444698099999997</c:v>
                </c:pt>
                <c:pt idx="6683">
                  <c:v>0.76177765099999994</c:v>
                </c:pt>
                <c:pt idx="6684">
                  <c:v>0.76191111700000003</c:v>
                </c:pt>
                <c:pt idx="6685">
                  <c:v>0.76190444400000001</c:v>
                </c:pt>
                <c:pt idx="6686">
                  <c:v>0.761904778</c:v>
                </c:pt>
                <c:pt idx="6687">
                  <c:v>0.76190476100000004</c:v>
                </c:pt>
                <c:pt idx="6688">
                  <c:v>0.76190476200000001</c:v>
                </c:pt>
                <c:pt idx="6689">
                  <c:v>0.76190476200000001</c:v>
                </c:pt>
                <c:pt idx="6690">
                  <c:v>0.76190476200000001</c:v>
                </c:pt>
                <c:pt idx="6691">
                  <c:v>0.67964577500000001</c:v>
                </c:pt>
                <c:pt idx="6692">
                  <c:v>0.56346375500000001</c:v>
                </c:pt>
                <c:pt idx="6693">
                  <c:v>0.44444190300000003</c:v>
                </c:pt>
                <c:pt idx="6694">
                  <c:v>0.31309053599999997</c:v>
                </c:pt>
                <c:pt idx="6695">
                  <c:v>0.24815648100000001</c:v>
                </c:pt>
                <c:pt idx="6696">
                  <c:v>0.24244479399999999</c:v>
                </c:pt>
                <c:pt idx="6697">
                  <c:v>0.31669930699999999</c:v>
                </c:pt>
                <c:pt idx="6698">
                  <c:v>0.36093796700000003</c:v>
                </c:pt>
                <c:pt idx="6699">
                  <c:v>0.39286741600000002</c:v>
                </c:pt>
                <c:pt idx="6700">
                  <c:v>0.51525900400000002</c:v>
                </c:pt>
                <c:pt idx="6701">
                  <c:v>0.62598883699999996</c:v>
                </c:pt>
                <c:pt idx="6702">
                  <c:v>0.73441600799999995</c:v>
                </c:pt>
                <c:pt idx="6703">
                  <c:v>0.76327920000000005</c:v>
                </c:pt>
                <c:pt idx="6704">
                  <c:v>0.76183604000000005</c:v>
                </c:pt>
                <c:pt idx="6705">
                  <c:v>0.76190819799999998</c:v>
                </c:pt>
                <c:pt idx="6706">
                  <c:v>0.76190458999999999</c:v>
                </c:pt>
                <c:pt idx="6707">
                  <c:v>0.76190477000000001</c:v>
                </c:pt>
                <c:pt idx="6708">
                  <c:v>0.76190476100000004</c:v>
                </c:pt>
                <c:pt idx="6709">
                  <c:v>0.76190476200000001</c:v>
                </c:pt>
                <c:pt idx="6710">
                  <c:v>0.76190476200000001</c:v>
                </c:pt>
                <c:pt idx="6711">
                  <c:v>0.76190476200000001</c:v>
                </c:pt>
                <c:pt idx="6712">
                  <c:v>0.76190476200000001</c:v>
                </c:pt>
                <c:pt idx="6713">
                  <c:v>0.76190476200000001</c:v>
                </c:pt>
                <c:pt idx="6714">
                  <c:v>0.76190476200000001</c:v>
                </c:pt>
                <c:pt idx="6715">
                  <c:v>0.76190476200000001</c:v>
                </c:pt>
                <c:pt idx="6716">
                  <c:v>0.75296068400000005</c:v>
                </c:pt>
                <c:pt idx="6717">
                  <c:v>0.73131031800000001</c:v>
                </c:pt>
                <c:pt idx="6718">
                  <c:v>0.76343448400000002</c:v>
                </c:pt>
                <c:pt idx="6719">
                  <c:v>0.76182827600000003</c:v>
                </c:pt>
                <c:pt idx="6720">
                  <c:v>0.761908586</c:v>
                </c:pt>
                <c:pt idx="6721">
                  <c:v>0.75329315500000005</c:v>
                </c:pt>
                <c:pt idx="6722">
                  <c:v>0.70100180099999998</c:v>
                </c:pt>
                <c:pt idx="6723">
                  <c:v>0.68000463499999997</c:v>
                </c:pt>
                <c:pt idx="6724">
                  <c:v>0.76599976800000003</c:v>
                </c:pt>
                <c:pt idx="6725">
                  <c:v>0.76170001200000004</c:v>
                </c:pt>
                <c:pt idx="6726">
                  <c:v>0.76191499900000004</c:v>
                </c:pt>
                <c:pt idx="6727">
                  <c:v>0.76190424999999995</c:v>
                </c:pt>
                <c:pt idx="6728">
                  <c:v>0.76190478699999997</c:v>
                </c:pt>
                <c:pt idx="6729">
                  <c:v>0.75787481599999995</c:v>
                </c:pt>
                <c:pt idx="6730">
                  <c:v>0.76210625899999995</c:v>
                </c:pt>
                <c:pt idx="6731">
                  <c:v>0.76189468699999996</c:v>
                </c:pt>
                <c:pt idx="6732">
                  <c:v>0.76190526599999997</c:v>
                </c:pt>
                <c:pt idx="6733">
                  <c:v>0.76190473700000005</c:v>
                </c:pt>
                <c:pt idx="6734">
                  <c:v>0.76190476299999998</c:v>
                </c:pt>
                <c:pt idx="6735">
                  <c:v>0.76190476200000001</c:v>
                </c:pt>
                <c:pt idx="6736">
                  <c:v>0.76190476200000001</c:v>
                </c:pt>
                <c:pt idx="6737">
                  <c:v>0.76190476200000001</c:v>
                </c:pt>
                <c:pt idx="6738">
                  <c:v>0.76190476200000001</c:v>
                </c:pt>
                <c:pt idx="6739">
                  <c:v>0.76190476200000001</c:v>
                </c:pt>
                <c:pt idx="6740">
                  <c:v>0.76190476200000001</c:v>
                </c:pt>
                <c:pt idx="6741">
                  <c:v>0.76190476200000001</c:v>
                </c:pt>
                <c:pt idx="6742">
                  <c:v>0.76190476200000001</c:v>
                </c:pt>
                <c:pt idx="6743">
                  <c:v>0.76190476200000001</c:v>
                </c:pt>
                <c:pt idx="6744">
                  <c:v>0.76190476200000001</c:v>
                </c:pt>
                <c:pt idx="6745">
                  <c:v>0.76190476200000001</c:v>
                </c:pt>
                <c:pt idx="6746">
                  <c:v>0.76190476200000001</c:v>
                </c:pt>
                <c:pt idx="6747">
                  <c:v>0.76190476200000001</c:v>
                </c:pt>
                <c:pt idx="6748">
                  <c:v>0.76190476200000001</c:v>
                </c:pt>
                <c:pt idx="6749">
                  <c:v>0.76190476200000001</c:v>
                </c:pt>
                <c:pt idx="6750">
                  <c:v>0.76190476200000001</c:v>
                </c:pt>
                <c:pt idx="6751">
                  <c:v>0.76190476200000001</c:v>
                </c:pt>
                <c:pt idx="6752">
                  <c:v>0.72380681300000005</c:v>
                </c:pt>
                <c:pt idx="6753">
                  <c:v>0.73517156500000003</c:v>
                </c:pt>
                <c:pt idx="6754">
                  <c:v>0.763241422</c:v>
                </c:pt>
                <c:pt idx="6755">
                  <c:v>0.727268099</c:v>
                </c:pt>
                <c:pt idx="6756">
                  <c:v>0.698434675</c:v>
                </c:pt>
                <c:pt idx="6757">
                  <c:v>0.730568255</c:v>
                </c:pt>
                <c:pt idx="6758">
                  <c:v>0.76347158699999995</c:v>
                </c:pt>
                <c:pt idx="6759">
                  <c:v>0.76182642099999998</c:v>
                </c:pt>
                <c:pt idx="6760">
                  <c:v>0.73381501400000004</c:v>
                </c:pt>
                <c:pt idx="6761">
                  <c:v>0.76330924899999997</c:v>
                </c:pt>
                <c:pt idx="6762">
                  <c:v>0.65924504299999998</c:v>
                </c:pt>
                <c:pt idx="6763">
                  <c:v>0.55213932700000001</c:v>
                </c:pt>
                <c:pt idx="6764">
                  <c:v>0.43994297399999999</c:v>
                </c:pt>
                <c:pt idx="6765">
                  <c:v>0.30559652300000001</c:v>
                </c:pt>
                <c:pt idx="6766">
                  <c:v>0.28032351799999999</c:v>
                </c:pt>
                <c:pt idx="6767">
                  <c:v>0.198460992</c:v>
                </c:pt>
                <c:pt idx="6768">
                  <c:v>0.22640761600000001</c:v>
                </c:pt>
                <c:pt idx="6769">
                  <c:v>0.258627194</c:v>
                </c:pt>
                <c:pt idx="6770">
                  <c:v>0.29053709500000002</c:v>
                </c:pt>
                <c:pt idx="6771">
                  <c:v>0.36125067199999999</c:v>
                </c:pt>
                <c:pt idx="6772">
                  <c:v>0.35459327000000002</c:v>
                </c:pt>
                <c:pt idx="6773">
                  <c:v>0.32539278700000002</c:v>
                </c:pt>
                <c:pt idx="6774">
                  <c:v>0.27156881799999999</c:v>
                </c:pt>
                <c:pt idx="6775">
                  <c:v>0.21244623500000001</c:v>
                </c:pt>
                <c:pt idx="6776">
                  <c:v>0.163768367</c:v>
                </c:pt>
                <c:pt idx="6777">
                  <c:v>0.162586908</c:v>
                </c:pt>
                <c:pt idx="6778">
                  <c:v>0.20251929699999999</c:v>
                </c:pt>
                <c:pt idx="6779">
                  <c:v>0.30848909899999999</c:v>
                </c:pt>
                <c:pt idx="6780">
                  <c:v>0.29144267299999999</c:v>
                </c:pt>
                <c:pt idx="6781">
                  <c:v>0.29650817800000001</c:v>
                </c:pt>
                <c:pt idx="6782">
                  <c:v>0.323408005</c:v>
                </c:pt>
                <c:pt idx="6783">
                  <c:v>0.32062806599999999</c:v>
                </c:pt>
                <c:pt idx="6784">
                  <c:v>0.28303057300000001</c:v>
                </c:pt>
                <c:pt idx="6785">
                  <c:v>0.20632013900000001</c:v>
                </c:pt>
                <c:pt idx="6786">
                  <c:v>0.122740721</c:v>
                </c:pt>
                <c:pt idx="6787">
                  <c:v>4.3862963999999997E-2</c:v>
                </c:pt>
                <c:pt idx="6788">
                  <c:v>4.3862963999999997E-2</c:v>
                </c:pt>
                <c:pt idx="6789">
                  <c:v>4.3862963999999997E-2</c:v>
                </c:pt>
                <c:pt idx="6790">
                  <c:v>4.3862963999999997E-2</c:v>
                </c:pt>
                <c:pt idx="6791">
                  <c:v>6.4796642000000002E-2</c:v>
                </c:pt>
                <c:pt idx="6792">
                  <c:v>4.6760167999999998E-2</c:v>
                </c:pt>
                <c:pt idx="6793">
                  <c:v>0.117512114</c:v>
                </c:pt>
                <c:pt idx="6794">
                  <c:v>0.128543979</c:v>
                </c:pt>
                <c:pt idx="6795">
                  <c:v>0.12708708199999999</c:v>
                </c:pt>
                <c:pt idx="6796">
                  <c:v>0.24742972899999999</c:v>
                </c:pt>
                <c:pt idx="6797">
                  <c:v>0.343817453</c:v>
                </c:pt>
                <c:pt idx="6798">
                  <c:v>0.39530463599999999</c:v>
                </c:pt>
                <c:pt idx="6799">
                  <c:v>0.48368311400000003</c:v>
                </c:pt>
                <c:pt idx="6800">
                  <c:v>0.57320322499999998</c:v>
                </c:pt>
                <c:pt idx="6801">
                  <c:v>0.60681505899999999</c:v>
                </c:pt>
                <c:pt idx="6802">
                  <c:v>0.64622528700000004</c:v>
                </c:pt>
                <c:pt idx="6803">
                  <c:v>0.734750711</c:v>
                </c:pt>
                <c:pt idx="6804">
                  <c:v>0.74051681400000002</c:v>
                </c:pt>
                <c:pt idx="6805">
                  <c:v>0.76297415899999999</c:v>
                </c:pt>
                <c:pt idx="6806">
                  <c:v>0.76185129200000001</c:v>
                </c:pt>
                <c:pt idx="6807">
                  <c:v>0.76190743500000002</c:v>
                </c:pt>
                <c:pt idx="6808">
                  <c:v>0.76190462800000003</c:v>
                </c:pt>
                <c:pt idx="6809">
                  <c:v>0.76190476900000004</c:v>
                </c:pt>
                <c:pt idx="6810">
                  <c:v>0.76190476200000001</c:v>
                </c:pt>
                <c:pt idx="6811">
                  <c:v>0.70279440199999998</c:v>
                </c:pt>
                <c:pt idx="6812">
                  <c:v>0.60516773000000001</c:v>
                </c:pt>
                <c:pt idx="6813">
                  <c:v>0.45690047499999997</c:v>
                </c:pt>
                <c:pt idx="6814">
                  <c:v>0.374067494</c:v>
                </c:pt>
                <c:pt idx="6815">
                  <c:v>0.27506276099999999</c:v>
                </c:pt>
                <c:pt idx="6816">
                  <c:v>0.26245975300000002</c:v>
                </c:pt>
                <c:pt idx="6817">
                  <c:v>0.27547643999999999</c:v>
                </c:pt>
                <c:pt idx="6818">
                  <c:v>0.39831032</c:v>
                </c:pt>
                <c:pt idx="6819">
                  <c:v>0.44827774199999998</c:v>
                </c:pt>
                <c:pt idx="6820">
                  <c:v>0.527756954</c:v>
                </c:pt>
                <c:pt idx="6821">
                  <c:v>0.63738688899999996</c:v>
                </c:pt>
                <c:pt idx="6822">
                  <c:v>0.73124085100000003</c:v>
                </c:pt>
                <c:pt idx="6823">
                  <c:v>0.76343795699999994</c:v>
                </c:pt>
                <c:pt idx="6824">
                  <c:v>0.76182810199999995</c:v>
                </c:pt>
                <c:pt idx="6825">
                  <c:v>0.73099457899999998</c:v>
                </c:pt>
                <c:pt idx="6826">
                  <c:v>0.64399284199999995</c:v>
                </c:pt>
                <c:pt idx="6827">
                  <c:v>0.62286940499999999</c:v>
                </c:pt>
                <c:pt idx="6828">
                  <c:v>0.76088966099999999</c:v>
                </c:pt>
                <c:pt idx="6829">
                  <c:v>0.76195551699999997</c:v>
                </c:pt>
                <c:pt idx="6830">
                  <c:v>0.65278652199999998</c:v>
                </c:pt>
                <c:pt idx="6831">
                  <c:v>0.69187948700000002</c:v>
                </c:pt>
                <c:pt idx="6832">
                  <c:v>0.65576727199999996</c:v>
                </c:pt>
                <c:pt idx="6833">
                  <c:v>0.58668422899999995</c:v>
                </c:pt>
                <c:pt idx="6834">
                  <c:v>0.61276749399999997</c:v>
                </c:pt>
                <c:pt idx="6835">
                  <c:v>0.53740774499999999</c:v>
                </c:pt>
                <c:pt idx="6836">
                  <c:v>0.55206691399999996</c:v>
                </c:pt>
                <c:pt idx="6837">
                  <c:v>0.56673344199999998</c:v>
                </c:pt>
                <c:pt idx="6838">
                  <c:v>0.46208097999999997</c:v>
                </c:pt>
                <c:pt idx="6839">
                  <c:v>0.35157625199999998</c:v>
                </c:pt>
                <c:pt idx="6840">
                  <c:v>0.29322918799999997</c:v>
                </c:pt>
                <c:pt idx="6841">
                  <c:v>0.29269619800000002</c:v>
                </c:pt>
                <c:pt idx="6842">
                  <c:v>0.39920551199999998</c:v>
                </c:pt>
                <c:pt idx="6843">
                  <c:v>0.47434200599999998</c:v>
                </c:pt>
                <c:pt idx="6844">
                  <c:v>0.58867676099999999</c:v>
                </c:pt>
                <c:pt idx="6845">
                  <c:v>0.70023058400000004</c:v>
                </c:pt>
                <c:pt idx="6846">
                  <c:v>0.764988471</c:v>
                </c:pt>
                <c:pt idx="6847">
                  <c:v>0.76175057599999996</c:v>
                </c:pt>
                <c:pt idx="6848">
                  <c:v>0.76191247100000004</c:v>
                </c:pt>
                <c:pt idx="6849">
                  <c:v>0.76190437600000005</c:v>
                </c:pt>
                <c:pt idx="6850">
                  <c:v>0.76190478100000003</c:v>
                </c:pt>
                <c:pt idx="6851">
                  <c:v>0.76190476100000004</c:v>
                </c:pt>
                <c:pt idx="6852">
                  <c:v>0.76190476200000001</c:v>
                </c:pt>
                <c:pt idx="6853">
                  <c:v>0.76190476200000001</c:v>
                </c:pt>
                <c:pt idx="6854">
                  <c:v>0.76190476200000001</c:v>
                </c:pt>
                <c:pt idx="6855">
                  <c:v>0.76190476200000001</c:v>
                </c:pt>
                <c:pt idx="6856">
                  <c:v>0.76190476200000001</c:v>
                </c:pt>
                <c:pt idx="6857">
                  <c:v>0.76190476200000001</c:v>
                </c:pt>
                <c:pt idx="6858">
                  <c:v>0.757245693</c:v>
                </c:pt>
                <c:pt idx="6859">
                  <c:v>0.69512718299999998</c:v>
                </c:pt>
                <c:pt idx="6860">
                  <c:v>0.70843006900000005</c:v>
                </c:pt>
                <c:pt idx="6861">
                  <c:v>0.532513448</c:v>
                </c:pt>
                <c:pt idx="6862">
                  <c:v>0.58616354199999998</c:v>
                </c:pt>
                <c:pt idx="6863">
                  <c:v>0.52542328400000005</c:v>
                </c:pt>
                <c:pt idx="6864">
                  <c:v>0.60560345000000004</c:v>
                </c:pt>
                <c:pt idx="6865">
                  <c:v>0.62226066700000005</c:v>
                </c:pt>
                <c:pt idx="6866">
                  <c:v>0.57582505299999998</c:v>
                </c:pt>
                <c:pt idx="6867">
                  <c:v>0.66467499399999996</c:v>
                </c:pt>
                <c:pt idx="6868">
                  <c:v>0.63180098200000001</c:v>
                </c:pt>
                <c:pt idx="6869">
                  <c:v>0.58273300400000005</c:v>
                </c:pt>
                <c:pt idx="6870">
                  <c:v>0.57458616100000004</c:v>
                </c:pt>
                <c:pt idx="6871">
                  <c:v>0.66166568299999995</c:v>
                </c:pt>
                <c:pt idx="6872">
                  <c:v>0.76383258799999998</c:v>
                </c:pt>
                <c:pt idx="6873">
                  <c:v>0.76180837099999998</c:v>
                </c:pt>
                <c:pt idx="6874">
                  <c:v>0.76190958099999995</c:v>
                </c:pt>
                <c:pt idx="6875">
                  <c:v>0.76190452099999995</c:v>
                </c:pt>
                <c:pt idx="6876">
                  <c:v>0.76190477400000001</c:v>
                </c:pt>
                <c:pt idx="6877">
                  <c:v>0.76190476100000004</c:v>
                </c:pt>
                <c:pt idx="6878">
                  <c:v>0.73757492599999996</c:v>
                </c:pt>
                <c:pt idx="6879">
                  <c:v>0.76312125399999997</c:v>
                </c:pt>
                <c:pt idx="6880">
                  <c:v>0.76184393699999997</c:v>
                </c:pt>
                <c:pt idx="6881">
                  <c:v>0.76190780300000005</c:v>
                </c:pt>
                <c:pt idx="6882">
                  <c:v>0.76190460999999998</c:v>
                </c:pt>
                <c:pt idx="6883">
                  <c:v>0.76190477000000001</c:v>
                </c:pt>
                <c:pt idx="6884">
                  <c:v>0.76190476200000001</c:v>
                </c:pt>
                <c:pt idx="6885">
                  <c:v>0.76190476200000001</c:v>
                </c:pt>
                <c:pt idx="6886">
                  <c:v>0.76190476200000001</c:v>
                </c:pt>
                <c:pt idx="6887">
                  <c:v>0.63999797899999999</c:v>
                </c:pt>
                <c:pt idx="6888">
                  <c:v>0.64685550599999997</c:v>
                </c:pt>
                <c:pt idx="6889">
                  <c:v>0.68339311999999997</c:v>
                </c:pt>
                <c:pt idx="6890">
                  <c:v>0.75560531399999997</c:v>
                </c:pt>
                <c:pt idx="6891">
                  <c:v>0.76221973399999998</c:v>
                </c:pt>
                <c:pt idx="6892">
                  <c:v>0.761889013</c:v>
                </c:pt>
                <c:pt idx="6893">
                  <c:v>0.76190554899999996</c:v>
                </c:pt>
                <c:pt idx="6894">
                  <c:v>0.76190472300000001</c:v>
                </c:pt>
                <c:pt idx="6895">
                  <c:v>0.76190476399999996</c:v>
                </c:pt>
                <c:pt idx="6896">
                  <c:v>0.76190476200000001</c:v>
                </c:pt>
                <c:pt idx="6897">
                  <c:v>0.76190476200000001</c:v>
                </c:pt>
                <c:pt idx="6898">
                  <c:v>0.76190476200000001</c:v>
                </c:pt>
                <c:pt idx="6899">
                  <c:v>0.74431661000000005</c:v>
                </c:pt>
                <c:pt idx="6900">
                  <c:v>0.76278416999999998</c:v>
                </c:pt>
                <c:pt idx="6901">
                  <c:v>0.76186079200000001</c:v>
                </c:pt>
                <c:pt idx="6902">
                  <c:v>0.76190696000000002</c:v>
                </c:pt>
                <c:pt idx="6903">
                  <c:v>0.76190465200000002</c:v>
                </c:pt>
                <c:pt idx="6904">
                  <c:v>0.72863255699999996</c:v>
                </c:pt>
                <c:pt idx="6905">
                  <c:v>0.76356837200000005</c:v>
                </c:pt>
                <c:pt idx="6906">
                  <c:v>0.76182158099999997</c:v>
                </c:pt>
                <c:pt idx="6907">
                  <c:v>0.76190892099999996</c:v>
                </c:pt>
                <c:pt idx="6908">
                  <c:v>0.76190455400000001</c:v>
                </c:pt>
                <c:pt idx="6909">
                  <c:v>0.65697764000000003</c:v>
                </c:pt>
                <c:pt idx="6910">
                  <c:v>0.53014828300000005</c:v>
                </c:pt>
                <c:pt idx="6911">
                  <c:v>0.42414002000000001</c:v>
                </c:pt>
                <c:pt idx="6912">
                  <c:v>0.3597938</c:v>
                </c:pt>
                <c:pt idx="6913">
                  <c:v>0.41281885899999998</c:v>
                </c:pt>
                <c:pt idx="6914">
                  <c:v>0.532066182</c:v>
                </c:pt>
                <c:pt idx="6915">
                  <c:v>0.64204375999999996</c:v>
                </c:pt>
                <c:pt idx="6916">
                  <c:v>0.70034886600000001</c:v>
                </c:pt>
                <c:pt idx="6917">
                  <c:v>0.66955683399999999</c:v>
                </c:pt>
                <c:pt idx="6918">
                  <c:v>0.65945447400000001</c:v>
                </c:pt>
                <c:pt idx="6919">
                  <c:v>0.623177435</c:v>
                </c:pt>
                <c:pt idx="6920">
                  <c:v>0.76884112800000004</c:v>
                </c:pt>
                <c:pt idx="6921">
                  <c:v>0.76155794399999999</c:v>
                </c:pt>
                <c:pt idx="6922">
                  <c:v>0.76192210299999996</c:v>
                </c:pt>
                <c:pt idx="6923">
                  <c:v>0.761903895</c:v>
                </c:pt>
                <c:pt idx="6924">
                  <c:v>0.76190480500000002</c:v>
                </c:pt>
                <c:pt idx="6925">
                  <c:v>0.76190475999999996</c:v>
                </c:pt>
                <c:pt idx="6926">
                  <c:v>0.76190476200000001</c:v>
                </c:pt>
                <c:pt idx="6927">
                  <c:v>0.76190476200000001</c:v>
                </c:pt>
                <c:pt idx="6928">
                  <c:v>0.76190476200000001</c:v>
                </c:pt>
                <c:pt idx="6929">
                  <c:v>0.76190476200000001</c:v>
                </c:pt>
                <c:pt idx="6930">
                  <c:v>0.76190476200000001</c:v>
                </c:pt>
                <c:pt idx="6931">
                  <c:v>0.76190476200000001</c:v>
                </c:pt>
                <c:pt idx="6932">
                  <c:v>0.76080589499999995</c:v>
                </c:pt>
                <c:pt idx="6933">
                  <c:v>0.76195970499999999</c:v>
                </c:pt>
                <c:pt idx="6934">
                  <c:v>0.76190201499999999</c:v>
                </c:pt>
                <c:pt idx="6935">
                  <c:v>0.73666553899999998</c:v>
                </c:pt>
                <c:pt idx="6936">
                  <c:v>0.76316672299999999</c:v>
                </c:pt>
                <c:pt idx="6937">
                  <c:v>0.76184166399999997</c:v>
                </c:pt>
                <c:pt idx="6938">
                  <c:v>0.71176885199999995</c:v>
                </c:pt>
                <c:pt idx="6939">
                  <c:v>0.66012183599999996</c:v>
                </c:pt>
                <c:pt idx="6940">
                  <c:v>0.61066837600000001</c:v>
                </c:pt>
                <c:pt idx="6941">
                  <c:v>0.55916636600000003</c:v>
                </c:pt>
                <c:pt idx="6942">
                  <c:v>0.60021783699999998</c:v>
                </c:pt>
                <c:pt idx="6943">
                  <c:v>0.68204494900000001</c:v>
                </c:pt>
                <c:pt idx="6944">
                  <c:v>0.76589775299999996</c:v>
                </c:pt>
                <c:pt idx="6945">
                  <c:v>0.76170511200000002</c:v>
                </c:pt>
                <c:pt idx="6946">
                  <c:v>0.76191474400000003</c:v>
                </c:pt>
                <c:pt idx="6947">
                  <c:v>0.76190426300000003</c:v>
                </c:pt>
                <c:pt idx="6948">
                  <c:v>0.76190478699999997</c:v>
                </c:pt>
                <c:pt idx="6949">
                  <c:v>0.76190476100000004</c:v>
                </c:pt>
                <c:pt idx="6950">
                  <c:v>0.76190476200000001</c:v>
                </c:pt>
                <c:pt idx="6951">
                  <c:v>0.76190476200000001</c:v>
                </c:pt>
                <c:pt idx="6952">
                  <c:v>0.76190476200000001</c:v>
                </c:pt>
                <c:pt idx="6953">
                  <c:v>0.76190476200000001</c:v>
                </c:pt>
                <c:pt idx="6954">
                  <c:v>0.76190476200000001</c:v>
                </c:pt>
                <c:pt idx="6955">
                  <c:v>0.76190476200000001</c:v>
                </c:pt>
                <c:pt idx="6956">
                  <c:v>0.76190476200000001</c:v>
                </c:pt>
                <c:pt idx="6957">
                  <c:v>0.70898519100000001</c:v>
                </c:pt>
                <c:pt idx="6958">
                  <c:v>0.75291762500000003</c:v>
                </c:pt>
                <c:pt idx="6959">
                  <c:v>0.76235411900000005</c:v>
                </c:pt>
                <c:pt idx="6960">
                  <c:v>0.76188229399999996</c:v>
                </c:pt>
                <c:pt idx="6961">
                  <c:v>0.761905885</c:v>
                </c:pt>
                <c:pt idx="6962">
                  <c:v>0.76190470600000004</c:v>
                </c:pt>
                <c:pt idx="6963">
                  <c:v>0.76190476500000004</c:v>
                </c:pt>
                <c:pt idx="6964">
                  <c:v>0.75440659099999996</c:v>
                </c:pt>
                <c:pt idx="6965">
                  <c:v>0.76227966999999996</c:v>
                </c:pt>
                <c:pt idx="6966">
                  <c:v>0.76188601600000005</c:v>
                </c:pt>
                <c:pt idx="6967">
                  <c:v>0.76190569900000005</c:v>
                </c:pt>
                <c:pt idx="6968">
                  <c:v>0.76190471500000001</c:v>
                </c:pt>
                <c:pt idx="6969">
                  <c:v>0.76190476399999996</c:v>
                </c:pt>
                <c:pt idx="6970">
                  <c:v>0.76190476200000001</c:v>
                </c:pt>
                <c:pt idx="6971">
                  <c:v>0.76190476200000001</c:v>
                </c:pt>
                <c:pt idx="6972">
                  <c:v>0.76190476200000001</c:v>
                </c:pt>
                <c:pt idx="6973">
                  <c:v>0.76190476200000001</c:v>
                </c:pt>
                <c:pt idx="6974">
                  <c:v>0.76190476200000001</c:v>
                </c:pt>
                <c:pt idx="6975">
                  <c:v>0.76190476200000001</c:v>
                </c:pt>
                <c:pt idx="6976">
                  <c:v>0.76190476200000001</c:v>
                </c:pt>
                <c:pt idx="6977">
                  <c:v>0.76190476200000001</c:v>
                </c:pt>
                <c:pt idx="6978">
                  <c:v>0.74921951200000003</c:v>
                </c:pt>
                <c:pt idx="6979">
                  <c:v>0.69563059500000002</c:v>
                </c:pt>
                <c:pt idx="6980">
                  <c:v>0.71779466999999997</c:v>
                </c:pt>
                <c:pt idx="6981">
                  <c:v>0.76411026699999995</c:v>
                </c:pt>
                <c:pt idx="6982">
                  <c:v>0.749452495</c:v>
                </c:pt>
                <c:pt idx="6983">
                  <c:v>0.76252737500000001</c:v>
                </c:pt>
                <c:pt idx="6984">
                  <c:v>0.76187363100000005</c:v>
                </c:pt>
                <c:pt idx="6985">
                  <c:v>0.74127183799999996</c:v>
                </c:pt>
                <c:pt idx="6986">
                  <c:v>0.70965060899999999</c:v>
                </c:pt>
                <c:pt idx="6987">
                  <c:v>0.64894057400000005</c:v>
                </c:pt>
                <c:pt idx="6988">
                  <c:v>0.723075417</c:v>
                </c:pt>
                <c:pt idx="6989">
                  <c:v>0.76384622899999999</c:v>
                </c:pt>
                <c:pt idx="6990">
                  <c:v>0.73494811299999996</c:v>
                </c:pt>
                <c:pt idx="6991">
                  <c:v>0.66326291000000004</c:v>
                </c:pt>
                <c:pt idx="6992">
                  <c:v>0.68266942100000005</c:v>
                </c:pt>
                <c:pt idx="6993">
                  <c:v>0.67571876399999997</c:v>
                </c:pt>
                <c:pt idx="6994">
                  <c:v>0.76621406199999997</c:v>
                </c:pt>
                <c:pt idx="6995">
                  <c:v>0.76168929699999999</c:v>
                </c:pt>
                <c:pt idx="6996">
                  <c:v>0.76191553499999998</c:v>
                </c:pt>
                <c:pt idx="6997">
                  <c:v>0.76190422300000005</c:v>
                </c:pt>
                <c:pt idx="6998">
                  <c:v>0.76190478900000003</c:v>
                </c:pt>
                <c:pt idx="6999">
                  <c:v>0.76190476100000004</c:v>
                </c:pt>
                <c:pt idx="7000">
                  <c:v>0.76190476200000001</c:v>
                </c:pt>
                <c:pt idx="7001">
                  <c:v>0.76190476200000001</c:v>
                </c:pt>
                <c:pt idx="7002">
                  <c:v>0.76190476200000001</c:v>
                </c:pt>
                <c:pt idx="7003">
                  <c:v>0.76190476200000001</c:v>
                </c:pt>
                <c:pt idx="7004">
                  <c:v>0.713106401</c:v>
                </c:pt>
                <c:pt idx="7005">
                  <c:v>0.73897966999999998</c:v>
                </c:pt>
                <c:pt idx="7006">
                  <c:v>0.75827911400000003</c:v>
                </c:pt>
                <c:pt idx="7007">
                  <c:v>0.76208604400000002</c:v>
                </c:pt>
                <c:pt idx="7008">
                  <c:v>0.76189569800000001</c:v>
                </c:pt>
                <c:pt idx="7009">
                  <c:v>0.76190521499999997</c:v>
                </c:pt>
                <c:pt idx="7010">
                  <c:v>0.72326288599999999</c:v>
                </c:pt>
                <c:pt idx="7011">
                  <c:v>0.76383685599999995</c:v>
                </c:pt>
                <c:pt idx="7012">
                  <c:v>0.76180815700000004</c:v>
                </c:pt>
                <c:pt idx="7013">
                  <c:v>0.76190959199999997</c:v>
                </c:pt>
                <c:pt idx="7014">
                  <c:v>0.76190451999999997</c:v>
                </c:pt>
                <c:pt idx="7015">
                  <c:v>0.76190477400000001</c:v>
                </c:pt>
                <c:pt idx="7016">
                  <c:v>0.72361842399999998</c:v>
                </c:pt>
                <c:pt idx="7017">
                  <c:v>0.76381907900000001</c:v>
                </c:pt>
                <c:pt idx="7018">
                  <c:v>0.76180904599999999</c:v>
                </c:pt>
                <c:pt idx="7019">
                  <c:v>0.76190954799999999</c:v>
                </c:pt>
                <c:pt idx="7020">
                  <c:v>0.761904523</c:v>
                </c:pt>
                <c:pt idx="7021">
                  <c:v>0.69275203799999996</c:v>
                </c:pt>
                <c:pt idx="7022">
                  <c:v>0.59482473000000002</c:v>
                </c:pt>
                <c:pt idx="7023">
                  <c:v>0.49564870999999999</c:v>
                </c:pt>
                <c:pt idx="7024">
                  <c:v>0.43549106399999998</c:v>
                </c:pt>
                <c:pt idx="7025">
                  <c:v>0.42878191399999999</c:v>
                </c:pt>
                <c:pt idx="7026">
                  <c:v>0.49350015699999999</c:v>
                </c:pt>
                <c:pt idx="7027">
                  <c:v>0.58327335400000002</c:v>
                </c:pt>
                <c:pt idx="7028">
                  <c:v>0.46449064299999998</c:v>
                </c:pt>
                <c:pt idx="7029">
                  <c:v>0.34223979500000001</c:v>
                </c:pt>
                <c:pt idx="7030">
                  <c:v>0.27524224600000002</c:v>
                </c:pt>
                <c:pt idx="7031">
                  <c:v>0.345713722</c:v>
                </c:pt>
                <c:pt idx="7032">
                  <c:v>0.44827206800000002</c:v>
                </c:pt>
                <c:pt idx="7033">
                  <c:v>0.56608535999999998</c:v>
                </c:pt>
                <c:pt idx="7034">
                  <c:v>0.54904990300000001</c:v>
                </c:pt>
                <c:pt idx="7035">
                  <c:v>0.59775977800000002</c:v>
                </c:pt>
                <c:pt idx="7036">
                  <c:v>0.60133798100000002</c:v>
                </c:pt>
                <c:pt idx="7037">
                  <c:v>0.70639526399999997</c:v>
                </c:pt>
                <c:pt idx="7038">
                  <c:v>0.76468023699999998</c:v>
                </c:pt>
                <c:pt idx="7039">
                  <c:v>0.76173644200000001</c:v>
                </c:pt>
                <c:pt idx="7040">
                  <c:v>0.76191317800000002</c:v>
                </c:pt>
                <c:pt idx="7041">
                  <c:v>0.76190434100000004</c:v>
                </c:pt>
                <c:pt idx="7042">
                  <c:v>0.76190478299999997</c:v>
                </c:pt>
                <c:pt idx="7043">
                  <c:v>0.76190476100000004</c:v>
                </c:pt>
                <c:pt idx="7044">
                  <c:v>0.76190476200000001</c:v>
                </c:pt>
                <c:pt idx="7045">
                  <c:v>0.76190476200000001</c:v>
                </c:pt>
                <c:pt idx="7046">
                  <c:v>0.76190476200000001</c:v>
                </c:pt>
                <c:pt idx="7047">
                  <c:v>0.76190476200000001</c:v>
                </c:pt>
                <c:pt idx="7048">
                  <c:v>0.76190476200000001</c:v>
                </c:pt>
                <c:pt idx="7049">
                  <c:v>0.76190476200000001</c:v>
                </c:pt>
                <c:pt idx="7050">
                  <c:v>0.66824985999999997</c:v>
                </c:pt>
                <c:pt idx="7051">
                  <c:v>0.66162578500000002</c:v>
                </c:pt>
                <c:pt idx="7052">
                  <c:v>0.63716162799999998</c:v>
                </c:pt>
                <c:pt idx="7053">
                  <c:v>0.52007396500000003</c:v>
                </c:pt>
                <c:pt idx="7054">
                  <c:v>0.41473400300000002</c:v>
                </c:pt>
                <c:pt idx="7055">
                  <c:v>0.32340962699999998</c:v>
                </c:pt>
                <c:pt idx="7056">
                  <c:v>0.39287796200000003</c:v>
                </c:pt>
                <c:pt idx="7057">
                  <c:v>0.51375132199999995</c:v>
                </c:pt>
                <c:pt idx="7058">
                  <c:v>0.48555974499999999</c:v>
                </c:pt>
                <c:pt idx="7059">
                  <c:v>0.43879533999999998</c:v>
                </c:pt>
                <c:pt idx="7060">
                  <c:v>0.39887509700000001</c:v>
                </c:pt>
                <c:pt idx="7061">
                  <c:v>0.36513030200000002</c:v>
                </c:pt>
                <c:pt idx="7062">
                  <c:v>0.32509239600000001</c:v>
                </c:pt>
                <c:pt idx="7063">
                  <c:v>0.38804969</c:v>
                </c:pt>
                <c:pt idx="7064">
                  <c:v>0.51088266999999998</c:v>
                </c:pt>
                <c:pt idx="7065">
                  <c:v>0.64411094700000004</c:v>
                </c:pt>
                <c:pt idx="7066">
                  <c:v>0.76779445300000004</c:v>
                </c:pt>
                <c:pt idx="7067">
                  <c:v>0.76161027699999995</c:v>
                </c:pt>
                <c:pt idx="7068">
                  <c:v>0.76191948600000003</c:v>
                </c:pt>
                <c:pt idx="7069">
                  <c:v>0.76190402599999996</c:v>
                </c:pt>
                <c:pt idx="7070">
                  <c:v>0.76190479899999997</c:v>
                </c:pt>
                <c:pt idx="7071">
                  <c:v>0.76190475999999996</c:v>
                </c:pt>
                <c:pt idx="7072">
                  <c:v>0.76190476200000001</c:v>
                </c:pt>
                <c:pt idx="7073">
                  <c:v>0.76190476200000001</c:v>
                </c:pt>
                <c:pt idx="7074">
                  <c:v>0.76190476200000001</c:v>
                </c:pt>
                <c:pt idx="7075">
                  <c:v>0.76190476200000001</c:v>
                </c:pt>
                <c:pt idx="7076">
                  <c:v>0.76190476200000001</c:v>
                </c:pt>
                <c:pt idx="7077">
                  <c:v>0.76190476200000001</c:v>
                </c:pt>
                <c:pt idx="7078">
                  <c:v>0.76190476200000001</c:v>
                </c:pt>
                <c:pt idx="7079">
                  <c:v>0.76190476200000001</c:v>
                </c:pt>
                <c:pt idx="7080">
                  <c:v>0.726563564</c:v>
                </c:pt>
                <c:pt idx="7081">
                  <c:v>0.76367182199999994</c:v>
                </c:pt>
                <c:pt idx="7082">
                  <c:v>0.76181640900000003</c:v>
                </c:pt>
                <c:pt idx="7083">
                  <c:v>0.76190917999999996</c:v>
                </c:pt>
                <c:pt idx="7084">
                  <c:v>0.76190454100000005</c:v>
                </c:pt>
                <c:pt idx="7085">
                  <c:v>0.76190477300000004</c:v>
                </c:pt>
                <c:pt idx="7086">
                  <c:v>0.76190476100000004</c:v>
                </c:pt>
                <c:pt idx="7087">
                  <c:v>0.76190476200000001</c:v>
                </c:pt>
                <c:pt idx="7088">
                  <c:v>0.76190476200000001</c:v>
                </c:pt>
                <c:pt idx="7089">
                  <c:v>0.76190476200000001</c:v>
                </c:pt>
                <c:pt idx="7090">
                  <c:v>0.76190476200000001</c:v>
                </c:pt>
                <c:pt idx="7091">
                  <c:v>0.76190476200000001</c:v>
                </c:pt>
                <c:pt idx="7092">
                  <c:v>0.76190476200000001</c:v>
                </c:pt>
                <c:pt idx="7093">
                  <c:v>0.76190476200000001</c:v>
                </c:pt>
                <c:pt idx="7094">
                  <c:v>0.76190476200000001</c:v>
                </c:pt>
                <c:pt idx="7095">
                  <c:v>0.76190476200000001</c:v>
                </c:pt>
                <c:pt idx="7096">
                  <c:v>0.76190476200000001</c:v>
                </c:pt>
                <c:pt idx="7097">
                  <c:v>0.76190476200000001</c:v>
                </c:pt>
                <c:pt idx="7098">
                  <c:v>0.76190476200000001</c:v>
                </c:pt>
                <c:pt idx="7099">
                  <c:v>0.72752002900000001</c:v>
                </c:pt>
                <c:pt idx="7100">
                  <c:v>0.763623999</c:v>
                </c:pt>
                <c:pt idx="7101">
                  <c:v>0.76181880000000002</c:v>
                </c:pt>
                <c:pt idx="7102">
                  <c:v>0.76190906000000003</c:v>
                </c:pt>
                <c:pt idx="7103">
                  <c:v>0.76190454699999999</c:v>
                </c:pt>
                <c:pt idx="7104">
                  <c:v>0.76190477300000004</c:v>
                </c:pt>
                <c:pt idx="7105">
                  <c:v>0.76190476100000004</c:v>
                </c:pt>
                <c:pt idx="7106">
                  <c:v>0.76190476200000001</c:v>
                </c:pt>
                <c:pt idx="7107">
                  <c:v>0.70911747999999997</c:v>
                </c:pt>
                <c:pt idx="7108">
                  <c:v>0.76454412599999999</c:v>
                </c:pt>
                <c:pt idx="7109">
                  <c:v>0.76177279399999998</c:v>
                </c:pt>
                <c:pt idx="7110">
                  <c:v>0.71253606599999997</c:v>
                </c:pt>
                <c:pt idx="7111">
                  <c:v>0.70772758499999999</c:v>
                </c:pt>
                <c:pt idx="7112">
                  <c:v>0.74550497500000001</c:v>
                </c:pt>
                <c:pt idx="7113">
                  <c:v>0.70092478800000002</c:v>
                </c:pt>
                <c:pt idx="7114">
                  <c:v>0.61889674800000005</c:v>
                </c:pt>
                <c:pt idx="7115">
                  <c:v>0.62957141299999997</c:v>
                </c:pt>
                <c:pt idx="7116">
                  <c:v>0.71065367199999996</c:v>
                </c:pt>
                <c:pt idx="7117">
                  <c:v>0.67423085199999999</c:v>
                </c:pt>
                <c:pt idx="7118">
                  <c:v>0.67187998800000004</c:v>
                </c:pt>
                <c:pt idx="7119">
                  <c:v>0.72659788700000005</c:v>
                </c:pt>
                <c:pt idx="7120">
                  <c:v>0.76367010599999996</c:v>
                </c:pt>
                <c:pt idx="7121">
                  <c:v>0.76181649500000004</c:v>
                </c:pt>
                <c:pt idx="7122">
                  <c:v>0.76190917499999999</c:v>
                </c:pt>
                <c:pt idx="7123">
                  <c:v>0.67667942999999997</c:v>
                </c:pt>
                <c:pt idx="7124">
                  <c:v>0.55511487299999995</c:v>
                </c:pt>
                <c:pt idx="7125">
                  <c:v>0.430354036</c:v>
                </c:pt>
                <c:pt idx="7126">
                  <c:v>0.358916138</c:v>
                </c:pt>
                <c:pt idx="7127">
                  <c:v>0.302305404</c:v>
                </c:pt>
                <c:pt idx="7128">
                  <c:v>0.25212222200000001</c:v>
                </c:pt>
                <c:pt idx="7129">
                  <c:v>0.32411741700000002</c:v>
                </c:pt>
                <c:pt idx="7130">
                  <c:v>0.45004380399999999</c:v>
                </c:pt>
                <c:pt idx="7131">
                  <c:v>0.56885411399999997</c:v>
                </c:pt>
                <c:pt idx="7132">
                  <c:v>0.68174920999999999</c:v>
                </c:pt>
                <c:pt idx="7133">
                  <c:v>0.76591253999999998</c:v>
                </c:pt>
                <c:pt idx="7134">
                  <c:v>0.76170437300000005</c:v>
                </c:pt>
                <c:pt idx="7135">
                  <c:v>0.76191478099999999</c:v>
                </c:pt>
                <c:pt idx="7136">
                  <c:v>0.76190426099999997</c:v>
                </c:pt>
                <c:pt idx="7137">
                  <c:v>0.76190478699999997</c:v>
                </c:pt>
                <c:pt idx="7138">
                  <c:v>0.76190476100000004</c:v>
                </c:pt>
                <c:pt idx="7139">
                  <c:v>0.76190476200000001</c:v>
                </c:pt>
                <c:pt idx="7140">
                  <c:v>0.76190476200000001</c:v>
                </c:pt>
                <c:pt idx="7141">
                  <c:v>0.76190476200000001</c:v>
                </c:pt>
                <c:pt idx="7142">
                  <c:v>0.76190476200000001</c:v>
                </c:pt>
                <c:pt idx="7143">
                  <c:v>0.76190476200000001</c:v>
                </c:pt>
                <c:pt idx="7144">
                  <c:v>0.76190476200000001</c:v>
                </c:pt>
                <c:pt idx="7145">
                  <c:v>0.76190476200000001</c:v>
                </c:pt>
                <c:pt idx="7146">
                  <c:v>0.76190476200000001</c:v>
                </c:pt>
                <c:pt idx="7147">
                  <c:v>0.69274739299999999</c:v>
                </c:pt>
                <c:pt idx="7148">
                  <c:v>0.71835611200000005</c:v>
                </c:pt>
                <c:pt idx="7149">
                  <c:v>0.73071724299999996</c:v>
                </c:pt>
                <c:pt idx="7150">
                  <c:v>0.73807670400000003</c:v>
                </c:pt>
                <c:pt idx="7151">
                  <c:v>0.76309616499999999</c:v>
                </c:pt>
                <c:pt idx="7152">
                  <c:v>0.761845192</c:v>
                </c:pt>
                <c:pt idx="7153">
                  <c:v>0.76190774000000006</c:v>
                </c:pt>
                <c:pt idx="7154">
                  <c:v>0.76190461300000001</c:v>
                </c:pt>
                <c:pt idx="7155">
                  <c:v>0.76190476900000004</c:v>
                </c:pt>
                <c:pt idx="7156">
                  <c:v>0.76190476200000001</c:v>
                </c:pt>
                <c:pt idx="7157">
                  <c:v>0.76190476200000001</c:v>
                </c:pt>
                <c:pt idx="7158">
                  <c:v>0.76190476200000001</c:v>
                </c:pt>
                <c:pt idx="7159">
                  <c:v>0.76190476200000001</c:v>
                </c:pt>
                <c:pt idx="7160">
                  <c:v>0.76190476200000001</c:v>
                </c:pt>
                <c:pt idx="7161">
                  <c:v>0.76190476200000001</c:v>
                </c:pt>
                <c:pt idx="7162">
                  <c:v>0.76190476200000001</c:v>
                </c:pt>
                <c:pt idx="7163">
                  <c:v>0.76190476200000001</c:v>
                </c:pt>
                <c:pt idx="7164">
                  <c:v>0.76190476200000001</c:v>
                </c:pt>
                <c:pt idx="7165">
                  <c:v>0.76190476200000001</c:v>
                </c:pt>
                <c:pt idx="7166">
                  <c:v>0.76190476200000001</c:v>
                </c:pt>
                <c:pt idx="7167">
                  <c:v>0.76190476200000001</c:v>
                </c:pt>
                <c:pt idx="7168">
                  <c:v>0.76190476200000001</c:v>
                </c:pt>
                <c:pt idx="7169">
                  <c:v>0.76190476200000001</c:v>
                </c:pt>
                <c:pt idx="7170">
                  <c:v>0.76190476200000001</c:v>
                </c:pt>
                <c:pt idx="7171">
                  <c:v>0.76190476200000001</c:v>
                </c:pt>
                <c:pt idx="7172">
                  <c:v>0.76190476200000001</c:v>
                </c:pt>
                <c:pt idx="7173">
                  <c:v>0.76190476200000001</c:v>
                </c:pt>
                <c:pt idx="7174">
                  <c:v>0.73070906800000002</c:v>
                </c:pt>
                <c:pt idx="7175">
                  <c:v>0.61456495600000005</c:v>
                </c:pt>
                <c:pt idx="7176">
                  <c:v>0.56477874400000005</c:v>
                </c:pt>
                <c:pt idx="7177">
                  <c:v>0.539749331</c:v>
                </c:pt>
                <c:pt idx="7178">
                  <c:v>0.52131011400000005</c:v>
                </c:pt>
                <c:pt idx="7179">
                  <c:v>0.62913408400000004</c:v>
                </c:pt>
                <c:pt idx="7180">
                  <c:v>0.68914046299999998</c:v>
                </c:pt>
                <c:pt idx="7181">
                  <c:v>0.76554297699999996</c:v>
                </c:pt>
                <c:pt idx="7182">
                  <c:v>0.76172285100000003</c:v>
                </c:pt>
                <c:pt idx="7183">
                  <c:v>0.76191385700000003</c:v>
                </c:pt>
                <c:pt idx="7184">
                  <c:v>0.761904307</c:v>
                </c:pt>
                <c:pt idx="7185">
                  <c:v>0.76190478500000003</c:v>
                </c:pt>
                <c:pt idx="7186">
                  <c:v>0.76190476100000004</c:v>
                </c:pt>
                <c:pt idx="7187">
                  <c:v>0.76190476200000001</c:v>
                </c:pt>
                <c:pt idx="7188">
                  <c:v>0.76190476200000001</c:v>
                </c:pt>
                <c:pt idx="7189">
                  <c:v>0.76190476200000001</c:v>
                </c:pt>
                <c:pt idx="7190">
                  <c:v>0.76190476200000001</c:v>
                </c:pt>
                <c:pt idx="7191">
                  <c:v>0.76190476200000001</c:v>
                </c:pt>
                <c:pt idx="7192">
                  <c:v>0.76190476200000001</c:v>
                </c:pt>
                <c:pt idx="7193">
                  <c:v>0.76190476200000001</c:v>
                </c:pt>
                <c:pt idx="7194">
                  <c:v>0.76190476200000001</c:v>
                </c:pt>
                <c:pt idx="7195">
                  <c:v>0.76190476200000001</c:v>
                </c:pt>
                <c:pt idx="7196">
                  <c:v>0.76190476200000001</c:v>
                </c:pt>
                <c:pt idx="7197">
                  <c:v>0.76190476200000001</c:v>
                </c:pt>
                <c:pt idx="7198">
                  <c:v>0.76190476200000001</c:v>
                </c:pt>
                <c:pt idx="7199">
                  <c:v>0.69107284099999999</c:v>
                </c:pt>
                <c:pt idx="7200">
                  <c:v>0.73535800500000004</c:v>
                </c:pt>
                <c:pt idx="7201">
                  <c:v>0.76066864599999995</c:v>
                </c:pt>
                <c:pt idx="7202">
                  <c:v>0.76196656799999996</c:v>
                </c:pt>
                <c:pt idx="7203">
                  <c:v>0.76190167200000003</c:v>
                </c:pt>
                <c:pt idx="7204">
                  <c:v>0.74934147500000003</c:v>
                </c:pt>
                <c:pt idx="7205">
                  <c:v>0.762532926</c:v>
                </c:pt>
                <c:pt idx="7206">
                  <c:v>0.761873354</c:v>
                </c:pt>
                <c:pt idx="7207">
                  <c:v>0.76190633200000002</c:v>
                </c:pt>
                <c:pt idx="7208">
                  <c:v>0.76190468300000003</c:v>
                </c:pt>
                <c:pt idx="7209">
                  <c:v>0.76190476600000001</c:v>
                </c:pt>
                <c:pt idx="7210">
                  <c:v>0.76190476200000001</c:v>
                </c:pt>
                <c:pt idx="7211">
                  <c:v>0.76190476200000001</c:v>
                </c:pt>
                <c:pt idx="7212">
                  <c:v>0.76190476200000001</c:v>
                </c:pt>
                <c:pt idx="7213">
                  <c:v>0.76190476200000001</c:v>
                </c:pt>
                <c:pt idx="7214">
                  <c:v>0.76190476200000001</c:v>
                </c:pt>
                <c:pt idx="7215">
                  <c:v>0.76190476200000001</c:v>
                </c:pt>
                <c:pt idx="7216">
                  <c:v>0.76190476200000001</c:v>
                </c:pt>
                <c:pt idx="7217">
                  <c:v>0.76190476200000001</c:v>
                </c:pt>
                <c:pt idx="7218">
                  <c:v>0.66402843899999997</c:v>
                </c:pt>
                <c:pt idx="7219">
                  <c:v>0.55410290799999995</c:v>
                </c:pt>
                <c:pt idx="7220">
                  <c:v>0.53232884499999999</c:v>
                </c:pt>
                <c:pt idx="7221">
                  <c:v>0.469089386</c:v>
                </c:pt>
                <c:pt idx="7222">
                  <c:v>0.395408753</c:v>
                </c:pt>
                <c:pt idx="7223">
                  <c:v>0.32036735799999999</c:v>
                </c:pt>
                <c:pt idx="7224">
                  <c:v>0.26581588299999998</c:v>
                </c:pt>
                <c:pt idx="7225">
                  <c:v>0.23717396399999999</c:v>
                </c:pt>
                <c:pt idx="7226">
                  <c:v>0.20987978199999999</c:v>
                </c:pt>
                <c:pt idx="7227">
                  <c:v>0.174001083</c:v>
                </c:pt>
                <c:pt idx="7228">
                  <c:v>0.16126794699999999</c:v>
                </c:pt>
                <c:pt idx="7229">
                  <c:v>0.14152341600000001</c:v>
                </c:pt>
                <c:pt idx="7230">
                  <c:v>0.187035746</c:v>
                </c:pt>
                <c:pt idx="7231">
                  <c:v>0.27099921100000002</c:v>
                </c:pt>
                <c:pt idx="7232">
                  <c:v>0.41640684300000003</c:v>
                </c:pt>
                <c:pt idx="7233">
                  <c:v>0.41410348299999999</c:v>
                </c:pt>
                <c:pt idx="7234">
                  <c:v>0.57454072</c:v>
                </c:pt>
                <c:pt idx="7235">
                  <c:v>0.68786460800000004</c:v>
                </c:pt>
                <c:pt idx="7236">
                  <c:v>0.76560676999999999</c:v>
                </c:pt>
                <c:pt idx="7237">
                  <c:v>0.76171966199999996</c:v>
                </c:pt>
                <c:pt idx="7238">
                  <c:v>0.76191401700000005</c:v>
                </c:pt>
                <c:pt idx="7239">
                  <c:v>0.76190429900000001</c:v>
                </c:pt>
                <c:pt idx="7240">
                  <c:v>0.76190478500000003</c:v>
                </c:pt>
                <c:pt idx="7241">
                  <c:v>0.76190476100000004</c:v>
                </c:pt>
                <c:pt idx="7242">
                  <c:v>0.76190476200000001</c:v>
                </c:pt>
                <c:pt idx="7243">
                  <c:v>0.71202394999999996</c:v>
                </c:pt>
                <c:pt idx="7244">
                  <c:v>0.75222355900000004</c:v>
                </c:pt>
                <c:pt idx="7245">
                  <c:v>0.76238882200000002</c:v>
                </c:pt>
                <c:pt idx="7246">
                  <c:v>0.76188055899999996</c:v>
                </c:pt>
                <c:pt idx="7247">
                  <c:v>0.70506377499999995</c:v>
                </c:pt>
                <c:pt idx="7248">
                  <c:v>0.72376831500000005</c:v>
                </c:pt>
                <c:pt idx="7249">
                  <c:v>0.66237955999999998</c:v>
                </c:pt>
                <c:pt idx="7250">
                  <c:v>0.61403222899999998</c:v>
                </c:pt>
                <c:pt idx="7251">
                  <c:v>0.55802671199999998</c:v>
                </c:pt>
                <c:pt idx="7252">
                  <c:v>0.51649424099999997</c:v>
                </c:pt>
                <c:pt idx="7253">
                  <c:v>0.51437702200000002</c:v>
                </c:pt>
                <c:pt idx="7254">
                  <c:v>0.62586498499999998</c:v>
                </c:pt>
                <c:pt idx="7255">
                  <c:v>0.70026000200000005</c:v>
                </c:pt>
                <c:pt idx="7256">
                  <c:v>0.76498699999999997</c:v>
                </c:pt>
                <c:pt idx="7257">
                  <c:v>0.76175064999999997</c:v>
                </c:pt>
                <c:pt idx="7258">
                  <c:v>0.76191246700000004</c:v>
                </c:pt>
                <c:pt idx="7259">
                  <c:v>0.76190437700000002</c:v>
                </c:pt>
                <c:pt idx="7260">
                  <c:v>0.76190478100000003</c:v>
                </c:pt>
                <c:pt idx="7261">
                  <c:v>0.76190476100000004</c:v>
                </c:pt>
                <c:pt idx="7262">
                  <c:v>0.76190476200000001</c:v>
                </c:pt>
                <c:pt idx="7263">
                  <c:v>0.76000173500000001</c:v>
                </c:pt>
                <c:pt idx="7264">
                  <c:v>0.76199991300000003</c:v>
                </c:pt>
                <c:pt idx="7265">
                  <c:v>0.75786472299999996</c:v>
                </c:pt>
                <c:pt idx="7266">
                  <c:v>0.67783801099999996</c:v>
                </c:pt>
                <c:pt idx="7267">
                  <c:v>0.63834609899999994</c:v>
                </c:pt>
                <c:pt idx="7268">
                  <c:v>0.69054058799999996</c:v>
                </c:pt>
                <c:pt idx="7269">
                  <c:v>0.72569988900000004</c:v>
                </c:pt>
                <c:pt idx="7270">
                  <c:v>0.73857892700000005</c:v>
                </c:pt>
                <c:pt idx="7271">
                  <c:v>0.68984063699999998</c:v>
                </c:pt>
                <c:pt idx="7272">
                  <c:v>0.72992911900000002</c:v>
                </c:pt>
                <c:pt idx="7273">
                  <c:v>0.76350354399999998</c:v>
                </c:pt>
                <c:pt idx="7274">
                  <c:v>0.76174721999999995</c:v>
                </c:pt>
                <c:pt idx="7275">
                  <c:v>0.76191263899999995</c:v>
                </c:pt>
                <c:pt idx="7276">
                  <c:v>0.76190436800000005</c:v>
                </c:pt>
                <c:pt idx="7277">
                  <c:v>0.72491586399999997</c:v>
                </c:pt>
                <c:pt idx="7278">
                  <c:v>0.74688068200000002</c:v>
                </c:pt>
                <c:pt idx="7279">
                  <c:v>0.76265596599999996</c:v>
                </c:pt>
                <c:pt idx="7280">
                  <c:v>0.76186720200000002</c:v>
                </c:pt>
                <c:pt idx="7281">
                  <c:v>0.76190663999999997</c:v>
                </c:pt>
                <c:pt idx="7282">
                  <c:v>0.76190466800000001</c:v>
                </c:pt>
                <c:pt idx="7283">
                  <c:v>0.76190476699999998</c:v>
                </c:pt>
                <c:pt idx="7284">
                  <c:v>0.76190476200000001</c:v>
                </c:pt>
                <c:pt idx="7285">
                  <c:v>0.76190476200000001</c:v>
                </c:pt>
                <c:pt idx="7286">
                  <c:v>0.76190476200000001</c:v>
                </c:pt>
                <c:pt idx="7287">
                  <c:v>0.76190476200000001</c:v>
                </c:pt>
                <c:pt idx="7288">
                  <c:v>0.76190476200000001</c:v>
                </c:pt>
                <c:pt idx="7289">
                  <c:v>0.76190476200000001</c:v>
                </c:pt>
                <c:pt idx="7290">
                  <c:v>0.73288274099999995</c:v>
                </c:pt>
                <c:pt idx="7291">
                  <c:v>0.612978841</c:v>
                </c:pt>
                <c:pt idx="7292">
                  <c:v>0.47998270100000001</c:v>
                </c:pt>
                <c:pt idx="7293">
                  <c:v>0.386190696</c:v>
                </c:pt>
                <c:pt idx="7294">
                  <c:v>0.26828693399999998</c:v>
                </c:pt>
                <c:pt idx="7295">
                  <c:v>0.180265221</c:v>
                </c:pt>
                <c:pt idx="7296">
                  <c:v>0.16385017499999999</c:v>
                </c:pt>
                <c:pt idx="7297">
                  <c:v>0.21220260099999999</c:v>
                </c:pt>
                <c:pt idx="7298">
                  <c:v>0.249754322</c:v>
                </c:pt>
                <c:pt idx="7299">
                  <c:v>0.37343991199999998</c:v>
                </c:pt>
                <c:pt idx="7300">
                  <c:v>0.47688806299999997</c:v>
                </c:pt>
                <c:pt idx="7301">
                  <c:v>0.58258382099999995</c:v>
                </c:pt>
                <c:pt idx="7302">
                  <c:v>0.67821715599999999</c:v>
                </c:pt>
                <c:pt idx="7303">
                  <c:v>0.64422481099999995</c:v>
                </c:pt>
                <c:pt idx="7304">
                  <c:v>0.59683434899999999</c:v>
                </c:pt>
                <c:pt idx="7305">
                  <c:v>0.53480877699999996</c:v>
                </c:pt>
                <c:pt idx="7306">
                  <c:v>0.50880926100000001</c:v>
                </c:pt>
                <c:pt idx="7307">
                  <c:v>0.51580213200000002</c:v>
                </c:pt>
                <c:pt idx="7308">
                  <c:v>0.517223773</c:v>
                </c:pt>
                <c:pt idx="7309">
                  <c:v>0.54993550599999996</c:v>
                </c:pt>
                <c:pt idx="7310">
                  <c:v>0.51338205000000003</c:v>
                </c:pt>
                <c:pt idx="7311">
                  <c:v>0.47264069800000003</c:v>
                </c:pt>
                <c:pt idx="7312">
                  <c:v>0.52782447700000001</c:v>
                </c:pt>
                <c:pt idx="7313">
                  <c:v>0.61136005100000002</c:v>
                </c:pt>
                <c:pt idx="7314">
                  <c:v>0.62486895499999995</c:v>
                </c:pt>
                <c:pt idx="7315">
                  <c:v>0.58397032199999999</c:v>
                </c:pt>
                <c:pt idx="7316">
                  <c:v>0.440515029</c:v>
                </c:pt>
                <c:pt idx="7317">
                  <c:v>0.31868017700000001</c:v>
                </c:pt>
                <c:pt idx="7318">
                  <c:v>0.174666981</c:v>
                </c:pt>
                <c:pt idx="7319">
                  <c:v>7.5795262000000002E-2</c:v>
                </c:pt>
                <c:pt idx="7320">
                  <c:v>4.6210237000000001E-2</c:v>
                </c:pt>
                <c:pt idx="7321">
                  <c:v>4.6210237000000001E-2</c:v>
                </c:pt>
                <c:pt idx="7322">
                  <c:v>4.6210237000000001E-2</c:v>
                </c:pt>
                <c:pt idx="7323">
                  <c:v>4.6210237000000001E-2</c:v>
                </c:pt>
                <c:pt idx="7324">
                  <c:v>4.6210237000000001E-2</c:v>
                </c:pt>
                <c:pt idx="7325">
                  <c:v>4.6210237000000001E-2</c:v>
                </c:pt>
                <c:pt idx="7326">
                  <c:v>4.6210237000000001E-2</c:v>
                </c:pt>
                <c:pt idx="7327">
                  <c:v>4.6210237000000001E-2</c:v>
                </c:pt>
                <c:pt idx="7328">
                  <c:v>6.9079524000000003E-2</c:v>
                </c:pt>
                <c:pt idx="7329">
                  <c:v>8.5068217000000002E-2</c:v>
                </c:pt>
                <c:pt idx="7330">
                  <c:v>0.18953461099999999</c:v>
                </c:pt>
                <c:pt idx="7331">
                  <c:v>0.236094264</c:v>
                </c:pt>
                <c:pt idx="7332">
                  <c:v>0.32309877100000001</c:v>
                </c:pt>
                <c:pt idx="7333">
                  <c:v>0.35262563499999999</c:v>
                </c:pt>
                <c:pt idx="7334">
                  <c:v>0.35897895000000002</c:v>
                </c:pt>
                <c:pt idx="7335">
                  <c:v>0.42681837900000003</c:v>
                </c:pt>
                <c:pt idx="7336">
                  <c:v>0.44395720599999999</c:v>
                </c:pt>
                <c:pt idx="7337">
                  <c:v>0.42499292</c:v>
                </c:pt>
                <c:pt idx="7338">
                  <c:v>0.468183919</c:v>
                </c:pt>
                <c:pt idx="7339">
                  <c:v>0.44592209700000002</c:v>
                </c:pt>
                <c:pt idx="7340">
                  <c:v>0.47216256499999998</c:v>
                </c:pt>
                <c:pt idx="7341">
                  <c:v>0.49811532400000003</c:v>
                </c:pt>
                <c:pt idx="7342">
                  <c:v>0.43547435800000001</c:v>
                </c:pt>
                <c:pt idx="7343">
                  <c:v>0.37793807499999998</c:v>
                </c:pt>
                <c:pt idx="7344">
                  <c:v>0.32918793000000002</c:v>
                </c:pt>
                <c:pt idx="7345">
                  <c:v>0.297182693</c:v>
                </c:pt>
                <c:pt idx="7346">
                  <c:v>0.30377074399999998</c:v>
                </c:pt>
                <c:pt idx="7347">
                  <c:v>0.37753223600000002</c:v>
                </c:pt>
                <c:pt idx="7348">
                  <c:v>0.35730988400000002</c:v>
                </c:pt>
                <c:pt idx="7349">
                  <c:v>0.41695873900000002</c:v>
                </c:pt>
                <c:pt idx="7350">
                  <c:v>0.37320587799999999</c:v>
                </c:pt>
                <c:pt idx="7351">
                  <c:v>0.34445370400000003</c:v>
                </c:pt>
                <c:pt idx="7352">
                  <c:v>0.45268730699999998</c:v>
                </c:pt>
                <c:pt idx="7353">
                  <c:v>0.47786865699999997</c:v>
                </c:pt>
                <c:pt idx="7354">
                  <c:v>0.46822447099999998</c:v>
                </c:pt>
                <c:pt idx="7355">
                  <c:v>0.441724326</c:v>
                </c:pt>
                <c:pt idx="7356">
                  <c:v>0.375294083</c:v>
                </c:pt>
                <c:pt idx="7357">
                  <c:v>0.32835103300000001</c:v>
                </c:pt>
                <c:pt idx="7358">
                  <c:v>0.33432567800000002</c:v>
                </c:pt>
                <c:pt idx="7359">
                  <c:v>0.33384513500000002</c:v>
                </c:pt>
                <c:pt idx="7360">
                  <c:v>0.29004329200000001</c:v>
                </c:pt>
                <c:pt idx="7361">
                  <c:v>0.19519657000000001</c:v>
                </c:pt>
                <c:pt idx="7362">
                  <c:v>0.113308347</c:v>
                </c:pt>
                <c:pt idx="7363">
                  <c:v>4.4334582999999997E-2</c:v>
                </c:pt>
                <c:pt idx="7364">
                  <c:v>4.4334582999999997E-2</c:v>
                </c:pt>
                <c:pt idx="7365">
                  <c:v>4.4334582999999997E-2</c:v>
                </c:pt>
                <c:pt idx="7366">
                  <c:v>4.4334582999999997E-2</c:v>
                </c:pt>
                <c:pt idx="7367">
                  <c:v>6.7590590000000006E-2</c:v>
                </c:pt>
                <c:pt idx="7368">
                  <c:v>4.6620469999999997E-2</c:v>
                </c:pt>
                <c:pt idx="7369">
                  <c:v>4.6620469999999997E-2</c:v>
                </c:pt>
                <c:pt idx="7370">
                  <c:v>9.5353394999999994E-2</c:v>
                </c:pt>
                <c:pt idx="7371">
                  <c:v>8.7498521999999995E-2</c:v>
                </c:pt>
                <c:pt idx="7372">
                  <c:v>0.20946593399999999</c:v>
                </c:pt>
                <c:pt idx="7373">
                  <c:v>0.26670233100000001</c:v>
                </c:pt>
                <c:pt idx="7374">
                  <c:v>0.38023329099999997</c:v>
                </c:pt>
                <c:pt idx="7375">
                  <c:v>0.36819095699999999</c:v>
                </c:pt>
                <c:pt idx="7376">
                  <c:v>0.30039665999999998</c:v>
                </c:pt>
                <c:pt idx="7377">
                  <c:v>0.36802103200000003</c:v>
                </c:pt>
                <c:pt idx="7378">
                  <c:v>0.39817346399999998</c:v>
                </c:pt>
                <c:pt idx="7379">
                  <c:v>0.53328502600000005</c:v>
                </c:pt>
                <c:pt idx="7380">
                  <c:v>0.74470406499999997</c:v>
                </c:pt>
                <c:pt idx="7381">
                  <c:v>0.76276479699999999</c:v>
                </c:pt>
                <c:pt idx="7382">
                  <c:v>0.76186176000000005</c:v>
                </c:pt>
                <c:pt idx="7383">
                  <c:v>0.76190691200000005</c:v>
                </c:pt>
                <c:pt idx="7384">
                  <c:v>0.76190465399999996</c:v>
                </c:pt>
                <c:pt idx="7385">
                  <c:v>0.76190476699999998</c:v>
                </c:pt>
                <c:pt idx="7386">
                  <c:v>0.69517956800000003</c:v>
                </c:pt>
                <c:pt idx="7387">
                  <c:v>0.68062720399999999</c:v>
                </c:pt>
                <c:pt idx="7388">
                  <c:v>0.62175557800000003</c:v>
                </c:pt>
                <c:pt idx="7389">
                  <c:v>0.58753956100000004</c:v>
                </c:pt>
                <c:pt idx="7390">
                  <c:v>0.44036183400000001</c:v>
                </c:pt>
                <c:pt idx="7391">
                  <c:v>0.34524102499999998</c:v>
                </c:pt>
                <c:pt idx="7392">
                  <c:v>0.35572978</c:v>
                </c:pt>
                <c:pt idx="7393">
                  <c:v>0.377468733</c:v>
                </c:pt>
                <c:pt idx="7394">
                  <c:v>0.359401688</c:v>
                </c:pt>
                <c:pt idx="7395">
                  <c:v>0.339534789</c:v>
                </c:pt>
                <c:pt idx="7396">
                  <c:v>0.33416825300000003</c:v>
                </c:pt>
                <c:pt idx="7397">
                  <c:v>0.32455478100000001</c:v>
                </c:pt>
                <c:pt idx="7398">
                  <c:v>0.31029794900000002</c:v>
                </c:pt>
                <c:pt idx="7399">
                  <c:v>0.25933823</c:v>
                </c:pt>
                <c:pt idx="7400">
                  <c:v>0.194189213</c:v>
                </c:pt>
                <c:pt idx="7401">
                  <c:v>0.117578136</c:v>
                </c:pt>
                <c:pt idx="7402">
                  <c:v>0.15020567400000001</c:v>
                </c:pt>
                <c:pt idx="7403">
                  <c:v>0.419526707</c:v>
                </c:pt>
                <c:pt idx="7404">
                  <c:v>0.76307150599999995</c:v>
                </c:pt>
                <c:pt idx="7405">
                  <c:v>0.76184642499999999</c:v>
                </c:pt>
                <c:pt idx="7406">
                  <c:v>0.761907679</c:v>
                </c:pt>
                <c:pt idx="7407">
                  <c:v>0.76190461600000003</c:v>
                </c:pt>
                <c:pt idx="7408">
                  <c:v>0.76190476900000004</c:v>
                </c:pt>
                <c:pt idx="7409">
                  <c:v>0.73509387000000004</c:v>
                </c:pt>
                <c:pt idx="7410">
                  <c:v>0.66162811899999996</c:v>
                </c:pt>
                <c:pt idx="7411">
                  <c:v>0.516043217</c:v>
                </c:pt>
                <c:pt idx="7412">
                  <c:v>0.511340397</c:v>
                </c:pt>
                <c:pt idx="7413">
                  <c:v>0.38242098499999999</c:v>
                </c:pt>
                <c:pt idx="7414">
                  <c:v>0.28440579500000002</c:v>
                </c:pt>
                <c:pt idx="7415">
                  <c:v>0.23652315099999999</c:v>
                </c:pt>
                <c:pt idx="7416">
                  <c:v>0.20806786099999999</c:v>
                </c:pt>
                <c:pt idx="7417">
                  <c:v>0.200765415</c:v>
                </c:pt>
                <c:pt idx="7418">
                  <c:v>0.312342438</c:v>
                </c:pt>
                <c:pt idx="7419">
                  <c:v>0.29287961699999998</c:v>
                </c:pt>
                <c:pt idx="7420">
                  <c:v>0.29439550399999997</c:v>
                </c:pt>
                <c:pt idx="7421">
                  <c:v>0.263260618</c:v>
                </c:pt>
                <c:pt idx="7422">
                  <c:v>0.31681342200000001</c:v>
                </c:pt>
                <c:pt idx="7423">
                  <c:v>0.25740006399999998</c:v>
                </c:pt>
                <c:pt idx="7424">
                  <c:v>0.26780813999999997</c:v>
                </c:pt>
                <c:pt idx="7425">
                  <c:v>0.42908010299999999</c:v>
                </c:pt>
                <c:pt idx="7426">
                  <c:v>0.68123219300000004</c:v>
                </c:pt>
                <c:pt idx="7427">
                  <c:v>0.76593838999999997</c:v>
                </c:pt>
                <c:pt idx="7428">
                  <c:v>0.76170307999999998</c:v>
                </c:pt>
                <c:pt idx="7429">
                  <c:v>0.76191484600000003</c:v>
                </c:pt>
                <c:pt idx="7430">
                  <c:v>0.76190425799999995</c:v>
                </c:pt>
                <c:pt idx="7431">
                  <c:v>0.76190478699999997</c:v>
                </c:pt>
                <c:pt idx="7432">
                  <c:v>0.76190476100000004</c:v>
                </c:pt>
                <c:pt idx="7433">
                  <c:v>0.64999739199999995</c:v>
                </c:pt>
                <c:pt idx="7434">
                  <c:v>0.65378705500000001</c:v>
                </c:pt>
                <c:pt idx="7435">
                  <c:v>0.65600866999999996</c:v>
                </c:pt>
                <c:pt idx="7436">
                  <c:v>0.69263867999999995</c:v>
                </c:pt>
                <c:pt idx="7437">
                  <c:v>0.59775191599999999</c:v>
                </c:pt>
                <c:pt idx="7438">
                  <c:v>0.63269415900000003</c:v>
                </c:pt>
                <c:pt idx="7439">
                  <c:v>0.56914033799999997</c:v>
                </c:pt>
                <c:pt idx="7440">
                  <c:v>0.52271241599999996</c:v>
                </c:pt>
                <c:pt idx="7441">
                  <c:v>0.49181471900000001</c:v>
                </c:pt>
                <c:pt idx="7442">
                  <c:v>0.57520020900000002</c:v>
                </c:pt>
                <c:pt idx="7443">
                  <c:v>0.687154975</c:v>
                </c:pt>
                <c:pt idx="7444">
                  <c:v>0.76564225100000005</c:v>
                </c:pt>
                <c:pt idx="7445">
                  <c:v>0.76171788699999998</c:v>
                </c:pt>
                <c:pt idx="7446">
                  <c:v>0.75366233500000002</c:v>
                </c:pt>
                <c:pt idx="7447">
                  <c:v>0.762316883</c:v>
                </c:pt>
                <c:pt idx="7448">
                  <c:v>0.76188415600000003</c:v>
                </c:pt>
                <c:pt idx="7449">
                  <c:v>0.76190579199999997</c:v>
                </c:pt>
                <c:pt idx="7450">
                  <c:v>0.76190471000000004</c:v>
                </c:pt>
                <c:pt idx="7451">
                  <c:v>0.76190476399999996</c:v>
                </c:pt>
                <c:pt idx="7452">
                  <c:v>0.76190476200000001</c:v>
                </c:pt>
                <c:pt idx="7453">
                  <c:v>0.76190476200000001</c:v>
                </c:pt>
                <c:pt idx="7454">
                  <c:v>0.76190476200000001</c:v>
                </c:pt>
                <c:pt idx="7455">
                  <c:v>0.76190476200000001</c:v>
                </c:pt>
                <c:pt idx="7456">
                  <c:v>0.76190476200000001</c:v>
                </c:pt>
                <c:pt idx="7457">
                  <c:v>0.76190476200000001</c:v>
                </c:pt>
                <c:pt idx="7458">
                  <c:v>0.76190476200000001</c:v>
                </c:pt>
                <c:pt idx="7459">
                  <c:v>0.76190476200000001</c:v>
                </c:pt>
                <c:pt idx="7460">
                  <c:v>0.76190476200000001</c:v>
                </c:pt>
                <c:pt idx="7461">
                  <c:v>0.76190476200000001</c:v>
                </c:pt>
                <c:pt idx="7462">
                  <c:v>0.76190476200000001</c:v>
                </c:pt>
                <c:pt idx="7463">
                  <c:v>0.76190476200000001</c:v>
                </c:pt>
                <c:pt idx="7464">
                  <c:v>0.76190476200000001</c:v>
                </c:pt>
                <c:pt idx="7465">
                  <c:v>0.76190476200000001</c:v>
                </c:pt>
                <c:pt idx="7466">
                  <c:v>0.76190476200000001</c:v>
                </c:pt>
                <c:pt idx="7467">
                  <c:v>0.73215843400000002</c:v>
                </c:pt>
                <c:pt idx="7468">
                  <c:v>0.76339207799999997</c:v>
                </c:pt>
                <c:pt idx="7469">
                  <c:v>0.76183039600000002</c:v>
                </c:pt>
                <c:pt idx="7470">
                  <c:v>0.76190848</c:v>
                </c:pt>
                <c:pt idx="7471">
                  <c:v>0.76190457599999994</c:v>
                </c:pt>
                <c:pt idx="7472">
                  <c:v>0.76190477099999998</c:v>
                </c:pt>
                <c:pt idx="7473">
                  <c:v>0.76190476100000004</c:v>
                </c:pt>
                <c:pt idx="7474">
                  <c:v>0.76190476200000001</c:v>
                </c:pt>
                <c:pt idx="7475">
                  <c:v>0.76190476200000001</c:v>
                </c:pt>
                <c:pt idx="7476">
                  <c:v>0.76190476200000001</c:v>
                </c:pt>
                <c:pt idx="7477">
                  <c:v>0.76190476200000001</c:v>
                </c:pt>
                <c:pt idx="7478">
                  <c:v>0.76190476200000001</c:v>
                </c:pt>
                <c:pt idx="7479">
                  <c:v>0.76190476200000001</c:v>
                </c:pt>
                <c:pt idx="7480">
                  <c:v>0.76190476200000001</c:v>
                </c:pt>
                <c:pt idx="7481">
                  <c:v>0.76190476200000001</c:v>
                </c:pt>
                <c:pt idx="7482">
                  <c:v>0.76190476200000001</c:v>
                </c:pt>
                <c:pt idx="7483">
                  <c:v>0.56829617399999999</c:v>
                </c:pt>
                <c:pt idx="7484">
                  <c:v>0.52594493899999994</c:v>
                </c:pt>
                <c:pt idx="7485">
                  <c:v>0.50032661</c:v>
                </c:pt>
                <c:pt idx="7486">
                  <c:v>0.39445227700000002</c:v>
                </c:pt>
                <c:pt idx="7487">
                  <c:v>0.26501659</c:v>
                </c:pt>
                <c:pt idx="7488">
                  <c:v>0.193826781</c:v>
                </c:pt>
                <c:pt idx="7489">
                  <c:v>0.19773490599999999</c:v>
                </c:pt>
                <c:pt idx="7490">
                  <c:v>0.18800180999999999</c:v>
                </c:pt>
                <c:pt idx="7491">
                  <c:v>0.161879309</c:v>
                </c:pt>
                <c:pt idx="7492">
                  <c:v>0.18153530900000001</c:v>
                </c:pt>
                <c:pt idx="7493">
                  <c:v>0.30943843999999998</c:v>
                </c:pt>
                <c:pt idx="7494">
                  <c:v>0.42026202099999999</c:v>
                </c:pt>
                <c:pt idx="7495">
                  <c:v>0.48878658200000002</c:v>
                </c:pt>
                <c:pt idx="7496">
                  <c:v>0.54714010300000004</c:v>
                </c:pt>
                <c:pt idx="7497">
                  <c:v>0.770479256</c:v>
                </c:pt>
                <c:pt idx="7498">
                  <c:v>0.68286227499999996</c:v>
                </c:pt>
                <c:pt idx="7499">
                  <c:v>0.64074947999999998</c:v>
                </c:pt>
                <c:pt idx="7500">
                  <c:v>0.64039643300000004</c:v>
                </c:pt>
                <c:pt idx="7501">
                  <c:v>0.70402691299999998</c:v>
                </c:pt>
                <c:pt idx="7502">
                  <c:v>0.76479865400000002</c:v>
                </c:pt>
                <c:pt idx="7503">
                  <c:v>0.76176006699999999</c:v>
                </c:pt>
                <c:pt idx="7504">
                  <c:v>0.65231793500000002</c:v>
                </c:pt>
                <c:pt idx="7505">
                  <c:v>0.65602931499999995</c:v>
                </c:pt>
                <c:pt idx="7506">
                  <c:v>0.665938747</c:v>
                </c:pt>
                <c:pt idx="7507">
                  <c:v>0.56830369300000005</c:v>
                </c:pt>
                <c:pt idx="7508">
                  <c:v>0.420296687</c:v>
                </c:pt>
                <c:pt idx="7509">
                  <c:v>0.375214045</c:v>
                </c:pt>
                <c:pt idx="7510">
                  <c:v>0.34588822000000002</c:v>
                </c:pt>
                <c:pt idx="7511">
                  <c:v>0.35096667599999998</c:v>
                </c:pt>
                <c:pt idx="7512">
                  <c:v>0.43159257699999998</c:v>
                </c:pt>
                <c:pt idx="7513">
                  <c:v>0.462170366</c:v>
                </c:pt>
                <c:pt idx="7514">
                  <c:v>0.44823116000000002</c:v>
                </c:pt>
                <c:pt idx="7515">
                  <c:v>0.42069906000000001</c:v>
                </c:pt>
                <c:pt idx="7516">
                  <c:v>0.39625453500000002</c:v>
                </c:pt>
                <c:pt idx="7517">
                  <c:v>0.43640153300000001</c:v>
                </c:pt>
                <c:pt idx="7518">
                  <c:v>0.54250809499999997</c:v>
                </c:pt>
                <c:pt idx="7519">
                  <c:v>0.62042970600000003</c:v>
                </c:pt>
                <c:pt idx="7520">
                  <c:v>0.69393587800000001</c:v>
                </c:pt>
                <c:pt idx="7521">
                  <c:v>0.76530320600000001</c:v>
                </c:pt>
                <c:pt idx="7522">
                  <c:v>0.76173484000000002</c:v>
                </c:pt>
                <c:pt idx="7523">
                  <c:v>0.76191325799999998</c:v>
                </c:pt>
                <c:pt idx="7524">
                  <c:v>0.76190433700000004</c:v>
                </c:pt>
                <c:pt idx="7525">
                  <c:v>0.76190478299999997</c:v>
                </c:pt>
                <c:pt idx="7526">
                  <c:v>0.76190476100000004</c:v>
                </c:pt>
                <c:pt idx="7527">
                  <c:v>0.76190476200000001</c:v>
                </c:pt>
                <c:pt idx="7528">
                  <c:v>0.76190476200000001</c:v>
                </c:pt>
                <c:pt idx="7529">
                  <c:v>0.74300763400000003</c:v>
                </c:pt>
                <c:pt idx="7530">
                  <c:v>0.60310767700000001</c:v>
                </c:pt>
                <c:pt idx="7531">
                  <c:v>0.382650086</c:v>
                </c:pt>
                <c:pt idx="7532">
                  <c:v>0.40422661399999998</c:v>
                </c:pt>
                <c:pt idx="7533">
                  <c:v>0.31983611200000001</c:v>
                </c:pt>
                <c:pt idx="7534">
                  <c:v>0.36345910399999998</c:v>
                </c:pt>
                <c:pt idx="7535">
                  <c:v>0.41123147199999999</c:v>
                </c:pt>
                <c:pt idx="7536">
                  <c:v>0.50313993800000001</c:v>
                </c:pt>
                <c:pt idx="7537">
                  <c:v>0.45541503</c:v>
                </c:pt>
                <c:pt idx="7538">
                  <c:v>0.41346091699999998</c:v>
                </c:pt>
                <c:pt idx="7539">
                  <c:v>0.375037446</c:v>
                </c:pt>
                <c:pt idx="7540">
                  <c:v>0.34196173899999999</c:v>
                </c:pt>
                <c:pt idx="7541">
                  <c:v>0.307787847</c:v>
                </c:pt>
                <c:pt idx="7542">
                  <c:v>0.425815995</c:v>
                </c:pt>
                <c:pt idx="7543">
                  <c:v>0.51519023600000002</c:v>
                </c:pt>
                <c:pt idx="7544">
                  <c:v>0.61761061900000003</c:v>
                </c:pt>
                <c:pt idx="7545">
                  <c:v>0.69953268800000001</c:v>
                </c:pt>
                <c:pt idx="7546">
                  <c:v>0.75615731900000005</c:v>
                </c:pt>
                <c:pt idx="7547">
                  <c:v>0.76219213399999997</c:v>
                </c:pt>
                <c:pt idx="7548">
                  <c:v>0.76189039300000005</c:v>
                </c:pt>
                <c:pt idx="7549">
                  <c:v>0.75510111599999996</c:v>
                </c:pt>
                <c:pt idx="7550">
                  <c:v>0.75442315100000001</c:v>
                </c:pt>
                <c:pt idx="7551">
                  <c:v>0.76227884199999996</c:v>
                </c:pt>
                <c:pt idx="7552">
                  <c:v>0.76188605799999998</c:v>
                </c:pt>
                <c:pt idx="7553">
                  <c:v>0.69681207499999998</c:v>
                </c:pt>
                <c:pt idx="7554">
                  <c:v>0.57918159199999997</c:v>
                </c:pt>
                <c:pt idx="7555">
                  <c:v>0.46469195200000002</c:v>
                </c:pt>
                <c:pt idx="7556">
                  <c:v>0.37955990299999998</c:v>
                </c:pt>
                <c:pt idx="7557">
                  <c:v>0.25296900500000002</c:v>
                </c:pt>
                <c:pt idx="7558">
                  <c:v>0.13946816200000001</c:v>
                </c:pt>
                <c:pt idx="7559">
                  <c:v>0.213943464</c:v>
                </c:pt>
                <c:pt idx="7560">
                  <c:v>0.31974770200000002</c:v>
                </c:pt>
                <c:pt idx="7561">
                  <c:v>0.44078785700000001</c:v>
                </c:pt>
                <c:pt idx="7562">
                  <c:v>0.55514241600000003</c:v>
                </c:pt>
                <c:pt idx="7563">
                  <c:v>0.66615348100000005</c:v>
                </c:pt>
                <c:pt idx="7564">
                  <c:v>0.76669232600000004</c:v>
                </c:pt>
                <c:pt idx="7565">
                  <c:v>0.76166538399999995</c:v>
                </c:pt>
                <c:pt idx="7566">
                  <c:v>0.76191673100000001</c:v>
                </c:pt>
                <c:pt idx="7567">
                  <c:v>0.76190416299999997</c:v>
                </c:pt>
                <c:pt idx="7568">
                  <c:v>0.76190479200000005</c:v>
                </c:pt>
                <c:pt idx="7569">
                  <c:v>0.76190475999999996</c:v>
                </c:pt>
                <c:pt idx="7570">
                  <c:v>0.76190476200000001</c:v>
                </c:pt>
                <c:pt idx="7571">
                  <c:v>0.76190476200000001</c:v>
                </c:pt>
                <c:pt idx="7572">
                  <c:v>0.76190476200000001</c:v>
                </c:pt>
                <c:pt idx="7573">
                  <c:v>0.76190476200000001</c:v>
                </c:pt>
                <c:pt idx="7574">
                  <c:v>0.76190476200000001</c:v>
                </c:pt>
                <c:pt idx="7575">
                  <c:v>0.76190476200000001</c:v>
                </c:pt>
                <c:pt idx="7576">
                  <c:v>0.76190476200000001</c:v>
                </c:pt>
                <c:pt idx="7577">
                  <c:v>0.76190476200000001</c:v>
                </c:pt>
                <c:pt idx="7578">
                  <c:v>0.76190476200000001</c:v>
                </c:pt>
                <c:pt idx="7579">
                  <c:v>0.76190476200000001</c:v>
                </c:pt>
                <c:pt idx="7580">
                  <c:v>0.76190476200000001</c:v>
                </c:pt>
                <c:pt idx="7581">
                  <c:v>0.76190476200000001</c:v>
                </c:pt>
                <c:pt idx="7582">
                  <c:v>0.76190476200000001</c:v>
                </c:pt>
                <c:pt idx="7583">
                  <c:v>0.76190476200000001</c:v>
                </c:pt>
                <c:pt idx="7584">
                  <c:v>0.76190476200000001</c:v>
                </c:pt>
                <c:pt idx="7585">
                  <c:v>0.76190476200000001</c:v>
                </c:pt>
                <c:pt idx="7586">
                  <c:v>0.76190476200000001</c:v>
                </c:pt>
                <c:pt idx="7587">
                  <c:v>0.76190476200000001</c:v>
                </c:pt>
                <c:pt idx="7588">
                  <c:v>0.76190476200000001</c:v>
                </c:pt>
                <c:pt idx="7589">
                  <c:v>0.76190476200000001</c:v>
                </c:pt>
                <c:pt idx="7590">
                  <c:v>0.76190476200000001</c:v>
                </c:pt>
                <c:pt idx="7591">
                  <c:v>0.76190476200000001</c:v>
                </c:pt>
                <c:pt idx="7592">
                  <c:v>0.76190476200000001</c:v>
                </c:pt>
                <c:pt idx="7593">
                  <c:v>0.76190476200000001</c:v>
                </c:pt>
                <c:pt idx="7594">
                  <c:v>0.76190476200000001</c:v>
                </c:pt>
                <c:pt idx="7595">
                  <c:v>0.76190476200000001</c:v>
                </c:pt>
                <c:pt idx="7596">
                  <c:v>0.76190476200000001</c:v>
                </c:pt>
                <c:pt idx="7597">
                  <c:v>0.76190476200000001</c:v>
                </c:pt>
                <c:pt idx="7598">
                  <c:v>0.76190476200000001</c:v>
                </c:pt>
                <c:pt idx="7599">
                  <c:v>0.76190476200000001</c:v>
                </c:pt>
                <c:pt idx="7600">
                  <c:v>0.76190476200000001</c:v>
                </c:pt>
                <c:pt idx="7601">
                  <c:v>0.73632317700000005</c:v>
                </c:pt>
                <c:pt idx="7602">
                  <c:v>0.68258520499999997</c:v>
                </c:pt>
                <c:pt idx="7603">
                  <c:v>0.60094590000000003</c:v>
                </c:pt>
                <c:pt idx="7604">
                  <c:v>0.51405494299999999</c:v>
                </c:pt>
                <c:pt idx="7605">
                  <c:v>0.36370174399999999</c:v>
                </c:pt>
                <c:pt idx="7606">
                  <c:v>0.25924076499999998</c:v>
                </c:pt>
                <c:pt idx="7607">
                  <c:v>0.14403424500000001</c:v>
                </c:pt>
                <c:pt idx="7608">
                  <c:v>9.3139833000000005E-2</c:v>
                </c:pt>
                <c:pt idx="7609">
                  <c:v>8.9812624999999993E-2</c:v>
                </c:pt>
                <c:pt idx="7610">
                  <c:v>0.124520438</c:v>
                </c:pt>
                <c:pt idx="7611">
                  <c:v>0.24243870100000001</c:v>
                </c:pt>
                <c:pt idx="7612">
                  <c:v>0.22947404499999999</c:v>
                </c:pt>
                <c:pt idx="7613">
                  <c:v>0.22870000800000001</c:v>
                </c:pt>
                <c:pt idx="7614">
                  <c:v>0.201055331</c:v>
                </c:pt>
                <c:pt idx="7615">
                  <c:v>0.157835801</c:v>
                </c:pt>
                <c:pt idx="7616">
                  <c:v>0.22570913200000001</c:v>
                </c:pt>
                <c:pt idx="7617">
                  <c:v>0.22782896</c:v>
                </c:pt>
                <c:pt idx="7618">
                  <c:v>0.32040413000000001</c:v>
                </c:pt>
                <c:pt idx="7619">
                  <c:v>0.45444920599999999</c:v>
                </c:pt>
                <c:pt idx="7620">
                  <c:v>0.56779659599999999</c:v>
                </c:pt>
                <c:pt idx="7621">
                  <c:v>0.68006610199999995</c:v>
                </c:pt>
                <c:pt idx="7622">
                  <c:v>0.75885518699999999</c:v>
                </c:pt>
                <c:pt idx="7623">
                  <c:v>0.76205724100000005</c:v>
                </c:pt>
                <c:pt idx="7624">
                  <c:v>0.76189713800000003</c:v>
                </c:pt>
                <c:pt idx="7625">
                  <c:v>0.76190514300000001</c:v>
                </c:pt>
                <c:pt idx="7626">
                  <c:v>0.761904743</c:v>
                </c:pt>
                <c:pt idx="7627">
                  <c:v>0.76190476299999998</c:v>
                </c:pt>
                <c:pt idx="7628">
                  <c:v>0.76190476200000001</c:v>
                </c:pt>
                <c:pt idx="7629">
                  <c:v>0.76190476200000001</c:v>
                </c:pt>
                <c:pt idx="7630">
                  <c:v>0.76190476200000001</c:v>
                </c:pt>
                <c:pt idx="7631">
                  <c:v>0.76190476200000001</c:v>
                </c:pt>
                <c:pt idx="7632">
                  <c:v>0.76190476200000001</c:v>
                </c:pt>
                <c:pt idx="7633">
                  <c:v>0.76190476200000001</c:v>
                </c:pt>
                <c:pt idx="7634">
                  <c:v>0.76190476200000001</c:v>
                </c:pt>
                <c:pt idx="7635">
                  <c:v>0.76190476200000001</c:v>
                </c:pt>
                <c:pt idx="7636">
                  <c:v>0.76190476200000001</c:v>
                </c:pt>
                <c:pt idx="7637">
                  <c:v>0.76190476200000001</c:v>
                </c:pt>
                <c:pt idx="7638">
                  <c:v>0.76190476200000001</c:v>
                </c:pt>
                <c:pt idx="7639">
                  <c:v>0.76190476200000001</c:v>
                </c:pt>
                <c:pt idx="7640">
                  <c:v>0.76190476200000001</c:v>
                </c:pt>
                <c:pt idx="7641">
                  <c:v>0.74843496099999995</c:v>
                </c:pt>
                <c:pt idx="7642">
                  <c:v>0.76257825199999996</c:v>
                </c:pt>
                <c:pt idx="7643">
                  <c:v>0.76187108699999995</c:v>
                </c:pt>
                <c:pt idx="7644">
                  <c:v>0.76190644600000001</c:v>
                </c:pt>
                <c:pt idx="7645">
                  <c:v>0.76190467799999995</c:v>
                </c:pt>
                <c:pt idx="7646">
                  <c:v>0.76190476600000001</c:v>
                </c:pt>
                <c:pt idx="7647">
                  <c:v>0.76190476200000001</c:v>
                </c:pt>
                <c:pt idx="7648">
                  <c:v>0.76190476200000001</c:v>
                </c:pt>
                <c:pt idx="7649">
                  <c:v>0.72933038400000005</c:v>
                </c:pt>
                <c:pt idx="7650">
                  <c:v>0.73647959100000004</c:v>
                </c:pt>
                <c:pt idx="7651">
                  <c:v>0.66066632800000002</c:v>
                </c:pt>
                <c:pt idx="7652">
                  <c:v>0.671033455</c:v>
                </c:pt>
                <c:pt idx="7653">
                  <c:v>0.69737621800000005</c:v>
                </c:pt>
                <c:pt idx="7654">
                  <c:v>0.70961131799999999</c:v>
                </c:pt>
                <c:pt idx="7655">
                  <c:v>0.74947034899999998</c:v>
                </c:pt>
                <c:pt idx="7656">
                  <c:v>0.76252648300000003</c:v>
                </c:pt>
                <c:pt idx="7657">
                  <c:v>0.761873676</c:v>
                </c:pt>
                <c:pt idx="7658">
                  <c:v>0.76190631600000003</c:v>
                </c:pt>
                <c:pt idx="7659">
                  <c:v>0.761904684</c:v>
                </c:pt>
                <c:pt idx="7660">
                  <c:v>0.76190476600000001</c:v>
                </c:pt>
                <c:pt idx="7661">
                  <c:v>0.76190476200000001</c:v>
                </c:pt>
                <c:pt idx="7662">
                  <c:v>0.76190476200000001</c:v>
                </c:pt>
                <c:pt idx="7663">
                  <c:v>0.76190476200000001</c:v>
                </c:pt>
                <c:pt idx="7664">
                  <c:v>0.76190476200000001</c:v>
                </c:pt>
                <c:pt idx="7665">
                  <c:v>0.76190476200000001</c:v>
                </c:pt>
                <c:pt idx="7666">
                  <c:v>0.76190476200000001</c:v>
                </c:pt>
                <c:pt idx="7667">
                  <c:v>0.76190476200000001</c:v>
                </c:pt>
                <c:pt idx="7668">
                  <c:v>0.76190476200000001</c:v>
                </c:pt>
                <c:pt idx="7669">
                  <c:v>0.76190476200000001</c:v>
                </c:pt>
                <c:pt idx="7670">
                  <c:v>0.76190476200000001</c:v>
                </c:pt>
                <c:pt idx="7671">
                  <c:v>0.76190476200000001</c:v>
                </c:pt>
                <c:pt idx="7672">
                  <c:v>0.76190476200000001</c:v>
                </c:pt>
                <c:pt idx="7673">
                  <c:v>0.76190476200000001</c:v>
                </c:pt>
                <c:pt idx="7674">
                  <c:v>0.67199008199999999</c:v>
                </c:pt>
                <c:pt idx="7675">
                  <c:v>0.687028427</c:v>
                </c:pt>
                <c:pt idx="7676">
                  <c:v>0.63644612300000003</c:v>
                </c:pt>
                <c:pt idx="7677">
                  <c:v>0.52793817399999998</c:v>
                </c:pt>
                <c:pt idx="7678">
                  <c:v>0.45762999399999998</c:v>
                </c:pt>
                <c:pt idx="7679">
                  <c:v>0.44437416600000001</c:v>
                </c:pt>
                <c:pt idx="7680">
                  <c:v>0.54836319700000002</c:v>
                </c:pt>
                <c:pt idx="7681">
                  <c:v>0.55487184000000001</c:v>
                </c:pt>
                <c:pt idx="7682">
                  <c:v>0.52217962699999998</c:v>
                </c:pt>
                <c:pt idx="7683">
                  <c:v>0.47611924500000002</c:v>
                </c:pt>
                <c:pt idx="7684">
                  <c:v>0.44950435799999999</c:v>
                </c:pt>
                <c:pt idx="7685">
                  <c:v>0.41004385500000001</c:v>
                </c:pt>
                <c:pt idx="7686">
                  <c:v>0.43571981799999998</c:v>
                </c:pt>
                <c:pt idx="7687">
                  <c:v>0.396236266</c:v>
                </c:pt>
                <c:pt idx="7688">
                  <c:v>0.304639298</c:v>
                </c:pt>
                <c:pt idx="7689">
                  <c:v>0.41646471600000001</c:v>
                </c:pt>
                <c:pt idx="7690">
                  <c:v>0.53319648500000005</c:v>
                </c:pt>
                <c:pt idx="7691">
                  <c:v>0.698936734</c:v>
                </c:pt>
                <c:pt idx="7692">
                  <c:v>0.76505316300000004</c:v>
                </c:pt>
                <c:pt idx="7693">
                  <c:v>0.76174734200000005</c:v>
                </c:pt>
                <c:pt idx="7694">
                  <c:v>0.76191263300000001</c:v>
                </c:pt>
                <c:pt idx="7695">
                  <c:v>0.76190436800000005</c:v>
                </c:pt>
                <c:pt idx="7696">
                  <c:v>0.761904782</c:v>
                </c:pt>
                <c:pt idx="7697">
                  <c:v>0.76190476100000004</c:v>
                </c:pt>
                <c:pt idx="7698">
                  <c:v>0.66139601000000003</c:v>
                </c:pt>
                <c:pt idx="7699">
                  <c:v>0.53185058799999996</c:v>
                </c:pt>
                <c:pt idx="7700">
                  <c:v>0.386151097</c:v>
                </c:pt>
                <c:pt idx="7701">
                  <c:v>0.32072618000000003</c:v>
                </c:pt>
                <c:pt idx="7702">
                  <c:v>0.21989320000000001</c:v>
                </c:pt>
                <c:pt idx="7703">
                  <c:v>0.13799493500000001</c:v>
                </c:pt>
                <c:pt idx="7704">
                  <c:v>9.9781945999999996E-2</c:v>
                </c:pt>
                <c:pt idx="7705">
                  <c:v>9.7857914000000004E-2</c:v>
                </c:pt>
                <c:pt idx="7706">
                  <c:v>7.4345324000000004E-2</c:v>
                </c:pt>
                <c:pt idx="7707">
                  <c:v>5.5015153999999997E-2</c:v>
                </c:pt>
                <c:pt idx="7708">
                  <c:v>5.2654779999999998E-2</c:v>
                </c:pt>
                <c:pt idx="7709">
                  <c:v>4.7367261000000001E-2</c:v>
                </c:pt>
                <c:pt idx="7710">
                  <c:v>4.7367261000000001E-2</c:v>
                </c:pt>
                <c:pt idx="7711">
                  <c:v>4.7367261000000001E-2</c:v>
                </c:pt>
                <c:pt idx="7712">
                  <c:v>4.7367261000000001E-2</c:v>
                </c:pt>
                <c:pt idx="7713">
                  <c:v>5.5699042999999997E-2</c:v>
                </c:pt>
                <c:pt idx="7714">
                  <c:v>0.10822076</c:v>
                </c:pt>
                <c:pt idx="7715">
                  <c:v>0.218773668</c:v>
                </c:pt>
                <c:pt idx="7716">
                  <c:v>0.31915812399999999</c:v>
                </c:pt>
                <c:pt idx="7717">
                  <c:v>0.40149847599999999</c:v>
                </c:pt>
                <c:pt idx="7718">
                  <c:v>0.49810697300000001</c:v>
                </c:pt>
                <c:pt idx="7719">
                  <c:v>0.57447011800000003</c:v>
                </c:pt>
                <c:pt idx="7720">
                  <c:v>0.63802531900000004</c:v>
                </c:pt>
                <c:pt idx="7721">
                  <c:v>0.66661207600000005</c:v>
                </c:pt>
                <c:pt idx="7722">
                  <c:v>0.62229274999999995</c:v>
                </c:pt>
                <c:pt idx="7723">
                  <c:v>0.49570952200000001</c:v>
                </c:pt>
                <c:pt idx="7724">
                  <c:v>0.45185435699999998</c:v>
                </c:pt>
                <c:pt idx="7725">
                  <c:v>0.506672554</c:v>
                </c:pt>
                <c:pt idx="7726">
                  <c:v>0.51485324099999996</c:v>
                </c:pt>
                <c:pt idx="7727">
                  <c:v>0.58943440999999996</c:v>
                </c:pt>
                <c:pt idx="7728">
                  <c:v>0.67609482600000004</c:v>
                </c:pt>
                <c:pt idx="7729">
                  <c:v>0.76619525899999996</c:v>
                </c:pt>
                <c:pt idx="7730">
                  <c:v>0.76169023700000005</c:v>
                </c:pt>
                <c:pt idx="7731">
                  <c:v>0.76191548799999997</c:v>
                </c:pt>
                <c:pt idx="7732">
                  <c:v>0.76190422599999996</c:v>
                </c:pt>
                <c:pt idx="7733">
                  <c:v>0.76190478900000003</c:v>
                </c:pt>
                <c:pt idx="7734">
                  <c:v>0.719557742</c:v>
                </c:pt>
                <c:pt idx="7735">
                  <c:v>0.73375895800000002</c:v>
                </c:pt>
                <c:pt idx="7736">
                  <c:v>0.62613584499999997</c:v>
                </c:pt>
                <c:pt idx="7737">
                  <c:v>0.71354798900000005</c:v>
                </c:pt>
                <c:pt idx="7738">
                  <c:v>0.76432260100000005</c:v>
                </c:pt>
                <c:pt idx="7739">
                  <c:v>0.76178387000000003</c:v>
                </c:pt>
                <c:pt idx="7740">
                  <c:v>0.76191080700000002</c:v>
                </c:pt>
                <c:pt idx="7741">
                  <c:v>0.76190446000000001</c:v>
                </c:pt>
                <c:pt idx="7742">
                  <c:v>0.76190477700000003</c:v>
                </c:pt>
                <c:pt idx="7743">
                  <c:v>0.75701818799999998</c:v>
                </c:pt>
                <c:pt idx="7744">
                  <c:v>0.76214909099999995</c:v>
                </c:pt>
                <c:pt idx="7745">
                  <c:v>0.75917035600000005</c:v>
                </c:pt>
                <c:pt idx="7746">
                  <c:v>0.69754814300000001</c:v>
                </c:pt>
                <c:pt idx="7747">
                  <c:v>0.54260584000000001</c:v>
                </c:pt>
                <c:pt idx="7748">
                  <c:v>0.41591612500000003</c:v>
                </c:pt>
                <c:pt idx="7749">
                  <c:v>0.328962168</c:v>
                </c:pt>
                <c:pt idx="7750">
                  <c:v>0.21234937400000001</c:v>
                </c:pt>
                <c:pt idx="7751">
                  <c:v>0.16149820200000001</c:v>
                </c:pt>
                <c:pt idx="7752">
                  <c:v>0.10332651800000001</c:v>
                </c:pt>
                <c:pt idx="7753">
                  <c:v>7.1148307999999993E-2</c:v>
                </c:pt>
                <c:pt idx="7754">
                  <c:v>5.2806829E-2</c:v>
                </c:pt>
                <c:pt idx="7755">
                  <c:v>4.7359658999999998E-2</c:v>
                </c:pt>
                <c:pt idx="7756">
                  <c:v>4.7359658999999998E-2</c:v>
                </c:pt>
                <c:pt idx="7757">
                  <c:v>4.7102785000000001E-2</c:v>
                </c:pt>
                <c:pt idx="7758">
                  <c:v>4.7102785000000001E-2</c:v>
                </c:pt>
                <c:pt idx="7759">
                  <c:v>0.15732647599999999</c:v>
                </c:pt>
                <c:pt idx="7760">
                  <c:v>0.15767239899999999</c:v>
                </c:pt>
                <c:pt idx="7761">
                  <c:v>0.28260364599999999</c:v>
                </c:pt>
                <c:pt idx="7762">
                  <c:v>0.43709282500000002</c:v>
                </c:pt>
                <c:pt idx="7763">
                  <c:v>0.63571287300000001</c:v>
                </c:pt>
                <c:pt idx="7764">
                  <c:v>0.76821435599999999</c:v>
                </c:pt>
                <c:pt idx="7765">
                  <c:v>0.76158928199999998</c:v>
                </c:pt>
                <c:pt idx="7766">
                  <c:v>0.76192053599999998</c:v>
                </c:pt>
                <c:pt idx="7767">
                  <c:v>0.76190397300000001</c:v>
                </c:pt>
                <c:pt idx="7768">
                  <c:v>0.76190480100000002</c:v>
                </c:pt>
                <c:pt idx="7769">
                  <c:v>0.64583996300000002</c:v>
                </c:pt>
                <c:pt idx="7770">
                  <c:v>0.67384538400000005</c:v>
                </c:pt>
                <c:pt idx="7771">
                  <c:v>0.674594637</c:v>
                </c:pt>
                <c:pt idx="7772">
                  <c:v>0.70740244600000002</c:v>
                </c:pt>
                <c:pt idx="7773">
                  <c:v>0.69591118100000005</c:v>
                </c:pt>
                <c:pt idx="7774">
                  <c:v>0.57052425500000004</c:v>
                </c:pt>
                <c:pt idx="7775">
                  <c:v>0.56408705000000003</c:v>
                </c:pt>
                <c:pt idx="7776">
                  <c:v>0.48180528900000003</c:v>
                </c:pt>
                <c:pt idx="7777">
                  <c:v>0.47889596299999998</c:v>
                </c:pt>
                <c:pt idx="7778">
                  <c:v>0.435821283</c:v>
                </c:pt>
                <c:pt idx="7779">
                  <c:v>0.39766604300000002</c:v>
                </c:pt>
                <c:pt idx="7780">
                  <c:v>0.45902361600000002</c:v>
                </c:pt>
                <c:pt idx="7781">
                  <c:v>0.57128807999999998</c:v>
                </c:pt>
                <c:pt idx="7782">
                  <c:v>0.673457466</c:v>
                </c:pt>
                <c:pt idx="7783">
                  <c:v>0.74417656899999995</c:v>
                </c:pt>
                <c:pt idx="7784">
                  <c:v>0.65328098300000004</c:v>
                </c:pt>
                <c:pt idx="7785">
                  <c:v>0.76733595099999996</c:v>
                </c:pt>
                <c:pt idx="7786">
                  <c:v>0.76163320199999995</c:v>
                </c:pt>
                <c:pt idx="7787">
                  <c:v>0.76191834000000003</c:v>
                </c:pt>
                <c:pt idx="7788">
                  <c:v>0.76190408300000001</c:v>
                </c:pt>
                <c:pt idx="7789">
                  <c:v>0.76190479600000005</c:v>
                </c:pt>
                <c:pt idx="7790">
                  <c:v>0.76190475999999996</c:v>
                </c:pt>
                <c:pt idx="7791">
                  <c:v>0.76190476200000001</c:v>
                </c:pt>
                <c:pt idx="7792">
                  <c:v>0.76190476200000001</c:v>
                </c:pt>
                <c:pt idx="7793">
                  <c:v>0.65902004999999997</c:v>
                </c:pt>
                <c:pt idx="7794">
                  <c:v>0.57651009399999997</c:v>
                </c:pt>
                <c:pt idx="7795">
                  <c:v>0.41999188999999998</c:v>
                </c:pt>
                <c:pt idx="7796">
                  <c:v>0.28838788100000001</c:v>
                </c:pt>
                <c:pt idx="7797">
                  <c:v>0.15137341100000001</c:v>
                </c:pt>
                <c:pt idx="7798">
                  <c:v>4.6475978000000001E-2</c:v>
                </c:pt>
                <c:pt idx="7799">
                  <c:v>4.6475978000000001E-2</c:v>
                </c:pt>
                <c:pt idx="7800">
                  <c:v>0.159269195</c:v>
                </c:pt>
                <c:pt idx="7801">
                  <c:v>0.124666516</c:v>
                </c:pt>
                <c:pt idx="7802">
                  <c:v>0.162159732</c:v>
                </c:pt>
                <c:pt idx="7803">
                  <c:v>0.133377722</c:v>
                </c:pt>
                <c:pt idx="7804">
                  <c:v>0.139167395</c:v>
                </c:pt>
                <c:pt idx="7805">
                  <c:v>0.106323221</c:v>
                </c:pt>
                <c:pt idx="7806">
                  <c:v>0.13979379</c:v>
                </c:pt>
                <c:pt idx="7807">
                  <c:v>0.14071072100000001</c:v>
                </c:pt>
                <c:pt idx="7808">
                  <c:v>5.6095706000000002E-2</c:v>
                </c:pt>
                <c:pt idx="7809">
                  <c:v>4.7195214999999999E-2</c:v>
                </c:pt>
                <c:pt idx="7810">
                  <c:v>9.4552364999999999E-2</c:v>
                </c:pt>
                <c:pt idx="7811">
                  <c:v>0.32681054599999998</c:v>
                </c:pt>
                <c:pt idx="7812">
                  <c:v>0.52695162699999998</c:v>
                </c:pt>
                <c:pt idx="7813">
                  <c:v>0.70678982199999996</c:v>
                </c:pt>
                <c:pt idx="7814">
                  <c:v>0.76466050900000004</c:v>
                </c:pt>
                <c:pt idx="7815">
                  <c:v>0.76176697500000001</c:v>
                </c:pt>
                <c:pt idx="7816">
                  <c:v>0.76191165100000002</c:v>
                </c:pt>
                <c:pt idx="7817">
                  <c:v>0.66577932500000003</c:v>
                </c:pt>
                <c:pt idx="7818">
                  <c:v>0.52174927199999999</c:v>
                </c:pt>
                <c:pt idx="7819">
                  <c:v>0.47150131200000001</c:v>
                </c:pt>
                <c:pt idx="7820">
                  <c:v>0.32177599200000001</c:v>
                </c:pt>
                <c:pt idx="7821">
                  <c:v>0.24489755799999999</c:v>
                </c:pt>
                <c:pt idx="7822">
                  <c:v>0.20362349900000001</c:v>
                </c:pt>
                <c:pt idx="7823">
                  <c:v>0.23899835999999999</c:v>
                </c:pt>
                <c:pt idx="7824">
                  <c:v>0.32849618400000002</c:v>
                </c:pt>
                <c:pt idx="7825">
                  <c:v>0.455712907</c:v>
                </c:pt>
                <c:pt idx="7826">
                  <c:v>0.56318145600000002</c:v>
                </c:pt>
                <c:pt idx="7827">
                  <c:v>0.67995714100000004</c:v>
                </c:pt>
                <c:pt idx="7828">
                  <c:v>0.76600214300000002</c:v>
                </c:pt>
                <c:pt idx="7829">
                  <c:v>0.76169989299999996</c:v>
                </c:pt>
                <c:pt idx="7830">
                  <c:v>0.76191500499999998</c:v>
                </c:pt>
                <c:pt idx="7831">
                  <c:v>0.76190424999999995</c:v>
                </c:pt>
                <c:pt idx="7832">
                  <c:v>0.65166281599999998</c:v>
                </c:pt>
                <c:pt idx="7833">
                  <c:v>0.63698476199999998</c:v>
                </c:pt>
                <c:pt idx="7834">
                  <c:v>0.68236173499999997</c:v>
                </c:pt>
                <c:pt idx="7835">
                  <c:v>0.76588191299999997</c:v>
                </c:pt>
                <c:pt idx="7836">
                  <c:v>0.76170590400000004</c:v>
                </c:pt>
                <c:pt idx="7837">
                  <c:v>0.76191470500000003</c:v>
                </c:pt>
                <c:pt idx="7838">
                  <c:v>0.76190426499999997</c:v>
                </c:pt>
                <c:pt idx="7839">
                  <c:v>0.76190478699999997</c:v>
                </c:pt>
                <c:pt idx="7840">
                  <c:v>0.76190476100000004</c:v>
                </c:pt>
                <c:pt idx="7841">
                  <c:v>0.69756183299999996</c:v>
                </c:pt>
                <c:pt idx="7842">
                  <c:v>0.58909337799999995</c:v>
                </c:pt>
                <c:pt idx="7843">
                  <c:v>0.47112427800000001</c:v>
                </c:pt>
                <c:pt idx="7844">
                  <c:v>0.34145516100000001</c:v>
                </c:pt>
                <c:pt idx="7845">
                  <c:v>0.23325821099999999</c:v>
                </c:pt>
                <c:pt idx="7846">
                  <c:v>9.5150478999999996E-2</c:v>
                </c:pt>
                <c:pt idx="7847">
                  <c:v>4.5242475999999997E-2</c:v>
                </c:pt>
                <c:pt idx="7848">
                  <c:v>4.5242475999999997E-2</c:v>
                </c:pt>
                <c:pt idx="7849">
                  <c:v>0.174814304</c:v>
                </c:pt>
                <c:pt idx="7850">
                  <c:v>0.29710157300000001</c:v>
                </c:pt>
                <c:pt idx="7851">
                  <c:v>0.42311310699999999</c:v>
                </c:pt>
                <c:pt idx="7852">
                  <c:v>0.44878164100000001</c:v>
                </c:pt>
                <c:pt idx="7853">
                  <c:v>0.43871072799999999</c:v>
                </c:pt>
                <c:pt idx="7854">
                  <c:v>0.49942625899999998</c:v>
                </c:pt>
                <c:pt idx="7855">
                  <c:v>0.58612514699999996</c:v>
                </c:pt>
                <c:pt idx="7856">
                  <c:v>0.66082167199999997</c:v>
                </c:pt>
                <c:pt idx="7857">
                  <c:v>0.76695891599999999</c:v>
                </c:pt>
                <c:pt idx="7858">
                  <c:v>0.76165205400000002</c:v>
                </c:pt>
                <c:pt idx="7859">
                  <c:v>0.76191739700000005</c:v>
                </c:pt>
                <c:pt idx="7860">
                  <c:v>0.76190413000000001</c:v>
                </c:pt>
                <c:pt idx="7861">
                  <c:v>0.76190479300000002</c:v>
                </c:pt>
                <c:pt idx="7862">
                  <c:v>0.76190475999999996</c:v>
                </c:pt>
                <c:pt idx="7863">
                  <c:v>0.76190476200000001</c:v>
                </c:pt>
                <c:pt idx="7864">
                  <c:v>0.76190476200000001</c:v>
                </c:pt>
                <c:pt idx="7865">
                  <c:v>0.63027981200000005</c:v>
                </c:pt>
                <c:pt idx="7866">
                  <c:v>0.507200926</c:v>
                </c:pt>
                <c:pt idx="7867">
                  <c:v>0.46686549799999999</c:v>
                </c:pt>
                <c:pt idx="7868">
                  <c:v>0.50698222299999995</c:v>
                </c:pt>
                <c:pt idx="7869">
                  <c:v>0.53290399899999996</c:v>
                </c:pt>
                <c:pt idx="7870">
                  <c:v>0.56291633900000004</c:v>
                </c:pt>
                <c:pt idx="7871">
                  <c:v>0.60738806300000003</c:v>
                </c:pt>
                <c:pt idx="7872">
                  <c:v>0.60728351000000003</c:v>
                </c:pt>
                <c:pt idx="7873">
                  <c:v>0.71382506000000001</c:v>
                </c:pt>
                <c:pt idx="7874">
                  <c:v>0.76430874699999996</c:v>
                </c:pt>
                <c:pt idx="7875">
                  <c:v>0.76178456299999997</c:v>
                </c:pt>
                <c:pt idx="7876">
                  <c:v>0.76191077200000001</c:v>
                </c:pt>
                <c:pt idx="7877">
                  <c:v>0.76190446099999998</c:v>
                </c:pt>
                <c:pt idx="7878">
                  <c:v>0.76190477700000003</c:v>
                </c:pt>
                <c:pt idx="7879">
                  <c:v>0.76190476100000004</c:v>
                </c:pt>
                <c:pt idx="7880">
                  <c:v>0.76190476200000001</c:v>
                </c:pt>
                <c:pt idx="7881">
                  <c:v>0.76190476200000001</c:v>
                </c:pt>
                <c:pt idx="7882">
                  <c:v>0.76190476200000001</c:v>
                </c:pt>
                <c:pt idx="7883">
                  <c:v>0.76190476200000001</c:v>
                </c:pt>
                <c:pt idx="7884">
                  <c:v>0.76190476200000001</c:v>
                </c:pt>
                <c:pt idx="7885">
                  <c:v>0.76190476200000001</c:v>
                </c:pt>
                <c:pt idx="7886">
                  <c:v>0.76190476200000001</c:v>
                </c:pt>
                <c:pt idx="7887">
                  <c:v>0.76190476200000001</c:v>
                </c:pt>
                <c:pt idx="7888">
                  <c:v>0.76190476200000001</c:v>
                </c:pt>
                <c:pt idx="7889">
                  <c:v>0.76190476200000001</c:v>
                </c:pt>
                <c:pt idx="7890">
                  <c:v>0.72263287399999998</c:v>
                </c:pt>
                <c:pt idx="7891">
                  <c:v>0.61255700099999999</c:v>
                </c:pt>
                <c:pt idx="7892">
                  <c:v>0.47770466299999997</c:v>
                </c:pt>
                <c:pt idx="7893">
                  <c:v>0.408733281</c:v>
                </c:pt>
                <c:pt idx="7894">
                  <c:v>0.338126598</c:v>
                </c:pt>
                <c:pt idx="7895">
                  <c:v>0.31114356599999998</c:v>
                </c:pt>
                <c:pt idx="7896">
                  <c:v>0.30000400599999999</c:v>
                </c:pt>
                <c:pt idx="7897">
                  <c:v>0.26360227800000002</c:v>
                </c:pt>
                <c:pt idx="7898">
                  <c:v>0.33939296600000002</c:v>
                </c:pt>
                <c:pt idx="7899">
                  <c:v>0.44738276399999999</c:v>
                </c:pt>
                <c:pt idx="7900">
                  <c:v>0.43571443399999998</c:v>
                </c:pt>
                <c:pt idx="7901">
                  <c:v>0.41871646200000001</c:v>
                </c:pt>
                <c:pt idx="7902">
                  <c:v>0.37489948400000001</c:v>
                </c:pt>
                <c:pt idx="7903">
                  <c:v>0.33958436600000003</c:v>
                </c:pt>
                <c:pt idx="7904">
                  <c:v>0.28973816899999999</c:v>
                </c:pt>
                <c:pt idx="7905">
                  <c:v>0.35060573699999997</c:v>
                </c:pt>
                <c:pt idx="7906">
                  <c:v>0.46475412199999999</c:v>
                </c:pt>
                <c:pt idx="7907">
                  <c:v>0.61415425300000004</c:v>
                </c:pt>
                <c:pt idx="7908">
                  <c:v>0.67367535199999995</c:v>
                </c:pt>
                <c:pt idx="7909">
                  <c:v>0.76631623199999999</c:v>
                </c:pt>
                <c:pt idx="7910">
                  <c:v>0.76168418800000004</c:v>
                </c:pt>
                <c:pt idx="7911">
                  <c:v>0.76191579099999995</c:v>
                </c:pt>
                <c:pt idx="7912">
                  <c:v>0.66509456</c:v>
                </c:pt>
                <c:pt idx="7913">
                  <c:v>0.61415662900000001</c:v>
                </c:pt>
                <c:pt idx="7914">
                  <c:v>0.66526448299999996</c:v>
                </c:pt>
                <c:pt idx="7915">
                  <c:v>0.69664799300000002</c:v>
                </c:pt>
                <c:pt idx="7916">
                  <c:v>0.69218264900000004</c:v>
                </c:pt>
                <c:pt idx="7917">
                  <c:v>0.69872383999999998</c:v>
                </c:pt>
                <c:pt idx="7918">
                  <c:v>0.694993576</c:v>
                </c:pt>
                <c:pt idx="7919">
                  <c:v>0.74085216300000001</c:v>
                </c:pt>
                <c:pt idx="7920">
                  <c:v>0.76295739200000001</c:v>
                </c:pt>
                <c:pt idx="7921">
                  <c:v>0.76185212999999996</c:v>
                </c:pt>
                <c:pt idx="7922">
                  <c:v>0.76190739299999999</c:v>
                </c:pt>
                <c:pt idx="7923">
                  <c:v>0.73265446700000003</c:v>
                </c:pt>
                <c:pt idx="7924">
                  <c:v>0.76336727699999996</c:v>
                </c:pt>
                <c:pt idx="7925">
                  <c:v>0.71781119999999998</c:v>
                </c:pt>
                <c:pt idx="7926">
                  <c:v>0.76410944000000003</c:v>
                </c:pt>
                <c:pt idx="7927">
                  <c:v>0.76179452800000003</c:v>
                </c:pt>
                <c:pt idx="7928">
                  <c:v>0.761910274</c:v>
                </c:pt>
                <c:pt idx="7929">
                  <c:v>0.66029592400000003</c:v>
                </c:pt>
                <c:pt idx="7930">
                  <c:v>0.63170943400000001</c:v>
                </c:pt>
                <c:pt idx="7931">
                  <c:v>0.57772832399999996</c:v>
                </c:pt>
                <c:pt idx="7932">
                  <c:v>0.54563127600000005</c:v>
                </c:pt>
                <c:pt idx="7933">
                  <c:v>0.56477746100000004</c:v>
                </c:pt>
                <c:pt idx="7934">
                  <c:v>0.52458948000000005</c:v>
                </c:pt>
                <c:pt idx="7935">
                  <c:v>0.49930306499999999</c:v>
                </c:pt>
                <c:pt idx="7936">
                  <c:v>0.46710108500000003</c:v>
                </c:pt>
                <c:pt idx="7937">
                  <c:v>0.477035402</c:v>
                </c:pt>
                <c:pt idx="7938">
                  <c:v>0.43790382900000002</c:v>
                </c:pt>
                <c:pt idx="7939">
                  <c:v>0.284211993</c:v>
                </c:pt>
                <c:pt idx="7940">
                  <c:v>0.1177421</c:v>
                </c:pt>
                <c:pt idx="7941">
                  <c:v>4.4112894999999999E-2</c:v>
                </c:pt>
                <c:pt idx="7942">
                  <c:v>4.4112894999999999E-2</c:v>
                </c:pt>
                <c:pt idx="7943">
                  <c:v>4.4112894999999999E-2</c:v>
                </c:pt>
                <c:pt idx="7944">
                  <c:v>4.6307248000000002E-2</c:v>
                </c:pt>
                <c:pt idx="7945">
                  <c:v>4.6307248000000002E-2</c:v>
                </c:pt>
                <c:pt idx="7946">
                  <c:v>0.17819621099999999</c:v>
                </c:pt>
                <c:pt idx="7947">
                  <c:v>0.22861359000000001</c:v>
                </c:pt>
                <c:pt idx="7948">
                  <c:v>0.28598744100000001</c:v>
                </c:pt>
                <c:pt idx="7949">
                  <c:v>0.263841188</c:v>
                </c:pt>
                <c:pt idx="7950">
                  <c:v>0.39066993500000002</c:v>
                </c:pt>
                <c:pt idx="7951">
                  <c:v>0.48193401899999999</c:v>
                </c:pt>
                <c:pt idx="7952">
                  <c:v>0.55562602800000005</c:v>
                </c:pt>
                <c:pt idx="7953">
                  <c:v>0.64605654099999998</c:v>
                </c:pt>
                <c:pt idx="7954">
                  <c:v>0.72318700499999999</c:v>
                </c:pt>
                <c:pt idx="7955">
                  <c:v>0.76384065000000001</c:v>
                </c:pt>
                <c:pt idx="7956">
                  <c:v>0.76180796799999995</c:v>
                </c:pt>
                <c:pt idx="7957">
                  <c:v>0.76190960200000002</c:v>
                </c:pt>
                <c:pt idx="7958">
                  <c:v>0.76190451999999997</c:v>
                </c:pt>
                <c:pt idx="7959">
                  <c:v>0.76190477400000001</c:v>
                </c:pt>
                <c:pt idx="7960">
                  <c:v>0.72830869099999995</c:v>
                </c:pt>
                <c:pt idx="7961">
                  <c:v>0.632628203</c:v>
                </c:pt>
                <c:pt idx="7962">
                  <c:v>0.589788074</c:v>
                </c:pt>
                <c:pt idx="7963">
                  <c:v>0.56556516899999998</c:v>
                </c:pt>
                <c:pt idx="7964">
                  <c:v>0.54752884300000004</c:v>
                </c:pt>
                <c:pt idx="7965">
                  <c:v>0.57153708000000003</c:v>
                </c:pt>
                <c:pt idx="7966">
                  <c:v>0.60553596899999995</c:v>
                </c:pt>
                <c:pt idx="7967">
                  <c:v>0.66327360599999996</c:v>
                </c:pt>
                <c:pt idx="7968">
                  <c:v>0.75052702299999996</c:v>
                </c:pt>
                <c:pt idx="7969">
                  <c:v>0.76247364900000003</c:v>
                </c:pt>
                <c:pt idx="7970">
                  <c:v>0.761876318</c:v>
                </c:pt>
                <c:pt idx="7971">
                  <c:v>0.76190618399999999</c:v>
                </c:pt>
                <c:pt idx="7972">
                  <c:v>0.76190469100000002</c:v>
                </c:pt>
                <c:pt idx="7973">
                  <c:v>0.76190476500000004</c:v>
                </c:pt>
                <c:pt idx="7974">
                  <c:v>0.76190476200000001</c:v>
                </c:pt>
                <c:pt idx="7975">
                  <c:v>0.71459804599999999</c:v>
                </c:pt>
                <c:pt idx="7976">
                  <c:v>0.58842646499999995</c:v>
                </c:pt>
                <c:pt idx="7977">
                  <c:v>0.619689567</c:v>
                </c:pt>
                <c:pt idx="7978">
                  <c:v>0.76901552200000001</c:v>
                </c:pt>
                <c:pt idx="7979">
                  <c:v>0.76154922400000002</c:v>
                </c:pt>
                <c:pt idx="7980">
                  <c:v>0.76192253899999995</c:v>
                </c:pt>
                <c:pt idx="7981">
                  <c:v>0.76190387299999995</c:v>
                </c:pt>
                <c:pt idx="7982">
                  <c:v>0.76190480599999999</c:v>
                </c:pt>
                <c:pt idx="7983">
                  <c:v>0.76190475999999996</c:v>
                </c:pt>
                <c:pt idx="7984">
                  <c:v>0.68819289699999997</c:v>
                </c:pt>
                <c:pt idx="7985">
                  <c:v>0.60780168700000003</c:v>
                </c:pt>
                <c:pt idx="7986">
                  <c:v>0.51513146700000001</c:v>
                </c:pt>
                <c:pt idx="7987">
                  <c:v>0.448257085</c:v>
                </c:pt>
                <c:pt idx="7988">
                  <c:v>0.335093272</c:v>
                </c:pt>
                <c:pt idx="7989">
                  <c:v>0.27129931899999998</c:v>
                </c:pt>
                <c:pt idx="7990">
                  <c:v>0.19114926300000001</c:v>
                </c:pt>
                <c:pt idx="7991">
                  <c:v>0.26059703000000001</c:v>
                </c:pt>
                <c:pt idx="7992">
                  <c:v>0.38022778299999999</c:v>
                </c:pt>
                <c:pt idx="7993">
                  <c:v>0.39618963699999998</c:v>
                </c:pt>
                <c:pt idx="7994">
                  <c:v>0.44667857300000002</c:v>
                </c:pt>
                <c:pt idx="7995">
                  <c:v>0.55688190299999996</c:v>
                </c:pt>
                <c:pt idx="7996">
                  <c:v>0.66892990399999996</c:v>
                </c:pt>
                <c:pt idx="7997">
                  <c:v>0.76655350499999997</c:v>
                </c:pt>
                <c:pt idx="7998">
                  <c:v>0.76167232500000004</c:v>
                </c:pt>
                <c:pt idx="7999">
                  <c:v>0.76191638399999995</c:v>
                </c:pt>
                <c:pt idx="8000">
                  <c:v>0.76190418100000001</c:v>
                </c:pt>
                <c:pt idx="8001">
                  <c:v>0.76190479099999997</c:v>
                </c:pt>
                <c:pt idx="8002">
                  <c:v>0.76190475999999996</c:v>
                </c:pt>
                <c:pt idx="8003">
                  <c:v>0.76190476200000001</c:v>
                </c:pt>
                <c:pt idx="8004">
                  <c:v>0.76190476200000001</c:v>
                </c:pt>
                <c:pt idx="8005">
                  <c:v>0.76190476200000001</c:v>
                </c:pt>
                <c:pt idx="8006">
                  <c:v>0.72510394600000005</c:v>
                </c:pt>
                <c:pt idx="8007">
                  <c:v>0.76374480300000003</c:v>
                </c:pt>
                <c:pt idx="8008">
                  <c:v>0.69165611500000002</c:v>
                </c:pt>
                <c:pt idx="8009">
                  <c:v>0.74504330900000004</c:v>
                </c:pt>
                <c:pt idx="8010">
                  <c:v>0.65852544599999996</c:v>
                </c:pt>
                <c:pt idx="8011">
                  <c:v>0.66332106899999999</c:v>
                </c:pt>
                <c:pt idx="8012">
                  <c:v>0.68007983299999997</c:v>
                </c:pt>
                <c:pt idx="8013">
                  <c:v>0.71033414800000005</c:v>
                </c:pt>
                <c:pt idx="8014">
                  <c:v>0.72602933599999997</c:v>
                </c:pt>
                <c:pt idx="8015">
                  <c:v>0.75893996600000002</c:v>
                </c:pt>
                <c:pt idx="8016">
                  <c:v>0.76205300200000003</c:v>
                </c:pt>
                <c:pt idx="8017">
                  <c:v>0.76189735000000003</c:v>
                </c:pt>
                <c:pt idx="8018">
                  <c:v>0.76190513299999996</c:v>
                </c:pt>
                <c:pt idx="8019">
                  <c:v>0.761904743</c:v>
                </c:pt>
                <c:pt idx="8020">
                  <c:v>0.76190476299999998</c:v>
                </c:pt>
                <c:pt idx="8021">
                  <c:v>0.76190476200000001</c:v>
                </c:pt>
                <c:pt idx="8022">
                  <c:v>0.76190476200000001</c:v>
                </c:pt>
                <c:pt idx="8023">
                  <c:v>0.76190476200000001</c:v>
                </c:pt>
                <c:pt idx="8024">
                  <c:v>0.76190476200000001</c:v>
                </c:pt>
                <c:pt idx="8025">
                  <c:v>0.76190476200000001</c:v>
                </c:pt>
                <c:pt idx="8026">
                  <c:v>0.76190476200000001</c:v>
                </c:pt>
                <c:pt idx="8027">
                  <c:v>0.76190476200000001</c:v>
                </c:pt>
                <c:pt idx="8028">
                  <c:v>0.76190476200000001</c:v>
                </c:pt>
                <c:pt idx="8029">
                  <c:v>0.76190476200000001</c:v>
                </c:pt>
                <c:pt idx="8030">
                  <c:v>0.76190476200000001</c:v>
                </c:pt>
                <c:pt idx="8031">
                  <c:v>0.76190476200000001</c:v>
                </c:pt>
                <c:pt idx="8032">
                  <c:v>0.76190476200000001</c:v>
                </c:pt>
                <c:pt idx="8033">
                  <c:v>0.76190476200000001</c:v>
                </c:pt>
                <c:pt idx="8034">
                  <c:v>0.76190476200000001</c:v>
                </c:pt>
                <c:pt idx="8035">
                  <c:v>0.72858245300000002</c:v>
                </c:pt>
                <c:pt idx="8036">
                  <c:v>0.73579251199999995</c:v>
                </c:pt>
                <c:pt idx="8037">
                  <c:v>0.71567155500000001</c:v>
                </c:pt>
                <c:pt idx="8038">
                  <c:v>0.63009749400000004</c:v>
                </c:pt>
                <c:pt idx="8039">
                  <c:v>0.67172959499999996</c:v>
                </c:pt>
                <c:pt idx="8040">
                  <c:v>0.63526780100000002</c:v>
                </c:pt>
                <c:pt idx="8041">
                  <c:v>0.64614430700000003</c:v>
                </c:pt>
                <c:pt idx="8042">
                  <c:v>0.74297167600000003</c:v>
                </c:pt>
                <c:pt idx="8043">
                  <c:v>0.76285141599999995</c:v>
                </c:pt>
                <c:pt idx="8044">
                  <c:v>0.76185742899999997</c:v>
                </c:pt>
                <c:pt idx="8045">
                  <c:v>0.76190712900000002</c:v>
                </c:pt>
                <c:pt idx="8046">
                  <c:v>0.76190464400000002</c:v>
                </c:pt>
                <c:pt idx="8047">
                  <c:v>0.76190476799999995</c:v>
                </c:pt>
                <c:pt idx="8048">
                  <c:v>0.76190476200000001</c:v>
                </c:pt>
                <c:pt idx="8049">
                  <c:v>0.76190476200000001</c:v>
                </c:pt>
                <c:pt idx="8050">
                  <c:v>0.76190476200000001</c:v>
                </c:pt>
                <c:pt idx="8051">
                  <c:v>0.76190476200000001</c:v>
                </c:pt>
                <c:pt idx="8052">
                  <c:v>0.76190476200000001</c:v>
                </c:pt>
                <c:pt idx="8053">
                  <c:v>0.76190476200000001</c:v>
                </c:pt>
                <c:pt idx="8054">
                  <c:v>0.76190476200000001</c:v>
                </c:pt>
                <c:pt idx="8055">
                  <c:v>0.76190476200000001</c:v>
                </c:pt>
                <c:pt idx="8056">
                  <c:v>0.76190476200000001</c:v>
                </c:pt>
                <c:pt idx="8057">
                  <c:v>0.76190476200000001</c:v>
                </c:pt>
                <c:pt idx="8058">
                  <c:v>0.76190476200000001</c:v>
                </c:pt>
                <c:pt idx="8059">
                  <c:v>0.76190476200000001</c:v>
                </c:pt>
                <c:pt idx="8060">
                  <c:v>0.76190476200000001</c:v>
                </c:pt>
                <c:pt idx="8061">
                  <c:v>0.76190476200000001</c:v>
                </c:pt>
                <c:pt idx="8062">
                  <c:v>0.76190476200000001</c:v>
                </c:pt>
                <c:pt idx="8063">
                  <c:v>0.74082221199999998</c:v>
                </c:pt>
                <c:pt idx="8064">
                  <c:v>0.76295888899999997</c:v>
                </c:pt>
                <c:pt idx="8065">
                  <c:v>0.76158751700000005</c:v>
                </c:pt>
                <c:pt idx="8066">
                  <c:v>0.76192062400000005</c:v>
                </c:pt>
                <c:pt idx="8067">
                  <c:v>0.76190396900000001</c:v>
                </c:pt>
                <c:pt idx="8068">
                  <c:v>0.76190480199999999</c:v>
                </c:pt>
                <c:pt idx="8069">
                  <c:v>0.76190475999999996</c:v>
                </c:pt>
                <c:pt idx="8070">
                  <c:v>0.76190476200000001</c:v>
                </c:pt>
                <c:pt idx="8071">
                  <c:v>0.76190476200000001</c:v>
                </c:pt>
                <c:pt idx="8072">
                  <c:v>0.76190476200000001</c:v>
                </c:pt>
                <c:pt idx="8073">
                  <c:v>0.76190476200000001</c:v>
                </c:pt>
                <c:pt idx="8074">
                  <c:v>0.76190476200000001</c:v>
                </c:pt>
                <c:pt idx="8075">
                  <c:v>0.76190476200000001</c:v>
                </c:pt>
                <c:pt idx="8076">
                  <c:v>0.74319853800000002</c:v>
                </c:pt>
                <c:pt idx="8077">
                  <c:v>0.74862963100000002</c:v>
                </c:pt>
                <c:pt idx="8078">
                  <c:v>0.76256851800000003</c:v>
                </c:pt>
                <c:pt idx="8079">
                  <c:v>0.72079146699999996</c:v>
                </c:pt>
                <c:pt idx="8080">
                  <c:v>0.65020735699999999</c:v>
                </c:pt>
                <c:pt idx="8081">
                  <c:v>0.56455012999999998</c:v>
                </c:pt>
                <c:pt idx="8082">
                  <c:v>0.48210594000000001</c:v>
                </c:pt>
                <c:pt idx="8083">
                  <c:v>0.418871618</c:v>
                </c:pt>
                <c:pt idx="8084">
                  <c:v>0.32079576799999998</c:v>
                </c:pt>
                <c:pt idx="8085">
                  <c:v>0.342536866</c:v>
                </c:pt>
                <c:pt idx="8086">
                  <c:v>0.36869248300000002</c:v>
                </c:pt>
                <c:pt idx="8087">
                  <c:v>0.42575757600000003</c:v>
                </c:pt>
                <c:pt idx="8088">
                  <c:v>0.52091824600000003</c:v>
                </c:pt>
                <c:pt idx="8089">
                  <c:v>0.628594027</c:v>
                </c:pt>
                <c:pt idx="8090">
                  <c:v>0.73821940600000002</c:v>
                </c:pt>
                <c:pt idx="8091">
                  <c:v>0.76308902999999995</c:v>
                </c:pt>
                <c:pt idx="8092">
                  <c:v>0.76184554900000001</c:v>
                </c:pt>
                <c:pt idx="8093">
                  <c:v>0.76190772299999998</c:v>
                </c:pt>
                <c:pt idx="8094">
                  <c:v>0.76190461399999998</c:v>
                </c:pt>
                <c:pt idx="8095">
                  <c:v>0.76190476900000004</c:v>
                </c:pt>
                <c:pt idx="8096">
                  <c:v>0.76190476200000001</c:v>
                </c:pt>
                <c:pt idx="8097">
                  <c:v>0.76190476200000001</c:v>
                </c:pt>
                <c:pt idx="8098">
                  <c:v>0.76190476200000001</c:v>
                </c:pt>
                <c:pt idx="8099">
                  <c:v>0.76190476200000001</c:v>
                </c:pt>
                <c:pt idx="8100">
                  <c:v>0.76190476200000001</c:v>
                </c:pt>
                <c:pt idx="8101">
                  <c:v>0.76190476200000001</c:v>
                </c:pt>
                <c:pt idx="8102">
                  <c:v>0.76190476200000001</c:v>
                </c:pt>
                <c:pt idx="8103">
                  <c:v>0.76190476200000001</c:v>
                </c:pt>
                <c:pt idx="8104">
                  <c:v>0.76190476200000001</c:v>
                </c:pt>
                <c:pt idx="8105">
                  <c:v>0.71860401200000001</c:v>
                </c:pt>
                <c:pt idx="8106">
                  <c:v>0.58202610300000002</c:v>
                </c:pt>
                <c:pt idx="8107">
                  <c:v>0.47048996500000001</c:v>
                </c:pt>
                <c:pt idx="8108">
                  <c:v>0.51862076899999998</c:v>
                </c:pt>
                <c:pt idx="8109">
                  <c:v>0.52496928099999995</c:v>
                </c:pt>
                <c:pt idx="8110">
                  <c:v>0.53669170399999999</c:v>
                </c:pt>
                <c:pt idx="8111">
                  <c:v>0.42016102399999999</c:v>
                </c:pt>
                <c:pt idx="8112">
                  <c:v>0.36171494199999998</c:v>
                </c:pt>
                <c:pt idx="8113">
                  <c:v>0.34085735</c:v>
                </c:pt>
                <c:pt idx="8114">
                  <c:v>0.31138324299999998</c:v>
                </c:pt>
                <c:pt idx="8115">
                  <c:v>0.29724159</c:v>
                </c:pt>
                <c:pt idx="8116">
                  <c:v>0.29100326900000001</c:v>
                </c:pt>
                <c:pt idx="8117">
                  <c:v>0.25359232399999998</c:v>
                </c:pt>
                <c:pt idx="8118">
                  <c:v>0.238193076</c:v>
                </c:pt>
                <c:pt idx="8119">
                  <c:v>0.20713764400000001</c:v>
                </c:pt>
                <c:pt idx="8120">
                  <c:v>0.254779755</c:v>
                </c:pt>
                <c:pt idx="8121">
                  <c:v>0.30367048400000002</c:v>
                </c:pt>
                <c:pt idx="8122">
                  <c:v>0.31113802200000001</c:v>
                </c:pt>
                <c:pt idx="8123">
                  <c:v>0.33074204499999998</c:v>
                </c:pt>
                <c:pt idx="8124">
                  <c:v>0.42807970699999998</c:v>
                </c:pt>
                <c:pt idx="8125">
                  <c:v>0.39785672</c:v>
                </c:pt>
                <c:pt idx="8126">
                  <c:v>0.46129899600000002</c:v>
                </c:pt>
                <c:pt idx="8127">
                  <c:v>0.49707437700000001</c:v>
                </c:pt>
                <c:pt idx="8128">
                  <c:v>0.459396417</c:v>
                </c:pt>
                <c:pt idx="8129">
                  <c:v>0.397533305</c:v>
                </c:pt>
                <c:pt idx="8130">
                  <c:v>0.35012621100000002</c:v>
                </c:pt>
                <c:pt idx="8131">
                  <c:v>0.24452868899999999</c:v>
                </c:pt>
                <c:pt idx="8132">
                  <c:v>0.20809866099999999</c:v>
                </c:pt>
                <c:pt idx="8133">
                  <c:v>0.13955899499999999</c:v>
                </c:pt>
                <c:pt idx="8134">
                  <c:v>4.3022049999999999E-2</c:v>
                </c:pt>
                <c:pt idx="8135">
                  <c:v>4.3022049999999999E-2</c:v>
                </c:pt>
                <c:pt idx="8136">
                  <c:v>8.3394891999999998E-2</c:v>
                </c:pt>
                <c:pt idx="8137">
                  <c:v>0.21992646800000001</c:v>
                </c:pt>
                <c:pt idx="8138">
                  <c:v>0.281946788</c:v>
                </c:pt>
                <c:pt idx="8139">
                  <c:v>0.29092525299999999</c:v>
                </c:pt>
                <c:pt idx="8140">
                  <c:v>0.30465375500000003</c:v>
                </c:pt>
                <c:pt idx="8141">
                  <c:v>0.28062719000000003</c:v>
                </c:pt>
                <c:pt idx="8142">
                  <c:v>0.33099224700000002</c:v>
                </c:pt>
                <c:pt idx="8143">
                  <c:v>0.34086581300000002</c:v>
                </c:pt>
                <c:pt idx="8144">
                  <c:v>0.42095027400000001</c:v>
                </c:pt>
                <c:pt idx="8145">
                  <c:v>0.47658315400000001</c:v>
                </c:pt>
                <c:pt idx="8146">
                  <c:v>0.51498245499999995</c:v>
                </c:pt>
                <c:pt idx="8147">
                  <c:v>0.589888721</c:v>
                </c:pt>
                <c:pt idx="8148">
                  <c:v>0.66377218000000004</c:v>
                </c:pt>
                <c:pt idx="8149">
                  <c:v>0.74944042799999999</c:v>
                </c:pt>
                <c:pt idx="8150">
                  <c:v>0.76252797900000002</c:v>
                </c:pt>
                <c:pt idx="8151">
                  <c:v>0.74901237700000001</c:v>
                </c:pt>
                <c:pt idx="8152">
                  <c:v>0.76254938100000003</c:v>
                </c:pt>
                <c:pt idx="8153">
                  <c:v>0.76187253099999996</c:v>
                </c:pt>
                <c:pt idx="8154">
                  <c:v>0.65560496899999998</c:v>
                </c:pt>
                <c:pt idx="8155">
                  <c:v>0.64727266400000005</c:v>
                </c:pt>
                <c:pt idx="8156">
                  <c:v>0.66463003899999995</c:v>
                </c:pt>
                <c:pt idx="8157">
                  <c:v>0.65849192400000001</c:v>
                </c:pt>
                <c:pt idx="8158">
                  <c:v>0.63790813400000002</c:v>
                </c:pt>
                <c:pt idx="8159">
                  <c:v>0.65455083199999997</c:v>
                </c:pt>
                <c:pt idx="8160">
                  <c:v>0.72882700099999997</c:v>
                </c:pt>
                <c:pt idx="8161">
                  <c:v>0.76355865000000001</c:v>
                </c:pt>
                <c:pt idx="8162">
                  <c:v>0.76182206799999996</c:v>
                </c:pt>
                <c:pt idx="8163">
                  <c:v>0.74543633499999995</c:v>
                </c:pt>
                <c:pt idx="8164">
                  <c:v>0.73368286299999996</c:v>
                </c:pt>
                <c:pt idx="8165">
                  <c:v>0.76331585700000004</c:v>
                </c:pt>
                <c:pt idx="8166">
                  <c:v>0.76183420700000004</c:v>
                </c:pt>
                <c:pt idx="8167">
                  <c:v>0.74048899999999995</c:v>
                </c:pt>
                <c:pt idx="8168">
                  <c:v>0.73587357799999997</c:v>
                </c:pt>
                <c:pt idx="8169">
                  <c:v>0.76320632099999997</c:v>
                </c:pt>
                <c:pt idx="8170">
                  <c:v>0.76183968400000002</c:v>
                </c:pt>
                <c:pt idx="8171">
                  <c:v>0.76190801600000002</c:v>
                </c:pt>
                <c:pt idx="8172">
                  <c:v>0.76190459899999996</c:v>
                </c:pt>
                <c:pt idx="8173">
                  <c:v>0.76190477000000001</c:v>
                </c:pt>
                <c:pt idx="8174">
                  <c:v>0.76190476100000004</c:v>
                </c:pt>
                <c:pt idx="8175">
                  <c:v>0.76190476200000001</c:v>
                </c:pt>
                <c:pt idx="8176">
                  <c:v>0.76190476200000001</c:v>
                </c:pt>
                <c:pt idx="8177">
                  <c:v>0.76190476200000001</c:v>
                </c:pt>
                <c:pt idx="8178">
                  <c:v>0.75906426599999999</c:v>
                </c:pt>
                <c:pt idx="8179">
                  <c:v>0.61490351700000001</c:v>
                </c:pt>
                <c:pt idx="8180">
                  <c:v>0.45210910500000001</c:v>
                </c:pt>
                <c:pt idx="8181">
                  <c:v>0.26899835799999999</c:v>
                </c:pt>
                <c:pt idx="8182">
                  <c:v>0.25398833500000001</c:v>
                </c:pt>
                <c:pt idx="8183">
                  <c:v>0.30988628600000001</c:v>
                </c:pt>
                <c:pt idx="8184">
                  <c:v>0.39355435</c:v>
                </c:pt>
                <c:pt idx="8185">
                  <c:v>0.51129030200000003</c:v>
                </c:pt>
                <c:pt idx="8186">
                  <c:v>0.62296861000000003</c:v>
                </c:pt>
                <c:pt idx="8187">
                  <c:v>0.73274961500000002</c:v>
                </c:pt>
                <c:pt idx="8188">
                  <c:v>0.76336251899999996</c:v>
                </c:pt>
                <c:pt idx="8189">
                  <c:v>0.76183187399999996</c:v>
                </c:pt>
                <c:pt idx="8190">
                  <c:v>0.76190840599999998</c:v>
                </c:pt>
                <c:pt idx="8191">
                  <c:v>0.76190458000000005</c:v>
                </c:pt>
                <c:pt idx="8192">
                  <c:v>0.76190477099999998</c:v>
                </c:pt>
                <c:pt idx="8193">
                  <c:v>0.76190476100000004</c:v>
                </c:pt>
                <c:pt idx="8194">
                  <c:v>0.76190476200000001</c:v>
                </c:pt>
                <c:pt idx="8195">
                  <c:v>0.76190476200000001</c:v>
                </c:pt>
                <c:pt idx="8196">
                  <c:v>0.76190476200000001</c:v>
                </c:pt>
                <c:pt idx="8197">
                  <c:v>0.76190476200000001</c:v>
                </c:pt>
                <c:pt idx="8198">
                  <c:v>0.76190476200000001</c:v>
                </c:pt>
                <c:pt idx="8199">
                  <c:v>0.76190476200000001</c:v>
                </c:pt>
                <c:pt idx="8200">
                  <c:v>0.76190476200000001</c:v>
                </c:pt>
                <c:pt idx="8201">
                  <c:v>0.76190476200000001</c:v>
                </c:pt>
                <c:pt idx="8202">
                  <c:v>0.76190476200000001</c:v>
                </c:pt>
                <c:pt idx="8203">
                  <c:v>0.76190476200000001</c:v>
                </c:pt>
                <c:pt idx="8204">
                  <c:v>0.76190476200000001</c:v>
                </c:pt>
                <c:pt idx="8205">
                  <c:v>0.76190476200000001</c:v>
                </c:pt>
                <c:pt idx="8206">
                  <c:v>0.63495444499999998</c:v>
                </c:pt>
                <c:pt idx="8207">
                  <c:v>0.66948985299999997</c:v>
                </c:pt>
                <c:pt idx="8208">
                  <c:v>0.74231884800000003</c:v>
                </c:pt>
                <c:pt idx="8209">
                  <c:v>0.76288405800000003</c:v>
                </c:pt>
                <c:pt idx="8210">
                  <c:v>0.76185579699999995</c:v>
                </c:pt>
                <c:pt idx="8211">
                  <c:v>0.76190720999999995</c:v>
                </c:pt>
                <c:pt idx="8212">
                  <c:v>0.76190463900000005</c:v>
                </c:pt>
                <c:pt idx="8213">
                  <c:v>0.76190476799999995</c:v>
                </c:pt>
                <c:pt idx="8214">
                  <c:v>0.76190476200000001</c:v>
                </c:pt>
                <c:pt idx="8215">
                  <c:v>0.76190476200000001</c:v>
                </c:pt>
                <c:pt idx="8216">
                  <c:v>0.76190476200000001</c:v>
                </c:pt>
                <c:pt idx="8217">
                  <c:v>0.76190476200000001</c:v>
                </c:pt>
                <c:pt idx="8218">
                  <c:v>0.75086713999999999</c:v>
                </c:pt>
                <c:pt idx="8219">
                  <c:v>0.76245664300000004</c:v>
                </c:pt>
                <c:pt idx="8220">
                  <c:v>0.76187716800000005</c:v>
                </c:pt>
                <c:pt idx="8221">
                  <c:v>0.76190614199999995</c:v>
                </c:pt>
                <c:pt idx="8222">
                  <c:v>0.76190469299999997</c:v>
                </c:pt>
                <c:pt idx="8223">
                  <c:v>0.76190476500000004</c:v>
                </c:pt>
                <c:pt idx="8224">
                  <c:v>0.76190476200000001</c:v>
                </c:pt>
                <c:pt idx="8225">
                  <c:v>0.76190476200000001</c:v>
                </c:pt>
                <c:pt idx="8226">
                  <c:v>0.76190476200000001</c:v>
                </c:pt>
                <c:pt idx="8227">
                  <c:v>0.76190476200000001</c:v>
                </c:pt>
                <c:pt idx="8228">
                  <c:v>0.76190476200000001</c:v>
                </c:pt>
                <c:pt idx="8229">
                  <c:v>0.76190476200000001</c:v>
                </c:pt>
                <c:pt idx="8230">
                  <c:v>0.69679008799999997</c:v>
                </c:pt>
                <c:pt idx="8231">
                  <c:v>0.73529518000000005</c:v>
                </c:pt>
                <c:pt idx="8232">
                  <c:v>0.76323524099999995</c:v>
                </c:pt>
                <c:pt idx="8233">
                  <c:v>0.76183823799999995</c:v>
                </c:pt>
                <c:pt idx="8234">
                  <c:v>0.76190808799999998</c:v>
                </c:pt>
                <c:pt idx="8235">
                  <c:v>0.76190459600000005</c:v>
                </c:pt>
                <c:pt idx="8236">
                  <c:v>0.76190477000000001</c:v>
                </c:pt>
                <c:pt idx="8237">
                  <c:v>0.76190476100000004</c:v>
                </c:pt>
                <c:pt idx="8238">
                  <c:v>0.76190476200000001</c:v>
                </c:pt>
                <c:pt idx="8239">
                  <c:v>0.76190476200000001</c:v>
                </c:pt>
                <c:pt idx="8240">
                  <c:v>0.76190476200000001</c:v>
                </c:pt>
                <c:pt idx="8241">
                  <c:v>0.76067055100000003</c:v>
                </c:pt>
                <c:pt idx="8242">
                  <c:v>0.76196647200000001</c:v>
                </c:pt>
                <c:pt idx="8243">
                  <c:v>0.69975955899999998</c:v>
                </c:pt>
                <c:pt idx="8244">
                  <c:v>0.76501202199999996</c:v>
                </c:pt>
                <c:pt idx="8245">
                  <c:v>0.76174939900000005</c:v>
                </c:pt>
                <c:pt idx="8246">
                  <c:v>0.76191253000000003</c:v>
                </c:pt>
                <c:pt idx="8247">
                  <c:v>0.76190437300000002</c:v>
                </c:pt>
                <c:pt idx="8248">
                  <c:v>0.76190478100000003</c:v>
                </c:pt>
                <c:pt idx="8249">
                  <c:v>0.76190476100000004</c:v>
                </c:pt>
                <c:pt idx="8250">
                  <c:v>0.76190476200000001</c:v>
                </c:pt>
                <c:pt idx="8251">
                  <c:v>0.73997407999999998</c:v>
                </c:pt>
                <c:pt idx="8252">
                  <c:v>0.757127675</c:v>
                </c:pt>
                <c:pt idx="8253">
                  <c:v>0.76214361600000002</c:v>
                </c:pt>
                <c:pt idx="8254">
                  <c:v>0.74895554799999997</c:v>
                </c:pt>
                <c:pt idx="8255">
                  <c:v>0.76255222300000003</c:v>
                </c:pt>
                <c:pt idx="8256">
                  <c:v>0.76187238899999998</c:v>
                </c:pt>
                <c:pt idx="8257">
                  <c:v>0.76190638099999997</c:v>
                </c:pt>
                <c:pt idx="8258">
                  <c:v>0.76190468099999997</c:v>
                </c:pt>
                <c:pt idx="8259">
                  <c:v>0.76190476600000001</c:v>
                </c:pt>
                <c:pt idx="8260">
                  <c:v>0.76190476200000001</c:v>
                </c:pt>
                <c:pt idx="8261">
                  <c:v>0.76190476200000001</c:v>
                </c:pt>
                <c:pt idx="8262">
                  <c:v>0.76190476200000001</c:v>
                </c:pt>
                <c:pt idx="8263">
                  <c:v>0.76190476200000001</c:v>
                </c:pt>
                <c:pt idx="8264">
                  <c:v>0.76190476200000001</c:v>
                </c:pt>
                <c:pt idx="8265">
                  <c:v>0.76190476200000001</c:v>
                </c:pt>
                <c:pt idx="8266">
                  <c:v>0.76190476200000001</c:v>
                </c:pt>
                <c:pt idx="8267">
                  <c:v>0.68641204199999994</c:v>
                </c:pt>
                <c:pt idx="8268">
                  <c:v>0.76567939799999996</c:v>
                </c:pt>
                <c:pt idx="8269">
                  <c:v>0.76171602999999999</c:v>
                </c:pt>
                <c:pt idx="8270">
                  <c:v>0.76191419800000004</c:v>
                </c:pt>
                <c:pt idx="8271">
                  <c:v>0.76190429000000004</c:v>
                </c:pt>
                <c:pt idx="8272">
                  <c:v>0.76190478500000003</c:v>
                </c:pt>
                <c:pt idx="8273">
                  <c:v>0.76190476100000004</c:v>
                </c:pt>
                <c:pt idx="8274">
                  <c:v>0.76190476200000001</c:v>
                </c:pt>
                <c:pt idx="8275">
                  <c:v>0.68568317000000001</c:v>
                </c:pt>
                <c:pt idx="8276">
                  <c:v>0.55764720400000001</c:v>
                </c:pt>
                <c:pt idx="8277">
                  <c:v>0.448683108</c:v>
                </c:pt>
                <c:pt idx="8278">
                  <c:v>0.242390719</c:v>
                </c:pt>
                <c:pt idx="8279">
                  <c:v>0.177630025</c:v>
                </c:pt>
                <c:pt idx="8280">
                  <c:v>0.24454420299999999</c:v>
                </c:pt>
                <c:pt idx="8281">
                  <c:v>0.32713940200000002</c:v>
                </c:pt>
                <c:pt idx="8282">
                  <c:v>0.32443312499999999</c:v>
                </c:pt>
                <c:pt idx="8283">
                  <c:v>0.439857738</c:v>
                </c:pt>
                <c:pt idx="8284">
                  <c:v>0.40343021600000001</c:v>
                </c:pt>
                <c:pt idx="8285">
                  <c:v>0.36507789000000002</c:v>
                </c:pt>
                <c:pt idx="8286">
                  <c:v>0.32702921800000001</c:v>
                </c:pt>
                <c:pt idx="8287">
                  <c:v>0.29780213500000002</c:v>
                </c:pt>
                <c:pt idx="8288">
                  <c:v>0.22126815899999999</c:v>
                </c:pt>
                <c:pt idx="8289">
                  <c:v>0.20638297999999999</c:v>
                </c:pt>
                <c:pt idx="8290">
                  <c:v>0.18509841599999999</c:v>
                </c:pt>
                <c:pt idx="8291">
                  <c:v>0.16834885499999999</c:v>
                </c:pt>
                <c:pt idx="8292">
                  <c:v>0.198803429</c:v>
                </c:pt>
                <c:pt idx="8293">
                  <c:v>0.24684767199999999</c:v>
                </c:pt>
                <c:pt idx="8294">
                  <c:v>0.30326716799999998</c:v>
                </c:pt>
                <c:pt idx="8295">
                  <c:v>0.29600179599999998</c:v>
                </c:pt>
                <c:pt idx="8296">
                  <c:v>0.29565523900000001</c:v>
                </c:pt>
                <c:pt idx="8297">
                  <c:v>0.20771432300000001</c:v>
                </c:pt>
                <c:pt idx="8298">
                  <c:v>0.110133246</c:v>
                </c:pt>
                <c:pt idx="8299">
                  <c:v>6.0863324000000003E-2</c:v>
                </c:pt>
                <c:pt idx="8300">
                  <c:v>4.6956834000000003E-2</c:v>
                </c:pt>
                <c:pt idx="8301">
                  <c:v>4.5919722000000003E-2</c:v>
                </c:pt>
                <c:pt idx="8302">
                  <c:v>0.108299439</c:v>
                </c:pt>
                <c:pt idx="8303">
                  <c:v>4.4585027999999999E-2</c:v>
                </c:pt>
                <c:pt idx="8304">
                  <c:v>4.4585027999999999E-2</c:v>
                </c:pt>
                <c:pt idx="8305">
                  <c:v>0.18846826699999999</c:v>
                </c:pt>
                <c:pt idx="8306">
                  <c:v>0.33119520600000002</c:v>
                </c:pt>
                <c:pt idx="8307">
                  <c:v>0.46331044599999999</c:v>
                </c:pt>
                <c:pt idx="8308">
                  <c:v>0.58202225200000002</c:v>
                </c:pt>
                <c:pt idx="8309">
                  <c:v>0.69637291099999998</c:v>
                </c:pt>
                <c:pt idx="8310">
                  <c:v>0.76518135399999998</c:v>
                </c:pt>
                <c:pt idx="8311">
                  <c:v>0.76174093200000004</c:v>
                </c:pt>
                <c:pt idx="8312">
                  <c:v>0.680986486</c:v>
                </c:pt>
                <c:pt idx="8313">
                  <c:v>0.62857136999999996</c:v>
                </c:pt>
                <c:pt idx="8314">
                  <c:v>0.65165784599999999</c:v>
                </c:pt>
                <c:pt idx="8315">
                  <c:v>0.59464001799999999</c:v>
                </c:pt>
                <c:pt idx="8316">
                  <c:v>0.52831013699999996</c:v>
                </c:pt>
                <c:pt idx="8317">
                  <c:v>0.52091730599999997</c:v>
                </c:pt>
                <c:pt idx="8318">
                  <c:v>0.55151255499999996</c:v>
                </c:pt>
                <c:pt idx="8319">
                  <c:v>0.623535171</c:v>
                </c:pt>
                <c:pt idx="8320">
                  <c:v>0.65797374200000003</c:v>
                </c:pt>
                <c:pt idx="8321">
                  <c:v>0.68579599999999996</c:v>
                </c:pt>
                <c:pt idx="8322">
                  <c:v>0.61191962499999997</c:v>
                </c:pt>
                <c:pt idx="8323">
                  <c:v>0.55116146799999999</c:v>
                </c:pt>
                <c:pt idx="8324">
                  <c:v>0.58278642400000003</c:v>
                </c:pt>
                <c:pt idx="8325">
                  <c:v>0.59277944199999999</c:v>
                </c:pt>
                <c:pt idx="8326">
                  <c:v>0.62737521799999996</c:v>
                </c:pt>
                <c:pt idx="8327">
                  <c:v>0.69089939</c:v>
                </c:pt>
                <c:pt idx="8328">
                  <c:v>0.76545503000000004</c:v>
                </c:pt>
                <c:pt idx="8329">
                  <c:v>0.76172724800000002</c:v>
                </c:pt>
                <c:pt idx="8330">
                  <c:v>0.761913638</c:v>
                </c:pt>
                <c:pt idx="8331">
                  <c:v>0.76190431800000002</c:v>
                </c:pt>
                <c:pt idx="8332">
                  <c:v>0.76190478399999995</c:v>
                </c:pt>
                <c:pt idx="8333">
                  <c:v>0.76190476100000004</c:v>
                </c:pt>
                <c:pt idx="8334">
                  <c:v>0.76190476200000001</c:v>
                </c:pt>
                <c:pt idx="8335">
                  <c:v>0.66018033200000004</c:v>
                </c:pt>
                <c:pt idx="8336">
                  <c:v>0.67709255000000002</c:v>
                </c:pt>
                <c:pt idx="8337">
                  <c:v>0.72122377000000004</c:v>
                </c:pt>
                <c:pt idx="8338">
                  <c:v>0.76393881100000005</c:v>
                </c:pt>
                <c:pt idx="8339">
                  <c:v>0.761803059</c:v>
                </c:pt>
                <c:pt idx="8340">
                  <c:v>0.76190984699999997</c:v>
                </c:pt>
                <c:pt idx="8341">
                  <c:v>0.76190450799999998</c:v>
                </c:pt>
                <c:pt idx="8342">
                  <c:v>0.76190477499999998</c:v>
                </c:pt>
                <c:pt idx="8343">
                  <c:v>0.76190476100000004</c:v>
                </c:pt>
                <c:pt idx="8344">
                  <c:v>0.76190476200000001</c:v>
                </c:pt>
                <c:pt idx="8345">
                  <c:v>0.665468053</c:v>
                </c:pt>
                <c:pt idx="8346">
                  <c:v>0.51584150900000003</c:v>
                </c:pt>
                <c:pt idx="8347">
                  <c:v>0.35852592999999999</c:v>
                </c:pt>
                <c:pt idx="8348">
                  <c:v>0.246516443</c:v>
                </c:pt>
                <c:pt idx="8349">
                  <c:v>9.2493676999999996E-2</c:v>
                </c:pt>
                <c:pt idx="8350">
                  <c:v>4.5375315999999999E-2</c:v>
                </c:pt>
                <c:pt idx="8351">
                  <c:v>4.5375315999999999E-2</c:v>
                </c:pt>
                <c:pt idx="8352">
                  <c:v>4.5375315999999999E-2</c:v>
                </c:pt>
                <c:pt idx="8353">
                  <c:v>0.151593641</c:v>
                </c:pt>
                <c:pt idx="8354">
                  <c:v>0.12715933200000001</c:v>
                </c:pt>
                <c:pt idx="8355">
                  <c:v>0.262649629</c:v>
                </c:pt>
                <c:pt idx="8356">
                  <c:v>0.38910456500000001</c:v>
                </c:pt>
                <c:pt idx="8357">
                  <c:v>0.42529114499999998</c:v>
                </c:pt>
                <c:pt idx="8358">
                  <c:v>0.46847362799999998</c:v>
                </c:pt>
                <c:pt idx="8359">
                  <c:v>0.56866965400000002</c:v>
                </c:pt>
                <c:pt idx="8360">
                  <c:v>0.63211711599999998</c:v>
                </c:pt>
                <c:pt idx="8361">
                  <c:v>0.76839414399999995</c:v>
                </c:pt>
                <c:pt idx="8362">
                  <c:v>0.76158029299999996</c:v>
                </c:pt>
                <c:pt idx="8363">
                  <c:v>0.76192098500000005</c:v>
                </c:pt>
                <c:pt idx="8364">
                  <c:v>0.76190395099999997</c:v>
                </c:pt>
                <c:pt idx="8365">
                  <c:v>0.76190480199999999</c:v>
                </c:pt>
                <c:pt idx="8366">
                  <c:v>0.76190475999999996</c:v>
                </c:pt>
                <c:pt idx="8367">
                  <c:v>0.76190476200000001</c:v>
                </c:pt>
                <c:pt idx="8368">
                  <c:v>0.76190476200000001</c:v>
                </c:pt>
                <c:pt idx="8369">
                  <c:v>0.76190476200000001</c:v>
                </c:pt>
                <c:pt idx="8370">
                  <c:v>0.76190476200000001</c:v>
                </c:pt>
                <c:pt idx="8371">
                  <c:v>0.76190476200000001</c:v>
                </c:pt>
                <c:pt idx="8372">
                  <c:v>0.76190476200000001</c:v>
                </c:pt>
                <c:pt idx="8373">
                  <c:v>0.76190476200000001</c:v>
                </c:pt>
                <c:pt idx="8374">
                  <c:v>0.76190476200000001</c:v>
                </c:pt>
                <c:pt idx="8375">
                  <c:v>0.76190476200000001</c:v>
                </c:pt>
                <c:pt idx="8376">
                  <c:v>0.76190476200000001</c:v>
                </c:pt>
                <c:pt idx="8377">
                  <c:v>0.76190476200000001</c:v>
                </c:pt>
                <c:pt idx="8378">
                  <c:v>0.76190476200000001</c:v>
                </c:pt>
                <c:pt idx="8379">
                  <c:v>0.76190476200000001</c:v>
                </c:pt>
                <c:pt idx="8380">
                  <c:v>0.76190476200000001</c:v>
                </c:pt>
                <c:pt idx="8381">
                  <c:v>0.76190476200000001</c:v>
                </c:pt>
                <c:pt idx="8382">
                  <c:v>0.76190476200000001</c:v>
                </c:pt>
                <c:pt idx="8383">
                  <c:v>0.76190476200000001</c:v>
                </c:pt>
                <c:pt idx="8384">
                  <c:v>0.76190476200000001</c:v>
                </c:pt>
                <c:pt idx="8385">
                  <c:v>0.76190476200000001</c:v>
                </c:pt>
                <c:pt idx="8386">
                  <c:v>0.76190476200000001</c:v>
                </c:pt>
                <c:pt idx="8387">
                  <c:v>0.76190476200000001</c:v>
                </c:pt>
                <c:pt idx="8388">
                  <c:v>0.76190476200000001</c:v>
                </c:pt>
                <c:pt idx="8389">
                  <c:v>0.76190476200000001</c:v>
                </c:pt>
                <c:pt idx="8390">
                  <c:v>0.76190476200000001</c:v>
                </c:pt>
                <c:pt idx="8391">
                  <c:v>0.76190476200000001</c:v>
                </c:pt>
                <c:pt idx="8392">
                  <c:v>0.76190476200000001</c:v>
                </c:pt>
                <c:pt idx="8393">
                  <c:v>0.76190476200000001</c:v>
                </c:pt>
                <c:pt idx="8394">
                  <c:v>0.76190476200000001</c:v>
                </c:pt>
                <c:pt idx="8395">
                  <c:v>0.76190476200000001</c:v>
                </c:pt>
                <c:pt idx="8396">
                  <c:v>0.76190476200000001</c:v>
                </c:pt>
                <c:pt idx="8397">
                  <c:v>0.76190476200000001</c:v>
                </c:pt>
                <c:pt idx="8398">
                  <c:v>0.76190476200000001</c:v>
                </c:pt>
                <c:pt idx="8399">
                  <c:v>0.76190476200000001</c:v>
                </c:pt>
                <c:pt idx="8400">
                  <c:v>0.72593057800000005</c:v>
                </c:pt>
                <c:pt idx="8401">
                  <c:v>0.67059181599999995</c:v>
                </c:pt>
                <c:pt idx="8402">
                  <c:v>0.64226707199999999</c:v>
                </c:pt>
                <c:pt idx="8403">
                  <c:v>0.60240293700000003</c:v>
                </c:pt>
                <c:pt idx="8404">
                  <c:v>0.64043247299999995</c:v>
                </c:pt>
                <c:pt idx="8405">
                  <c:v>0.75380705599999998</c:v>
                </c:pt>
                <c:pt idx="8406">
                  <c:v>0.76230964700000003</c:v>
                </c:pt>
                <c:pt idx="8407">
                  <c:v>0.76188451800000001</c:v>
                </c:pt>
                <c:pt idx="8408">
                  <c:v>0.76190577400000004</c:v>
                </c:pt>
                <c:pt idx="8409">
                  <c:v>0.76190471100000001</c:v>
                </c:pt>
                <c:pt idx="8410">
                  <c:v>0.76190476399999996</c:v>
                </c:pt>
                <c:pt idx="8411">
                  <c:v>0.76190476200000001</c:v>
                </c:pt>
                <c:pt idx="8412">
                  <c:v>0.76190476200000001</c:v>
                </c:pt>
                <c:pt idx="8413">
                  <c:v>0.76190476200000001</c:v>
                </c:pt>
                <c:pt idx="8414">
                  <c:v>0.76190476200000001</c:v>
                </c:pt>
                <c:pt idx="8415">
                  <c:v>0.76190476200000001</c:v>
                </c:pt>
                <c:pt idx="8416">
                  <c:v>0.76190476200000001</c:v>
                </c:pt>
                <c:pt idx="8417">
                  <c:v>0.76190476200000001</c:v>
                </c:pt>
                <c:pt idx="8418">
                  <c:v>0.76190476200000001</c:v>
                </c:pt>
                <c:pt idx="8419">
                  <c:v>0.76190476200000001</c:v>
                </c:pt>
                <c:pt idx="8420">
                  <c:v>0.76190476200000001</c:v>
                </c:pt>
                <c:pt idx="8421">
                  <c:v>0.76114755899999997</c:v>
                </c:pt>
                <c:pt idx="8422">
                  <c:v>0.76194262199999996</c:v>
                </c:pt>
                <c:pt idx="8423">
                  <c:v>0.76190286900000004</c:v>
                </c:pt>
                <c:pt idx="8424">
                  <c:v>0.76190485699999999</c:v>
                </c:pt>
                <c:pt idx="8425">
                  <c:v>0.76190475700000004</c:v>
                </c:pt>
                <c:pt idx="8426">
                  <c:v>0.76190476200000001</c:v>
                </c:pt>
                <c:pt idx="8427">
                  <c:v>0.76190476200000001</c:v>
                </c:pt>
                <c:pt idx="8428">
                  <c:v>0.76190476200000001</c:v>
                </c:pt>
                <c:pt idx="8429">
                  <c:v>0.76190476200000001</c:v>
                </c:pt>
                <c:pt idx="8430">
                  <c:v>0.76190476200000001</c:v>
                </c:pt>
                <c:pt idx="8431">
                  <c:v>0.76190476200000001</c:v>
                </c:pt>
                <c:pt idx="8432">
                  <c:v>0.76190476200000001</c:v>
                </c:pt>
                <c:pt idx="8433">
                  <c:v>0.76190476200000001</c:v>
                </c:pt>
                <c:pt idx="8434">
                  <c:v>0.76190476200000001</c:v>
                </c:pt>
                <c:pt idx="8435">
                  <c:v>0.76190476200000001</c:v>
                </c:pt>
                <c:pt idx="8436">
                  <c:v>0.76190476200000001</c:v>
                </c:pt>
                <c:pt idx="8437">
                  <c:v>0.76190476200000001</c:v>
                </c:pt>
                <c:pt idx="8438">
                  <c:v>0.76190476200000001</c:v>
                </c:pt>
                <c:pt idx="8439">
                  <c:v>0.76190476200000001</c:v>
                </c:pt>
                <c:pt idx="8440">
                  <c:v>0.76190476200000001</c:v>
                </c:pt>
                <c:pt idx="8441">
                  <c:v>0.71879597100000003</c:v>
                </c:pt>
                <c:pt idx="8442">
                  <c:v>0.64658358299999996</c:v>
                </c:pt>
                <c:pt idx="8443">
                  <c:v>0.51913175300000003</c:v>
                </c:pt>
                <c:pt idx="8444">
                  <c:v>0.39893551999999999</c:v>
                </c:pt>
                <c:pt idx="8445">
                  <c:v>0.24452270000000001</c:v>
                </c:pt>
                <c:pt idx="8446">
                  <c:v>0.13313866999999999</c:v>
                </c:pt>
                <c:pt idx="8447">
                  <c:v>9.4690309E-2</c:v>
                </c:pt>
                <c:pt idx="8448">
                  <c:v>4.5265485000000001E-2</c:v>
                </c:pt>
                <c:pt idx="8449">
                  <c:v>4.5265485000000001E-2</c:v>
                </c:pt>
                <c:pt idx="8450">
                  <c:v>6.7646679000000001E-2</c:v>
                </c:pt>
                <c:pt idx="8451">
                  <c:v>5.1861019000000001E-2</c:v>
                </c:pt>
                <c:pt idx="8452">
                  <c:v>9.7585507000000002E-2</c:v>
                </c:pt>
                <c:pt idx="8453">
                  <c:v>6.9198592000000003E-2</c:v>
                </c:pt>
                <c:pt idx="8454">
                  <c:v>6.4979131999999995E-2</c:v>
                </c:pt>
                <c:pt idx="8455">
                  <c:v>4.6751042999999999E-2</c:v>
                </c:pt>
                <c:pt idx="8456">
                  <c:v>4.6751042999999999E-2</c:v>
                </c:pt>
                <c:pt idx="8457">
                  <c:v>4.6751042999999999E-2</c:v>
                </c:pt>
                <c:pt idx="8458">
                  <c:v>4.6751042999999999E-2</c:v>
                </c:pt>
                <c:pt idx="8459">
                  <c:v>4.6751042999999999E-2</c:v>
                </c:pt>
                <c:pt idx="8460">
                  <c:v>4.6751042999999999E-2</c:v>
                </c:pt>
                <c:pt idx="8461">
                  <c:v>4.9467957999999999E-2</c:v>
                </c:pt>
                <c:pt idx="8462">
                  <c:v>4.9467957999999999E-2</c:v>
                </c:pt>
                <c:pt idx="8463">
                  <c:v>4.9467957999999999E-2</c:v>
                </c:pt>
                <c:pt idx="8464">
                  <c:v>4.9467957999999999E-2</c:v>
                </c:pt>
                <c:pt idx="8465">
                  <c:v>0.140516697</c:v>
                </c:pt>
                <c:pt idx="8466">
                  <c:v>0.19945533800000001</c:v>
                </c:pt>
                <c:pt idx="8467">
                  <c:v>0.232359749</c:v>
                </c:pt>
                <c:pt idx="8468">
                  <c:v>0.27811180200000002</c:v>
                </c:pt>
                <c:pt idx="8469">
                  <c:v>0.22937413200000001</c:v>
                </c:pt>
                <c:pt idx="8470">
                  <c:v>0.18206492399999999</c:v>
                </c:pt>
                <c:pt idx="8471">
                  <c:v>8.4954355999999995E-2</c:v>
                </c:pt>
                <c:pt idx="8472">
                  <c:v>4.5752281999999998E-2</c:v>
                </c:pt>
                <c:pt idx="8473">
                  <c:v>4.5752281999999998E-2</c:v>
                </c:pt>
                <c:pt idx="8474">
                  <c:v>8.4259586999999997E-2</c:v>
                </c:pt>
                <c:pt idx="8475">
                  <c:v>9.8531537000000002E-2</c:v>
                </c:pt>
                <c:pt idx="8476">
                  <c:v>0.113878386</c:v>
                </c:pt>
                <c:pt idx="8477">
                  <c:v>9.8383577999999999E-2</c:v>
                </c:pt>
                <c:pt idx="8478">
                  <c:v>0.106117955</c:v>
                </c:pt>
                <c:pt idx="8479">
                  <c:v>0.13435620200000001</c:v>
                </c:pt>
                <c:pt idx="8480">
                  <c:v>0.21443468199999999</c:v>
                </c:pt>
                <c:pt idx="8481">
                  <c:v>0.42249537599999998</c:v>
                </c:pt>
                <c:pt idx="8482">
                  <c:v>0.54726532800000005</c:v>
                </c:pt>
                <c:pt idx="8483">
                  <c:v>0.73629478800000003</c:v>
                </c:pt>
                <c:pt idx="8484">
                  <c:v>0.76318526099999995</c:v>
                </c:pt>
                <c:pt idx="8485">
                  <c:v>0.76184073699999999</c:v>
                </c:pt>
                <c:pt idx="8486">
                  <c:v>0.76190796299999997</c:v>
                </c:pt>
                <c:pt idx="8487">
                  <c:v>0.76190460199999999</c:v>
                </c:pt>
                <c:pt idx="8488">
                  <c:v>0.76190477000000001</c:v>
                </c:pt>
                <c:pt idx="8489">
                  <c:v>0.76190476200000001</c:v>
                </c:pt>
                <c:pt idx="8490">
                  <c:v>0.76190476200000001</c:v>
                </c:pt>
                <c:pt idx="8491">
                  <c:v>0.68594256399999998</c:v>
                </c:pt>
                <c:pt idx="8492">
                  <c:v>0.69291144400000004</c:v>
                </c:pt>
                <c:pt idx="8493">
                  <c:v>0.60885630899999998</c:v>
                </c:pt>
                <c:pt idx="8494">
                  <c:v>0.49806207400000002</c:v>
                </c:pt>
                <c:pt idx="8495">
                  <c:v>0.57533247600000004</c:v>
                </c:pt>
                <c:pt idx="8496">
                  <c:v>0.50886975700000003</c:v>
                </c:pt>
                <c:pt idx="8497">
                  <c:v>0.52617235799999995</c:v>
                </c:pt>
                <c:pt idx="8498">
                  <c:v>0.61250937900000002</c:v>
                </c:pt>
                <c:pt idx="8499">
                  <c:v>0.58137093699999998</c:v>
                </c:pt>
                <c:pt idx="8500">
                  <c:v>0.53744314800000004</c:v>
                </c:pt>
                <c:pt idx="8501">
                  <c:v>0.49720172000000001</c:v>
                </c:pt>
                <c:pt idx="8502">
                  <c:v>0.52909286099999997</c:v>
                </c:pt>
                <c:pt idx="8503">
                  <c:v>0.569935207</c:v>
                </c:pt>
                <c:pt idx="8504">
                  <c:v>0.52529795400000001</c:v>
                </c:pt>
                <c:pt idx="8505">
                  <c:v>0.74210907400000004</c:v>
                </c:pt>
                <c:pt idx="8506">
                  <c:v>0.76289454599999995</c:v>
                </c:pt>
                <c:pt idx="8507">
                  <c:v>0.761855273</c:v>
                </c:pt>
                <c:pt idx="8508">
                  <c:v>0.76190723599999999</c:v>
                </c:pt>
                <c:pt idx="8509">
                  <c:v>0.76190463799999997</c:v>
                </c:pt>
                <c:pt idx="8510">
                  <c:v>0.76190476799999995</c:v>
                </c:pt>
                <c:pt idx="8511">
                  <c:v>0.76190476200000001</c:v>
                </c:pt>
                <c:pt idx="8512">
                  <c:v>0.76190476200000001</c:v>
                </c:pt>
                <c:pt idx="8513">
                  <c:v>0.76190476200000001</c:v>
                </c:pt>
                <c:pt idx="8514">
                  <c:v>0.66917500200000002</c:v>
                </c:pt>
                <c:pt idx="8515">
                  <c:v>0.56289761400000005</c:v>
                </c:pt>
                <c:pt idx="8516">
                  <c:v>0.53702119400000004</c:v>
                </c:pt>
                <c:pt idx="8517">
                  <c:v>0.44620551800000002</c:v>
                </c:pt>
                <c:pt idx="8518">
                  <c:v>0.404079203</c:v>
                </c:pt>
                <c:pt idx="8519">
                  <c:v>0.46789431500000001</c:v>
                </c:pt>
                <c:pt idx="8520">
                  <c:v>0.55286165600000003</c:v>
                </c:pt>
                <c:pt idx="8521">
                  <c:v>0.663640707</c:v>
                </c:pt>
                <c:pt idx="8522">
                  <c:v>0.76619169399999998</c:v>
                </c:pt>
                <c:pt idx="8523">
                  <c:v>0.76169041500000001</c:v>
                </c:pt>
                <c:pt idx="8524">
                  <c:v>0.75829703000000004</c:v>
                </c:pt>
                <c:pt idx="8525">
                  <c:v>0.72153548199999995</c:v>
                </c:pt>
                <c:pt idx="8526">
                  <c:v>0.71520381099999997</c:v>
                </c:pt>
                <c:pt idx="8527">
                  <c:v>0.72710386900000001</c:v>
                </c:pt>
                <c:pt idx="8528">
                  <c:v>0.70046014300000004</c:v>
                </c:pt>
                <c:pt idx="8529">
                  <c:v>0.76497699299999999</c:v>
                </c:pt>
                <c:pt idx="8530">
                  <c:v>0.76175115000000004</c:v>
                </c:pt>
                <c:pt idx="8531">
                  <c:v>0.76191244199999997</c:v>
                </c:pt>
                <c:pt idx="8532">
                  <c:v>0.76190437799999999</c:v>
                </c:pt>
                <c:pt idx="8533">
                  <c:v>0.76190478100000003</c:v>
                </c:pt>
                <c:pt idx="8534">
                  <c:v>0.76190476100000004</c:v>
                </c:pt>
                <c:pt idx="8535">
                  <c:v>0.76190476200000001</c:v>
                </c:pt>
                <c:pt idx="8536">
                  <c:v>0.76190476200000001</c:v>
                </c:pt>
                <c:pt idx="8537">
                  <c:v>0.64174670499999997</c:v>
                </c:pt>
                <c:pt idx="8538">
                  <c:v>0.56827505199999995</c:v>
                </c:pt>
                <c:pt idx="8539">
                  <c:v>0.62398686400000003</c:v>
                </c:pt>
                <c:pt idx="8540">
                  <c:v>0.66293046499999997</c:v>
                </c:pt>
                <c:pt idx="8541">
                  <c:v>0.72403160300000002</c:v>
                </c:pt>
                <c:pt idx="8542">
                  <c:v>0.69619783400000002</c:v>
                </c:pt>
                <c:pt idx="8543">
                  <c:v>0.62567093900000004</c:v>
                </c:pt>
                <c:pt idx="8544">
                  <c:v>0.554516868</c:v>
                </c:pt>
                <c:pt idx="8545">
                  <c:v>0.50923361700000003</c:v>
                </c:pt>
                <c:pt idx="8546">
                  <c:v>0.48395482400000001</c:v>
                </c:pt>
                <c:pt idx="8547">
                  <c:v>0.49071197799999999</c:v>
                </c:pt>
                <c:pt idx="8548">
                  <c:v>0.60191605699999995</c:v>
                </c:pt>
                <c:pt idx="8549">
                  <c:v>0.61255158399999998</c:v>
                </c:pt>
                <c:pt idx="8550">
                  <c:v>0.61245509200000003</c:v>
                </c:pt>
                <c:pt idx="8551">
                  <c:v>0.60804670199999999</c:v>
                </c:pt>
                <c:pt idx="8552">
                  <c:v>0.65334247300000003</c:v>
                </c:pt>
                <c:pt idx="8553">
                  <c:v>0.549470719</c:v>
                </c:pt>
                <c:pt idx="8554">
                  <c:v>0.58434444200000002</c:v>
                </c:pt>
                <c:pt idx="8555">
                  <c:v>0.69428080199999997</c:v>
                </c:pt>
                <c:pt idx="8556">
                  <c:v>0.76528596000000004</c:v>
                </c:pt>
                <c:pt idx="8557">
                  <c:v>0.76173570199999996</c:v>
                </c:pt>
                <c:pt idx="8558">
                  <c:v>0.76191321499999998</c:v>
                </c:pt>
                <c:pt idx="8559">
                  <c:v>0.76190433899999999</c:v>
                </c:pt>
                <c:pt idx="8560">
                  <c:v>0.76190478299999997</c:v>
                </c:pt>
                <c:pt idx="8561">
                  <c:v>0.76190476100000004</c:v>
                </c:pt>
                <c:pt idx="8562">
                  <c:v>0.76190476200000001</c:v>
                </c:pt>
                <c:pt idx="8563">
                  <c:v>0.76190476200000001</c:v>
                </c:pt>
                <c:pt idx="8564">
                  <c:v>0.76190476200000001</c:v>
                </c:pt>
                <c:pt idx="8565">
                  <c:v>0.76190476200000001</c:v>
                </c:pt>
                <c:pt idx="8566">
                  <c:v>0.64202361699999999</c:v>
                </c:pt>
                <c:pt idx="8567">
                  <c:v>0.69699549100000002</c:v>
                </c:pt>
                <c:pt idx="8568">
                  <c:v>0.76515022499999996</c:v>
                </c:pt>
                <c:pt idx="8569">
                  <c:v>0.76174248899999997</c:v>
                </c:pt>
                <c:pt idx="8570">
                  <c:v>0.76191287600000002</c:v>
                </c:pt>
                <c:pt idx="8571">
                  <c:v>0.76190435599999995</c:v>
                </c:pt>
                <c:pt idx="8572">
                  <c:v>0.761904782</c:v>
                </c:pt>
                <c:pt idx="8573">
                  <c:v>0.76190476100000004</c:v>
                </c:pt>
                <c:pt idx="8574">
                  <c:v>0.76190476200000001</c:v>
                </c:pt>
                <c:pt idx="8575">
                  <c:v>0.76190476200000001</c:v>
                </c:pt>
                <c:pt idx="8576">
                  <c:v>0.76190476200000001</c:v>
                </c:pt>
                <c:pt idx="8577">
                  <c:v>0.76190476200000001</c:v>
                </c:pt>
                <c:pt idx="8578">
                  <c:v>0.76190476200000001</c:v>
                </c:pt>
                <c:pt idx="8579">
                  <c:v>0.76190476200000001</c:v>
                </c:pt>
                <c:pt idx="8580">
                  <c:v>0.76190476200000001</c:v>
                </c:pt>
                <c:pt idx="8581">
                  <c:v>0.76190476200000001</c:v>
                </c:pt>
                <c:pt idx="8582">
                  <c:v>0.76190476200000001</c:v>
                </c:pt>
                <c:pt idx="8583">
                  <c:v>0.76190476200000001</c:v>
                </c:pt>
                <c:pt idx="8584">
                  <c:v>0.76190476200000001</c:v>
                </c:pt>
                <c:pt idx="8585">
                  <c:v>0.628665111</c:v>
                </c:pt>
                <c:pt idx="8586">
                  <c:v>0.55180232100000004</c:v>
                </c:pt>
                <c:pt idx="8587">
                  <c:v>0.444269937</c:v>
                </c:pt>
                <c:pt idx="8588">
                  <c:v>0.33690580599999997</c:v>
                </c:pt>
                <c:pt idx="8589">
                  <c:v>0.269369953</c:v>
                </c:pt>
                <c:pt idx="8590">
                  <c:v>0.18512700500000001</c:v>
                </c:pt>
                <c:pt idx="8591">
                  <c:v>0.108019529</c:v>
                </c:pt>
                <c:pt idx="8592">
                  <c:v>7.0110297000000002E-2</c:v>
                </c:pt>
                <c:pt idx="8593">
                  <c:v>4.8199009000000001E-2</c:v>
                </c:pt>
                <c:pt idx="8594">
                  <c:v>0.15320518299999999</c:v>
                </c:pt>
                <c:pt idx="8595">
                  <c:v>0.24717802899999999</c:v>
                </c:pt>
                <c:pt idx="8596">
                  <c:v>0.33008799900000002</c:v>
                </c:pt>
                <c:pt idx="8597">
                  <c:v>0.44875174499999998</c:v>
                </c:pt>
                <c:pt idx="8598">
                  <c:v>0.47929571500000001</c:v>
                </c:pt>
                <c:pt idx="8599">
                  <c:v>0.43144729300000001</c:v>
                </c:pt>
                <c:pt idx="8600">
                  <c:v>0.34120530700000001</c:v>
                </c:pt>
                <c:pt idx="8601">
                  <c:v>0.259886014</c:v>
                </c:pt>
                <c:pt idx="8602">
                  <c:v>0.21768765900000001</c:v>
                </c:pt>
                <c:pt idx="8603">
                  <c:v>0.29108614500000002</c:v>
                </c:pt>
                <c:pt idx="8604">
                  <c:v>0.28428309899999998</c:v>
                </c:pt>
                <c:pt idx="8605">
                  <c:v>0.243947051</c:v>
                </c:pt>
                <c:pt idx="8606">
                  <c:v>0.14879509699999999</c:v>
                </c:pt>
                <c:pt idx="8607">
                  <c:v>9.1110082999999994E-2</c:v>
                </c:pt>
                <c:pt idx="8608">
                  <c:v>4.5444496000000001E-2</c:v>
                </c:pt>
                <c:pt idx="8609">
                  <c:v>4.5444496000000001E-2</c:v>
                </c:pt>
                <c:pt idx="8610">
                  <c:v>7.0795078999999997E-2</c:v>
                </c:pt>
                <c:pt idx="8611">
                  <c:v>0.16079450100000001</c:v>
                </c:pt>
                <c:pt idx="8612">
                  <c:v>7.3038420000000007E-2</c:v>
                </c:pt>
                <c:pt idx="8613">
                  <c:v>4.6348079E-2</c:v>
                </c:pt>
                <c:pt idx="8614">
                  <c:v>8.6179415999999995E-2</c:v>
                </c:pt>
                <c:pt idx="8615">
                  <c:v>4.5691029000000001E-2</c:v>
                </c:pt>
                <c:pt idx="8616">
                  <c:v>0.129703657</c:v>
                </c:pt>
                <c:pt idx="8617">
                  <c:v>0.17219515499999999</c:v>
                </c:pt>
                <c:pt idx="8618">
                  <c:v>0.30735549600000001</c:v>
                </c:pt>
                <c:pt idx="8619">
                  <c:v>0.43557504899999999</c:v>
                </c:pt>
                <c:pt idx="8620">
                  <c:v>0.56062186199999997</c:v>
                </c:pt>
                <c:pt idx="8621">
                  <c:v>0.65181577199999996</c:v>
                </c:pt>
                <c:pt idx="8622">
                  <c:v>0.75215014199999997</c:v>
                </c:pt>
                <c:pt idx="8623">
                  <c:v>0.762392493</c:v>
                </c:pt>
                <c:pt idx="8624">
                  <c:v>0.76188037500000005</c:v>
                </c:pt>
                <c:pt idx="8625">
                  <c:v>0.76190598099999995</c:v>
                </c:pt>
                <c:pt idx="8626">
                  <c:v>0.76190470099999996</c:v>
                </c:pt>
                <c:pt idx="8627">
                  <c:v>0.76190476500000004</c:v>
                </c:pt>
                <c:pt idx="8628">
                  <c:v>0.69201357500000005</c:v>
                </c:pt>
                <c:pt idx="8629">
                  <c:v>0.74186953</c:v>
                </c:pt>
                <c:pt idx="8630">
                  <c:v>0.73787758199999998</c:v>
                </c:pt>
                <c:pt idx="8631">
                  <c:v>0.76310612099999997</c:v>
                </c:pt>
                <c:pt idx="8632">
                  <c:v>0.71438084599999996</c:v>
                </c:pt>
                <c:pt idx="8633">
                  <c:v>0.61704996199999995</c:v>
                </c:pt>
                <c:pt idx="8634">
                  <c:v>0.52164527599999999</c:v>
                </c:pt>
                <c:pt idx="8635">
                  <c:v>0.42717602599999999</c:v>
                </c:pt>
                <c:pt idx="8636">
                  <c:v>0.40402118100000001</c:v>
                </c:pt>
                <c:pt idx="8637">
                  <c:v>0.48090959500000002</c:v>
                </c:pt>
                <c:pt idx="8638">
                  <c:v>0.50789996299999995</c:v>
                </c:pt>
                <c:pt idx="8639">
                  <c:v>0.43058228900000001</c:v>
                </c:pt>
                <c:pt idx="8640">
                  <c:v>0.53510208500000001</c:v>
                </c:pt>
                <c:pt idx="8641">
                  <c:v>0.65775425700000001</c:v>
                </c:pt>
                <c:pt idx="8642">
                  <c:v>0.71741993699999995</c:v>
                </c:pt>
                <c:pt idx="8643">
                  <c:v>0.76412900299999997</c:v>
                </c:pt>
                <c:pt idx="8644">
                  <c:v>0.76179355000000004</c:v>
                </c:pt>
                <c:pt idx="8645">
                  <c:v>0.74782123899999997</c:v>
                </c:pt>
                <c:pt idx="8646">
                  <c:v>0.73847890299999996</c:v>
                </c:pt>
                <c:pt idx="8647">
                  <c:v>0.74759766299999997</c:v>
                </c:pt>
                <c:pt idx="8648">
                  <c:v>0.67649567899999996</c:v>
                </c:pt>
                <c:pt idx="8649">
                  <c:v>0.76617521600000005</c:v>
                </c:pt>
                <c:pt idx="8650">
                  <c:v>0.76169123900000002</c:v>
                </c:pt>
                <c:pt idx="8651">
                  <c:v>0.76191543799999994</c:v>
                </c:pt>
                <c:pt idx="8652">
                  <c:v>0.76190422800000002</c:v>
                </c:pt>
                <c:pt idx="8653">
                  <c:v>0.76190478900000003</c:v>
                </c:pt>
                <c:pt idx="8654">
                  <c:v>0.76190476100000004</c:v>
                </c:pt>
                <c:pt idx="8655">
                  <c:v>0.76190476200000001</c:v>
                </c:pt>
                <c:pt idx="8656">
                  <c:v>0.76190476200000001</c:v>
                </c:pt>
                <c:pt idx="8657">
                  <c:v>0.62904042400000004</c:v>
                </c:pt>
                <c:pt idx="8658">
                  <c:v>0.63063100000000005</c:v>
                </c:pt>
                <c:pt idx="8659">
                  <c:v>0.63370642099999996</c:v>
                </c:pt>
                <c:pt idx="8660">
                  <c:v>0.60656785899999999</c:v>
                </c:pt>
                <c:pt idx="8661">
                  <c:v>0.43871044399999998</c:v>
                </c:pt>
                <c:pt idx="8662">
                  <c:v>0.271101959</c:v>
                </c:pt>
                <c:pt idx="8663">
                  <c:v>0.20056405199999999</c:v>
                </c:pt>
                <c:pt idx="8664">
                  <c:v>0.23053992300000001</c:v>
                </c:pt>
                <c:pt idx="8665">
                  <c:v>0.279180977</c:v>
                </c:pt>
                <c:pt idx="8666">
                  <c:v>0.25731870400000001</c:v>
                </c:pt>
                <c:pt idx="8667">
                  <c:v>0.232075275</c:v>
                </c:pt>
                <c:pt idx="8668">
                  <c:v>0.20856234300000001</c:v>
                </c:pt>
                <c:pt idx="8669">
                  <c:v>0.25429470399999998</c:v>
                </c:pt>
                <c:pt idx="8670">
                  <c:v>0.223540932</c:v>
                </c:pt>
                <c:pt idx="8671">
                  <c:v>0.16567484599999999</c:v>
                </c:pt>
                <c:pt idx="8672">
                  <c:v>0.101882031</c:v>
                </c:pt>
                <c:pt idx="8673">
                  <c:v>0.17989576199999999</c:v>
                </c:pt>
                <c:pt idx="8674">
                  <c:v>0.255564185</c:v>
                </c:pt>
                <c:pt idx="8675">
                  <c:v>0.37679648900000001</c:v>
                </c:pt>
                <c:pt idx="8676">
                  <c:v>0.61080699999999999</c:v>
                </c:pt>
                <c:pt idx="8677">
                  <c:v>0.76945965000000005</c:v>
                </c:pt>
                <c:pt idx="8678">
                  <c:v>0.76152701700000003</c:v>
                </c:pt>
                <c:pt idx="8679">
                  <c:v>0.76192364899999998</c:v>
                </c:pt>
                <c:pt idx="8680">
                  <c:v>0.76190381799999995</c:v>
                </c:pt>
                <c:pt idx="8681">
                  <c:v>0.76190480900000002</c:v>
                </c:pt>
                <c:pt idx="8682">
                  <c:v>0.76190475999999996</c:v>
                </c:pt>
                <c:pt idx="8683">
                  <c:v>0.76190476200000001</c:v>
                </c:pt>
                <c:pt idx="8684">
                  <c:v>0.76190476200000001</c:v>
                </c:pt>
                <c:pt idx="8685">
                  <c:v>0.76190476200000001</c:v>
                </c:pt>
                <c:pt idx="8686">
                  <c:v>0.76190476200000001</c:v>
                </c:pt>
                <c:pt idx="8687">
                  <c:v>0.72186048700000005</c:v>
                </c:pt>
                <c:pt idx="8688">
                  <c:v>0.76390697600000002</c:v>
                </c:pt>
                <c:pt idx="8689">
                  <c:v>0.76180465100000005</c:v>
                </c:pt>
                <c:pt idx="8690">
                  <c:v>0.76190976700000002</c:v>
                </c:pt>
                <c:pt idx="8691">
                  <c:v>0.76190451199999998</c:v>
                </c:pt>
                <c:pt idx="8692">
                  <c:v>0.76190477400000001</c:v>
                </c:pt>
                <c:pt idx="8693">
                  <c:v>0.76190476100000004</c:v>
                </c:pt>
                <c:pt idx="8694">
                  <c:v>0.76190476200000001</c:v>
                </c:pt>
                <c:pt idx="8695">
                  <c:v>0.72736910300000002</c:v>
                </c:pt>
                <c:pt idx="8696">
                  <c:v>0.70529479500000003</c:v>
                </c:pt>
                <c:pt idx="8697">
                  <c:v>0.70446254100000005</c:v>
                </c:pt>
                <c:pt idx="8698">
                  <c:v>0.76477687299999997</c:v>
                </c:pt>
                <c:pt idx="8699">
                  <c:v>0.76176115600000005</c:v>
                </c:pt>
                <c:pt idx="8700">
                  <c:v>0.76191194200000001</c:v>
                </c:pt>
                <c:pt idx="8701">
                  <c:v>0.72608530599999999</c:v>
                </c:pt>
                <c:pt idx="8702">
                  <c:v>0.69760332199999997</c:v>
                </c:pt>
                <c:pt idx="8703">
                  <c:v>0.73846298499999996</c:v>
                </c:pt>
                <c:pt idx="8704">
                  <c:v>0.66259644699999998</c:v>
                </c:pt>
                <c:pt idx="8705">
                  <c:v>0.56372500699999994</c:v>
                </c:pt>
                <c:pt idx="8706">
                  <c:v>0.46563443999999998</c:v>
                </c:pt>
                <c:pt idx="8707">
                  <c:v>0.34709625100000002</c:v>
                </c:pt>
                <c:pt idx="8708">
                  <c:v>0.245437722</c:v>
                </c:pt>
                <c:pt idx="8709">
                  <c:v>0.124953232</c:v>
                </c:pt>
                <c:pt idx="8710">
                  <c:v>4.3752338000000002E-2</c:v>
                </c:pt>
                <c:pt idx="8711">
                  <c:v>4.3752338000000002E-2</c:v>
                </c:pt>
                <c:pt idx="8712">
                  <c:v>4.3752338000000002E-2</c:v>
                </c:pt>
                <c:pt idx="8713">
                  <c:v>4.3752338000000002E-2</c:v>
                </c:pt>
                <c:pt idx="8714">
                  <c:v>0.12828540199999999</c:v>
                </c:pt>
                <c:pt idx="8715">
                  <c:v>0.22627208400000001</c:v>
                </c:pt>
                <c:pt idx="8716">
                  <c:v>0.2485522</c:v>
                </c:pt>
                <c:pt idx="8717">
                  <c:v>0.278333618</c:v>
                </c:pt>
                <c:pt idx="8718">
                  <c:v>0.38587598899999997</c:v>
                </c:pt>
                <c:pt idx="8719">
                  <c:v>0.34829504700000002</c:v>
                </c:pt>
                <c:pt idx="8720">
                  <c:v>0.41147323899999999</c:v>
                </c:pt>
                <c:pt idx="8721">
                  <c:v>0.58896195699999998</c:v>
                </c:pt>
                <c:pt idx="8722">
                  <c:v>0.77055190200000001</c:v>
                </c:pt>
                <c:pt idx="8723">
                  <c:v>0.76147240500000002</c:v>
                </c:pt>
                <c:pt idx="8724">
                  <c:v>0.76192638000000001</c:v>
                </c:pt>
                <c:pt idx="8725">
                  <c:v>0.76190368100000005</c:v>
                </c:pt>
                <c:pt idx="8726">
                  <c:v>0.76190481600000004</c:v>
                </c:pt>
                <c:pt idx="8727">
                  <c:v>0.76190475899999999</c:v>
                </c:pt>
                <c:pt idx="8728">
                  <c:v>0.76190476200000001</c:v>
                </c:pt>
                <c:pt idx="8729">
                  <c:v>0.64143461000000002</c:v>
                </c:pt>
                <c:pt idx="8730">
                  <c:v>0.51660542300000001</c:v>
                </c:pt>
                <c:pt idx="8731">
                  <c:v>0.363574601</c:v>
                </c:pt>
                <c:pt idx="8732">
                  <c:v>0.23394611500000001</c:v>
                </c:pt>
                <c:pt idx="8733">
                  <c:v>8.0512816000000001E-2</c:v>
                </c:pt>
                <c:pt idx="8734">
                  <c:v>4.5974358999999999E-2</c:v>
                </c:pt>
                <c:pt idx="8735">
                  <c:v>4.5974358999999999E-2</c:v>
                </c:pt>
                <c:pt idx="8736">
                  <c:v>4.5974358999999999E-2</c:v>
                </c:pt>
                <c:pt idx="8737">
                  <c:v>4.5974358999999999E-2</c:v>
                </c:pt>
                <c:pt idx="8738">
                  <c:v>0.170698774</c:v>
                </c:pt>
                <c:pt idx="8739">
                  <c:v>0.29768056999999998</c:v>
                </c:pt>
                <c:pt idx="8740">
                  <c:v>0.420715856</c:v>
                </c:pt>
                <c:pt idx="8741">
                  <c:v>0.53036482100000004</c:v>
                </c:pt>
                <c:pt idx="8742">
                  <c:v>0.55100687400000004</c:v>
                </c:pt>
                <c:pt idx="8743">
                  <c:v>0.51602475599999997</c:v>
                </c:pt>
                <c:pt idx="8744">
                  <c:v>0.42693149800000002</c:v>
                </c:pt>
                <c:pt idx="8745">
                  <c:v>0.46168312700000003</c:v>
                </c:pt>
                <c:pt idx="8746">
                  <c:v>0.58706412900000005</c:v>
                </c:pt>
                <c:pt idx="8747">
                  <c:v>0.75674673199999998</c:v>
                </c:pt>
                <c:pt idx="8748">
                  <c:v>0.76216266300000002</c:v>
                </c:pt>
                <c:pt idx="8749">
                  <c:v>0.761891867</c:v>
                </c:pt>
                <c:pt idx="8750">
                  <c:v>0.76190540699999998</c:v>
                </c:pt>
                <c:pt idx="8751">
                  <c:v>0.76190473000000003</c:v>
                </c:pt>
                <c:pt idx="8752">
                  <c:v>0.76190476399999996</c:v>
                </c:pt>
                <c:pt idx="8753">
                  <c:v>0.76190476200000001</c:v>
                </c:pt>
                <c:pt idx="8754">
                  <c:v>0.76190476200000001</c:v>
                </c:pt>
                <c:pt idx="8755">
                  <c:v>0.76190476200000001</c:v>
                </c:pt>
                <c:pt idx="8756">
                  <c:v>0.76190476200000001</c:v>
                </c:pt>
                <c:pt idx="8757">
                  <c:v>0.63431366600000005</c:v>
                </c:pt>
                <c:pt idx="8758">
                  <c:v>0.51465306099999997</c:v>
                </c:pt>
                <c:pt idx="8759">
                  <c:v>0.42403054899999998</c:v>
                </c:pt>
              </c:numCache>
            </c:numRef>
          </c:yVal>
          <c:smooth val="0"/>
          <c:extLst>
            <c:ext xmlns:c16="http://schemas.microsoft.com/office/drawing/2014/chart" uri="{C3380CC4-5D6E-409C-BE32-E72D297353CC}">
              <c16:uniqueId val="{00000000-C565-4AFA-AAC8-AB4F95552237}"/>
            </c:ext>
          </c:extLst>
        </c:ser>
        <c:dLbls>
          <c:showLegendKey val="0"/>
          <c:showVal val="0"/>
          <c:showCatName val="0"/>
          <c:showSerName val="0"/>
          <c:showPercent val="0"/>
          <c:showBubbleSize val="0"/>
        </c:dLbls>
        <c:axId val="298170655"/>
        <c:axId val="298171615"/>
      </c:scatterChart>
      <c:valAx>
        <c:axId val="298170655"/>
        <c:scaling>
          <c:orientation val="minMax"/>
          <c:max val="8761"/>
          <c:min val="0"/>
        </c:scaling>
        <c:delete val="0"/>
        <c:axPos val="b"/>
        <c:majorGridlines>
          <c:spPr>
            <a:ln w="9525" cap="flat" cmpd="sng" algn="ctr">
              <a:solidFill>
                <a:schemeClr val="dk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r>
                  <a:rPr lang="en-CA" sz="1000">
                    <a:latin typeface="Times New Roman" panose="02020603050405020304" pitchFamily="18" charset="0"/>
                    <a:cs typeface="Times New Roman" panose="02020603050405020304" pitchFamily="18" charset="0"/>
                  </a:rPr>
                  <a:t>Time (hours)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majorTickMark val="none"/>
        <c:minorTickMark val="none"/>
        <c:tickLblPos val="nextTo"/>
        <c:spPr>
          <a:noFill/>
          <a:ln w="9525" cap="rnd">
            <a:solidFill>
              <a:schemeClr val="dk1">
                <a:lumMod val="20000"/>
                <a:lumOff val="80000"/>
              </a:schemeClr>
            </a:solidFill>
            <a:round/>
          </a:ln>
          <a:effectLst/>
        </c:spPr>
        <c:txPr>
          <a:bodyPr rot="-60000000" spcFirstLastPara="1" vertOverflow="ellipsis" vert="horz" wrap="square" anchor="ctr" anchorCtr="1"/>
          <a:lstStyle/>
          <a:p>
            <a:pPr>
              <a:defRPr sz="900" b="0" i="0" u="none" strike="noStrike" kern="1200" spc="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98171615"/>
        <c:crosses val="autoZero"/>
        <c:crossBetween val="midCat"/>
      </c:valAx>
      <c:valAx>
        <c:axId val="298171615"/>
        <c:scaling>
          <c:orientation val="minMax"/>
        </c:scaling>
        <c:delete val="0"/>
        <c:axPos val="l"/>
        <c:majorGridlines>
          <c:spPr>
            <a:ln w="9525" cap="flat" cmpd="sng" algn="ctr">
              <a:solidFill>
                <a:schemeClr val="dk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r>
                  <a:rPr lang="en-CA" sz="1000">
                    <a:latin typeface="Times New Roman" panose="02020603050405020304" pitchFamily="18" charset="0"/>
                    <a:cs typeface="Times New Roman" panose="02020603050405020304" pitchFamily="18" charset="0"/>
                  </a:rPr>
                  <a:t>SOC</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rnd">
            <a:solidFill>
              <a:schemeClr val="dk1">
                <a:lumMod val="25000"/>
                <a:lumOff val="75000"/>
              </a:schemeClr>
            </a:solidFill>
            <a:round/>
          </a:ln>
          <a:effectLst/>
        </c:spPr>
        <c:txPr>
          <a:bodyPr rot="-60000000" spcFirstLastPara="1" vertOverflow="ellipsis" vert="horz" wrap="square" anchor="ctr" anchorCtr="1"/>
          <a:lstStyle/>
          <a:p>
            <a:pPr>
              <a:defRPr sz="900" b="0" i="0" u="none" strike="noStrike" kern="1200" spc="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98170655"/>
        <c:crosses val="autoZero"/>
        <c:crossBetween val="midCat"/>
      </c:valAx>
      <c:spPr>
        <a:gradFill>
          <a:gsLst>
            <a:gs pos="100000">
              <a:schemeClr val="lt1">
                <a:lumMod val="95000"/>
              </a:schemeClr>
            </a:gs>
            <a:gs pos="0">
              <a:schemeClr val="lt1">
                <a:alpha val="0"/>
              </a:schemeClr>
            </a:gs>
          </a:gsLst>
          <a:lin ang="5400000" scaled="0"/>
        </a:gra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cap="none" spc="20" baseline="0">
                <a:solidFill>
                  <a:schemeClr val="dk1">
                    <a:lumMod val="50000"/>
                    <a:lumOff val="50000"/>
                  </a:schemeClr>
                </a:solidFill>
                <a:latin typeface="+mn-lt"/>
                <a:ea typeface="+mn-ea"/>
                <a:cs typeface="+mn-cs"/>
              </a:defRPr>
            </a:pPr>
            <a:r>
              <a:rPr lang="en-US">
                <a:latin typeface="Times New Roman" panose="02020603050405020304" pitchFamily="18" charset="0"/>
                <a:cs typeface="Times New Roman" panose="02020603050405020304" pitchFamily="18" charset="0"/>
              </a:rPr>
              <a:t>SOC</a:t>
            </a:r>
          </a:p>
        </c:rich>
      </c:tx>
      <c:overlay val="0"/>
      <c:spPr>
        <a:noFill/>
        <a:ln>
          <a:noFill/>
        </a:ln>
        <a:effectLst/>
      </c:spPr>
      <c:txPr>
        <a:bodyPr rot="0" spcFirstLastPara="1" vertOverflow="ellipsis" vert="horz" wrap="square" anchor="ctr" anchorCtr="1"/>
        <a:lstStyle/>
        <a:p>
          <a:pPr>
            <a:defRPr sz="1400" b="0" i="0" u="none" strike="noStrike" kern="1200" cap="none" spc="20" baseline="0">
              <a:solidFill>
                <a:schemeClr val="dk1">
                  <a:lumMod val="50000"/>
                  <a:lumOff val="50000"/>
                </a:schemeClr>
              </a:solidFill>
              <a:latin typeface="+mn-lt"/>
              <a:ea typeface="+mn-ea"/>
              <a:cs typeface="+mn-cs"/>
            </a:defRPr>
          </a:pPr>
          <a:endParaRPr lang="en-US"/>
        </a:p>
      </c:txPr>
    </c:title>
    <c:autoTitleDeleted val="0"/>
    <c:plotArea>
      <c:layout/>
      <c:scatterChart>
        <c:scatterStyle val="lineMarker"/>
        <c:varyColors val="0"/>
        <c:ser>
          <c:idx val="0"/>
          <c:order val="0"/>
          <c:tx>
            <c:strRef>
              <c:f>battery_management_results2!$C$1</c:f>
              <c:strCache>
                <c:ptCount val="1"/>
                <c:pt idx="0">
                  <c:v>SOC</c:v>
                </c:pt>
              </c:strCache>
            </c:strRef>
          </c:tx>
          <c:spPr>
            <a:ln w="25400" cap="flat" cmpd="sng" algn="ctr">
              <a:noFill/>
              <a:prstDash val="sysDot"/>
              <a:round/>
            </a:ln>
            <a:effectLst/>
          </c:spPr>
          <c:marker>
            <c:symbol val="circle"/>
            <c:size val="5"/>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marker>
          <c:yVal>
            <c:numRef>
              <c:f>battery_management_results2!$C$2:$C$8761</c:f>
              <c:numCache>
                <c:formatCode>General</c:formatCode>
                <c:ptCount val="8760"/>
                <c:pt idx="0">
                  <c:v>0.5</c:v>
                </c:pt>
                <c:pt idx="1">
                  <c:v>0.77500000000000002</c:v>
                </c:pt>
                <c:pt idx="2">
                  <c:v>0.76124999999999998</c:v>
                </c:pt>
                <c:pt idx="3">
                  <c:v>0.76193750000000005</c:v>
                </c:pt>
                <c:pt idx="4">
                  <c:v>0.76190312500000001</c:v>
                </c:pt>
                <c:pt idx="5">
                  <c:v>0.74137513499999996</c:v>
                </c:pt>
                <c:pt idx="6">
                  <c:v>0.59308227000000002</c:v>
                </c:pt>
                <c:pt idx="7">
                  <c:v>0.42979062099999998</c:v>
                </c:pt>
                <c:pt idx="8">
                  <c:v>0.49522149900000001</c:v>
                </c:pt>
                <c:pt idx="9">
                  <c:v>0.77523892500000002</c:v>
                </c:pt>
                <c:pt idx="10">
                  <c:v>0.761238054</c:v>
                </c:pt>
                <c:pt idx="11">
                  <c:v>0.76193809700000004</c:v>
                </c:pt>
                <c:pt idx="12">
                  <c:v>0.76190309499999997</c:v>
                </c:pt>
                <c:pt idx="13">
                  <c:v>0.761904845</c:v>
                </c:pt>
                <c:pt idx="14">
                  <c:v>0.76190475800000002</c:v>
                </c:pt>
                <c:pt idx="15">
                  <c:v>0.76190476200000001</c:v>
                </c:pt>
                <c:pt idx="16">
                  <c:v>0.67749447299999999</c:v>
                </c:pt>
                <c:pt idx="17">
                  <c:v>0.43328164299999999</c:v>
                </c:pt>
                <c:pt idx="18">
                  <c:v>0.37833591799999999</c:v>
                </c:pt>
                <c:pt idx="19">
                  <c:v>0.37833591799999999</c:v>
                </c:pt>
                <c:pt idx="20">
                  <c:v>0.37833591799999999</c:v>
                </c:pt>
                <c:pt idx="21">
                  <c:v>0.37833591799999999</c:v>
                </c:pt>
                <c:pt idx="22">
                  <c:v>0.37833591799999999</c:v>
                </c:pt>
                <c:pt idx="23">
                  <c:v>0.37833591799999999</c:v>
                </c:pt>
                <c:pt idx="24">
                  <c:v>0.37833591799999999</c:v>
                </c:pt>
                <c:pt idx="25">
                  <c:v>0.37833591799999999</c:v>
                </c:pt>
                <c:pt idx="26">
                  <c:v>0.36376915399999998</c:v>
                </c:pt>
                <c:pt idx="27">
                  <c:v>0.71851072500000002</c:v>
                </c:pt>
                <c:pt idx="28">
                  <c:v>0.76407446400000001</c:v>
                </c:pt>
                <c:pt idx="29">
                  <c:v>0.76179627699999997</c:v>
                </c:pt>
                <c:pt idx="30">
                  <c:v>0.76191018600000004</c:v>
                </c:pt>
                <c:pt idx="31">
                  <c:v>0.76190449100000002</c:v>
                </c:pt>
                <c:pt idx="32">
                  <c:v>0.76190477499999998</c:v>
                </c:pt>
                <c:pt idx="33">
                  <c:v>0.70563443100000001</c:v>
                </c:pt>
                <c:pt idx="34">
                  <c:v>0.70090995599999995</c:v>
                </c:pt>
                <c:pt idx="35">
                  <c:v>0.76495450200000004</c:v>
                </c:pt>
                <c:pt idx="36">
                  <c:v>0.76175227499999998</c:v>
                </c:pt>
                <c:pt idx="37">
                  <c:v>0.761912386</c:v>
                </c:pt>
                <c:pt idx="38">
                  <c:v>0.66801085400000004</c:v>
                </c:pt>
                <c:pt idx="39">
                  <c:v>0.69635531399999995</c:v>
                </c:pt>
                <c:pt idx="40">
                  <c:v>0.76518223399999996</c:v>
                </c:pt>
                <c:pt idx="41">
                  <c:v>0.76174088799999995</c:v>
                </c:pt>
                <c:pt idx="42">
                  <c:v>0.76191295599999997</c:v>
                </c:pt>
                <c:pt idx="43">
                  <c:v>0.76190435199999995</c:v>
                </c:pt>
                <c:pt idx="44">
                  <c:v>0.49566502800000001</c:v>
                </c:pt>
                <c:pt idx="45">
                  <c:v>0.37521674900000002</c:v>
                </c:pt>
                <c:pt idx="46">
                  <c:v>0.37521674900000002</c:v>
                </c:pt>
                <c:pt idx="47">
                  <c:v>0.37521674900000002</c:v>
                </c:pt>
                <c:pt idx="48">
                  <c:v>0.410262026</c:v>
                </c:pt>
                <c:pt idx="49">
                  <c:v>0.72297596200000003</c:v>
                </c:pt>
                <c:pt idx="50">
                  <c:v>0.76385120200000001</c:v>
                </c:pt>
                <c:pt idx="51">
                  <c:v>0.76180744</c:v>
                </c:pt>
                <c:pt idx="52">
                  <c:v>0.76190962799999995</c:v>
                </c:pt>
                <c:pt idx="53">
                  <c:v>0.761904519</c:v>
                </c:pt>
                <c:pt idx="54">
                  <c:v>0.68185685100000004</c:v>
                </c:pt>
                <c:pt idx="55">
                  <c:v>0.64875958199999995</c:v>
                </c:pt>
                <c:pt idx="56">
                  <c:v>0.46557142299999998</c:v>
                </c:pt>
                <c:pt idx="57">
                  <c:v>0.40670564399999998</c:v>
                </c:pt>
                <c:pt idx="58">
                  <c:v>0.515708744</c:v>
                </c:pt>
                <c:pt idx="59">
                  <c:v>0.43273645799999999</c:v>
                </c:pt>
                <c:pt idx="60">
                  <c:v>0.43429163900000001</c:v>
                </c:pt>
                <c:pt idx="61">
                  <c:v>0.53863243599999999</c:v>
                </c:pt>
                <c:pt idx="62">
                  <c:v>0.77306837799999994</c:v>
                </c:pt>
                <c:pt idx="63">
                  <c:v>0.76134658099999997</c:v>
                </c:pt>
                <c:pt idx="64">
                  <c:v>0.76193267099999995</c:v>
                </c:pt>
                <c:pt idx="65">
                  <c:v>0.63933825099999997</c:v>
                </c:pt>
                <c:pt idx="66">
                  <c:v>0.36803308699999998</c:v>
                </c:pt>
                <c:pt idx="67">
                  <c:v>0.36803308699999998</c:v>
                </c:pt>
                <c:pt idx="68">
                  <c:v>0.430972568</c:v>
                </c:pt>
                <c:pt idx="69">
                  <c:v>0.487076279</c:v>
                </c:pt>
                <c:pt idx="70">
                  <c:v>0.37564618599999999</c:v>
                </c:pt>
                <c:pt idx="71">
                  <c:v>0.37564618599999999</c:v>
                </c:pt>
                <c:pt idx="72">
                  <c:v>0.37564618599999999</c:v>
                </c:pt>
                <c:pt idx="73">
                  <c:v>0.37564618599999999</c:v>
                </c:pt>
                <c:pt idx="74">
                  <c:v>0.68468743300000001</c:v>
                </c:pt>
                <c:pt idx="75">
                  <c:v>0.76576562800000003</c:v>
                </c:pt>
                <c:pt idx="76">
                  <c:v>0.76171171900000001</c:v>
                </c:pt>
                <c:pt idx="77">
                  <c:v>0.76191441400000004</c:v>
                </c:pt>
                <c:pt idx="78">
                  <c:v>0.76190427900000002</c:v>
                </c:pt>
                <c:pt idx="79">
                  <c:v>0.761904786</c:v>
                </c:pt>
                <c:pt idx="80">
                  <c:v>0.76190476100000004</c:v>
                </c:pt>
                <c:pt idx="81">
                  <c:v>0.76190476200000001</c:v>
                </c:pt>
                <c:pt idx="82">
                  <c:v>0.70426888899999995</c:v>
                </c:pt>
                <c:pt idx="83">
                  <c:v>0.76478655600000001</c:v>
                </c:pt>
                <c:pt idx="84">
                  <c:v>0.76176067199999997</c:v>
                </c:pt>
                <c:pt idx="85">
                  <c:v>0.761911966</c:v>
                </c:pt>
                <c:pt idx="86">
                  <c:v>0.76190440199999998</c:v>
                </c:pt>
                <c:pt idx="87">
                  <c:v>0.76190477999999995</c:v>
                </c:pt>
                <c:pt idx="88">
                  <c:v>0.76190476100000004</c:v>
                </c:pt>
                <c:pt idx="89">
                  <c:v>0.76190476200000001</c:v>
                </c:pt>
                <c:pt idx="90">
                  <c:v>0.76190476200000001</c:v>
                </c:pt>
                <c:pt idx="91">
                  <c:v>0.57502854999999997</c:v>
                </c:pt>
                <c:pt idx="92">
                  <c:v>0.371248572</c:v>
                </c:pt>
                <c:pt idx="93">
                  <c:v>0.371248572</c:v>
                </c:pt>
                <c:pt idx="94">
                  <c:v>0.371248572</c:v>
                </c:pt>
                <c:pt idx="95">
                  <c:v>0.371248572</c:v>
                </c:pt>
                <c:pt idx="96">
                  <c:v>0.62274693599999997</c:v>
                </c:pt>
                <c:pt idx="97">
                  <c:v>0.76886265300000001</c:v>
                </c:pt>
                <c:pt idx="98">
                  <c:v>0.76155686700000003</c:v>
                </c:pt>
                <c:pt idx="99">
                  <c:v>0.70164293</c:v>
                </c:pt>
                <c:pt idx="100">
                  <c:v>0.66099084600000002</c:v>
                </c:pt>
                <c:pt idx="101">
                  <c:v>0.67530283400000002</c:v>
                </c:pt>
                <c:pt idx="102">
                  <c:v>0.579262838</c:v>
                </c:pt>
                <c:pt idx="103">
                  <c:v>0.43853108499999999</c:v>
                </c:pt>
                <c:pt idx="104">
                  <c:v>0.37807344599999998</c:v>
                </c:pt>
                <c:pt idx="105">
                  <c:v>0.37807344599999998</c:v>
                </c:pt>
                <c:pt idx="106">
                  <c:v>0.57699276799999999</c:v>
                </c:pt>
                <c:pt idx="107">
                  <c:v>0.77115036199999998</c:v>
                </c:pt>
                <c:pt idx="108">
                  <c:v>0.76144248199999998</c:v>
                </c:pt>
                <c:pt idx="109">
                  <c:v>0.761927876</c:v>
                </c:pt>
                <c:pt idx="110">
                  <c:v>0.76190360599999996</c:v>
                </c:pt>
                <c:pt idx="111">
                  <c:v>0.76190482000000004</c:v>
                </c:pt>
                <c:pt idx="112">
                  <c:v>0.76190475899999999</c:v>
                </c:pt>
                <c:pt idx="113">
                  <c:v>0.76190476200000001</c:v>
                </c:pt>
                <c:pt idx="114">
                  <c:v>0.64787325799999995</c:v>
                </c:pt>
                <c:pt idx="115">
                  <c:v>0.37032199900000001</c:v>
                </c:pt>
                <c:pt idx="116">
                  <c:v>0.37032199900000001</c:v>
                </c:pt>
                <c:pt idx="117">
                  <c:v>0.37032199900000001</c:v>
                </c:pt>
                <c:pt idx="118">
                  <c:v>0.57608893500000002</c:v>
                </c:pt>
                <c:pt idx="119">
                  <c:v>0.74456188400000001</c:v>
                </c:pt>
                <c:pt idx="120">
                  <c:v>0.762771906</c:v>
                </c:pt>
                <c:pt idx="121">
                  <c:v>0.76186140499999999</c:v>
                </c:pt>
                <c:pt idx="122">
                  <c:v>0.74104251499999996</c:v>
                </c:pt>
                <c:pt idx="123">
                  <c:v>0.738302613</c:v>
                </c:pt>
                <c:pt idx="124">
                  <c:v>0.76308486900000005</c:v>
                </c:pt>
                <c:pt idx="125">
                  <c:v>0.70206274599999996</c:v>
                </c:pt>
                <c:pt idx="126">
                  <c:v>0.71607755900000003</c:v>
                </c:pt>
                <c:pt idx="127">
                  <c:v>0.52066949699999998</c:v>
                </c:pt>
                <c:pt idx="128">
                  <c:v>0.37396652499999999</c:v>
                </c:pt>
                <c:pt idx="129">
                  <c:v>0.78130167399999995</c:v>
                </c:pt>
                <c:pt idx="130">
                  <c:v>0.76093491599999996</c:v>
                </c:pt>
                <c:pt idx="131">
                  <c:v>0.76195325400000002</c:v>
                </c:pt>
                <c:pt idx="132">
                  <c:v>0.76190233699999999</c:v>
                </c:pt>
                <c:pt idx="133">
                  <c:v>0.76190488300000003</c:v>
                </c:pt>
                <c:pt idx="134">
                  <c:v>0.76190475599999996</c:v>
                </c:pt>
                <c:pt idx="135">
                  <c:v>0.76190476200000001</c:v>
                </c:pt>
                <c:pt idx="136">
                  <c:v>0.76190476200000001</c:v>
                </c:pt>
                <c:pt idx="137">
                  <c:v>0.76190476200000001</c:v>
                </c:pt>
                <c:pt idx="138">
                  <c:v>0.70150110399999999</c:v>
                </c:pt>
                <c:pt idx="139">
                  <c:v>0.52272487000000001</c:v>
                </c:pt>
                <c:pt idx="140">
                  <c:v>0.37386375599999999</c:v>
                </c:pt>
                <c:pt idx="141">
                  <c:v>0.37386375599999999</c:v>
                </c:pt>
                <c:pt idx="142">
                  <c:v>0.392334817</c:v>
                </c:pt>
                <c:pt idx="143">
                  <c:v>0.392334817</c:v>
                </c:pt>
                <c:pt idx="144">
                  <c:v>0.392334817</c:v>
                </c:pt>
                <c:pt idx="145">
                  <c:v>0.57167619599999997</c:v>
                </c:pt>
                <c:pt idx="146">
                  <c:v>0.56747518900000005</c:v>
                </c:pt>
                <c:pt idx="147">
                  <c:v>0.47397555800000002</c:v>
                </c:pt>
                <c:pt idx="148">
                  <c:v>0.47972131800000001</c:v>
                </c:pt>
                <c:pt idx="149">
                  <c:v>0.77601393399999996</c:v>
                </c:pt>
                <c:pt idx="150">
                  <c:v>0.76119930300000005</c:v>
                </c:pt>
                <c:pt idx="151">
                  <c:v>0.72516809299999996</c:v>
                </c:pt>
                <c:pt idx="152">
                  <c:v>0.70197999799999999</c:v>
                </c:pt>
                <c:pt idx="153">
                  <c:v>0.68589137099999997</c:v>
                </c:pt>
                <c:pt idx="154">
                  <c:v>0.76570543099999999</c:v>
                </c:pt>
                <c:pt idx="155">
                  <c:v>0.76171472799999995</c:v>
                </c:pt>
                <c:pt idx="156">
                  <c:v>0.76191426399999995</c:v>
                </c:pt>
                <c:pt idx="157">
                  <c:v>0.76190428700000001</c:v>
                </c:pt>
                <c:pt idx="158">
                  <c:v>0.761904786</c:v>
                </c:pt>
                <c:pt idx="159">
                  <c:v>0.76190476100000004</c:v>
                </c:pt>
                <c:pt idx="160">
                  <c:v>0.76190476200000001</c:v>
                </c:pt>
                <c:pt idx="161">
                  <c:v>0.76190476200000001</c:v>
                </c:pt>
                <c:pt idx="162">
                  <c:v>0.76190476200000001</c:v>
                </c:pt>
                <c:pt idx="163">
                  <c:v>0.76190476200000001</c:v>
                </c:pt>
                <c:pt idx="164">
                  <c:v>0.76190476200000001</c:v>
                </c:pt>
                <c:pt idx="165">
                  <c:v>0.76190476200000001</c:v>
                </c:pt>
                <c:pt idx="166">
                  <c:v>0.76190476200000001</c:v>
                </c:pt>
                <c:pt idx="167">
                  <c:v>0.76190476200000001</c:v>
                </c:pt>
                <c:pt idx="168">
                  <c:v>0.76190476200000001</c:v>
                </c:pt>
                <c:pt idx="169">
                  <c:v>0.76190476200000001</c:v>
                </c:pt>
                <c:pt idx="170">
                  <c:v>0.76190476200000001</c:v>
                </c:pt>
                <c:pt idx="171">
                  <c:v>0.76190476200000001</c:v>
                </c:pt>
                <c:pt idx="172">
                  <c:v>0.76190476200000001</c:v>
                </c:pt>
                <c:pt idx="173">
                  <c:v>0.76190476200000001</c:v>
                </c:pt>
                <c:pt idx="174">
                  <c:v>0.76190476200000001</c:v>
                </c:pt>
                <c:pt idx="175">
                  <c:v>0.76190476200000001</c:v>
                </c:pt>
                <c:pt idx="176">
                  <c:v>0.60103520399999999</c:v>
                </c:pt>
                <c:pt idx="177">
                  <c:v>0.76994823999999995</c:v>
                </c:pt>
                <c:pt idx="178">
                  <c:v>0.76150258800000004</c:v>
                </c:pt>
                <c:pt idx="179">
                  <c:v>0.76192487099999995</c:v>
                </c:pt>
                <c:pt idx="180">
                  <c:v>0.76190375600000004</c:v>
                </c:pt>
                <c:pt idx="181">
                  <c:v>0.76190481200000004</c:v>
                </c:pt>
                <c:pt idx="182">
                  <c:v>0.76190475899999999</c:v>
                </c:pt>
                <c:pt idx="183">
                  <c:v>0.76190476200000001</c:v>
                </c:pt>
                <c:pt idx="184">
                  <c:v>0.76190476200000001</c:v>
                </c:pt>
                <c:pt idx="185">
                  <c:v>0.62840094899999999</c:v>
                </c:pt>
                <c:pt idx="186">
                  <c:v>0.76516059000000003</c:v>
                </c:pt>
                <c:pt idx="187">
                  <c:v>0.66854615100000003</c:v>
                </c:pt>
                <c:pt idx="188">
                  <c:v>0.70765086200000005</c:v>
                </c:pt>
                <c:pt idx="189">
                  <c:v>0.46377141900000002</c:v>
                </c:pt>
                <c:pt idx="190">
                  <c:v>0.57023515000000002</c:v>
                </c:pt>
                <c:pt idx="191">
                  <c:v>0.60896899999999998</c:v>
                </c:pt>
                <c:pt idx="192">
                  <c:v>0.542910279</c:v>
                </c:pt>
                <c:pt idx="193">
                  <c:v>0.47587471799999997</c:v>
                </c:pt>
                <c:pt idx="194">
                  <c:v>0.38658595600000001</c:v>
                </c:pt>
                <c:pt idx="195">
                  <c:v>0.38658595600000001</c:v>
                </c:pt>
                <c:pt idx="196">
                  <c:v>0.38658595600000001</c:v>
                </c:pt>
                <c:pt idx="197">
                  <c:v>0.37536239599999999</c:v>
                </c:pt>
                <c:pt idx="198">
                  <c:v>0.66190156</c:v>
                </c:pt>
                <c:pt idx="199">
                  <c:v>0.76690492200000004</c:v>
                </c:pt>
                <c:pt idx="200">
                  <c:v>0.76165475400000004</c:v>
                </c:pt>
                <c:pt idx="201">
                  <c:v>0.76191726199999998</c:v>
                </c:pt>
                <c:pt idx="202">
                  <c:v>0.76190413700000004</c:v>
                </c:pt>
                <c:pt idx="203">
                  <c:v>0.62508497200000002</c:v>
                </c:pt>
                <c:pt idx="204">
                  <c:v>0.53192161299999996</c:v>
                </c:pt>
                <c:pt idx="205">
                  <c:v>0.37340391899999997</c:v>
                </c:pt>
                <c:pt idx="206">
                  <c:v>0.41764217999999997</c:v>
                </c:pt>
                <c:pt idx="207">
                  <c:v>0.37911789099999998</c:v>
                </c:pt>
                <c:pt idx="208">
                  <c:v>0.37911789099999998</c:v>
                </c:pt>
                <c:pt idx="209">
                  <c:v>0.47380612799999999</c:v>
                </c:pt>
                <c:pt idx="210">
                  <c:v>0.60744558599999998</c:v>
                </c:pt>
                <c:pt idx="211">
                  <c:v>0.57057848499999997</c:v>
                </c:pt>
                <c:pt idx="212">
                  <c:v>0.37147107600000001</c:v>
                </c:pt>
                <c:pt idx="213">
                  <c:v>0.37147107600000001</c:v>
                </c:pt>
                <c:pt idx="214">
                  <c:v>0.37147107600000001</c:v>
                </c:pt>
                <c:pt idx="215">
                  <c:v>0.37147107600000001</c:v>
                </c:pt>
                <c:pt idx="216">
                  <c:v>0.41813771199999999</c:v>
                </c:pt>
                <c:pt idx="217">
                  <c:v>0.405000264</c:v>
                </c:pt>
                <c:pt idx="218">
                  <c:v>0.464703327</c:v>
                </c:pt>
                <c:pt idx="219">
                  <c:v>0.453479464</c:v>
                </c:pt>
                <c:pt idx="220">
                  <c:v>0.39216505000000002</c:v>
                </c:pt>
                <c:pt idx="221">
                  <c:v>0.39216505000000002</c:v>
                </c:pt>
                <c:pt idx="222">
                  <c:v>0.39216505000000002</c:v>
                </c:pt>
                <c:pt idx="223">
                  <c:v>0.51793952899999995</c:v>
                </c:pt>
                <c:pt idx="224">
                  <c:v>0.57378806299999996</c:v>
                </c:pt>
                <c:pt idx="225">
                  <c:v>0.77131059700000004</c:v>
                </c:pt>
                <c:pt idx="226">
                  <c:v>0.76143446999999997</c:v>
                </c:pt>
                <c:pt idx="227">
                  <c:v>0.76192827600000002</c:v>
                </c:pt>
                <c:pt idx="228">
                  <c:v>0.76190358599999997</c:v>
                </c:pt>
                <c:pt idx="229">
                  <c:v>0.76190482100000001</c:v>
                </c:pt>
                <c:pt idx="230">
                  <c:v>0.76190475899999999</c:v>
                </c:pt>
                <c:pt idx="231">
                  <c:v>0.67530598799999997</c:v>
                </c:pt>
                <c:pt idx="232">
                  <c:v>0.76623470100000002</c:v>
                </c:pt>
                <c:pt idx="233">
                  <c:v>0.59679547300000002</c:v>
                </c:pt>
                <c:pt idx="234">
                  <c:v>0.37016022599999998</c:v>
                </c:pt>
                <c:pt idx="235">
                  <c:v>0.37016022599999998</c:v>
                </c:pt>
                <c:pt idx="236">
                  <c:v>0.37016022599999998</c:v>
                </c:pt>
                <c:pt idx="237">
                  <c:v>0.37016022599999998</c:v>
                </c:pt>
                <c:pt idx="238">
                  <c:v>0.37016022599999998</c:v>
                </c:pt>
                <c:pt idx="239">
                  <c:v>0.37016022599999998</c:v>
                </c:pt>
                <c:pt idx="240">
                  <c:v>0.37016022599999998</c:v>
                </c:pt>
                <c:pt idx="241">
                  <c:v>0.37259985800000001</c:v>
                </c:pt>
                <c:pt idx="242">
                  <c:v>0.40806397500000002</c:v>
                </c:pt>
                <c:pt idx="243">
                  <c:v>0.53476087900000002</c:v>
                </c:pt>
                <c:pt idx="244">
                  <c:v>0.57275151300000005</c:v>
                </c:pt>
                <c:pt idx="245">
                  <c:v>0.77136242399999999</c:v>
                </c:pt>
                <c:pt idx="246">
                  <c:v>0.69724863100000001</c:v>
                </c:pt>
                <c:pt idx="247">
                  <c:v>0.76513756799999999</c:v>
                </c:pt>
                <c:pt idx="248">
                  <c:v>0.69035210199999997</c:v>
                </c:pt>
                <c:pt idx="249">
                  <c:v>0.50450348599999995</c:v>
                </c:pt>
                <c:pt idx="250">
                  <c:v>0.69591400299999995</c:v>
                </c:pt>
                <c:pt idx="251">
                  <c:v>0.76520429999999995</c:v>
                </c:pt>
                <c:pt idx="252">
                  <c:v>0.76173978499999995</c:v>
                </c:pt>
                <c:pt idx="253">
                  <c:v>0.76191301099999997</c:v>
                </c:pt>
                <c:pt idx="254">
                  <c:v>0.76190434900000004</c:v>
                </c:pt>
                <c:pt idx="255">
                  <c:v>0.76190478299999997</c:v>
                </c:pt>
                <c:pt idx="256">
                  <c:v>0.76190476100000004</c:v>
                </c:pt>
                <c:pt idx="257">
                  <c:v>0.76190476200000001</c:v>
                </c:pt>
                <c:pt idx="258">
                  <c:v>0.68951948600000001</c:v>
                </c:pt>
                <c:pt idx="259">
                  <c:v>0.709910229</c:v>
                </c:pt>
                <c:pt idx="260">
                  <c:v>0.74821607599999995</c:v>
                </c:pt>
                <c:pt idx="261">
                  <c:v>0.76258919599999997</c:v>
                </c:pt>
                <c:pt idx="262">
                  <c:v>0.76187053999999998</c:v>
                </c:pt>
                <c:pt idx="263">
                  <c:v>0.76190647300000003</c:v>
                </c:pt>
                <c:pt idx="264">
                  <c:v>0.761904676</c:v>
                </c:pt>
                <c:pt idx="265">
                  <c:v>0.76190476600000001</c:v>
                </c:pt>
                <c:pt idx="266">
                  <c:v>0.76190476200000001</c:v>
                </c:pt>
                <c:pt idx="267">
                  <c:v>0.76190476200000001</c:v>
                </c:pt>
                <c:pt idx="268">
                  <c:v>0.71751209199999999</c:v>
                </c:pt>
                <c:pt idx="269">
                  <c:v>0.76412439499999996</c:v>
                </c:pt>
                <c:pt idx="270">
                  <c:v>0.66159983099999997</c:v>
                </c:pt>
                <c:pt idx="271">
                  <c:v>0.46442652800000001</c:v>
                </c:pt>
                <c:pt idx="272">
                  <c:v>0.37677867399999998</c:v>
                </c:pt>
                <c:pt idx="273">
                  <c:v>0.40770261400000002</c:v>
                </c:pt>
                <c:pt idx="274">
                  <c:v>0.37961486900000002</c:v>
                </c:pt>
                <c:pt idx="275">
                  <c:v>0.68545666800000005</c:v>
                </c:pt>
                <c:pt idx="276">
                  <c:v>0.55194233500000001</c:v>
                </c:pt>
                <c:pt idx="277">
                  <c:v>0.46311128699999998</c:v>
                </c:pt>
                <c:pt idx="278">
                  <c:v>0.64660209099999999</c:v>
                </c:pt>
                <c:pt idx="279">
                  <c:v>0.76766989500000005</c:v>
                </c:pt>
                <c:pt idx="280">
                  <c:v>0.57620992299999996</c:v>
                </c:pt>
                <c:pt idx="281">
                  <c:v>0.38755149799999999</c:v>
                </c:pt>
                <c:pt idx="282">
                  <c:v>0.38755149799999999</c:v>
                </c:pt>
                <c:pt idx="283">
                  <c:v>0.38755149799999999</c:v>
                </c:pt>
                <c:pt idx="284">
                  <c:v>0.38755149799999999</c:v>
                </c:pt>
                <c:pt idx="285">
                  <c:v>0.38755149799999999</c:v>
                </c:pt>
                <c:pt idx="286">
                  <c:v>0.38755149799999999</c:v>
                </c:pt>
                <c:pt idx="287">
                  <c:v>0.38755149799999999</c:v>
                </c:pt>
                <c:pt idx="288">
                  <c:v>0.38755149799999999</c:v>
                </c:pt>
                <c:pt idx="289">
                  <c:v>0.52345938000000003</c:v>
                </c:pt>
                <c:pt idx="290">
                  <c:v>0.51103548200000004</c:v>
                </c:pt>
                <c:pt idx="291">
                  <c:v>0.77444822599999996</c:v>
                </c:pt>
                <c:pt idx="292">
                  <c:v>0.76127758899999998</c:v>
                </c:pt>
                <c:pt idx="293">
                  <c:v>0.76193612099999997</c:v>
                </c:pt>
                <c:pt idx="294">
                  <c:v>0.75934865799999995</c:v>
                </c:pt>
                <c:pt idx="295">
                  <c:v>0.76181119500000005</c:v>
                </c:pt>
                <c:pt idx="296">
                  <c:v>0.57580092999999999</c:v>
                </c:pt>
                <c:pt idx="297">
                  <c:v>0.43881941200000002</c:v>
                </c:pt>
                <c:pt idx="298">
                  <c:v>0.58577341299999997</c:v>
                </c:pt>
                <c:pt idx="299">
                  <c:v>0.77071132899999995</c:v>
                </c:pt>
                <c:pt idx="300">
                  <c:v>0.76146443399999997</c:v>
                </c:pt>
                <c:pt idx="301">
                  <c:v>0.76192677799999997</c:v>
                </c:pt>
                <c:pt idx="302">
                  <c:v>0.76190366099999995</c:v>
                </c:pt>
                <c:pt idx="303">
                  <c:v>0.76190481700000001</c:v>
                </c:pt>
                <c:pt idx="304">
                  <c:v>0.76190475899999999</c:v>
                </c:pt>
                <c:pt idx="305">
                  <c:v>0.76190476200000001</c:v>
                </c:pt>
                <c:pt idx="306">
                  <c:v>0.47996588200000001</c:v>
                </c:pt>
                <c:pt idx="307">
                  <c:v>0.37600170599999999</c:v>
                </c:pt>
                <c:pt idx="308">
                  <c:v>0.37600170599999999</c:v>
                </c:pt>
                <c:pt idx="309">
                  <c:v>0.37600170599999999</c:v>
                </c:pt>
                <c:pt idx="310">
                  <c:v>0.37600170599999999</c:v>
                </c:pt>
                <c:pt idx="311">
                  <c:v>0.37600170599999999</c:v>
                </c:pt>
                <c:pt idx="312">
                  <c:v>0.42181690399999999</c:v>
                </c:pt>
                <c:pt idx="313">
                  <c:v>0.63356190199999995</c:v>
                </c:pt>
                <c:pt idx="314">
                  <c:v>0.76832190499999997</c:v>
                </c:pt>
                <c:pt idx="315">
                  <c:v>0.76158390499999995</c:v>
                </c:pt>
                <c:pt idx="316">
                  <c:v>0.76192080500000003</c:v>
                </c:pt>
                <c:pt idx="317">
                  <c:v>0.76190396000000005</c:v>
                </c:pt>
                <c:pt idx="318">
                  <c:v>0.76190480199999999</c:v>
                </c:pt>
                <c:pt idx="319">
                  <c:v>0.76190475999999996</c:v>
                </c:pt>
                <c:pt idx="320">
                  <c:v>0.76190476200000001</c:v>
                </c:pt>
                <c:pt idx="321">
                  <c:v>0.76190476200000001</c:v>
                </c:pt>
                <c:pt idx="322">
                  <c:v>0.76190476200000001</c:v>
                </c:pt>
                <c:pt idx="323">
                  <c:v>0.76190476200000001</c:v>
                </c:pt>
                <c:pt idx="324">
                  <c:v>0.76190476200000001</c:v>
                </c:pt>
                <c:pt idx="325">
                  <c:v>0.76190476200000001</c:v>
                </c:pt>
                <c:pt idx="326">
                  <c:v>0.76190476200000001</c:v>
                </c:pt>
                <c:pt idx="327">
                  <c:v>0.76190476200000001</c:v>
                </c:pt>
                <c:pt idx="328">
                  <c:v>0.76190476200000001</c:v>
                </c:pt>
                <c:pt idx="329">
                  <c:v>0.76190476200000001</c:v>
                </c:pt>
                <c:pt idx="330">
                  <c:v>0.76190476200000001</c:v>
                </c:pt>
                <c:pt idx="331">
                  <c:v>0.76190476200000001</c:v>
                </c:pt>
                <c:pt idx="332">
                  <c:v>0.76190476200000001</c:v>
                </c:pt>
                <c:pt idx="333">
                  <c:v>0.76190476200000001</c:v>
                </c:pt>
                <c:pt idx="334">
                  <c:v>0.76036711499999998</c:v>
                </c:pt>
                <c:pt idx="335">
                  <c:v>0.76198164400000001</c:v>
                </c:pt>
                <c:pt idx="336">
                  <c:v>0.76190091800000004</c:v>
                </c:pt>
                <c:pt idx="337">
                  <c:v>0.76190495400000002</c:v>
                </c:pt>
                <c:pt idx="338">
                  <c:v>0.76190475199999996</c:v>
                </c:pt>
                <c:pt idx="339">
                  <c:v>0.76190476200000001</c:v>
                </c:pt>
                <c:pt idx="340">
                  <c:v>0.76190476200000001</c:v>
                </c:pt>
                <c:pt idx="341">
                  <c:v>0.76190476200000001</c:v>
                </c:pt>
                <c:pt idx="342">
                  <c:v>0.76190476200000001</c:v>
                </c:pt>
                <c:pt idx="343">
                  <c:v>0.76190476200000001</c:v>
                </c:pt>
                <c:pt idx="344">
                  <c:v>0.76190476200000001</c:v>
                </c:pt>
                <c:pt idx="345">
                  <c:v>0.76190476200000001</c:v>
                </c:pt>
                <c:pt idx="346">
                  <c:v>0.76190476200000001</c:v>
                </c:pt>
                <c:pt idx="347">
                  <c:v>0.76190476200000001</c:v>
                </c:pt>
                <c:pt idx="348">
                  <c:v>0.76190476200000001</c:v>
                </c:pt>
                <c:pt idx="349">
                  <c:v>0.76190476200000001</c:v>
                </c:pt>
                <c:pt idx="350">
                  <c:v>0.76190476200000001</c:v>
                </c:pt>
                <c:pt idx="351">
                  <c:v>0.76190476200000001</c:v>
                </c:pt>
                <c:pt idx="352">
                  <c:v>0.76190476200000001</c:v>
                </c:pt>
                <c:pt idx="353">
                  <c:v>0.76190476200000001</c:v>
                </c:pt>
                <c:pt idx="354">
                  <c:v>0.76190476200000001</c:v>
                </c:pt>
                <c:pt idx="355">
                  <c:v>0.76190476200000001</c:v>
                </c:pt>
                <c:pt idx="356">
                  <c:v>0.76190476200000001</c:v>
                </c:pt>
                <c:pt idx="357">
                  <c:v>0.76190476200000001</c:v>
                </c:pt>
                <c:pt idx="358">
                  <c:v>0.76190476200000001</c:v>
                </c:pt>
                <c:pt idx="359">
                  <c:v>0.76190476200000001</c:v>
                </c:pt>
                <c:pt idx="360">
                  <c:v>0.58641232300000001</c:v>
                </c:pt>
                <c:pt idx="361">
                  <c:v>0.77067938400000002</c:v>
                </c:pt>
                <c:pt idx="362">
                  <c:v>0.76146603099999999</c:v>
                </c:pt>
                <c:pt idx="363">
                  <c:v>0.74991551400000001</c:v>
                </c:pt>
                <c:pt idx="364">
                  <c:v>0.76250422399999995</c:v>
                </c:pt>
                <c:pt idx="365">
                  <c:v>0.76187478900000005</c:v>
                </c:pt>
                <c:pt idx="366">
                  <c:v>0.76190626100000003</c:v>
                </c:pt>
                <c:pt idx="367">
                  <c:v>0.76190468700000002</c:v>
                </c:pt>
                <c:pt idx="368">
                  <c:v>0.76190476600000001</c:v>
                </c:pt>
                <c:pt idx="369">
                  <c:v>0.76190476200000001</c:v>
                </c:pt>
                <c:pt idx="370">
                  <c:v>0.76190476200000001</c:v>
                </c:pt>
                <c:pt idx="371">
                  <c:v>0.76190476200000001</c:v>
                </c:pt>
                <c:pt idx="372">
                  <c:v>0.76190476200000001</c:v>
                </c:pt>
                <c:pt idx="373">
                  <c:v>0.76190476200000001</c:v>
                </c:pt>
                <c:pt idx="374">
                  <c:v>0.76190476200000001</c:v>
                </c:pt>
                <c:pt idx="375">
                  <c:v>0.76190476200000001</c:v>
                </c:pt>
                <c:pt idx="376">
                  <c:v>0.76190476200000001</c:v>
                </c:pt>
                <c:pt idx="377">
                  <c:v>0.76190476200000001</c:v>
                </c:pt>
                <c:pt idx="378">
                  <c:v>0.76190476200000001</c:v>
                </c:pt>
                <c:pt idx="379">
                  <c:v>0.76190476200000001</c:v>
                </c:pt>
                <c:pt idx="380">
                  <c:v>0.76190476200000001</c:v>
                </c:pt>
                <c:pt idx="381">
                  <c:v>0.76190476200000001</c:v>
                </c:pt>
                <c:pt idx="382">
                  <c:v>0.76190476200000001</c:v>
                </c:pt>
                <c:pt idx="383">
                  <c:v>0.76190476200000001</c:v>
                </c:pt>
                <c:pt idx="384">
                  <c:v>0.70825879199999997</c:v>
                </c:pt>
                <c:pt idx="385">
                  <c:v>0.76458705999999999</c:v>
                </c:pt>
                <c:pt idx="386">
                  <c:v>0.74222838700000004</c:v>
                </c:pt>
                <c:pt idx="387">
                  <c:v>0.76288858100000001</c:v>
                </c:pt>
                <c:pt idx="388">
                  <c:v>0.76185557100000001</c:v>
                </c:pt>
                <c:pt idx="389">
                  <c:v>0.76190722099999997</c:v>
                </c:pt>
                <c:pt idx="390">
                  <c:v>0.76190463900000005</c:v>
                </c:pt>
                <c:pt idx="391">
                  <c:v>0.66474979099999998</c:v>
                </c:pt>
                <c:pt idx="392">
                  <c:v>0.75346719600000001</c:v>
                </c:pt>
                <c:pt idx="393">
                  <c:v>0.54289472599999999</c:v>
                </c:pt>
                <c:pt idx="394">
                  <c:v>0.46306873500000001</c:v>
                </c:pt>
                <c:pt idx="395">
                  <c:v>0.38567877</c:v>
                </c:pt>
                <c:pt idx="396">
                  <c:v>0.38567877</c:v>
                </c:pt>
                <c:pt idx="397">
                  <c:v>0.66438178999999997</c:v>
                </c:pt>
                <c:pt idx="398">
                  <c:v>0.66707810099999998</c:v>
                </c:pt>
                <c:pt idx="399">
                  <c:v>0.76664609500000003</c:v>
                </c:pt>
                <c:pt idx="400">
                  <c:v>0.76166769499999998</c:v>
                </c:pt>
                <c:pt idx="401">
                  <c:v>0.76191661499999996</c:v>
                </c:pt>
                <c:pt idx="402">
                  <c:v>0.71927382799999995</c:v>
                </c:pt>
                <c:pt idx="403">
                  <c:v>0.76403630899999997</c:v>
                </c:pt>
                <c:pt idx="404">
                  <c:v>0.76179818499999996</c:v>
                </c:pt>
                <c:pt idx="405">
                  <c:v>0.76191009099999996</c:v>
                </c:pt>
                <c:pt idx="406">
                  <c:v>0.76190449500000001</c:v>
                </c:pt>
                <c:pt idx="407">
                  <c:v>0.76190477499999998</c:v>
                </c:pt>
                <c:pt idx="408">
                  <c:v>0.76190476100000004</c:v>
                </c:pt>
                <c:pt idx="409">
                  <c:v>0.76190476200000001</c:v>
                </c:pt>
                <c:pt idx="410">
                  <c:v>0.76190476200000001</c:v>
                </c:pt>
                <c:pt idx="411">
                  <c:v>0.76190476200000001</c:v>
                </c:pt>
                <c:pt idx="412">
                  <c:v>0.76190476200000001</c:v>
                </c:pt>
                <c:pt idx="413">
                  <c:v>0.76190476200000001</c:v>
                </c:pt>
                <c:pt idx="414">
                  <c:v>0.76190476200000001</c:v>
                </c:pt>
                <c:pt idx="415">
                  <c:v>0.76190476200000001</c:v>
                </c:pt>
                <c:pt idx="416">
                  <c:v>0.76190476200000001</c:v>
                </c:pt>
                <c:pt idx="417">
                  <c:v>0.76190476200000001</c:v>
                </c:pt>
                <c:pt idx="418">
                  <c:v>0.76190476200000001</c:v>
                </c:pt>
                <c:pt idx="419">
                  <c:v>0.76190476200000001</c:v>
                </c:pt>
                <c:pt idx="420">
                  <c:v>0.76190476200000001</c:v>
                </c:pt>
                <c:pt idx="421">
                  <c:v>0.76190476200000001</c:v>
                </c:pt>
                <c:pt idx="422">
                  <c:v>0.76190476200000001</c:v>
                </c:pt>
                <c:pt idx="423">
                  <c:v>0.76190476200000001</c:v>
                </c:pt>
                <c:pt idx="424">
                  <c:v>0.76190476200000001</c:v>
                </c:pt>
                <c:pt idx="425">
                  <c:v>0.76190476200000001</c:v>
                </c:pt>
                <c:pt idx="426">
                  <c:v>0.76190476200000001</c:v>
                </c:pt>
                <c:pt idx="427">
                  <c:v>0.76190476200000001</c:v>
                </c:pt>
                <c:pt idx="428">
                  <c:v>0.76190476200000001</c:v>
                </c:pt>
                <c:pt idx="429">
                  <c:v>0.76190476200000001</c:v>
                </c:pt>
                <c:pt idx="430">
                  <c:v>0.43311889399999998</c:v>
                </c:pt>
                <c:pt idx="431">
                  <c:v>0.37834405500000001</c:v>
                </c:pt>
                <c:pt idx="432">
                  <c:v>0.64119095599999998</c:v>
                </c:pt>
                <c:pt idx="433">
                  <c:v>0.76794045200000005</c:v>
                </c:pt>
                <c:pt idx="434">
                  <c:v>0.76160297700000001</c:v>
                </c:pt>
                <c:pt idx="435">
                  <c:v>0.76191985100000004</c:v>
                </c:pt>
                <c:pt idx="436">
                  <c:v>0.76190400700000005</c:v>
                </c:pt>
                <c:pt idx="437">
                  <c:v>0.76190480000000005</c:v>
                </c:pt>
                <c:pt idx="438">
                  <c:v>0.65751554800000001</c:v>
                </c:pt>
                <c:pt idx="439">
                  <c:v>0.76712422300000005</c:v>
                </c:pt>
                <c:pt idx="440">
                  <c:v>0.76164378899999996</c:v>
                </c:pt>
                <c:pt idx="441">
                  <c:v>0.761917811</c:v>
                </c:pt>
                <c:pt idx="442">
                  <c:v>0.76190410900000005</c:v>
                </c:pt>
                <c:pt idx="443">
                  <c:v>0.76190479499999997</c:v>
                </c:pt>
                <c:pt idx="444">
                  <c:v>0.76190475999999996</c:v>
                </c:pt>
                <c:pt idx="445">
                  <c:v>0.76190476200000001</c:v>
                </c:pt>
                <c:pt idx="446">
                  <c:v>0.76190476200000001</c:v>
                </c:pt>
                <c:pt idx="447">
                  <c:v>0.76190476200000001</c:v>
                </c:pt>
                <c:pt idx="448">
                  <c:v>0.76190476200000001</c:v>
                </c:pt>
                <c:pt idx="449">
                  <c:v>0.76190476200000001</c:v>
                </c:pt>
                <c:pt idx="450">
                  <c:v>0.48347316099999998</c:v>
                </c:pt>
                <c:pt idx="451">
                  <c:v>0.37582634199999998</c:v>
                </c:pt>
                <c:pt idx="452">
                  <c:v>0.37582634199999998</c:v>
                </c:pt>
                <c:pt idx="453">
                  <c:v>0.37582634199999998</c:v>
                </c:pt>
                <c:pt idx="454">
                  <c:v>0.37582634199999998</c:v>
                </c:pt>
                <c:pt idx="455">
                  <c:v>0.37582634199999998</c:v>
                </c:pt>
                <c:pt idx="456">
                  <c:v>0.57773803400000001</c:v>
                </c:pt>
                <c:pt idx="457">
                  <c:v>0.56617218199999997</c:v>
                </c:pt>
                <c:pt idx="458">
                  <c:v>0.54793875800000003</c:v>
                </c:pt>
                <c:pt idx="459">
                  <c:v>0.53381084099999998</c:v>
                </c:pt>
                <c:pt idx="460">
                  <c:v>0.438497888</c:v>
                </c:pt>
                <c:pt idx="461">
                  <c:v>0.43932105199999999</c:v>
                </c:pt>
                <c:pt idx="462">
                  <c:v>0.41791423300000002</c:v>
                </c:pt>
                <c:pt idx="463">
                  <c:v>0.51772567400000002</c:v>
                </c:pt>
                <c:pt idx="464">
                  <c:v>0.460240229</c:v>
                </c:pt>
                <c:pt idx="465">
                  <c:v>0.77698798899999999</c:v>
                </c:pt>
                <c:pt idx="466">
                  <c:v>0.76115060099999998</c:v>
                </c:pt>
                <c:pt idx="467">
                  <c:v>0.76194247000000004</c:v>
                </c:pt>
                <c:pt idx="468">
                  <c:v>0.76190287700000003</c:v>
                </c:pt>
                <c:pt idx="469">
                  <c:v>0.76190485600000002</c:v>
                </c:pt>
                <c:pt idx="470">
                  <c:v>0.76190475700000004</c:v>
                </c:pt>
                <c:pt idx="471">
                  <c:v>0.76190476200000001</c:v>
                </c:pt>
                <c:pt idx="472">
                  <c:v>0.76190476200000001</c:v>
                </c:pt>
                <c:pt idx="473">
                  <c:v>0.76190476200000001</c:v>
                </c:pt>
                <c:pt idx="474">
                  <c:v>0.50532906899999996</c:v>
                </c:pt>
                <c:pt idx="475">
                  <c:v>0.374733547</c:v>
                </c:pt>
                <c:pt idx="476">
                  <c:v>0.374733547</c:v>
                </c:pt>
                <c:pt idx="477">
                  <c:v>0.374733547</c:v>
                </c:pt>
                <c:pt idx="478">
                  <c:v>0.374733547</c:v>
                </c:pt>
                <c:pt idx="479">
                  <c:v>0.374733547</c:v>
                </c:pt>
                <c:pt idx="480">
                  <c:v>0.413850722</c:v>
                </c:pt>
                <c:pt idx="481">
                  <c:v>0.37930746399999998</c:v>
                </c:pt>
                <c:pt idx="482">
                  <c:v>0.461939871</c:v>
                </c:pt>
                <c:pt idx="483">
                  <c:v>0.54784504499999997</c:v>
                </c:pt>
                <c:pt idx="484">
                  <c:v>0.77260774799999998</c:v>
                </c:pt>
                <c:pt idx="485">
                  <c:v>0.76136961299999995</c:v>
                </c:pt>
                <c:pt idx="486">
                  <c:v>0.761931519</c:v>
                </c:pt>
                <c:pt idx="487">
                  <c:v>0.761903424</c:v>
                </c:pt>
                <c:pt idx="488">
                  <c:v>0.76190482900000001</c:v>
                </c:pt>
                <c:pt idx="489">
                  <c:v>0.70461897200000001</c:v>
                </c:pt>
                <c:pt idx="490">
                  <c:v>0.61895070100000005</c:v>
                </c:pt>
                <c:pt idx="491">
                  <c:v>0.76905246500000002</c:v>
                </c:pt>
                <c:pt idx="492">
                  <c:v>0.75595190800000001</c:v>
                </c:pt>
                <c:pt idx="493">
                  <c:v>0.58774741600000002</c:v>
                </c:pt>
                <c:pt idx="494">
                  <c:v>0.54827992400000003</c:v>
                </c:pt>
                <c:pt idx="495">
                  <c:v>0.77258600399999999</c:v>
                </c:pt>
                <c:pt idx="496">
                  <c:v>0.67802421199999996</c:v>
                </c:pt>
                <c:pt idx="497">
                  <c:v>0.581096846</c:v>
                </c:pt>
                <c:pt idx="498">
                  <c:v>0.42073097399999998</c:v>
                </c:pt>
                <c:pt idx="499">
                  <c:v>0.37896345100000001</c:v>
                </c:pt>
                <c:pt idx="500">
                  <c:v>0.37896345100000001</c:v>
                </c:pt>
                <c:pt idx="501">
                  <c:v>0.374428019</c:v>
                </c:pt>
                <c:pt idx="502">
                  <c:v>0.55030614700000002</c:v>
                </c:pt>
                <c:pt idx="503">
                  <c:v>0.76847018099999997</c:v>
                </c:pt>
                <c:pt idx="504">
                  <c:v>0.76157649100000002</c:v>
                </c:pt>
                <c:pt idx="505">
                  <c:v>0.76192117500000001</c:v>
                </c:pt>
                <c:pt idx="506">
                  <c:v>0.76190394100000003</c:v>
                </c:pt>
                <c:pt idx="507">
                  <c:v>0.76190480299999996</c:v>
                </c:pt>
                <c:pt idx="508">
                  <c:v>0.76190475999999996</c:v>
                </c:pt>
                <c:pt idx="509">
                  <c:v>0.76190476200000001</c:v>
                </c:pt>
                <c:pt idx="510">
                  <c:v>0.76190476200000001</c:v>
                </c:pt>
                <c:pt idx="511">
                  <c:v>0.76190476200000001</c:v>
                </c:pt>
                <c:pt idx="512">
                  <c:v>0.76190476200000001</c:v>
                </c:pt>
                <c:pt idx="513">
                  <c:v>0.76190476200000001</c:v>
                </c:pt>
                <c:pt idx="514">
                  <c:v>0.76190476200000001</c:v>
                </c:pt>
                <c:pt idx="515">
                  <c:v>0.76190476200000001</c:v>
                </c:pt>
                <c:pt idx="516">
                  <c:v>0.76190476200000001</c:v>
                </c:pt>
                <c:pt idx="517">
                  <c:v>0.76190476200000001</c:v>
                </c:pt>
                <c:pt idx="518">
                  <c:v>0.76190476200000001</c:v>
                </c:pt>
                <c:pt idx="519">
                  <c:v>0.76190476200000001</c:v>
                </c:pt>
                <c:pt idx="520">
                  <c:v>0.76190476200000001</c:v>
                </c:pt>
                <c:pt idx="521">
                  <c:v>0.76190476200000001</c:v>
                </c:pt>
                <c:pt idx="522">
                  <c:v>0.76190476200000001</c:v>
                </c:pt>
                <c:pt idx="523">
                  <c:v>0.73477466499999999</c:v>
                </c:pt>
                <c:pt idx="524">
                  <c:v>0.76326126699999997</c:v>
                </c:pt>
                <c:pt idx="525">
                  <c:v>0.655660786</c:v>
                </c:pt>
                <c:pt idx="526">
                  <c:v>0.71893416799999998</c:v>
                </c:pt>
                <c:pt idx="527">
                  <c:v>0.76405329200000005</c:v>
                </c:pt>
                <c:pt idx="528">
                  <c:v>0.76179733500000002</c:v>
                </c:pt>
                <c:pt idx="529">
                  <c:v>0.76191013299999999</c:v>
                </c:pt>
                <c:pt idx="530">
                  <c:v>0.76190449299999996</c:v>
                </c:pt>
                <c:pt idx="531">
                  <c:v>0.76190477499999998</c:v>
                </c:pt>
                <c:pt idx="532">
                  <c:v>0.76190476100000004</c:v>
                </c:pt>
                <c:pt idx="533">
                  <c:v>0.76190476200000001</c:v>
                </c:pt>
                <c:pt idx="534">
                  <c:v>0.76190476200000001</c:v>
                </c:pt>
                <c:pt idx="535">
                  <c:v>0.76190476200000001</c:v>
                </c:pt>
                <c:pt idx="536">
                  <c:v>0.76190476200000001</c:v>
                </c:pt>
                <c:pt idx="537">
                  <c:v>0.76190476200000001</c:v>
                </c:pt>
                <c:pt idx="538">
                  <c:v>0.76190476200000001</c:v>
                </c:pt>
                <c:pt idx="539">
                  <c:v>0.76190476200000001</c:v>
                </c:pt>
                <c:pt idx="540">
                  <c:v>0.76190476200000001</c:v>
                </c:pt>
                <c:pt idx="541">
                  <c:v>0.76190476200000001</c:v>
                </c:pt>
                <c:pt idx="542">
                  <c:v>0.76190476200000001</c:v>
                </c:pt>
                <c:pt idx="543">
                  <c:v>0.76190476200000001</c:v>
                </c:pt>
                <c:pt idx="544">
                  <c:v>0.76190476200000001</c:v>
                </c:pt>
                <c:pt idx="545">
                  <c:v>0.76190476200000001</c:v>
                </c:pt>
                <c:pt idx="546">
                  <c:v>0.76190476200000001</c:v>
                </c:pt>
                <c:pt idx="547">
                  <c:v>0.76190476200000001</c:v>
                </c:pt>
                <c:pt idx="548">
                  <c:v>0.76190476200000001</c:v>
                </c:pt>
                <c:pt idx="549">
                  <c:v>0.53233248</c:v>
                </c:pt>
                <c:pt idx="550">
                  <c:v>0.37338337599999999</c:v>
                </c:pt>
                <c:pt idx="551">
                  <c:v>0.37338337599999999</c:v>
                </c:pt>
                <c:pt idx="552">
                  <c:v>0.60361803700000005</c:v>
                </c:pt>
                <c:pt idx="553">
                  <c:v>0.76981909800000003</c:v>
                </c:pt>
                <c:pt idx="554">
                  <c:v>0.76150904500000005</c:v>
                </c:pt>
                <c:pt idx="555">
                  <c:v>0.76192454799999998</c:v>
                </c:pt>
                <c:pt idx="556">
                  <c:v>0.76190377300000001</c:v>
                </c:pt>
                <c:pt idx="557">
                  <c:v>0.69311768299999998</c:v>
                </c:pt>
                <c:pt idx="558">
                  <c:v>0.59629378200000005</c:v>
                </c:pt>
                <c:pt idx="559">
                  <c:v>0.435408287</c:v>
                </c:pt>
                <c:pt idx="560">
                  <c:v>0.37822958600000001</c:v>
                </c:pt>
                <c:pt idx="561">
                  <c:v>0.37822958600000001</c:v>
                </c:pt>
                <c:pt idx="562">
                  <c:v>0.37822958600000001</c:v>
                </c:pt>
                <c:pt idx="563">
                  <c:v>0.37822958600000001</c:v>
                </c:pt>
                <c:pt idx="564">
                  <c:v>0.66022740000000002</c:v>
                </c:pt>
                <c:pt idx="565">
                  <c:v>0.71454857000000005</c:v>
                </c:pt>
                <c:pt idx="566">
                  <c:v>0.76427257199999998</c:v>
                </c:pt>
                <c:pt idx="567">
                  <c:v>0.76178637100000002</c:v>
                </c:pt>
                <c:pt idx="568">
                  <c:v>0.76191068100000003</c:v>
                </c:pt>
                <c:pt idx="569">
                  <c:v>0.66498035600000005</c:v>
                </c:pt>
                <c:pt idx="570">
                  <c:v>0.40644296000000002</c:v>
                </c:pt>
                <c:pt idx="571">
                  <c:v>0.46391961399999998</c:v>
                </c:pt>
                <c:pt idx="572">
                  <c:v>0.56298056699999999</c:v>
                </c:pt>
                <c:pt idx="573">
                  <c:v>0.66500915199999999</c:v>
                </c:pt>
                <c:pt idx="574">
                  <c:v>0.76069430800000004</c:v>
                </c:pt>
                <c:pt idx="575">
                  <c:v>0.76196528500000005</c:v>
                </c:pt>
                <c:pt idx="576">
                  <c:v>0.761901736</c:v>
                </c:pt>
                <c:pt idx="577">
                  <c:v>0.76190491299999996</c:v>
                </c:pt>
                <c:pt idx="578">
                  <c:v>0.76190475400000002</c:v>
                </c:pt>
                <c:pt idx="579">
                  <c:v>0.76190476200000001</c:v>
                </c:pt>
                <c:pt idx="580">
                  <c:v>0.72485959200000005</c:v>
                </c:pt>
                <c:pt idx="581">
                  <c:v>0.69576895599999999</c:v>
                </c:pt>
                <c:pt idx="582">
                  <c:v>0.73327093300000001</c:v>
                </c:pt>
                <c:pt idx="583">
                  <c:v>0.76333645299999997</c:v>
                </c:pt>
                <c:pt idx="584">
                  <c:v>0.76183317699999997</c:v>
                </c:pt>
                <c:pt idx="585">
                  <c:v>0.76190834100000004</c:v>
                </c:pt>
                <c:pt idx="586">
                  <c:v>0.76190458299999997</c:v>
                </c:pt>
                <c:pt idx="587">
                  <c:v>0.76190477099999998</c:v>
                </c:pt>
                <c:pt idx="588">
                  <c:v>0.76190476100000004</c:v>
                </c:pt>
                <c:pt idx="589">
                  <c:v>0.76190476200000001</c:v>
                </c:pt>
                <c:pt idx="590">
                  <c:v>0.70296012299999999</c:v>
                </c:pt>
                <c:pt idx="591">
                  <c:v>0.72530317899999996</c:v>
                </c:pt>
                <c:pt idx="592">
                  <c:v>0.669405111</c:v>
                </c:pt>
                <c:pt idx="593">
                  <c:v>0.70309570399999999</c:v>
                </c:pt>
                <c:pt idx="594">
                  <c:v>0.76484521500000002</c:v>
                </c:pt>
                <c:pt idx="595">
                  <c:v>0.76175773899999999</c:v>
                </c:pt>
                <c:pt idx="596">
                  <c:v>0.76191211299999995</c:v>
                </c:pt>
                <c:pt idx="597">
                  <c:v>0.76190439399999998</c:v>
                </c:pt>
                <c:pt idx="598">
                  <c:v>0.76190477999999995</c:v>
                </c:pt>
                <c:pt idx="599">
                  <c:v>0.76190476100000004</c:v>
                </c:pt>
                <c:pt idx="600">
                  <c:v>0.76190476200000001</c:v>
                </c:pt>
                <c:pt idx="601">
                  <c:v>0.76190476200000001</c:v>
                </c:pt>
                <c:pt idx="602">
                  <c:v>0.76190476200000001</c:v>
                </c:pt>
                <c:pt idx="603">
                  <c:v>0.76190476200000001</c:v>
                </c:pt>
                <c:pt idx="604">
                  <c:v>0.76190476200000001</c:v>
                </c:pt>
                <c:pt idx="605">
                  <c:v>0.72099867900000003</c:v>
                </c:pt>
                <c:pt idx="606">
                  <c:v>0.709641823</c:v>
                </c:pt>
                <c:pt idx="607">
                  <c:v>0.54876237699999997</c:v>
                </c:pt>
                <c:pt idx="608">
                  <c:v>0.409481816</c:v>
                </c:pt>
                <c:pt idx="609">
                  <c:v>0.37952590899999999</c:v>
                </c:pt>
                <c:pt idx="610">
                  <c:v>0.37952590899999999</c:v>
                </c:pt>
                <c:pt idx="611">
                  <c:v>0.37952590899999999</c:v>
                </c:pt>
                <c:pt idx="612">
                  <c:v>0.78102370499999996</c:v>
                </c:pt>
                <c:pt idx="613">
                  <c:v>0.760948815</c:v>
                </c:pt>
                <c:pt idx="614">
                  <c:v>0.76195255900000003</c:v>
                </c:pt>
                <c:pt idx="615">
                  <c:v>0.76190237199999999</c:v>
                </c:pt>
                <c:pt idx="616">
                  <c:v>0.76190488099999998</c:v>
                </c:pt>
                <c:pt idx="617">
                  <c:v>0.54090854200000005</c:v>
                </c:pt>
                <c:pt idx="618">
                  <c:v>0.37295457300000001</c:v>
                </c:pt>
                <c:pt idx="619">
                  <c:v>0.37295457300000001</c:v>
                </c:pt>
                <c:pt idx="620">
                  <c:v>0.37295457300000001</c:v>
                </c:pt>
                <c:pt idx="621">
                  <c:v>0.37295457300000001</c:v>
                </c:pt>
                <c:pt idx="622">
                  <c:v>0.51417138200000001</c:v>
                </c:pt>
                <c:pt idx="623">
                  <c:v>0.64046525600000004</c:v>
                </c:pt>
                <c:pt idx="624">
                  <c:v>0.76797673700000002</c:v>
                </c:pt>
                <c:pt idx="625">
                  <c:v>0.76160116300000003</c:v>
                </c:pt>
                <c:pt idx="626">
                  <c:v>0.76191994200000002</c:v>
                </c:pt>
                <c:pt idx="627">
                  <c:v>0.76190400300000005</c:v>
                </c:pt>
                <c:pt idx="628">
                  <c:v>0.76190480000000005</c:v>
                </c:pt>
                <c:pt idx="629">
                  <c:v>0.76190475999999996</c:v>
                </c:pt>
                <c:pt idx="630">
                  <c:v>0.76190476200000001</c:v>
                </c:pt>
                <c:pt idx="631">
                  <c:v>0.76190476200000001</c:v>
                </c:pt>
                <c:pt idx="632">
                  <c:v>0.60390307300000001</c:v>
                </c:pt>
                <c:pt idx="633">
                  <c:v>0.76980484599999999</c:v>
                </c:pt>
                <c:pt idx="634">
                  <c:v>0.750631296</c:v>
                </c:pt>
                <c:pt idx="635">
                  <c:v>0.64949357600000002</c:v>
                </c:pt>
                <c:pt idx="636">
                  <c:v>0.51677856200000005</c:v>
                </c:pt>
                <c:pt idx="637">
                  <c:v>0.58442538600000005</c:v>
                </c:pt>
                <c:pt idx="638">
                  <c:v>0.44799045799999998</c:v>
                </c:pt>
                <c:pt idx="639">
                  <c:v>0.59703883199999996</c:v>
                </c:pt>
                <c:pt idx="640">
                  <c:v>0.77014805799999997</c:v>
                </c:pt>
                <c:pt idx="641">
                  <c:v>0.76149259700000005</c:v>
                </c:pt>
                <c:pt idx="642">
                  <c:v>0.76192537000000005</c:v>
                </c:pt>
                <c:pt idx="643">
                  <c:v>0.73410476800000002</c:v>
                </c:pt>
                <c:pt idx="644">
                  <c:v>0.69832397999999996</c:v>
                </c:pt>
                <c:pt idx="645">
                  <c:v>0.47753532500000001</c:v>
                </c:pt>
                <c:pt idx="646">
                  <c:v>0.37612323399999997</c:v>
                </c:pt>
                <c:pt idx="647">
                  <c:v>0.37612323399999997</c:v>
                </c:pt>
                <c:pt idx="648">
                  <c:v>0.62470954899999998</c:v>
                </c:pt>
                <c:pt idx="649">
                  <c:v>0.723995167</c:v>
                </c:pt>
                <c:pt idx="650">
                  <c:v>0.68894030100000003</c:v>
                </c:pt>
                <c:pt idx="651">
                  <c:v>0.61744342600000002</c:v>
                </c:pt>
                <c:pt idx="652">
                  <c:v>0.54280042900000003</c:v>
                </c:pt>
                <c:pt idx="653">
                  <c:v>0.58268587699999996</c:v>
                </c:pt>
                <c:pt idx="654">
                  <c:v>0.77086570600000004</c:v>
                </c:pt>
                <c:pt idx="655">
                  <c:v>0.76145671500000001</c:v>
                </c:pt>
                <c:pt idx="656">
                  <c:v>0.73174610100000004</c:v>
                </c:pt>
                <c:pt idx="657">
                  <c:v>0.62420607800000005</c:v>
                </c:pt>
                <c:pt idx="658">
                  <c:v>0.76878969600000002</c:v>
                </c:pt>
                <c:pt idx="659">
                  <c:v>0.76156051499999999</c:v>
                </c:pt>
                <c:pt idx="660">
                  <c:v>0.76192197399999995</c:v>
                </c:pt>
                <c:pt idx="661">
                  <c:v>0.76190390100000005</c:v>
                </c:pt>
                <c:pt idx="662">
                  <c:v>0.76190480500000002</c:v>
                </c:pt>
                <c:pt idx="663">
                  <c:v>0.76190475999999996</c:v>
                </c:pt>
                <c:pt idx="664">
                  <c:v>0.76190476200000001</c:v>
                </c:pt>
                <c:pt idx="665">
                  <c:v>0.76190476200000001</c:v>
                </c:pt>
                <c:pt idx="666">
                  <c:v>0.492877012</c:v>
                </c:pt>
                <c:pt idx="667">
                  <c:v>0.64771508099999997</c:v>
                </c:pt>
                <c:pt idx="668">
                  <c:v>0.76761424599999994</c:v>
                </c:pt>
                <c:pt idx="669">
                  <c:v>0.36161928799999998</c:v>
                </c:pt>
                <c:pt idx="670">
                  <c:v>0.36161928799999998</c:v>
                </c:pt>
                <c:pt idx="671">
                  <c:v>0.36161928799999998</c:v>
                </c:pt>
                <c:pt idx="672">
                  <c:v>0.43202670199999998</c:v>
                </c:pt>
                <c:pt idx="673">
                  <c:v>0.37839866500000002</c:v>
                </c:pt>
                <c:pt idx="674">
                  <c:v>0.39417807700000002</c:v>
                </c:pt>
                <c:pt idx="675">
                  <c:v>0.43591150099999998</c:v>
                </c:pt>
                <c:pt idx="676">
                  <c:v>0.49824152799999999</c:v>
                </c:pt>
                <c:pt idx="677">
                  <c:v>0.45733527200000001</c:v>
                </c:pt>
                <c:pt idx="678">
                  <c:v>0.47882655200000002</c:v>
                </c:pt>
                <c:pt idx="679">
                  <c:v>0.37605867199999998</c:v>
                </c:pt>
                <c:pt idx="680">
                  <c:v>0.56358006000000005</c:v>
                </c:pt>
                <c:pt idx="681">
                  <c:v>0.77182099699999995</c:v>
                </c:pt>
                <c:pt idx="682">
                  <c:v>0.76140894999999997</c:v>
                </c:pt>
                <c:pt idx="683">
                  <c:v>0.76192955200000001</c:v>
                </c:pt>
                <c:pt idx="684">
                  <c:v>0.761903522</c:v>
                </c:pt>
                <c:pt idx="685">
                  <c:v>0.76190482400000004</c:v>
                </c:pt>
                <c:pt idx="686">
                  <c:v>0.76190475899999999</c:v>
                </c:pt>
                <c:pt idx="687">
                  <c:v>0.76190476200000001</c:v>
                </c:pt>
                <c:pt idx="688">
                  <c:v>0.76190476200000001</c:v>
                </c:pt>
                <c:pt idx="689">
                  <c:v>0.76190476200000001</c:v>
                </c:pt>
                <c:pt idx="690">
                  <c:v>0.54247911299999996</c:v>
                </c:pt>
                <c:pt idx="691">
                  <c:v>0.37287604400000002</c:v>
                </c:pt>
                <c:pt idx="692">
                  <c:v>0.495271497</c:v>
                </c:pt>
                <c:pt idx="693">
                  <c:v>0.65065455400000005</c:v>
                </c:pt>
                <c:pt idx="694">
                  <c:v>0.619925697</c:v>
                </c:pt>
                <c:pt idx="695">
                  <c:v>0.75804841199999995</c:v>
                </c:pt>
                <c:pt idx="696">
                  <c:v>0.76209757899999997</c:v>
                </c:pt>
                <c:pt idx="697">
                  <c:v>0.76189512100000001</c:v>
                </c:pt>
                <c:pt idx="698">
                  <c:v>0.76190524400000004</c:v>
                </c:pt>
                <c:pt idx="699">
                  <c:v>0.76190473800000003</c:v>
                </c:pt>
                <c:pt idx="700">
                  <c:v>0.76190476299999998</c:v>
                </c:pt>
                <c:pt idx="701">
                  <c:v>0.76190476200000001</c:v>
                </c:pt>
                <c:pt idx="702">
                  <c:v>0.76190476200000001</c:v>
                </c:pt>
                <c:pt idx="703">
                  <c:v>0.53791227200000002</c:v>
                </c:pt>
                <c:pt idx="704">
                  <c:v>0.59316126899999999</c:v>
                </c:pt>
                <c:pt idx="705">
                  <c:v>0.77034193699999998</c:v>
                </c:pt>
                <c:pt idx="706">
                  <c:v>0.76148290299999999</c:v>
                </c:pt>
                <c:pt idx="707">
                  <c:v>0.76192585499999999</c:v>
                </c:pt>
                <c:pt idx="708">
                  <c:v>0.76190370699999999</c:v>
                </c:pt>
                <c:pt idx="709">
                  <c:v>0.76190481499999996</c:v>
                </c:pt>
                <c:pt idx="710">
                  <c:v>0.76190475899999999</c:v>
                </c:pt>
                <c:pt idx="711">
                  <c:v>0.76190476200000001</c:v>
                </c:pt>
                <c:pt idx="712">
                  <c:v>0.76190476200000001</c:v>
                </c:pt>
                <c:pt idx="713">
                  <c:v>0.76190476200000001</c:v>
                </c:pt>
                <c:pt idx="714">
                  <c:v>0.42064606799999998</c:v>
                </c:pt>
                <c:pt idx="715">
                  <c:v>0.37896769699999999</c:v>
                </c:pt>
                <c:pt idx="716">
                  <c:v>0.40096625499999999</c:v>
                </c:pt>
                <c:pt idx="717">
                  <c:v>0.37995168699999998</c:v>
                </c:pt>
                <c:pt idx="718">
                  <c:v>0.50166918800000004</c:v>
                </c:pt>
                <c:pt idx="719">
                  <c:v>0.37491654099999999</c:v>
                </c:pt>
                <c:pt idx="720">
                  <c:v>0.37491654099999999</c:v>
                </c:pt>
                <c:pt idx="721">
                  <c:v>0.40887515299999999</c:v>
                </c:pt>
                <c:pt idx="722">
                  <c:v>0.37955624199999999</c:v>
                </c:pt>
                <c:pt idx="723">
                  <c:v>0.61028157100000002</c:v>
                </c:pt>
                <c:pt idx="724">
                  <c:v>0.58704154900000005</c:v>
                </c:pt>
                <c:pt idx="725">
                  <c:v>0.51619644499999995</c:v>
                </c:pt>
                <c:pt idx="726">
                  <c:v>0.48589036299999999</c:v>
                </c:pt>
                <c:pt idx="727">
                  <c:v>0.37570548199999998</c:v>
                </c:pt>
                <c:pt idx="728">
                  <c:v>0.37570548199999998</c:v>
                </c:pt>
                <c:pt idx="729">
                  <c:v>0.58558435099999995</c:v>
                </c:pt>
                <c:pt idx="730">
                  <c:v>0.56467645399999999</c:v>
                </c:pt>
                <c:pt idx="731">
                  <c:v>0.77176617700000005</c:v>
                </c:pt>
                <c:pt idx="732">
                  <c:v>0.76141169099999995</c:v>
                </c:pt>
                <c:pt idx="733">
                  <c:v>0.761929415</c:v>
                </c:pt>
                <c:pt idx="734">
                  <c:v>0.76190352900000002</c:v>
                </c:pt>
                <c:pt idx="735">
                  <c:v>0.76190482400000004</c:v>
                </c:pt>
                <c:pt idx="736">
                  <c:v>0.54337597500000001</c:v>
                </c:pt>
                <c:pt idx="737">
                  <c:v>0.75488863799999995</c:v>
                </c:pt>
                <c:pt idx="738">
                  <c:v>0.76225556800000005</c:v>
                </c:pt>
                <c:pt idx="739">
                  <c:v>0.56765031300000002</c:v>
                </c:pt>
                <c:pt idx="740">
                  <c:v>0.371617484</c:v>
                </c:pt>
                <c:pt idx="741">
                  <c:v>0.371617484</c:v>
                </c:pt>
                <c:pt idx="742">
                  <c:v>0.371617484</c:v>
                </c:pt>
                <c:pt idx="743">
                  <c:v>0.371617484</c:v>
                </c:pt>
                <c:pt idx="744">
                  <c:v>0.41308986199999997</c:v>
                </c:pt>
                <c:pt idx="745">
                  <c:v>0.37934550700000003</c:v>
                </c:pt>
                <c:pt idx="746">
                  <c:v>0.37934550700000003</c:v>
                </c:pt>
                <c:pt idx="747">
                  <c:v>0.45229050300000001</c:v>
                </c:pt>
                <c:pt idx="748">
                  <c:v>0.37738547500000003</c:v>
                </c:pt>
                <c:pt idx="749">
                  <c:v>0.44468148400000002</c:v>
                </c:pt>
                <c:pt idx="750">
                  <c:v>0.56017655499999996</c:v>
                </c:pt>
                <c:pt idx="751">
                  <c:v>0.47961969900000001</c:v>
                </c:pt>
                <c:pt idx="752">
                  <c:v>0.37601901500000001</c:v>
                </c:pt>
                <c:pt idx="753">
                  <c:v>0.37601901500000001</c:v>
                </c:pt>
                <c:pt idx="754">
                  <c:v>0.37601901500000001</c:v>
                </c:pt>
                <c:pt idx="755">
                  <c:v>0.35996479100000001</c:v>
                </c:pt>
                <c:pt idx="756">
                  <c:v>0.34440882699999997</c:v>
                </c:pt>
                <c:pt idx="757">
                  <c:v>0.411050623</c:v>
                </c:pt>
                <c:pt idx="758">
                  <c:v>0.37944746899999998</c:v>
                </c:pt>
                <c:pt idx="759">
                  <c:v>0.37944746899999998</c:v>
                </c:pt>
                <c:pt idx="760">
                  <c:v>0.46215232099999998</c:v>
                </c:pt>
                <c:pt idx="761">
                  <c:v>0.672066143</c:v>
                </c:pt>
                <c:pt idx="762">
                  <c:v>0.76190702499999996</c:v>
                </c:pt>
                <c:pt idx="763">
                  <c:v>0.54177967100000002</c:v>
                </c:pt>
                <c:pt idx="764">
                  <c:v>0.37291101599999998</c:v>
                </c:pt>
                <c:pt idx="765">
                  <c:v>0.417812513</c:v>
                </c:pt>
                <c:pt idx="766">
                  <c:v>0.379109374</c:v>
                </c:pt>
                <c:pt idx="767">
                  <c:v>0.379109374</c:v>
                </c:pt>
                <c:pt idx="768">
                  <c:v>0.379109374</c:v>
                </c:pt>
                <c:pt idx="769">
                  <c:v>0.379109374</c:v>
                </c:pt>
                <c:pt idx="770">
                  <c:v>0.51486691600000001</c:v>
                </c:pt>
                <c:pt idx="771">
                  <c:v>0.77425665399999999</c:v>
                </c:pt>
                <c:pt idx="772">
                  <c:v>0.76128716699999999</c:v>
                </c:pt>
                <c:pt idx="773">
                  <c:v>0.76193564199999997</c:v>
                </c:pt>
                <c:pt idx="774">
                  <c:v>0.76190321800000005</c:v>
                </c:pt>
                <c:pt idx="775">
                  <c:v>0.76190483899999994</c:v>
                </c:pt>
                <c:pt idx="776">
                  <c:v>0.70836740499999995</c:v>
                </c:pt>
                <c:pt idx="777">
                  <c:v>0.51431654400000004</c:v>
                </c:pt>
                <c:pt idx="778">
                  <c:v>0.61563455899999997</c:v>
                </c:pt>
                <c:pt idx="779">
                  <c:v>0.76921827200000004</c:v>
                </c:pt>
                <c:pt idx="780">
                  <c:v>0.76153908599999998</c:v>
                </c:pt>
                <c:pt idx="781">
                  <c:v>0.76192304600000005</c:v>
                </c:pt>
                <c:pt idx="782">
                  <c:v>0.76190384799999999</c:v>
                </c:pt>
                <c:pt idx="783">
                  <c:v>0.76190480800000004</c:v>
                </c:pt>
                <c:pt idx="784">
                  <c:v>0.76190475999999996</c:v>
                </c:pt>
                <c:pt idx="785">
                  <c:v>0.76190476200000001</c:v>
                </c:pt>
                <c:pt idx="786">
                  <c:v>0.57131972799999997</c:v>
                </c:pt>
                <c:pt idx="787">
                  <c:v>0.51163072700000001</c:v>
                </c:pt>
                <c:pt idx="788">
                  <c:v>0.37441846400000001</c:v>
                </c:pt>
                <c:pt idx="789">
                  <c:v>0.42286281599999997</c:v>
                </c:pt>
                <c:pt idx="790">
                  <c:v>0.51897980499999996</c:v>
                </c:pt>
                <c:pt idx="791">
                  <c:v>0.67153377400000003</c:v>
                </c:pt>
                <c:pt idx="792">
                  <c:v>0.76642331100000005</c:v>
                </c:pt>
                <c:pt idx="793">
                  <c:v>0.76167883400000003</c:v>
                </c:pt>
                <c:pt idx="794">
                  <c:v>0.76191605799999995</c:v>
                </c:pt>
                <c:pt idx="795">
                  <c:v>0.76190419700000001</c:v>
                </c:pt>
                <c:pt idx="796">
                  <c:v>0.76190479</c:v>
                </c:pt>
                <c:pt idx="797">
                  <c:v>0.76190475999999996</c:v>
                </c:pt>
                <c:pt idx="798">
                  <c:v>0.76190476200000001</c:v>
                </c:pt>
                <c:pt idx="799">
                  <c:v>0.76190476200000001</c:v>
                </c:pt>
                <c:pt idx="800">
                  <c:v>0.64443372399999999</c:v>
                </c:pt>
                <c:pt idx="801">
                  <c:v>0.76777831399999996</c:v>
                </c:pt>
                <c:pt idx="802">
                  <c:v>0.76161108399999999</c:v>
                </c:pt>
                <c:pt idx="803">
                  <c:v>0.76191944599999994</c:v>
                </c:pt>
                <c:pt idx="804">
                  <c:v>0.76190402800000001</c:v>
                </c:pt>
                <c:pt idx="805">
                  <c:v>0.76190479899999997</c:v>
                </c:pt>
                <c:pt idx="806">
                  <c:v>0.76190475999999996</c:v>
                </c:pt>
                <c:pt idx="807">
                  <c:v>0.76190476200000001</c:v>
                </c:pt>
                <c:pt idx="808">
                  <c:v>0.76190476200000001</c:v>
                </c:pt>
                <c:pt idx="809">
                  <c:v>0.76190476200000001</c:v>
                </c:pt>
                <c:pt idx="810">
                  <c:v>0.59787662200000002</c:v>
                </c:pt>
                <c:pt idx="811">
                  <c:v>0.51710355900000005</c:v>
                </c:pt>
                <c:pt idx="812">
                  <c:v>0.37414482199999999</c:v>
                </c:pt>
                <c:pt idx="813">
                  <c:v>0.37414482199999999</c:v>
                </c:pt>
                <c:pt idx="814">
                  <c:v>0.37414482199999999</c:v>
                </c:pt>
                <c:pt idx="815">
                  <c:v>0.47584774000000002</c:v>
                </c:pt>
                <c:pt idx="816">
                  <c:v>0.41066050500000001</c:v>
                </c:pt>
                <c:pt idx="817">
                  <c:v>0.37946697499999998</c:v>
                </c:pt>
                <c:pt idx="818">
                  <c:v>0.37946697499999998</c:v>
                </c:pt>
                <c:pt idx="819">
                  <c:v>0.48197705699999999</c:v>
                </c:pt>
                <c:pt idx="820">
                  <c:v>0.73866822099999996</c:v>
                </c:pt>
                <c:pt idx="821">
                  <c:v>0.76306658900000002</c:v>
                </c:pt>
                <c:pt idx="822">
                  <c:v>0.76184667100000003</c:v>
                </c:pt>
                <c:pt idx="823">
                  <c:v>0.76190766600000004</c:v>
                </c:pt>
                <c:pt idx="824">
                  <c:v>0.655943147</c:v>
                </c:pt>
                <c:pt idx="825">
                  <c:v>0.63390658700000002</c:v>
                </c:pt>
                <c:pt idx="826">
                  <c:v>0.64180741399999996</c:v>
                </c:pt>
                <c:pt idx="827">
                  <c:v>0.76790962900000004</c:v>
                </c:pt>
                <c:pt idx="828">
                  <c:v>0.76160451900000004</c:v>
                </c:pt>
                <c:pt idx="829">
                  <c:v>0.76191977399999999</c:v>
                </c:pt>
                <c:pt idx="830">
                  <c:v>0.76190401100000005</c:v>
                </c:pt>
                <c:pt idx="831">
                  <c:v>0.76190479899999997</c:v>
                </c:pt>
                <c:pt idx="832">
                  <c:v>0.76190475999999996</c:v>
                </c:pt>
                <c:pt idx="833">
                  <c:v>0.76190476200000001</c:v>
                </c:pt>
                <c:pt idx="834">
                  <c:v>0.76190476200000001</c:v>
                </c:pt>
                <c:pt idx="835">
                  <c:v>0.76190476200000001</c:v>
                </c:pt>
                <c:pt idx="836">
                  <c:v>0.705405846</c:v>
                </c:pt>
                <c:pt idx="837">
                  <c:v>0.36472970799999999</c:v>
                </c:pt>
                <c:pt idx="838">
                  <c:v>0.36472970799999999</c:v>
                </c:pt>
                <c:pt idx="839">
                  <c:v>0.41239129400000002</c:v>
                </c:pt>
                <c:pt idx="840">
                  <c:v>0.69464300800000001</c:v>
                </c:pt>
                <c:pt idx="841">
                  <c:v>0.76526784999999997</c:v>
                </c:pt>
                <c:pt idx="842">
                  <c:v>0.76173660799999998</c:v>
                </c:pt>
                <c:pt idx="843">
                  <c:v>0.76191317000000003</c:v>
                </c:pt>
                <c:pt idx="844">
                  <c:v>0.76190434200000001</c:v>
                </c:pt>
                <c:pt idx="845">
                  <c:v>0.76190478299999997</c:v>
                </c:pt>
                <c:pt idx="846">
                  <c:v>0.76190476100000004</c:v>
                </c:pt>
                <c:pt idx="847">
                  <c:v>0.76190476200000001</c:v>
                </c:pt>
                <c:pt idx="848">
                  <c:v>0.74715668800000001</c:v>
                </c:pt>
                <c:pt idx="849">
                  <c:v>0.76264216600000001</c:v>
                </c:pt>
                <c:pt idx="850">
                  <c:v>0.76186789200000005</c:v>
                </c:pt>
                <c:pt idx="851">
                  <c:v>0.76190660499999996</c:v>
                </c:pt>
                <c:pt idx="852">
                  <c:v>0.76190466999999995</c:v>
                </c:pt>
                <c:pt idx="853">
                  <c:v>0.76190476699999998</c:v>
                </c:pt>
                <c:pt idx="854">
                  <c:v>0.76190476200000001</c:v>
                </c:pt>
                <c:pt idx="855">
                  <c:v>0.76190476200000001</c:v>
                </c:pt>
                <c:pt idx="856">
                  <c:v>0.76190476200000001</c:v>
                </c:pt>
                <c:pt idx="857">
                  <c:v>0.76190476200000001</c:v>
                </c:pt>
                <c:pt idx="858">
                  <c:v>0.61457994000000005</c:v>
                </c:pt>
                <c:pt idx="859">
                  <c:v>0.36927100299999999</c:v>
                </c:pt>
                <c:pt idx="860">
                  <c:v>0.36927100299999999</c:v>
                </c:pt>
                <c:pt idx="861">
                  <c:v>0.41294820100000001</c:v>
                </c:pt>
                <c:pt idx="862">
                  <c:v>0.37935258999999999</c:v>
                </c:pt>
                <c:pt idx="863">
                  <c:v>0.37935258999999999</c:v>
                </c:pt>
                <c:pt idx="864">
                  <c:v>0.59133718400000002</c:v>
                </c:pt>
                <c:pt idx="865">
                  <c:v>0.50832128899999995</c:v>
                </c:pt>
                <c:pt idx="866">
                  <c:v>0.590341436</c:v>
                </c:pt>
                <c:pt idx="867">
                  <c:v>0.77048292799999996</c:v>
                </c:pt>
                <c:pt idx="868">
                  <c:v>0.76147585399999995</c:v>
                </c:pt>
                <c:pt idx="869">
                  <c:v>0.76192620700000002</c:v>
                </c:pt>
                <c:pt idx="870">
                  <c:v>0.62627144700000004</c:v>
                </c:pt>
                <c:pt idx="871">
                  <c:v>0.45438309700000001</c:v>
                </c:pt>
                <c:pt idx="872">
                  <c:v>0.37728084499999998</c:v>
                </c:pt>
                <c:pt idx="873">
                  <c:v>0.78113595800000002</c:v>
                </c:pt>
                <c:pt idx="874">
                  <c:v>0.76094320199999999</c:v>
                </c:pt>
                <c:pt idx="875">
                  <c:v>0.76195283999999996</c:v>
                </c:pt>
                <c:pt idx="876">
                  <c:v>0.76190235799999995</c:v>
                </c:pt>
                <c:pt idx="877">
                  <c:v>0.76190488199999995</c:v>
                </c:pt>
                <c:pt idx="878">
                  <c:v>0.76190475599999996</c:v>
                </c:pt>
                <c:pt idx="879">
                  <c:v>0.76190476200000001</c:v>
                </c:pt>
                <c:pt idx="880">
                  <c:v>0.76190476200000001</c:v>
                </c:pt>
                <c:pt idx="881">
                  <c:v>0.76190476200000001</c:v>
                </c:pt>
                <c:pt idx="882">
                  <c:v>0.43186665099999999</c:v>
                </c:pt>
                <c:pt idx="883">
                  <c:v>0.44922946499999999</c:v>
                </c:pt>
                <c:pt idx="884">
                  <c:v>0.50340136800000002</c:v>
                </c:pt>
                <c:pt idx="885">
                  <c:v>0.54215377799999998</c:v>
                </c:pt>
                <c:pt idx="886">
                  <c:v>0.37289231099999998</c:v>
                </c:pt>
                <c:pt idx="887">
                  <c:v>0.37289231099999998</c:v>
                </c:pt>
                <c:pt idx="888">
                  <c:v>0.51643084800000005</c:v>
                </c:pt>
                <c:pt idx="889">
                  <c:v>0.77417845799999996</c:v>
                </c:pt>
                <c:pt idx="890">
                  <c:v>0.76129107699999998</c:v>
                </c:pt>
                <c:pt idx="891">
                  <c:v>0.76193544599999996</c:v>
                </c:pt>
                <c:pt idx="892">
                  <c:v>0.76190322799999999</c:v>
                </c:pt>
                <c:pt idx="893">
                  <c:v>0.76190483899999994</c:v>
                </c:pt>
                <c:pt idx="894">
                  <c:v>0.76190475800000002</c:v>
                </c:pt>
                <c:pt idx="895">
                  <c:v>0.66732159899999999</c:v>
                </c:pt>
                <c:pt idx="896">
                  <c:v>0.69108867900000004</c:v>
                </c:pt>
                <c:pt idx="897">
                  <c:v>0.76544556600000002</c:v>
                </c:pt>
                <c:pt idx="898">
                  <c:v>0.76172772200000005</c:v>
                </c:pt>
                <c:pt idx="899">
                  <c:v>0.76191361400000002</c:v>
                </c:pt>
                <c:pt idx="900">
                  <c:v>0.761904319</c:v>
                </c:pt>
                <c:pt idx="901">
                  <c:v>0.76190478399999995</c:v>
                </c:pt>
                <c:pt idx="902">
                  <c:v>0.76190476100000004</c:v>
                </c:pt>
                <c:pt idx="903">
                  <c:v>0.76190476200000001</c:v>
                </c:pt>
                <c:pt idx="904">
                  <c:v>0.76190476200000001</c:v>
                </c:pt>
                <c:pt idx="905">
                  <c:v>0.76190476200000001</c:v>
                </c:pt>
                <c:pt idx="906">
                  <c:v>0.38172969400000001</c:v>
                </c:pt>
                <c:pt idx="907">
                  <c:v>0.38172969400000001</c:v>
                </c:pt>
                <c:pt idx="908">
                  <c:v>0.38172969400000001</c:v>
                </c:pt>
                <c:pt idx="909">
                  <c:v>0.38172969400000001</c:v>
                </c:pt>
                <c:pt idx="910">
                  <c:v>0.38172969400000001</c:v>
                </c:pt>
                <c:pt idx="911">
                  <c:v>0.38172969400000001</c:v>
                </c:pt>
                <c:pt idx="912">
                  <c:v>0.59058010400000005</c:v>
                </c:pt>
                <c:pt idx="913">
                  <c:v>0.77047099500000005</c:v>
                </c:pt>
                <c:pt idx="914">
                  <c:v>0.76147644999999997</c:v>
                </c:pt>
                <c:pt idx="915">
                  <c:v>0.76192617699999998</c:v>
                </c:pt>
                <c:pt idx="916">
                  <c:v>0.76190369099999999</c:v>
                </c:pt>
                <c:pt idx="917">
                  <c:v>0.76190481499999996</c:v>
                </c:pt>
                <c:pt idx="918">
                  <c:v>0.75738306300000002</c:v>
                </c:pt>
                <c:pt idx="919">
                  <c:v>0.65720718700000003</c:v>
                </c:pt>
                <c:pt idx="920">
                  <c:v>0.56483213200000004</c:v>
                </c:pt>
                <c:pt idx="921">
                  <c:v>0.64981915199999996</c:v>
                </c:pt>
                <c:pt idx="922">
                  <c:v>0.76750904200000003</c:v>
                </c:pt>
                <c:pt idx="923">
                  <c:v>0.76162454800000001</c:v>
                </c:pt>
                <c:pt idx="924">
                  <c:v>0.76191877299999999</c:v>
                </c:pt>
                <c:pt idx="925">
                  <c:v>0.76190406099999997</c:v>
                </c:pt>
                <c:pt idx="926">
                  <c:v>0.76190479700000002</c:v>
                </c:pt>
                <c:pt idx="927">
                  <c:v>0.76190475999999996</c:v>
                </c:pt>
                <c:pt idx="928">
                  <c:v>0.76190476200000001</c:v>
                </c:pt>
                <c:pt idx="929">
                  <c:v>0.76190476200000001</c:v>
                </c:pt>
                <c:pt idx="930">
                  <c:v>0.76190476200000001</c:v>
                </c:pt>
                <c:pt idx="931">
                  <c:v>0.76190476200000001</c:v>
                </c:pt>
                <c:pt idx="932">
                  <c:v>0.76190476200000001</c:v>
                </c:pt>
                <c:pt idx="933">
                  <c:v>0.76190476200000001</c:v>
                </c:pt>
                <c:pt idx="934">
                  <c:v>0.76190476200000001</c:v>
                </c:pt>
                <c:pt idx="935">
                  <c:v>0.76190476200000001</c:v>
                </c:pt>
                <c:pt idx="936">
                  <c:v>0.76190476200000001</c:v>
                </c:pt>
                <c:pt idx="937">
                  <c:v>0.76190476200000001</c:v>
                </c:pt>
                <c:pt idx="938">
                  <c:v>0.76190476200000001</c:v>
                </c:pt>
                <c:pt idx="939">
                  <c:v>0.76190476200000001</c:v>
                </c:pt>
                <c:pt idx="940">
                  <c:v>0.76190476200000001</c:v>
                </c:pt>
                <c:pt idx="941">
                  <c:v>0.76190476200000001</c:v>
                </c:pt>
                <c:pt idx="942">
                  <c:v>0.71954293199999997</c:v>
                </c:pt>
                <c:pt idx="943">
                  <c:v>0.76402285299999995</c:v>
                </c:pt>
                <c:pt idx="944">
                  <c:v>0.76179885700000005</c:v>
                </c:pt>
                <c:pt idx="945">
                  <c:v>0.76191005700000003</c:v>
                </c:pt>
                <c:pt idx="946">
                  <c:v>0.76190449699999996</c:v>
                </c:pt>
                <c:pt idx="947">
                  <c:v>0.76190477499999998</c:v>
                </c:pt>
                <c:pt idx="948">
                  <c:v>0.76190476100000004</c:v>
                </c:pt>
                <c:pt idx="949">
                  <c:v>0.76190476200000001</c:v>
                </c:pt>
                <c:pt idx="950">
                  <c:v>0.76190476200000001</c:v>
                </c:pt>
                <c:pt idx="951">
                  <c:v>0.76190476200000001</c:v>
                </c:pt>
                <c:pt idx="952">
                  <c:v>0.76190476200000001</c:v>
                </c:pt>
                <c:pt idx="953">
                  <c:v>0.76190476200000001</c:v>
                </c:pt>
                <c:pt idx="954">
                  <c:v>0.76190476200000001</c:v>
                </c:pt>
                <c:pt idx="955">
                  <c:v>0.57712019699999995</c:v>
                </c:pt>
                <c:pt idx="956">
                  <c:v>0.38703015200000002</c:v>
                </c:pt>
                <c:pt idx="957">
                  <c:v>0.38703015200000002</c:v>
                </c:pt>
                <c:pt idx="958">
                  <c:v>0.38703015200000002</c:v>
                </c:pt>
                <c:pt idx="959">
                  <c:v>0.38703015200000002</c:v>
                </c:pt>
                <c:pt idx="960">
                  <c:v>0.38703015200000002</c:v>
                </c:pt>
                <c:pt idx="961">
                  <c:v>0.71689155000000004</c:v>
                </c:pt>
                <c:pt idx="962">
                  <c:v>0.76415542199999997</c:v>
                </c:pt>
                <c:pt idx="963">
                  <c:v>0.75330070900000001</c:v>
                </c:pt>
                <c:pt idx="964">
                  <c:v>0.69326949199999999</c:v>
                </c:pt>
                <c:pt idx="965">
                  <c:v>0.60402817799999997</c:v>
                </c:pt>
                <c:pt idx="966">
                  <c:v>0.73713616800000004</c:v>
                </c:pt>
                <c:pt idx="967">
                  <c:v>0.62008105899999999</c:v>
                </c:pt>
                <c:pt idx="968">
                  <c:v>0.76899594699999996</c:v>
                </c:pt>
                <c:pt idx="969">
                  <c:v>0.76155020299999998</c:v>
                </c:pt>
                <c:pt idx="970">
                  <c:v>0.76192249000000001</c:v>
                </c:pt>
                <c:pt idx="971">
                  <c:v>0.76190387599999998</c:v>
                </c:pt>
                <c:pt idx="972">
                  <c:v>0.76190480599999999</c:v>
                </c:pt>
                <c:pt idx="973">
                  <c:v>0.76190475999999996</c:v>
                </c:pt>
                <c:pt idx="974">
                  <c:v>0.76190476200000001</c:v>
                </c:pt>
                <c:pt idx="975">
                  <c:v>0.76190476200000001</c:v>
                </c:pt>
                <c:pt idx="976">
                  <c:v>0.76190476200000001</c:v>
                </c:pt>
                <c:pt idx="977">
                  <c:v>0.76190476200000001</c:v>
                </c:pt>
                <c:pt idx="978">
                  <c:v>0.71393928600000001</c:v>
                </c:pt>
                <c:pt idx="979">
                  <c:v>0.76365911500000005</c:v>
                </c:pt>
                <c:pt idx="980">
                  <c:v>0.76181704400000005</c:v>
                </c:pt>
                <c:pt idx="981">
                  <c:v>0.76190914799999998</c:v>
                </c:pt>
                <c:pt idx="982">
                  <c:v>0.76190454299999999</c:v>
                </c:pt>
                <c:pt idx="983">
                  <c:v>0.76190477300000004</c:v>
                </c:pt>
                <c:pt idx="984">
                  <c:v>0.76190476100000004</c:v>
                </c:pt>
                <c:pt idx="985">
                  <c:v>0.76190476200000001</c:v>
                </c:pt>
                <c:pt idx="986">
                  <c:v>0.76190476200000001</c:v>
                </c:pt>
                <c:pt idx="987">
                  <c:v>0.76190476200000001</c:v>
                </c:pt>
                <c:pt idx="988">
                  <c:v>0.76190476200000001</c:v>
                </c:pt>
                <c:pt idx="989">
                  <c:v>0.76190476200000001</c:v>
                </c:pt>
                <c:pt idx="990">
                  <c:v>0.76190476200000001</c:v>
                </c:pt>
                <c:pt idx="991">
                  <c:v>0.76190476200000001</c:v>
                </c:pt>
                <c:pt idx="992">
                  <c:v>0.76190476200000001</c:v>
                </c:pt>
                <c:pt idx="993">
                  <c:v>0.76190476200000001</c:v>
                </c:pt>
                <c:pt idx="994">
                  <c:v>0.76190476200000001</c:v>
                </c:pt>
                <c:pt idx="995">
                  <c:v>0.76190476200000001</c:v>
                </c:pt>
                <c:pt idx="996">
                  <c:v>0.76190476200000001</c:v>
                </c:pt>
                <c:pt idx="997">
                  <c:v>0.76190476200000001</c:v>
                </c:pt>
                <c:pt idx="998">
                  <c:v>0.76190476200000001</c:v>
                </c:pt>
                <c:pt idx="999">
                  <c:v>0.76190476200000001</c:v>
                </c:pt>
                <c:pt idx="1000">
                  <c:v>0.76190476200000001</c:v>
                </c:pt>
                <c:pt idx="1001">
                  <c:v>0.67972608499999998</c:v>
                </c:pt>
                <c:pt idx="1002">
                  <c:v>0.50283481600000002</c:v>
                </c:pt>
                <c:pt idx="1003">
                  <c:v>0.37485825900000003</c:v>
                </c:pt>
                <c:pt idx="1004">
                  <c:v>0.37485825900000003</c:v>
                </c:pt>
                <c:pt idx="1005">
                  <c:v>0.37485825900000003</c:v>
                </c:pt>
                <c:pt idx="1006">
                  <c:v>0.36111661299999998</c:v>
                </c:pt>
                <c:pt idx="1007">
                  <c:v>0.36111661299999998</c:v>
                </c:pt>
                <c:pt idx="1008">
                  <c:v>0.36717328999999999</c:v>
                </c:pt>
                <c:pt idx="1009">
                  <c:v>0.44231234699999999</c:v>
                </c:pt>
                <c:pt idx="1010">
                  <c:v>0.49037023400000002</c:v>
                </c:pt>
                <c:pt idx="1011">
                  <c:v>0.45059759999999999</c:v>
                </c:pt>
                <c:pt idx="1012">
                  <c:v>0.37803268099999998</c:v>
                </c:pt>
                <c:pt idx="1013">
                  <c:v>0.47036356099999999</c:v>
                </c:pt>
                <c:pt idx="1014">
                  <c:v>0.37648182200000002</c:v>
                </c:pt>
                <c:pt idx="1015">
                  <c:v>0.37648182200000002</c:v>
                </c:pt>
                <c:pt idx="1016">
                  <c:v>0.37648182200000002</c:v>
                </c:pt>
                <c:pt idx="1017">
                  <c:v>0.77568018400000005</c:v>
                </c:pt>
                <c:pt idx="1018">
                  <c:v>0.76121599100000004</c:v>
                </c:pt>
                <c:pt idx="1019">
                  <c:v>0.76193920000000004</c:v>
                </c:pt>
                <c:pt idx="1020">
                  <c:v>0.76190303999999998</c:v>
                </c:pt>
                <c:pt idx="1021">
                  <c:v>0.76190484800000002</c:v>
                </c:pt>
                <c:pt idx="1022">
                  <c:v>0.76190475800000002</c:v>
                </c:pt>
                <c:pt idx="1023">
                  <c:v>0.76190476200000001</c:v>
                </c:pt>
                <c:pt idx="1024">
                  <c:v>0.76190476200000001</c:v>
                </c:pt>
                <c:pt idx="1025">
                  <c:v>0.76190476200000001</c:v>
                </c:pt>
                <c:pt idx="1026">
                  <c:v>0.40830654999999999</c:v>
                </c:pt>
                <c:pt idx="1027">
                  <c:v>0.58666834300000004</c:v>
                </c:pt>
                <c:pt idx="1028">
                  <c:v>0.66880307800000005</c:v>
                </c:pt>
                <c:pt idx="1029">
                  <c:v>0.69155807499999999</c:v>
                </c:pt>
                <c:pt idx="1030">
                  <c:v>0.48891895699999999</c:v>
                </c:pt>
                <c:pt idx="1031">
                  <c:v>0.37555405200000003</c:v>
                </c:pt>
                <c:pt idx="1032">
                  <c:v>0.64346939700000005</c:v>
                </c:pt>
                <c:pt idx="1033">
                  <c:v>0.76535242000000003</c:v>
                </c:pt>
                <c:pt idx="1034">
                  <c:v>0.72735764400000003</c:v>
                </c:pt>
                <c:pt idx="1035">
                  <c:v>0.71397238500000004</c:v>
                </c:pt>
                <c:pt idx="1036">
                  <c:v>0.764301381</c:v>
                </c:pt>
                <c:pt idx="1037">
                  <c:v>0.74681312799999999</c:v>
                </c:pt>
                <c:pt idx="1038">
                  <c:v>0.76265934400000002</c:v>
                </c:pt>
                <c:pt idx="1039">
                  <c:v>0.76186703300000003</c:v>
                </c:pt>
                <c:pt idx="1040">
                  <c:v>0.76190664799999996</c:v>
                </c:pt>
                <c:pt idx="1041">
                  <c:v>0.76190466800000001</c:v>
                </c:pt>
                <c:pt idx="1042">
                  <c:v>0.76190476699999998</c:v>
                </c:pt>
                <c:pt idx="1043">
                  <c:v>0.76190476200000001</c:v>
                </c:pt>
                <c:pt idx="1044">
                  <c:v>0.76190476200000001</c:v>
                </c:pt>
                <c:pt idx="1045">
                  <c:v>0.76190476200000001</c:v>
                </c:pt>
                <c:pt idx="1046">
                  <c:v>0.76190476200000001</c:v>
                </c:pt>
                <c:pt idx="1047">
                  <c:v>0.76190476200000001</c:v>
                </c:pt>
                <c:pt idx="1048">
                  <c:v>0.76190476200000001</c:v>
                </c:pt>
                <c:pt idx="1049">
                  <c:v>0.76190476200000001</c:v>
                </c:pt>
                <c:pt idx="1050">
                  <c:v>0.76190476200000001</c:v>
                </c:pt>
                <c:pt idx="1051">
                  <c:v>0.46310775599999998</c:v>
                </c:pt>
                <c:pt idx="1052">
                  <c:v>0.37684461200000002</c:v>
                </c:pt>
                <c:pt idx="1053">
                  <c:v>0.42623465599999999</c:v>
                </c:pt>
                <c:pt idx="1054">
                  <c:v>0.37868826700000002</c:v>
                </c:pt>
                <c:pt idx="1055">
                  <c:v>0.37868826700000002</c:v>
                </c:pt>
                <c:pt idx="1056">
                  <c:v>0.54243137100000005</c:v>
                </c:pt>
                <c:pt idx="1057">
                  <c:v>0.77287843099999998</c:v>
                </c:pt>
                <c:pt idx="1058">
                  <c:v>0.76135607800000005</c:v>
                </c:pt>
                <c:pt idx="1059">
                  <c:v>0.76193219599999995</c:v>
                </c:pt>
                <c:pt idx="1060">
                  <c:v>0.67858110500000002</c:v>
                </c:pt>
                <c:pt idx="1061">
                  <c:v>0.57401192499999998</c:v>
                </c:pt>
                <c:pt idx="1062">
                  <c:v>0.46223298499999999</c:v>
                </c:pt>
                <c:pt idx="1063">
                  <c:v>0.378466311</c:v>
                </c:pt>
                <c:pt idx="1064">
                  <c:v>0.37366528300000001</c:v>
                </c:pt>
                <c:pt idx="1065">
                  <c:v>0.78131673599999996</c:v>
                </c:pt>
                <c:pt idx="1066">
                  <c:v>0.76093416300000005</c:v>
                </c:pt>
                <c:pt idx="1067">
                  <c:v>0.76195329199999995</c:v>
                </c:pt>
                <c:pt idx="1068">
                  <c:v>0.76190233500000004</c:v>
                </c:pt>
                <c:pt idx="1069">
                  <c:v>0.76190488300000003</c:v>
                </c:pt>
                <c:pt idx="1070">
                  <c:v>0.76190475599999996</c:v>
                </c:pt>
                <c:pt idx="1071">
                  <c:v>0.76190476200000001</c:v>
                </c:pt>
                <c:pt idx="1072">
                  <c:v>0.76190476200000001</c:v>
                </c:pt>
                <c:pt idx="1073">
                  <c:v>0.76190476200000001</c:v>
                </c:pt>
                <c:pt idx="1074">
                  <c:v>0.76190476200000001</c:v>
                </c:pt>
                <c:pt idx="1075">
                  <c:v>0.70750761900000003</c:v>
                </c:pt>
                <c:pt idx="1076">
                  <c:v>0.76462461900000001</c:v>
                </c:pt>
                <c:pt idx="1077">
                  <c:v>0.76176876900000001</c:v>
                </c:pt>
                <c:pt idx="1078">
                  <c:v>0.76191156199999999</c:v>
                </c:pt>
                <c:pt idx="1079">
                  <c:v>0.76190442199999997</c:v>
                </c:pt>
                <c:pt idx="1080">
                  <c:v>0.76190477899999998</c:v>
                </c:pt>
                <c:pt idx="1081">
                  <c:v>0.76190476100000004</c:v>
                </c:pt>
                <c:pt idx="1082">
                  <c:v>0.76190476200000001</c:v>
                </c:pt>
                <c:pt idx="1083">
                  <c:v>0.76190476200000001</c:v>
                </c:pt>
                <c:pt idx="1084">
                  <c:v>0.76190476200000001</c:v>
                </c:pt>
                <c:pt idx="1085">
                  <c:v>0.76190476200000001</c:v>
                </c:pt>
                <c:pt idx="1086">
                  <c:v>0.72898886100000004</c:v>
                </c:pt>
                <c:pt idx="1087">
                  <c:v>0.76355055699999996</c:v>
                </c:pt>
                <c:pt idx="1088">
                  <c:v>0.76182247199999997</c:v>
                </c:pt>
                <c:pt idx="1089">
                  <c:v>0.76190887600000001</c:v>
                </c:pt>
                <c:pt idx="1090">
                  <c:v>0.76190455599999996</c:v>
                </c:pt>
                <c:pt idx="1091">
                  <c:v>0.76190477199999995</c:v>
                </c:pt>
                <c:pt idx="1092">
                  <c:v>0.76190476100000004</c:v>
                </c:pt>
                <c:pt idx="1093">
                  <c:v>0.76190476200000001</c:v>
                </c:pt>
                <c:pt idx="1094">
                  <c:v>0.76190476200000001</c:v>
                </c:pt>
                <c:pt idx="1095">
                  <c:v>0.76190476200000001</c:v>
                </c:pt>
                <c:pt idx="1096">
                  <c:v>0.76190476200000001</c:v>
                </c:pt>
                <c:pt idx="1097">
                  <c:v>0.76190476200000001</c:v>
                </c:pt>
                <c:pt idx="1098">
                  <c:v>0.76190476200000001</c:v>
                </c:pt>
                <c:pt idx="1099">
                  <c:v>0.76190476200000001</c:v>
                </c:pt>
                <c:pt idx="1100">
                  <c:v>0.76190476200000001</c:v>
                </c:pt>
                <c:pt idx="1101">
                  <c:v>0.76190476200000001</c:v>
                </c:pt>
                <c:pt idx="1102">
                  <c:v>0.76190476200000001</c:v>
                </c:pt>
                <c:pt idx="1103">
                  <c:v>0.76190476200000001</c:v>
                </c:pt>
                <c:pt idx="1104">
                  <c:v>0.76190476200000001</c:v>
                </c:pt>
                <c:pt idx="1105">
                  <c:v>0.76190476200000001</c:v>
                </c:pt>
                <c:pt idx="1106">
                  <c:v>0.76190476200000001</c:v>
                </c:pt>
                <c:pt idx="1107">
                  <c:v>0.76190476200000001</c:v>
                </c:pt>
                <c:pt idx="1108">
                  <c:v>0.76190476200000001</c:v>
                </c:pt>
                <c:pt idx="1109">
                  <c:v>0.76190476200000001</c:v>
                </c:pt>
                <c:pt idx="1110">
                  <c:v>0.76190476200000001</c:v>
                </c:pt>
                <c:pt idx="1111">
                  <c:v>0.76190476200000001</c:v>
                </c:pt>
                <c:pt idx="1112">
                  <c:v>0.76190476200000001</c:v>
                </c:pt>
                <c:pt idx="1113">
                  <c:v>0.76190476200000001</c:v>
                </c:pt>
                <c:pt idx="1114">
                  <c:v>0.76190476200000001</c:v>
                </c:pt>
                <c:pt idx="1115">
                  <c:v>0.76190476200000001</c:v>
                </c:pt>
                <c:pt idx="1116">
                  <c:v>0.76190476200000001</c:v>
                </c:pt>
                <c:pt idx="1117">
                  <c:v>0.76190476200000001</c:v>
                </c:pt>
                <c:pt idx="1118">
                  <c:v>0.76190476200000001</c:v>
                </c:pt>
                <c:pt idx="1119">
                  <c:v>0.76190476200000001</c:v>
                </c:pt>
                <c:pt idx="1120">
                  <c:v>0.67662467699999995</c:v>
                </c:pt>
                <c:pt idx="1121">
                  <c:v>0.43208117600000001</c:v>
                </c:pt>
                <c:pt idx="1122">
                  <c:v>0.46200181499999998</c:v>
                </c:pt>
                <c:pt idx="1123">
                  <c:v>0.40093862299999999</c:v>
                </c:pt>
                <c:pt idx="1124">
                  <c:v>0.37995306899999998</c:v>
                </c:pt>
                <c:pt idx="1125">
                  <c:v>0.42119241499999999</c:v>
                </c:pt>
                <c:pt idx="1126">
                  <c:v>0.50096132299999996</c:v>
                </c:pt>
                <c:pt idx="1127">
                  <c:v>0.65838571000000001</c:v>
                </c:pt>
                <c:pt idx="1128">
                  <c:v>0.76708071499999997</c:v>
                </c:pt>
                <c:pt idx="1129">
                  <c:v>0.76164596399999995</c:v>
                </c:pt>
                <c:pt idx="1130">
                  <c:v>0.76191770199999997</c:v>
                </c:pt>
                <c:pt idx="1131">
                  <c:v>0.76190411499999999</c:v>
                </c:pt>
                <c:pt idx="1132">
                  <c:v>0.761904794</c:v>
                </c:pt>
                <c:pt idx="1133">
                  <c:v>0.67395217100000004</c:v>
                </c:pt>
                <c:pt idx="1134">
                  <c:v>0.76630239099999997</c:v>
                </c:pt>
                <c:pt idx="1135">
                  <c:v>0.76168488000000001</c:v>
                </c:pt>
                <c:pt idx="1136">
                  <c:v>0.67156760299999996</c:v>
                </c:pt>
                <c:pt idx="1137">
                  <c:v>0.76642162000000003</c:v>
                </c:pt>
                <c:pt idx="1138">
                  <c:v>0.76167891899999995</c:v>
                </c:pt>
                <c:pt idx="1139">
                  <c:v>0.76191605399999995</c:v>
                </c:pt>
                <c:pt idx="1140">
                  <c:v>0.76190419700000001</c:v>
                </c:pt>
                <c:pt idx="1141">
                  <c:v>0.76190479</c:v>
                </c:pt>
                <c:pt idx="1142">
                  <c:v>0.69808670299999998</c:v>
                </c:pt>
                <c:pt idx="1143">
                  <c:v>0.75987872000000001</c:v>
                </c:pt>
                <c:pt idx="1144">
                  <c:v>0.61972077800000003</c:v>
                </c:pt>
                <c:pt idx="1145">
                  <c:v>0.53234943400000001</c:v>
                </c:pt>
                <c:pt idx="1146">
                  <c:v>0.77338252799999996</c:v>
                </c:pt>
                <c:pt idx="1147">
                  <c:v>0.57517867499999997</c:v>
                </c:pt>
                <c:pt idx="1148">
                  <c:v>0.64045632600000002</c:v>
                </c:pt>
                <c:pt idx="1149">
                  <c:v>0.72237529300000003</c:v>
                </c:pt>
                <c:pt idx="1150">
                  <c:v>0.76388123500000005</c:v>
                </c:pt>
                <c:pt idx="1151">
                  <c:v>0.76180593799999996</c:v>
                </c:pt>
                <c:pt idx="1152">
                  <c:v>0.76190970300000005</c:v>
                </c:pt>
                <c:pt idx="1153">
                  <c:v>0.761904515</c:v>
                </c:pt>
                <c:pt idx="1154">
                  <c:v>0.76190477400000001</c:v>
                </c:pt>
                <c:pt idx="1155">
                  <c:v>0.76190476100000004</c:v>
                </c:pt>
                <c:pt idx="1156">
                  <c:v>0.76190476200000001</c:v>
                </c:pt>
                <c:pt idx="1157">
                  <c:v>0.76190476200000001</c:v>
                </c:pt>
                <c:pt idx="1158">
                  <c:v>0.68526180999999997</c:v>
                </c:pt>
                <c:pt idx="1159">
                  <c:v>0.54393986299999997</c:v>
                </c:pt>
                <c:pt idx="1160">
                  <c:v>0.70819373399999996</c:v>
                </c:pt>
                <c:pt idx="1161">
                  <c:v>0.55074702600000003</c:v>
                </c:pt>
                <c:pt idx="1162">
                  <c:v>0.77246264899999995</c:v>
                </c:pt>
                <c:pt idx="1163">
                  <c:v>0.76137686800000004</c:v>
                </c:pt>
                <c:pt idx="1164">
                  <c:v>0.76193115700000003</c:v>
                </c:pt>
                <c:pt idx="1165">
                  <c:v>0.76190344200000004</c:v>
                </c:pt>
                <c:pt idx="1166">
                  <c:v>0.76190482800000003</c:v>
                </c:pt>
                <c:pt idx="1167">
                  <c:v>0.76190475899999999</c:v>
                </c:pt>
                <c:pt idx="1168">
                  <c:v>0.76190476200000001</c:v>
                </c:pt>
                <c:pt idx="1169">
                  <c:v>0.76190476200000001</c:v>
                </c:pt>
                <c:pt idx="1170">
                  <c:v>0.76190476200000001</c:v>
                </c:pt>
                <c:pt idx="1171">
                  <c:v>0.76190476200000001</c:v>
                </c:pt>
                <c:pt idx="1172">
                  <c:v>0.76190476200000001</c:v>
                </c:pt>
                <c:pt idx="1173">
                  <c:v>0.76190476200000001</c:v>
                </c:pt>
                <c:pt idx="1174">
                  <c:v>0.55044983700000005</c:v>
                </c:pt>
                <c:pt idx="1175">
                  <c:v>0.448357071</c:v>
                </c:pt>
                <c:pt idx="1176">
                  <c:v>0.52873806800000001</c:v>
                </c:pt>
                <c:pt idx="1177">
                  <c:v>0.77356309700000003</c:v>
                </c:pt>
                <c:pt idx="1178">
                  <c:v>0.761321845</c:v>
                </c:pt>
                <c:pt idx="1179">
                  <c:v>0.76193390800000005</c:v>
                </c:pt>
                <c:pt idx="1180">
                  <c:v>0.68475984700000003</c:v>
                </c:pt>
                <c:pt idx="1181">
                  <c:v>0.69204051700000002</c:v>
                </c:pt>
                <c:pt idx="1182">
                  <c:v>0.76539797399999998</c:v>
                </c:pt>
                <c:pt idx="1183">
                  <c:v>0.76173010100000005</c:v>
                </c:pt>
                <c:pt idx="1184">
                  <c:v>0.76191349500000005</c:v>
                </c:pt>
                <c:pt idx="1185">
                  <c:v>0.63907740499999999</c:v>
                </c:pt>
                <c:pt idx="1186">
                  <c:v>0.76804612999999999</c:v>
                </c:pt>
                <c:pt idx="1187">
                  <c:v>0.74658202299999998</c:v>
                </c:pt>
                <c:pt idx="1188">
                  <c:v>0.76267089899999996</c:v>
                </c:pt>
                <c:pt idx="1189">
                  <c:v>0.76186645500000005</c:v>
                </c:pt>
                <c:pt idx="1190">
                  <c:v>0.76190667700000003</c:v>
                </c:pt>
                <c:pt idx="1191">
                  <c:v>0.76190466599999995</c:v>
                </c:pt>
                <c:pt idx="1192">
                  <c:v>0.76190476699999998</c:v>
                </c:pt>
                <c:pt idx="1193">
                  <c:v>0.76190476200000001</c:v>
                </c:pt>
                <c:pt idx="1194">
                  <c:v>0.76190476200000001</c:v>
                </c:pt>
                <c:pt idx="1195">
                  <c:v>0.64325633299999996</c:v>
                </c:pt>
                <c:pt idx="1196">
                  <c:v>0.46968109899999999</c:v>
                </c:pt>
                <c:pt idx="1197">
                  <c:v>0.37651594500000002</c:v>
                </c:pt>
                <c:pt idx="1198">
                  <c:v>0.52486608199999996</c:v>
                </c:pt>
                <c:pt idx="1199">
                  <c:v>0.74646036299999996</c:v>
                </c:pt>
                <c:pt idx="1200">
                  <c:v>0.762676982</c:v>
                </c:pt>
                <c:pt idx="1201">
                  <c:v>0.76186615099999999</c:v>
                </c:pt>
                <c:pt idx="1202">
                  <c:v>0.76190669200000005</c:v>
                </c:pt>
                <c:pt idx="1203">
                  <c:v>0.76190466499999998</c:v>
                </c:pt>
                <c:pt idx="1204">
                  <c:v>0.76190476699999998</c:v>
                </c:pt>
                <c:pt idx="1205">
                  <c:v>0.76190476200000001</c:v>
                </c:pt>
                <c:pt idx="1206">
                  <c:v>0.76190476200000001</c:v>
                </c:pt>
                <c:pt idx="1207">
                  <c:v>0.76190476200000001</c:v>
                </c:pt>
                <c:pt idx="1208">
                  <c:v>0.76190476200000001</c:v>
                </c:pt>
                <c:pt idx="1209">
                  <c:v>0.76190476200000001</c:v>
                </c:pt>
                <c:pt idx="1210">
                  <c:v>0.76190476200000001</c:v>
                </c:pt>
                <c:pt idx="1211">
                  <c:v>0.76190476200000001</c:v>
                </c:pt>
                <c:pt idx="1212">
                  <c:v>0.76190476200000001</c:v>
                </c:pt>
                <c:pt idx="1213">
                  <c:v>0.76190476200000001</c:v>
                </c:pt>
                <c:pt idx="1214">
                  <c:v>0.76190476200000001</c:v>
                </c:pt>
                <c:pt idx="1215">
                  <c:v>0.76190476200000001</c:v>
                </c:pt>
                <c:pt idx="1216">
                  <c:v>0.76190476200000001</c:v>
                </c:pt>
                <c:pt idx="1217">
                  <c:v>0.76190476200000001</c:v>
                </c:pt>
                <c:pt idx="1218">
                  <c:v>0.76190476200000001</c:v>
                </c:pt>
                <c:pt idx="1219">
                  <c:v>0.75014771999999996</c:v>
                </c:pt>
                <c:pt idx="1220">
                  <c:v>0.76249261400000001</c:v>
                </c:pt>
                <c:pt idx="1221">
                  <c:v>0.63954358600000005</c:v>
                </c:pt>
                <c:pt idx="1222">
                  <c:v>0.76802282099999997</c:v>
                </c:pt>
                <c:pt idx="1223">
                  <c:v>0.52814839199999997</c:v>
                </c:pt>
                <c:pt idx="1224">
                  <c:v>0.50922423400000005</c:v>
                </c:pt>
                <c:pt idx="1225">
                  <c:v>0.75236760599999997</c:v>
                </c:pt>
                <c:pt idx="1226">
                  <c:v>0.76238161999999998</c:v>
                </c:pt>
                <c:pt idx="1227">
                  <c:v>0.72118303500000003</c:v>
                </c:pt>
                <c:pt idx="1228">
                  <c:v>0.64275728300000001</c:v>
                </c:pt>
                <c:pt idx="1229">
                  <c:v>0.67431140700000003</c:v>
                </c:pt>
                <c:pt idx="1230">
                  <c:v>0.76628443000000002</c:v>
                </c:pt>
                <c:pt idx="1231">
                  <c:v>0.76168577900000001</c:v>
                </c:pt>
                <c:pt idx="1232">
                  <c:v>0.64669614499999994</c:v>
                </c:pt>
                <c:pt idx="1233">
                  <c:v>0.76766519300000002</c:v>
                </c:pt>
                <c:pt idx="1234">
                  <c:v>0.76161674000000001</c:v>
                </c:pt>
                <c:pt idx="1235">
                  <c:v>0.76191916299999995</c:v>
                </c:pt>
                <c:pt idx="1236">
                  <c:v>0.76190404199999995</c:v>
                </c:pt>
                <c:pt idx="1237">
                  <c:v>0.76190479799999999</c:v>
                </c:pt>
                <c:pt idx="1238">
                  <c:v>0.76190475999999996</c:v>
                </c:pt>
                <c:pt idx="1239">
                  <c:v>0.76190476200000001</c:v>
                </c:pt>
                <c:pt idx="1240">
                  <c:v>0.76190476200000001</c:v>
                </c:pt>
                <c:pt idx="1241">
                  <c:v>0.64637284800000006</c:v>
                </c:pt>
                <c:pt idx="1242">
                  <c:v>0.37297578399999998</c:v>
                </c:pt>
                <c:pt idx="1243">
                  <c:v>0.37297578399999998</c:v>
                </c:pt>
                <c:pt idx="1244">
                  <c:v>0.45161308900000002</c:v>
                </c:pt>
                <c:pt idx="1245">
                  <c:v>0.62459470800000005</c:v>
                </c:pt>
                <c:pt idx="1246">
                  <c:v>0.59839915399999999</c:v>
                </c:pt>
                <c:pt idx="1247">
                  <c:v>0.53952107400000004</c:v>
                </c:pt>
                <c:pt idx="1248">
                  <c:v>0.59872947899999995</c:v>
                </c:pt>
                <c:pt idx="1249">
                  <c:v>0.70161786299999995</c:v>
                </c:pt>
                <c:pt idx="1250">
                  <c:v>0.76491910699999999</c:v>
                </c:pt>
                <c:pt idx="1251">
                  <c:v>0.67729578400000001</c:v>
                </c:pt>
                <c:pt idx="1252">
                  <c:v>0.58372939499999998</c:v>
                </c:pt>
                <c:pt idx="1253">
                  <c:v>0.77081352999999997</c:v>
                </c:pt>
                <c:pt idx="1254">
                  <c:v>0.76145932299999997</c:v>
                </c:pt>
                <c:pt idx="1255">
                  <c:v>0.76192703399999995</c:v>
                </c:pt>
                <c:pt idx="1256">
                  <c:v>0.76190364799999999</c:v>
                </c:pt>
                <c:pt idx="1257">
                  <c:v>0.76190481799999998</c:v>
                </c:pt>
                <c:pt idx="1258">
                  <c:v>0.76190475899999999</c:v>
                </c:pt>
                <c:pt idx="1259">
                  <c:v>0.76190476200000001</c:v>
                </c:pt>
                <c:pt idx="1260">
                  <c:v>0.76190476200000001</c:v>
                </c:pt>
                <c:pt idx="1261">
                  <c:v>0.76190476200000001</c:v>
                </c:pt>
                <c:pt idx="1262">
                  <c:v>0.76190476200000001</c:v>
                </c:pt>
                <c:pt idx="1263">
                  <c:v>0.76190476200000001</c:v>
                </c:pt>
                <c:pt idx="1264">
                  <c:v>0.76190476200000001</c:v>
                </c:pt>
                <c:pt idx="1265">
                  <c:v>0.76190476200000001</c:v>
                </c:pt>
                <c:pt idx="1266">
                  <c:v>0.76190476200000001</c:v>
                </c:pt>
                <c:pt idx="1267">
                  <c:v>0.76190476200000001</c:v>
                </c:pt>
                <c:pt idx="1268">
                  <c:v>0.76190476200000001</c:v>
                </c:pt>
                <c:pt idx="1269">
                  <c:v>0.76190476200000001</c:v>
                </c:pt>
                <c:pt idx="1270">
                  <c:v>0.76190476200000001</c:v>
                </c:pt>
                <c:pt idx="1271">
                  <c:v>0.76190476200000001</c:v>
                </c:pt>
                <c:pt idx="1272">
                  <c:v>0.76190476200000001</c:v>
                </c:pt>
                <c:pt idx="1273">
                  <c:v>0.76190476200000001</c:v>
                </c:pt>
                <c:pt idx="1274">
                  <c:v>0.76190476200000001</c:v>
                </c:pt>
                <c:pt idx="1275">
                  <c:v>0.76190476200000001</c:v>
                </c:pt>
                <c:pt idx="1276">
                  <c:v>0.76190476200000001</c:v>
                </c:pt>
                <c:pt idx="1277">
                  <c:v>0.76190476200000001</c:v>
                </c:pt>
                <c:pt idx="1278">
                  <c:v>0.76190476200000001</c:v>
                </c:pt>
                <c:pt idx="1279">
                  <c:v>0.76190476200000001</c:v>
                </c:pt>
                <c:pt idx="1280">
                  <c:v>0.76190476200000001</c:v>
                </c:pt>
                <c:pt idx="1281">
                  <c:v>0.55388628100000004</c:v>
                </c:pt>
                <c:pt idx="1282">
                  <c:v>0.59180680799999996</c:v>
                </c:pt>
                <c:pt idx="1283">
                  <c:v>0.77040966</c:v>
                </c:pt>
                <c:pt idx="1284">
                  <c:v>0.76147951700000005</c:v>
                </c:pt>
                <c:pt idx="1285">
                  <c:v>0.76192602399999998</c:v>
                </c:pt>
                <c:pt idx="1286">
                  <c:v>0.76190369899999999</c:v>
                </c:pt>
                <c:pt idx="1287">
                  <c:v>0.76190481499999996</c:v>
                </c:pt>
                <c:pt idx="1288">
                  <c:v>0.76190475899999999</c:v>
                </c:pt>
                <c:pt idx="1289">
                  <c:v>0.57023887100000004</c:v>
                </c:pt>
                <c:pt idx="1290">
                  <c:v>0.45946848200000001</c:v>
                </c:pt>
                <c:pt idx="1291">
                  <c:v>0.377026576</c:v>
                </c:pt>
                <c:pt idx="1292">
                  <c:v>0.377026576</c:v>
                </c:pt>
                <c:pt idx="1293">
                  <c:v>0.377026576</c:v>
                </c:pt>
                <c:pt idx="1294">
                  <c:v>0.377026576</c:v>
                </c:pt>
                <c:pt idx="1295">
                  <c:v>0.377026576</c:v>
                </c:pt>
                <c:pt idx="1296">
                  <c:v>0.377026576</c:v>
                </c:pt>
                <c:pt idx="1297">
                  <c:v>0.377026576</c:v>
                </c:pt>
                <c:pt idx="1298">
                  <c:v>0.48611079600000001</c:v>
                </c:pt>
                <c:pt idx="1299">
                  <c:v>0.51454670400000002</c:v>
                </c:pt>
                <c:pt idx="1300">
                  <c:v>0.53623349600000003</c:v>
                </c:pt>
                <c:pt idx="1301">
                  <c:v>0.77318832500000001</c:v>
                </c:pt>
                <c:pt idx="1302">
                  <c:v>0.76134058400000004</c:v>
                </c:pt>
                <c:pt idx="1303">
                  <c:v>0.76193297100000001</c:v>
                </c:pt>
                <c:pt idx="1304">
                  <c:v>0.76190335099999995</c:v>
                </c:pt>
                <c:pt idx="1305">
                  <c:v>0.76190483200000003</c:v>
                </c:pt>
                <c:pt idx="1306">
                  <c:v>0.76190475800000002</c:v>
                </c:pt>
                <c:pt idx="1307">
                  <c:v>0.76190476200000001</c:v>
                </c:pt>
                <c:pt idx="1308">
                  <c:v>0.76190476200000001</c:v>
                </c:pt>
                <c:pt idx="1309">
                  <c:v>0.76190476200000001</c:v>
                </c:pt>
                <c:pt idx="1310">
                  <c:v>0.76190476200000001</c:v>
                </c:pt>
                <c:pt idx="1311">
                  <c:v>0.76190476200000001</c:v>
                </c:pt>
                <c:pt idx="1312">
                  <c:v>0.76190476200000001</c:v>
                </c:pt>
                <c:pt idx="1313">
                  <c:v>0.76190476200000001</c:v>
                </c:pt>
                <c:pt idx="1314">
                  <c:v>0.76190476200000001</c:v>
                </c:pt>
                <c:pt idx="1315">
                  <c:v>0.60435830400000001</c:v>
                </c:pt>
                <c:pt idx="1316">
                  <c:v>0.36978208499999998</c:v>
                </c:pt>
                <c:pt idx="1317">
                  <c:v>0.36978208499999998</c:v>
                </c:pt>
                <c:pt idx="1318">
                  <c:v>0.36978208499999998</c:v>
                </c:pt>
                <c:pt idx="1319">
                  <c:v>0.36978208499999998</c:v>
                </c:pt>
                <c:pt idx="1320">
                  <c:v>0.36978208499999998</c:v>
                </c:pt>
                <c:pt idx="1321">
                  <c:v>0.36978208499999998</c:v>
                </c:pt>
                <c:pt idx="1322">
                  <c:v>0.36978208499999998</c:v>
                </c:pt>
                <c:pt idx="1323">
                  <c:v>0.36978208499999998</c:v>
                </c:pt>
                <c:pt idx="1324">
                  <c:v>0.35350466400000002</c:v>
                </c:pt>
                <c:pt idx="1325">
                  <c:v>0.511480716</c:v>
                </c:pt>
                <c:pt idx="1326">
                  <c:v>0.56444030199999995</c:v>
                </c:pt>
                <c:pt idx="1327">
                  <c:v>0.62865471100000003</c:v>
                </c:pt>
                <c:pt idx="1328">
                  <c:v>0.70043489400000003</c:v>
                </c:pt>
                <c:pt idx="1329">
                  <c:v>0.76497825500000005</c:v>
                </c:pt>
                <c:pt idx="1330">
                  <c:v>0.76175108700000005</c:v>
                </c:pt>
                <c:pt idx="1331">
                  <c:v>0.76191244599999997</c:v>
                </c:pt>
                <c:pt idx="1332">
                  <c:v>0.76190437799999999</c:v>
                </c:pt>
                <c:pt idx="1333">
                  <c:v>0.76190478100000003</c:v>
                </c:pt>
                <c:pt idx="1334">
                  <c:v>0.76190476100000004</c:v>
                </c:pt>
                <c:pt idx="1335">
                  <c:v>0.76190476200000001</c:v>
                </c:pt>
                <c:pt idx="1336">
                  <c:v>0.76190476200000001</c:v>
                </c:pt>
                <c:pt idx="1337">
                  <c:v>0.76190476200000001</c:v>
                </c:pt>
                <c:pt idx="1338">
                  <c:v>0.76190476200000001</c:v>
                </c:pt>
                <c:pt idx="1339">
                  <c:v>0.66104282299999995</c:v>
                </c:pt>
                <c:pt idx="1340">
                  <c:v>0.50293458000000002</c:v>
                </c:pt>
                <c:pt idx="1341">
                  <c:v>0.61994802999999998</c:v>
                </c:pt>
                <c:pt idx="1342">
                  <c:v>0.69647736500000001</c:v>
                </c:pt>
                <c:pt idx="1343">
                  <c:v>0.76517613200000001</c:v>
                </c:pt>
                <c:pt idx="1344">
                  <c:v>0.76174119299999998</c:v>
                </c:pt>
                <c:pt idx="1345">
                  <c:v>0.76191293999999998</c:v>
                </c:pt>
                <c:pt idx="1346">
                  <c:v>0.76190435300000003</c:v>
                </c:pt>
                <c:pt idx="1347">
                  <c:v>0.761904782</c:v>
                </c:pt>
                <c:pt idx="1348">
                  <c:v>0.76190476100000004</c:v>
                </c:pt>
                <c:pt idx="1349">
                  <c:v>0.76190476200000001</c:v>
                </c:pt>
                <c:pt idx="1350">
                  <c:v>0.76190476200000001</c:v>
                </c:pt>
                <c:pt idx="1351">
                  <c:v>0.76190476200000001</c:v>
                </c:pt>
                <c:pt idx="1352">
                  <c:v>0.76190476200000001</c:v>
                </c:pt>
                <c:pt idx="1353">
                  <c:v>0.76190476200000001</c:v>
                </c:pt>
                <c:pt idx="1354">
                  <c:v>0.76190476200000001</c:v>
                </c:pt>
                <c:pt idx="1355">
                  <c:v>0.76190476200000001</c:v>
                </c:pt>
                <c:pt idx="1356">
                  <c:v>0.76190476200000001</c:v>
                </c:pt>
                <c:pt idx="1357">
                  <c:v>0.76190476200000001</c:v>
                </c:pt>
                <c:pt idx="1358">
                  <c:v>0.76190476200000001</c:v>
                </c:pt>
                <c:pt idx="1359">
                  <c:v>0.76190476200000001</c:v>
                </c:pt>
                <c:pt idx="1360">
                  <c:v>0.76190476200000001</c:v>
                </c:pt>
                <c:pt idx="1361">
                  <c:v>0.76190476200000001</c:v>
                </c:pt>
                <c:pt idx="1362">
                  <c:v>0.76190476200000001</c:v>
                </c:pt>
                <c:pt idx="1363">
                  <c:v>0.76190476200000001</c:v>
                </c:pt>
                <c:pt idx="1364">
                  <c:v>0.76190476200000001</c:v>
                </c:pt>
                <c:pt idx="1365">
                  <c:v>0.76190476200000001</c:v>
                </c:pt>
                <c:pt idx="1366">
                  <c:v>0.76190476200000001</c:v>
                </c:pt>
                <c:pt idx="1367">
                  <c:v>0.76190476200000001</c:v>
                </c:pt>
                <c:pt idx="1368">
                  <c:v>0.76190476200000001</c:v>
                </c:pt>
                <c:pt idx="1369">
                  <c:v>0.76190476200000001</c:v>
                </c:pt>
                <c:pt idx="1370">
                  <c:v>0.76190476200000001</c:v>
                </c:pt>
                <c:pt idx="1371">
                  <c:v>0.76190476200000001</c:v>
                </c:pt>
                <c:pt idx="1372">
                  <c:v>0.76190476200000001</c:v>
                </c:pt>
                <c:pt idx="1373">
                  <c:v>0.76190476200000001</c:v>
                </c:pt>
                <c:pt idx="1374">
                  <c:v>0.76190476200000001</c:v>
                </c:pt>
                <c:pt idx="1375">
                  <c:v>0.76190476200000001</c:v>
                </c:pt>
                <c:pt idx="1376">
                  <c:v>0.76190476200000001</c:v>
                </c:pt>
                <c:pt idx="1377">
                  <c:v>0.76190476200000001</c:v>
                </c:pt>
                <c:pt idx="1378">
                  <c:v>0.76190476200000001</c:v>
                </c:pt>
                <c:pt idx="1379">
                  <c:v>0.76190476200000001</c:v>
                </c:pt>
                <c:pt idx="1380">
                  <c:v>0.76190476200000001</c:v>
                </c:pt>
                <c:pt idx="1381">
                  <c:v>0.76190476200000001</c:v>
                </c:pt>
                <c:pt idx="1382">
                  <c:v>0.76190476200000001</c:v>
                </c:pt>
                <c:pt idx="1383">
                  <c:v>0.76190476200000001</c:v>
                </c:pt>
                <c:pt idx="1384">
                  <c:v>0.76190476200000001</c:v>
                </c:pt>
                <c:pt idx="1385">
                  <c:v>0.69999829199999997</c:v>
                </c:pt>
                <c:pt idx="1386">
                  <c:v>0.76500008500000005</c:v>
                </c:pt>
                <c:pt idx="1387">
                  <c:v>0.76174999600000004</c:v>
                </c:pt>
                <c:pt idx="1388">
                  <c:v>0.76191249999999999</c:v>
                </c:pt>
                <c:pt idx="1389">
                  <c:v>0.76190437499999997</c:v>
                </c:pt>
                <c:pt idx="1390">
                  <c:v>0.76190478100000003</c:v>
                </c:pt>
                <c:pt idx="1391">
                  <c:v>0.76190476100000004</c:v>
                </c:pt>
                <c:pt idx="1392">
                  <c:v>0.76190476200000001</c:v>
                </c:pt>
                <c:pt idx="1393">
                  <c:v>0.76190476200000001</c:v>
                </c:pt>
                <c:pt idx="1394">
                  <c:v>0.76190476200000001</c:v>
                </c:pt>
                <c:pt idx="1395">
                  <c:v>0.76190476200000001</c:v>
                </c:pt>
                <c:pt idx="1396">
                  <c:v>0.76190476200000001</c:v>
                </c:pt>
                <c:pt idx="1397">
                  <c:v>0.76190476200000001</c:v>
                </c:pt>
                <c:pt idx="1398">
                  <c:v>0.76190476200000001</c:v>
                </c:pt>
                <c:pt idx="1399">
                  <c:v>0.76190476200000001</c:v>
                </c:pt>
                <c:pt idx="1400">
                  <c:v>0.76190476200000001</c:v>
                </c:pt>
                <c:pt idx="1401">
                  <c:v>0.76190476200000001</c:v>
                </c:pt>
                <c:pt idx="1402">
                  <c:v>0.76190476200000001</c:v>
                </c:pt>
                <c:pt idx="1403">
                  <c:v>0.76190476200000001</c:v>
                </c:pt>
                <c:pt idx="1404">
                  <c:v>0.76190476200000001</c:v>
                </c:pt>
                <c:pt idx="1405">
                  <c:v>0.76190476200000001</c:v>
                </c:pt>
                <c:pt idx="1406">
                  <c:v>0.76190476200000001</c:v>
                </c:pt>
                <c:pt idx="1407">
                  <c:v>0.76190476200000001</c:v>
                </c:pt>
                <c:pt idx="1408">
                  <c:v>0.76190476200000001</c:v>
                </c:pt>
                <c:pt idx="1409">
                  <c:v>0.76190476200000001</c:v>
                </c:pt>
                <c:pt idx="1410">
                  <c:v>0.76190476200000001</c:v>
                </c:pt>
                <c:pt idx="1411">
                  <c:v>0.76190476200000001</c:v>
                </c:pt>
                <c:pt idx="1412">
                  <c:v>0.76190476200000001</c:v>
                </c:pt>
                <c:pt idx="1413">
                  <c:v>0.76190476200000001</c:v>
                </c:pt>
                <c:pt idx="1414">
                  <c:v>0.76190476200000001</c:v>
                </c:pt>
                <c:pt idx="1415">
                  <c:v>0.76190476200000001</c:v>
                </c:pt>
                <c:pt idx="1416">
                  <c:v>0.76190476200000001</c:v>
                </c:pt>
                <c:pt idx="1417">
                  <c:v>0.76077223400000005</c:v>
                </c:pt>
                <c:pt idx="1418">
                  <c:v>0.76196138800000002</c:v>
                </c:pt>
                <c:pt idx="1419">
                  <c:v>0.76190193100000003</c:v>
                </c:pt>
                <c:pt idx="1420">
                  <c:v>0.73201511399999997</c:v>
                </c:pt>
                <c:pt idx="1421">
                  <c:v>0.76339924400000003</c:v>
                </c:pt>
                <c:pt idx="1422">
                  <c:v>0.76183003800000004</c:v>
                </c:pt>
                <c:pt idx="1423">
                  <c:v>0.76190849800000005</c:v>
                </c:pt>
                <c:pt idx="1424">
                  <c:v>0.76190457499999997</c:v>
                </c:pt>
                <c:pt idx="1425">
                  <c:v>0.76190477099999998</c:v>
                </c:pt>
                <c:pt idx="1426">
                  <c:v>0.76190476100000004</c:v>
                </c:pt>
                <c:pt idx="1427">
                  <c:v>0.66169160100000002</c:v>
                </c:pt>
                <c:pt idx="1428">
                  <c:v>0.76691542000000001</c:v>
                </c:pt>
                <c:pt idx="1429">
                  <c:v>0.76165422900000002</c:v>
                </c:pt>
                <c:pt idx="1430">
                  <c:v>0.761917289</c:v>
                </c:pt>
                <c:pt idx="1431">
                  <c:v>0.74552256100000003</c:v>
                </c:pt>
                <c:pt idx="1432">
                  <c:v>0.76272387200000002</c:v>
                </c:pt>
                <c:pt idx="1433">
                  <c:v>0.66118170099999996</c:v>
                </c:pt>
                <c:pt idx="1434">
                  <c:v>0.65272012499999998</c:v>
                </c:pt>
                <c:pt idx="1435">
                  <c:v>0.36736399400000003</c:v>
                </c:pt>
                <c:pt idx="1436">
                  <c:v>0.36736399400000003</c:v>
                </c:pt>
                <c:pt idx="1437">
                  <c:v>0.36736399400000003</c:v>
                </c:pt>
                <c:pt idx="1438">
                  <c:v>0.36736399400000003</c:v>
                </c:pt>
                <c:pt idx="1439">
                  <c:v>0.36736399400000003</c:v>
                </c:pt>
                <c:pt idx="1440">
                  <c:v>0.36736399400000003</c:v>
                </c:pt>
                <c:pt idx="1441">
                  <c:v>0.66111070999999999</c:v>
                </c:pt>
                <c:pt idx="1442">
                  <c:v>0.76694446500000002</c:v>
                </c:pt>
                <c:pt idx="1443">
                  <c:v>0.761652777</c:v>
                </c:pt>
                <c:pt idx="1444">
                  <c:v>0.76191736099999996</c:v>
                </c:pt>
                <c:pt idx="1445">
                  <c:v>0.75409207899999997</c:v>
                </c:pt>
                <c:pt idx="1446">
                  <c:v>0.76229539599999996</c:v>
                </c:pt>
                <c:pt idx="1447">
                  <c:v>0.60613868599999998</c:v>
                </c:pt>
                <c:pt idx="1448">
                  <c:v>0.43925687299999999</c:v>
                </c:pt>
                <c:pt idx="1449">
                  <c:v>0.53379532900000004</c:v>
                </c:pt>
                <c:pt idx="1450">
                  <c:v>0.77331023399999999</c:v>
                </c:pt>
                <c:pt idx="1451">
                  <c:v>0.76133448800000003</c:v>
                </c:pt>
                <c:pt idx="1452">
                  <c:v>0.76193327600000005</c:v>
                </c:pt>
                <c:pt idx="1453">
                  <c:v>0.76190333600000004</c:v>
                </c:pt>
                <c:pt idx="1454">
                  <c:v>0.761904833</c:v>
                </c:pt>
                <c:pt idx="1455">
                  <c:v>0.76190475800000002</c:v>
                </c:pt>
                <c:pt idx="1456">
                  <c:v>0.76190476200000001</c:v>
                </c:pt>
                <c:pt idx="1457">
                  <c:v>0.76190476200000001</c:v>
                </c:pt>
                <c:pt idx="1458">
                  <c:v>0.76190476200000001</c:v>
                </c:pt>
                <c:pt idx="1459">
                  <c:v>0.64252901500000004</c:v>
                </c:pt>
                <c:pt idx="1460">
                  <c:v>0.36787354900000002</c:v>
                </c:pt>
                <c:pt idx="1461">
                  <c:v>0.36787354900000002</c:v>
                </c:pt>
                <c:pt idx="1462">
                  <c:v>0.36787354900000002</c:v>
                </c:pt>
                <c:pt idx="1463">
                  <c:v>0.36787354900000002</c:v>
                </c:pt>
                <c:pt idx="1464">
                  <c:v>0.36787354900000002</c:v>
                </c:pt>
                <c:pt idx="1465">
                  <c:v>0.36787354900000002</c:v>
                </c:pt>
                <c:pt idx="1466">
                  <c:v>0.36787354900000002</c:v>
                </c:pt>
                <c:pt idx="1467">
                  <c:v>0.367380865</c:v>
                </c:pt>
                <c:pt idx="1468">
                  <c:v>0.444415591</c:v>
                </c:pt>
                <c:pt idx="1469">
                  <c:v>0.45872395900000001</c:v>
                </c:pt>
                <c:pt idx="1470">
                  <c:v>0.379327531</c:v>
                </c:pt>
                <c:pt idx="1471">
                  <c:v>0.379327531</c:v>
                </c:pt>
                <c:pt idx="1472">
                  <c:v>0.57836838199999996</c:v>
                </c:pt>
                <c:pt idx="1473">
                  <c:v>0.77108158100000002</c:v>
                </c:pt>
                <c:pt idx="1474">
                  <c:v>0.76144592099999997</c:v>
                </c:pt>
                <c:pt idx="1475">
                  <c:v>0.76192770399999998</c:v>
                </c:pt>
                <c:pt idx="1476">
                  <c:v>0.76190361500000003</c:v>
                </c:pt>
                <c:pt idx="1477">
                  <c:v>0.76190481899999996</c:v>
                </c:pt>
                <c:pt idx="1478">
                  <c:v>0.76190475899999999</c:v>
                </c:pt>
                <c:pt idx="1479">
                  <c:v>0.76190476200000001</c:v>
                </c:pt>
                <c:pt idx="1480">
                  <c:v>0.76190476200000001</c:v>
                </c:pt>
                <c:pt idx="1481">
                  <c:v>0.76190476200000001</c:v>
                </c:pt>
                <c:pt idx="1482">
                  <c:v>0.76190476200000001</c:v>
                </c:pt>
                <c:pt idx="1483">
                  <c:v>0.76190476200000001</c:v>
                </c:pt>
                <c:pt idx="1484">
                  <c:v>0.76190476200000001</c:v>
                </c:pt>
                <c:pt idx="1485">
                  <c:v>0.76190476200000001</c:v>
                </c:pt>
                <c:pt idx="1486">
                  <c:v>0.76190476200000001</c:v>
                </c:pt>
                <c:pt idx="1487">
                  <c:v>0.61206464199999999</c:v>
                </c:pt>
                <c:pt idx="1488">
                  <c:v>0.508096459</c:v>
                </c:pt>
                <c:pt idx="1489">
                  <c:v>0.54309269000000004</c:v>
                </c:pt>
                <c:pt idx="1490">
                  <c:v>0.52841150599999998</c:v>
                </c:pt>
                <c:pt idx="1491">
                  <c:v>0.77357942499999999</c:v>
                </c:pt>
                <c:pt idx="1492">
                  <c:v>0.67409138899999999</c:v>
                </c:pt>
                <c:pt idx="1493">
                  <c:v>0.76629543099999997</c:v>
                </c:pt>
                <c:pt idx="1494">
                  <c:v>0.76168522800000005</c:v>
                </c:pt>
                <c:pt idx="1495">
                  <c:v>0.76191573899999998</c:v>
                </c:pt>
                <c:pt idx="1496">
                  <c:v>0.761904213</c:v>
                </c:pt>
                <c:pt idx="1497">
                  <c:v>0.76190478900000003</c:v>
                </c:pt>
                <c:pt idx="1498">
                  <c:v>0.76190476100000004</c:v>
                </c:pt>
                <c:pt idx="1499">
                  <c:v>0.76190476200000001</c:v>
                </c:pt>
                <c:pt idx="1500">
                  <c:v>0.76190476200000001</c:v>
                </c:pt>
                <c:pt idx="1501">
                  <c:v>0.76190476200000001</c:v>
                </c:pt>
                <c:pt idx="1502">
                  <c:v>0.76190476200000001</c:v>
                </c:pt>
                <c:pt idx="1503">
                  <c:v>0.76190476200000001</c:v>
                </c:pt>
                <c:pt idx="1504">
                  <c:v>0.76190476200000001</c:v>
                </c:pt>
                <c:pt idx="1505">
                  <c:v>0.59439557099999996</c:v>
                </c:pt>
                <c:pt idx="1506">
                  <c:v>0.37028022100000002</c:v>
                </c:pt>
                <c:pt idx="1507">
                  <c:v>0.37028022100000002</c:v>
                </c:pt>
                <c:pt idx="1508">
                  <c:v>0.37028022100000002</c:v>
                </c:pt>
                <c:pt idx="1509">
                  <c:v>0.37028022100000002</c:v>
                </c:pt>
                <c:pt idx="1510">
                  <c:v>0.37172535499999998</c:v>
                </c:pt>
                <c:pt idx="1511">
                  <c:v>0.56830191699999999</c:v>
                </c:pt>
                <c:pt idx="1512">
                  <c:v>0.77158490400000002</c:v>
                </c:pt>
                <c:pt idx="1513">
                  <c:v>0.76142075499999995</c:v>
                </c:pt>
                <c:pt idx="1514">
                  <c:v>0.72261665500000005</c:v>
                </c:pt>
                <c:pt idx="1515">
                  <c:v>0.76386916699999996</c:v>
                </c:pt>
                <c:pt idx="1516">
                  <c:v>0.76180654199999998</c:v>
                </c:pt>
                <c:pt idx="1517">
                  <c:v>0.76190967300000001</c:v>
                </c:pt>
                <c:pt idx="1518">
                  <c:v>0.76190451599999998</c:v>
                </c:pt>
                <c:pt idx="1519">
                  <c:v>0.76190477400000001</c:v>
                </c:pt>
                <c:pt idx="1520">
                  <c:v>0.76190476100000004</c:v>
                </c:pt>
                <c:pt idx="1521">
                  <c:v>0.76190476200000001</c:v>
                </c:pt>
                <c:pt idx="1522">
                  <c:v>0.76190476200000001</c:v>
                </c:pt>
                <c:pt idx="1523">
                  <c:v>0.76190476200000001</c:v>
                </c:pt>
                <c:pt idx="1524">
                  <c:v>0.76190476200000001</c:v>
                </c:pt>
                <c:pt idx="1525">
                  <c:v>0.76190476200000001</c:v>
                </c:pt>
                <c:pt idx="1526">
                  <c:v>0.76190476200000001</c:v>
                </c:pt>
                <c:pt idx="1527">
                  <c:v>0.76190476200000001</c:v>
                </c:pt>
                <c:pt idx="1528">
                  <c:v>0.76190476200000001</c:v>
                </c:pt>
                <c:pt idx="1529">
                  <c:v>0.76190476200000001</c:v>
                </c:pt>
                <c:pt idx="1530">
                  <c:v>0.76190476200000001</c:v>
                </c:pt>
                <c:pt idx="1531">
                  <c:v>0.74419550099999998</c:v>
                </c:pt>
                <c:pt idx="1532">
                  <c:v>0.76279022500000004</c:v>
                </c:pt>
                <c:pt idx="1533">
                  <c:v>0.76186048900000003</c:v>
                </c:pt>
                <c:pt idx="1534">
                  <c:v>0.76190697600000001</c:v>
                </c:pt>
                <c:pt idx="1535">
                  <c:v>0.76190465100000004</c:v>
                </c:pt>
                <c:pt idx="1536">
                  <c:v>0.76190476699999998</c:v>
                </c:pt>
                <c:pt idx="1537">
                  <c:v>0.76190476200000001</c:v>
                </c:pt>
                <c:pt idx="1538">
                  <c:v>0.76190476200000001</c:v>
                </c:pt>
                <c:pt idx="1539">
                  <c:v>0.76190476200000001</c:v>
                </c:pt>
                <c:pt idx="1540">
                  <c:v>0.76190476200000001</c:v>
                </c:pt>
                <c:pt idx="1541">
                  <c:v>0.76190476200000001</c:v>
                </c:pt>
                <c:pt idx="1542">
                  <c:v>0.76190476200000001</c:v>
                </c:pt>
                <c:pt idx="1543">
                  <c:v>0.76190476200000001</c:v>
                </c:pt>
                <c:pt idx="1544">
                  <c:v>0.76190476200000001</c:v>
                </c:pt>
                <c:pt idx="1545">
                  <c:v>0.76190476200000001</c:v>
                </c:pt>
                <c:pt idx="1546">
                  <c:v>0.76190476200000001</c:v>
                </c:pt>
                <c:pt idx="1547">
                  <c:v>0.76190476200000001</c:v>
                </c:pt>
                <c:pt idx="1548">
                  <c:v>0.76190476200000001</c:v>
                </c:pt>
                <c:pt idx="1549">
                  <c:v>0.76190476200000001</c:v>
                </c:pt>
                <c:pt idx="1550">
                  <c:v>0.76190476200000001</c:v>
                </c:pt>
                <c:pt idx="1551">
                  <c:v>0.76190476200000001</c:v>
                </c:pt>
                <c:pt idx="1552">
                  <c:v>0.76190476200000001</c:v>
                </c:pt>
                <c:pt idx="1553">
                  <c:v>0.76190476200000001</c:v>
                </c:pt>
                <c:pt idx="1554">
                  <c:v>0.69183433900000002</c:v>
                </c:pt>
                <c:pt idx="1555">
                  <c:v>0.57209736899999997</c:v>
                </c:pt>
                <c:pt idx="1556">
                  <c:v>0.41984089099999999</c:v>
                </c:pt>
                <c:pt idx="1557">
                  <c:v>0.37900795500000001</c:v>
                </c:pt>
                <c:pt idx="1558">
                  <c:v>0.37900795500000001</c:v>
                </c:pt>
                <c:pt idx="1559">
                  <c:v>0.37900795500000001</c:v>
                </c:pt>
                <c:pt idx="1560">
                  <c:v>0.63635164399999999</c:v>
                </c:pt>
                <c:pt idx="1561">
                  <c:v>0.76818241799999998</c:v>
                </c:pt>
                <c:pt idx="1562">
                  <c:v>0.761590879</c:v>
                </c:pt>
                <c:pt idx="1563">
                  <c:v>0.76192045600000002</c:v>
                </c:pt>
                <c:pt idx="1564">
                  <c:v>0.76190397700000001</c:v>
                </c:pt>
                <c:pt idx="1565">
                  <c:v>0.75205783000000004</c:v>
                </c:pt>
                <c:pt idx="1566">
                  <c:v>0.75452117200000002</c:v>
                </c:pt>
                <c:pt idx="1567">
                  <c:v>0.58434459100000002</c:v>
                </c:pt>
                <c:pt idx="1568">
                  <c:v>0.37165436499999999</c:v>
                </c:pt>
                <c:pt idx="1569">
                  <c:v>0.63314985199999996</c:v>
                </c:pt>
                <c:pt idx="1570">
                  <c:v>0.76834250699999995</c:v>
                </c:pt>
                <c:pt idx="1571">
                  <c:v>0.76158287499999999</c:v>
                </c:pt>
                <c:pt idx="1572">
                  <c:v>0.76192085600000004</c:v>
                </c:pt>
                <c:pt idx="1573">
                  <c:v>0.76190395700000002</c:v>
                </c:pt>
                <c:pt idx="1574">
                  <c:v>0.76190480199999999</c:v>
                </c:pt>
                <c:pt idx="1575">
                  <c:v>0.76190475999999996</c:v>
                </c:pt>
                <c:pt idx="1576">
                  <c:v>0.76190476200000001</c:v>
                </c:pt>
                <c:pt idx="1577">
                  <c:v>0.76190476200000001</c:v>
                </c:pt>
                <c:pt idx="1578">
                  <c:v>0.76190476200000001</c:v>
                </c:pt>
                <c:pt idx="1579">
                  <c:v>0.512862814</c:v>
                </c:pt>
                <c:pt idx="1580">
                  <c:v>0.388064085</c:v>
                </c:pt>
                <c:pt idx="1581">
                  <c:v>0.53857273000000006</c:v>
                </c:pt>
                <c:pt idx="1582">
                  <c:v>0.70942868800000003</c:v>
                </c:pt>
                <c:pt idx="1583">
                  <c:v>0.73172373999999996</c:v>
                </c:pt>
                <c:pt idx="1584">
                  <c:v>0.763413813</c:v>
                </c:pt>
                <c:pt idx="1585">
                  <c:v>0.76182930900000001</c:v>
                </c:pt>
                <c:pt idx="1586">
                  <c:v>0.71318397200000005</c:v>
                </c:pt>
                <c:pt idx="1587">
                  <c:v>0.62418835900000003</c:v>
                </c:pt>
                <c:pt idx="1588">
                  <c:v>0.722554998</c:v>
                </c:pt>
                <c:pt idx="1589">
                  <c:v>0.76387225000000003</c:v>
                </c:pt>
                <c:pt idx="1590">
                  <c:v>0.76180638700000003</c:v>
                </c:pt>
                <c:pt idx="1591">
                  <c:v>0.76190968100000001</c:v>
                </c:pt>
                <c:pt idx="1592">
                  <c:v>0.76190451599999998</c:v>
                </c:pt>
                <c:pt idx="1593">
                  <c:v>0.76190477400000001</c:v>
                </c:pt>
                <c:pt idx="1594">
                  <c:v>0.64204230299999998</c:v>
                </c:pt>
                <c:pt idx="1595">
                  <c:v>0.767897885</c:v>
                </c:pt>
                <c:pt idx="1596">
                  <c:v>0.76160510599999998</c:v>
                </c:pt>
                <c:pt idx="1597">
                  <c:v>0.76191974500000004</c:v>
                </c:pt>
                <c:pt idx="1598">
                  <c:v>0.76190401299999999</c:v>
                </c:pt>
                <c:pt idx="1599">
                  <c:v>0.76190479899999997</c:v>
                </c:pt>
                <c:pt idx="1600">
                  <c:v>0.76190475999999996</c:v>
                </c:pt>
                <c:pt idx="1601">
                  <c:v>0.76190476200000001</c:v>
                </c:pt>
                <c:pt idx="1602">
                  <c:v>0.76190476200000001</c:v>
                </c:pt>
                <c:pt idx="1603">
                  <c:v>0.76190476200000001</c:v>
                </c:pt>
                <c:pt idx="1604">
                  <c:v>0.76190476200000001</c:v>
                </c:pt>
                <c:pt idx="1605">
                  <c:v>0.76190476200000001</c:v>
                </c:pt>
                <c:pt idx="1606">
                  <c:v>0.76190476200000001</c:v>
                </c:pt>
                <c:pt idx="1607">
                  <c:v>0.76190476200000001</c:v>
                </c:pt>
                <c:pt idx="1608">
                  <c:v>0.76190476200000001</c:v>
                </c:pt>
                <c:pt idx="1609">
                  <c:v>0.76190476200000001</c:v>
                </c:pt>
                <c:pt idx="1610">
                  <c:v>0.76190476200000001</c:v>
                </c:pt>
                <c:pt idx="1611">
                  <c:v>0.76190476200000001</c:v>
                </c:pt>
                <c:pt idx="1612">
                  <c:v>0.76190476200000001</c:v>
                </c:pt>
                <c:pt idx="1613">
                  <c:v>0.76190476200000001</c:v>
                </c:pt>
                <c:pt idx="1614">
                  <c:v>0.76190476200000001</c:v>
                </c:pt>
                <c:pt idx="1615">
                  <c:v>0.76190476200000001</c:v>
                </c:pt>
                <c:pt idx="1616">
                  <c:v>0.76190476200000001</c:v>
                </c:pt>
                <c:pt idx="1617">
                  <c:v>0.76190476200000001</c:v>
                </c:pt>
                <c:pt idx="1618">
                  <c:v>0.76190476200000001</c:v>
                </c:pt>
                <c:pt idx="1619">
                  <c:v>0.76190476200000001</c:v>
                </c:pt>
                <c:pt idx="1620">
                  <c:v>0.76190476200000001</c:v>
                </c:pt>
                <c:pt idx="1621">
                  <c:v>0.76190476200000001</c:v>
                </c:pt>
                <c:pt idx="1622">
                  <c:v>0.76190476200000001</c:v>
                </c:pt>
                <c:pt idx="1623">
                  <c:v>0.76190476200000001</c:v>
                </c:pt>
                <c:pt idx="1624">
                  <c:v>0.76190476200000001</c:v>
                </c:pt>
                <c:pt idx="1625">
                  <c:v>0.69080438200000005</c:v>
                </c:pt>
                <c:pt idx="1626">
                  <c:v>0.55735111900000001</c:v>
                </c:pt>
                <c:pt idx="1627">
                  <c:v>0.37213244400000001</c:v>
                </c:pt>
                <c:pt idx="1628">
                  <c:v>0.37213244400000001</c:v>
                </c:pt>
                <c:pt idx="1629">
                  <c:v>0.37213244400000001</c:v>
                </c:pt>
                <c:pt idx="1630">
                  <c:v>0.37213244400000001</c:v>
                </c:pt>
                <c:pt idx="1631">
                  <c:v>0.37213244400000001</c:v>
                </c:pt>
                <c:pt idx="1632">
                  <c:v>0.37213244400000001</c:v>
                </c:pt>
                <c:pt idx="1633">
                  <c:v>0.45921620299999999</c:v>
                </c:pt>
                <c:pt idx="1634">
                  <c:v>0.37703919000000002</c:v>
                </c:pt>
                <c:pt idx="1635">
                  <c:v>0.36578232100000002</c:v>
                </c:pt>
                <c:pt idx="1636">
                  <c:v>0.36578232100000002</c:v>
                </c:pt>
                <c:pt idx="1637">
                  <c:v>0.36578232100000002</c:v>
                </c:pt>
                <c:pt idx="1638">
                  <c:v>0.36578232100000002</c:v>
                </c:pt>
                <c:pt idx="1639">
                  <c:v>0.36578232100000002</c:v>
                </c:pt>
                <c:pt idx="1640">
                  <c:v>0.36203894199999997</c:v>
                </c:pt>
                <c:pt idx="1641">
                  <c:v>0.78189805300000004</c:v>
                </c:pt>
                <c:pt idx="1642">
                  <c:v>0.76090509699999997</c:v>
                </c:pt>
                <c:pt idx="1643">
                  <c:v>0.76195474500000004</c:v>
                </c:pt>
                <c:pt idx="1644">
                  <c:v>0.76190226299999997</c:v>
                </c:pt>
                <c:pt idx="1645">
                  <c:v>0.76190488700000003</c:v>
                </c:pt>
                <c:pt idx="1646">
                  <c:v>0.76190475599999996</c:v>
                </c:pt>
                <c:pt idx="1647">
                  <c:v>0.76190476200000001</c:v>
                </c:pt>
                <c:pt idx="1648">
                  <c:v>0.76190476200000001</c:v>
                </c:pt>
                <c:pt idx="1649">
                  <c:v>0.76190476200000001</c:v>
                </c:pt>
                <c:pt idx="1650">
                  <c:v>0.76190476200000001</c:v>
                </c:pt>
                <c:pt idx="1651">
                  <c:v>0.76190476200000001</c:v>
                </c:pt>
                <c:pt idx="1652">
                  <c:v>0.57601094200000003</c:v>
                </c:pt>
                <c:pt idx="1653">
                  <c:v>0.50894735599999996</c:v>
                </c:pt>
                <c:pt idx="1654">
                  <c:v>0.374552632</c:v>
                </c:pt>
                <c:pt idx="1655">
                  <c:v>0.374552632</c:v>
                </c:pt>
                <c:pt idx="1656">
                  <c:v>0.39695782800000001</c:v>
                </c:pt>
                <c:pt idx="1657">
                  <c:v>0.41786100799999998</c:v>
                </c:pt>
                <c:pt idx="1658">
                  <c:v>0.47585485100000002</c:v>
                </c:pt>
                <c:pt idx="1659">
                  <c:v>0.45567592299999998</c:v>
                </c:pt>
                <c:pt idx="1660">
                  <c:v>0.72349121100000002</c:v>
                </c:pt>
                <c:pt idx="1661">
                  <c:v>0.71911921300000003</c:v>
                </c:pt>
                <c:pt idx="1662">
                  <c:v>0.63503170499999995</c:v>
                </c:pt>
                <c:pt idx="1663">
                  <c:v>0.69682780300000002</c:v>
                </c:pt>
                <c:pt idx="1664">
                  <c:v>0.76515860999999996</c:v>
                </c:pt>
                <c:pt idx="1665">
                  <c:v>0.76174207000000005</c:v>
                </c:pt>
                <c:pt idx="1666">
                  <c:v>0.76191289699999998</c:v>
                </c:pt>
                <c:pt idx="1667">
                  <c:v>0.76190435499999998</c:v>
                </c:pt>
                <c:pt idx="1668">
                  <c:v>0.761904782</c:v>
                </c:pt>
                <c:pt idx="1669">
                  <c:v>0.76190476100000004</c:v>
                </c:pt>
                <c:pt idx="1670">
                  <c:v>0.76190476200000001</c:v>
                </c:pt>
                <c:pt idx="1671">
                  <c:v>0.76190476200000001</c:v>
                </c:pt>
                <c:pt idx="1672">
                  <c:v>0.76190476200000001</c:v>
                </c:pt>
                <c:pt idx="1673">
                  <c:v>0.76190476200000001</c:v>
                </c:pt>
                <c:pt idx="1674">
                  <c:v>0.76190476200000001</c:v>
                </c:pt>
                <c:pt idx="1675">
                  <c:v>0.76190476200000001</c:v>
                </c:pt>
                <c:pt idx="1676">
                  <c:v>0.76190476200000001</c:v>
                </c:pt>
                <c:pt idx="1677">
                  <c:v>0.76190476200000001</c:v>
                </c:pt>
                <c:pt idx="1678">
                  <c:v>0.68407041499999999</c:v>
                </c:pt>
                <c:pt idx="1679">
                  <c:v>0.70568442399999998</c:v>
                </c:pt>
                <c:pt idx="1680">
                  <c:v>0.54607570500000002</c:v>
                </c:pt>
                <c:pt idx="1681">
                  <c:v>0.51188845400000005</c:v>
                </c:pt>
                <c:pt idx="1682">
                  <c:v>0.50588535800000001</c:v>
                </c:pt>
                <c:pt idx="1683">
                  <c:v>0.65151457400000001</c:v>
                </c:pt>
                <c:pt idx="1684">
                  <c:v>0.58034685500000005</c:v>
                </c:pt>
                <c:pt idx="1685">
                  <c:v>0.57058386299999997</c:v>
                </c:pt>
                <c:pt idx="1686">
                  <c:v>0.457797915</c:v>
                </c:pt>
                <c:pt idx="1687">
                  <c:v>0.377110104</c:v>
                </c:pt>
                <c:pt idx="1688">
                  <c:v>0.40913177299999998</c:v>
                </c:pt>
                <c:pt idx="1689">
                  <c:v>0.77405819399999998</c:v>
                </c:pt>
                <c:pt idx="1690">
                  <c:v>0.76129709000000001</c:v>
                </c:pt>
                <c:pt idx="1691">
                  <c:v>0.76193514500000004</c:v>
                </c:pt>
                <c:pt idx="1692">
                  <c:v>0.76190324300000001</c:v>
                </c:pt>
                <c:pt idx="1693">
                  <c:v>0.76190483799999997</c:v>
                </c:pt>
                <c:pt idx="1694">
                  <c:v>0.76190475800000002</c:v>
                </c:pt>
                <c:pt idx="1695">
                  <c:v>0.76190476200000001</c:v>
                </c:pt>
                <c:pt idx="1696">
                  <c:v>0.76190476200000001</c:v>
                </c:pt>
                <c:pt idx="1697">
                  <c:v>0.76190476200000001</c:v>
                </c:pt>
                <c:pt idx="1698">
                  <c:v>0.76190476200000001</c:v>
                </c:pt>
                <c:pt idx="1699">
                  <c:v>0.76190476200000001</c:v>
                </c:pt>
                <c:pt idx="1700">
                  <c:v>0.76190476200000001</c:v>
                </c:pt>
                <c:pt idx="1701">
                  <c:v>0.76190476200000001</c:v>
                </c:pt>
                <c:pt idx="1702">
                  <c:v>0.76190476200000001</c:v>
                </c:pt>
                <c:pt idx="1703">
                  <c:v>0.76190476200000001</c:v>
                </c:pt>
                <c:pt idx="1704">
                  <c:v>0.76190476200000001</c:v>
                </c:pt>
                <c:pt idx="1705">
                  <c:v>0.76190476200000001</c:v>
                </c:pt>
                <c:pt idx="1706">
                  <c:v>0.76190476200000001</c:v>
                </c:pt>
                <c:pt idx="1707">
                  <c:v>0.76190476200000001</c:v>
                </c:pt>
                <c:pt idx="1708">
                  <c:v>0.76190476200000001</c:v>
                </c:pt>
                <c:pt idx="1709">
                  <c:v>0.76190476200000001</c:v>
                </c:pt>
                <c:pt idx="1710">
                  <c:v>0.76190476200000001</c:v>
                </c:pt>
                <c:pt idx="1711">
                  <c:v>0.76190476200000001</c:v>
                </c:pt>
                <c:pt idx="1712">
                  <c:v>0.76190476200000001</c:v>
                </c:pt>
                <c:pt idx="1713">
                  <c:v>0.76190476200000001</c:v>
                </c:pt>
                <c:pt idx="1714">
                  <c:v>0.76190476200000001</c:v>
                </c:pt>
                <c:pt idx="1715">
                  <c:v>0.76190476200000001</c:v>
                </c:pt>
                <c:pt idx="1716">
                  <c:v>0.76190476200000001</c:v>
                </c:pt>
                <c:pt idx="1717">
                  <c:v>0.76190476200000001</c:v>
                </c:pt>
                <c:pt idx="1718">
                  <c:v>0.76190476200000001</c:v>
                </c:pt>
                <c:pt idx="1719">
                  <c:v>0.76190476200000001</c:v>
                </c:pt>
                <c:pt idx="1720">
                  <c:v>0.76190476200000001</c:v>
                </c:pt>
                <c:pt idx="1721">
                  <c:v>0.76190476200000001</c:v>
                </c:pt>
                <c:pt idx="1722">
                  <c:v>0.76190476200000001</c:v>
                </c:pt>
                <c:pt idx="1723">
                  <c:v>0.76190476200000001</c:v>
                </c:pt>
                <c:pt idx="1724">
                  <c:v>0.76190476200000001</c:v>
                </c:pt>
                <c:pt idx="1725">
                  <c:v>0.76190476200000001</c:v>
                </c:pt>
                <c:pt idx="1726">
                  <c:v>0.76190476200000001</c:v>
                </c:pt>
                <c:pt idx="1727">
                  <c:v>0.76190476200000001</c:v>
                </c:pt>
                <c:pt idx="1728">
                  <c:v>0.76190476200000001</c:v>
                </c:pt>
                <c:pt idx="1729">
                  <c:v>0.76190476200000001</c:v>
                </c:pt>
                <c:pt idx="1730">
                  <c:v>0.76190476200000001</c:v>
                </c:pt>
                <c:pt idx="1731">
                  <c:v>0.76190476200000001</c:v>
                </c:pt>
                <c:pt idx="1732">
                  <c:v>0.76190476200000001</c:v>
                </c:pt>
                <c:pt idx="1733">
                  <c:v>0.76190476200000001</c:v>
                </c:pt>
                <c:pt idx="1734">
                  <c:v>0.76190476200000001</c:v>
                </c:pt>
                <c:pt idx="1735">
                  <c:v>0.76190476200000001</c:v>
                </c:pt>
                <c:pt idx="1736">
                  <c:v>0.74529791300000003</c:v>
                </c:pt>
                <c:pt idx="1737">
                  <c:v>0.63739894699999999</c:v>
                </c:pt>
                <c:pt idx="1738">
                  <c:v>0.674925255</c:v>
                </c:pt>
                <c:pt idx="1739">
                  <c:v>0.76625373699999999</c:v>
                </c:pt>
                <c:pt idx="1740">
                  <c:v>0.76168731300000003</c:v>
                </c:pt>
                <c:pt idx="1741">
                  <c:v>0.76191563399999995</c:v>
                </c:pt>
                <c:pt idx="1742">
                  <c:v>0.76190421799999997</c:v>
                </c:pt>
                <c:pt idx="1743">
                  <c:v>0.76190478900000003</c:v>
                </c:pt>
                <c:pt idx="1744">
                  <c:v>0.76190476100000004</c:v>
                </c:pt>
                <c:pt idx="1745">
                  <c:v>0.76190476200000001</c:v>
                </c:pt>
                <c:pt idx="1746">
                  <c:v>0.66611965799999995</c:v>
                </c:pt>
                <c:pt idx="1747">
                  <c:v>0.39224873799999999</c:v>
                </c:pt>
                <c:pt idx="1748">
                  <c:v>0.39224873799999999</c:v>
                </c:pt>
                <c:pt idx="1749">
                  <c:v>0.39224873799999999</c:v>
                </c:pt>
                <c:pt idx="1750">
                  <c:v>0.39224873799999999</c:v>
                </c:pt>
                <c:pt idx="1751">
                  <c:v>0.53409811399999996</c:v>
                </c:pt>
                <c:pt idx="1752">
                  <c:v>0.74733550100000001</c:v>
                </c:pt>
                <c:pt idx="1753">
                  <c:v>0.76263322499999997</c:v>
                </c:pt>
                <c:pt idx="1754">
                  <c:v>0.76186833899999995</c:v>
                </c:pt>
                <c:pt idx="1755">
                  <c:v>0.76190658300000003</c:v>
                </c:pt>
                <c:pt idx="1756">
                  <c:v>0.76190467100000003</c:v>
                </c:pt>
                <c:pt idx="1757">
                  <c:v>0.69502688000000001</c:v>
                </c:pt>
                <c:pt idx="1758">
                  <c:v>0.55835875000000001</c:v>
                </c:pt>
                <c:pt idx="1759">
                  <c:v>0.39462174900000002</c:v>
                </c:pt>
                <c:pt idx="1760">
                  <c:v>0.39462174900000002</c:v>
                </c:pt>
                <c:pt idx="1761">
                  <c:v>0.43188655100000001</c:v>
                </c:pt>
                <c:pt idx="1762">
                  <c:v>0.38825201300000001</c:v>
                </c:pt>
                <c:pt idx="1763">
                  <c:v>0.67388522399999995</c:v>
                </c:pt>
                <c:pt idx="1764">
                  <c:v>0.76630573899999999</c:v>
                </c:pt>
                <c:pt idx="1765">
                  <c:v>0.76168471299999996</c:v>
                </c:pt>
                <c:pt idx="1766">
                  <c:v>0.76191576400000005</c:v>
                </c:pt>
                <c:pt idx="1767">
                  <c:v>0.76190421200000003</c:v>
                </c:pt>
                <c:pt idx="1768">
                  <c:v>0.76190478900000003</c:v>
                </c:pt>
                <c:pt idx="1769">
                  <c:v>0.76190476100000004</c:v>
                </c:pt>
                <c:pt idx="1770">
                  <c:v>0.76190476200000001</c:v>
                </c:pt>
                <c:pt idx="1771">
                  <c:v>0.53582690399999999</c:v>
                </c:pt>
                <c:pt idx="1772">
                  <c:v>0.373208655</c:v>
                </c:pt>
                <c:pt idx="1773">
                  <c:v>0.373208655</c:v>
                </c:pt>
                <c:pt idx="1774">
                  <c:v>0.373208655</c:v>
                </c:pt>
                <c:pt idx="1775">
                  <c:v>0.373208655</c:v>
                </c:pt>
                <c:pt idx="1776">
                  <c:v>0.59478531700000004</c:v>
                </c:pt>
                <c:pt idx="1777">
                  <c:v>0.70319710899999999</c:v>
                </c:pt>
                <c:pt idx="1778">
                  <c:v>0.76484014499999997</c:v>
                </c:pt>
                <c:pt idx="1779">
                  <c:v>0.76175799300000002</c:v>
                </c:pt>
                <c:pt idx="1780">
                  <c:v>0.76191209999999998</c:v>
                </c:pt>
                <c:pt idx="1781">
                  <c:v>0.67294000799999998</c:v>
                </c:pt>
                <c:pt idx="1782">
                  <c:v>0.67166722999999995</c:v>
                </c:pt>
                <c:pt idx="1783">
                  <c:v>0.76641663800000004</c:v>
                </c:pt>
                <c:pt idx="1784">
                  <c:v>0.76167916800000002</c:v>
                </c:pt>
                <c:pt idx="1785">
                  <c:v>0.76191604199999996</c:v>
                </c:pt>
                <c:pt idx="1786">
                  <c:v>0.76190419799999998</c:v>
                </c:pt>
                <c:pt idx="1787">
                  <c:v>0.76190479</c:v>
                </c:pt>
                <c:pt idx="1788">
                  <c:v>0.76190475999999996</c:v>
                </c:pt>
                <c:pt idx="1789">
                  <c:v>0.76190476200000001</c:v>
                </c:pt>
                <c:pt idx="1790">
                  <c:v>0.76190476200000001</c:v>
                </c:pt>
                <c:pt idx="1791">
                  <c:v>0.76190476200000001</c:v>
                </c:pt>
                <c:pt idx="1792">
                  <c:v>0.76190476200000001</c:v>
                </c:pt>
                <c:pt idx="1793">
                  <c:v>0.76190476200000001</c:v>
                </c:pt>
                <c:pt idx="1794">
                  <c:v>0.76190476200000001</c:v>
                </c:pt>
                <c:pt idx="1795">
                  <c:v>0.73378300299999999</c:v>
                </c:pt>
                <c:pt idx="1796">
                  <c:v>0.60876594399999995</c:v>
                </c:pt>
                <c:pt idx="1797">
                  <c:v>0.66545511899999998</c:v>
                </c:pt>
                <c:pt idx="1798">
                  <c:v>0.76672724400000003</c:v>
                </c:pt>
                <c:pt idx="1799">
                  <c:v>0.76166363800000003</c:v>
                </c:pt>
                <c:pt idx="1800">
                  <c:v>0.761916818</c:v>
                </c:pt>
                <c:pt idx="1801">
                  <c:v>0.76190415899999997</c:v>
                </c:pt>
                <c:pt idx="1802">
                  <c:v>0.76190479200000005</c:v>
                </c:pt>
                <c:pt idx="1803">
                  <c:v>0.76190475999999996</c:v>
                </c:pt>
                <c:pt idx="1804">
                  <c:v>0.76190476200000001</c:v>
                </c:pt>
                <c:pt idx="1805">
                  <c:v>0.76190476200000001</c:v>
                </c:pt>
                <c:pt idx="1806">
                  <c:v>0.76190476200000001</c:v>
                </c:pt>
                <c:pt idx="1807">
                  <c:v>0.76190476200000001</c:v>
                </c:pt>
                <c:pt idx="1808">
                  <c:v>0.76190476200000001</c:v>
                </c:pt>
                <c:pt idx="1809">
                  <c:v>0.76190476200000001</c:v>
                </c:pt>
                <c:pt idx="1810">
                  <c:v>0.76190476200000001</c:v>
                </c:pt>
                <c:pt idx="1811">
                  <c:v>0.76190476200000001</c:v>
                </c:pt>
                <c:pt idx="1812">
                  <c:v>0.76190476200000001</c:v>
                </c:pt>
                <c:pt idx="1813">
                  <c:v>0.76190476200000001</c:v>
                </c:pt>
                <c:pt idx="1814">
                  <c:v>0.76190476200000001</c:v>
                </c:pt>
                <c:pt idx="1815">
                  <c:v>0.76190476200000001</c:v>
                </c:pt>
                <c:pt idx="1816">
                  <c:v>0.76190476200000001</c:v>
                </c:pt>
                <c:pt idx="1817">
                  <c:v>0.76190476200000001</c:v>
                </c:pt>
                <c:pt idx="1818">
                  <c:v>0.53655163500000003</c:v>
                </c:pt>
                <c:pt idx="1819">
                  <c:v>0.54300088199999996</c:v>
                </c:pt>
                <c:pt idx="1820">
                  <c:v>0.59737368700000004</c:v>
                </c:pt>
                <c:pt idx="1821">
                  <c:v>0.673444088</c:v>
                </c:pt>
                <c:pt idx="1822">
                  <c:v>0.62316460200000001</c:v>
                </c:pt>
                <c:pt idx="1823">
                  <c:v>0.63561296899999997</c:v>
                </c:pt>
                <c:pt idx="1824">
                  <c:v>0.61112064799999999</c:v>
                </c:pt>
                <c:pt idx="1825">
                  <c:v>0.59141702900000004</c:v>
                </c:pt>
                <c:pt idx="1826">
                  <c:v>0.54045537700000001</c:v>
                </c:pt>
                <c:pt idx="1827">
                  <c:v>0.46214774400000003</c:v>
                </c:pt>
                <c:pt idx="1828">
                  <c:v>0.52969426900000005</c:v>
                </c:pt>
                <c:pt idx="1829">
                  <c:v>0.70216376999999996</c:v>
                </c:pt>
                <c:pt idx="1830">
                  <c:v>0.61396416399999998</c:v>
                </c:pt>
                <c:pt idx="1831">
                  <c:v>0.62541329999999995</c:v>
                </c:pt>
                <c:pt idx="1832">
                  <c:v>0.76872933499999996</c:v>
                </c:pt>
                <c:pt idx="1833">
                  <c:v>0.76156353300000001</c:v>
                </c:pt>
                <c:pt idx="1834">
                  <c:v>0.761921823</c:v>
                </c:pt>
                <c:pt idx="1835">
                  <c:v>0.76190390900000005</c:v>
                </c:pt>
                <c:pt idx="1836">
                  <c:v>0.76190480500000002</c:v>
                </c:pt>
                <c:pt idx="1837">
                  <c:v>0.76190475999999996</c:v>
                </c:pt>
                <c:pt idx="1838">
                  <c:v>0.76190476200000001</c:v>
                </c:pt>
                <c:pt idx="1839">
                  <c:v>0.76190476200000001</c:v>
                </c:pt>
                <c:pt idx="1840">
                  <c:v>0.76190476200000001</c:v>
                </c:pt>
                <c:pt idx="1841">
                  <c:v>0.74739252</c:v>
                </c:pt>
                <c:pt idx="1842">
                  <c:v>0.69740515400000003</c:v>
                </c:pt>
                <c:pt idx="1843">
                  <c:v>0.43463905800000002</c:v>
                </c:pt>
                <c:pt idx="1844">
                  <c:v>0.378268047</c:v>
                </c:pt>
                <c:pt idx="1845">
                  <c:v>0.378268047</c:v>
                </c:pt>
                <c:pt idx="1846">
                  <c:v>0.378268047</c:v>
                </c:pt>
                <c:pt idx="1847">
                  <c:v>0.378268047</c:v>
                </c:pt>
                <c:pt idx="1848">
                  <c:v>0.43386524599999998</c:v>
                </c:pt>
                <c:pt idx="1849">
                  <c:v>0.62328931600000004</c:v>
                </c:pt>
                <c:pt idx="1850">
                  <c:v>0.56167734300000005</c:v>
                </c:pt>
                <c:pt idx="1851">
                  <c:v>0.77191613299999995</c:v>
                </c:pt>
                <c:pt idx="1852">
                  <c:v>0.76140419299999995</c:v>
                </c:pt>
                <c:pt idx="1853">
                  <c:v>0.76192979000000005</c:v>
                </c:pt>
                <c:pt idx="1854">
                  <c:v>0.76190351000000001</c:v>
                </c:pt>
                <c:pt idx="1855">
                  <c:v>0.69747565199999995</c:v>
                </c:pt>
                <c:pt idx="1856">
                  <c:v>0.76512621700000005</c:v>
                </c:pt>
                <c:pt idx="1857">
                  <c:v>0.761743689</c:v>
                </c:pt>
                <c:pt idx="1858">
                  <c:v>0.76191281600000005</c:v>
                </c:pt>
                <c:pt idx="1859">
                  <c:v>0.76190435899999998</c:v>
                </c:pt>
                <c:pt idx="1860">
                  <c:v>0.761904782</c:v>
                </c:pt>
                <c:pt idx="1861">
                  <c:v>0.76190476100000004</c:v>
                </c:pt>
                <c:pt idx="1862">
                  <c:v>0.76190476200000001</c:v>
                </c:pt>
                <c:pt idx="1863">
                  <c:v>0.76190476200000001</c:v>
                </c:pt>
                <c:pt idx="1864">
                  <c:v>0.76190476200000001</c:v>
                </c:pt>
                <c:pt idx="1865">
                  <c:v>0.76190476200000001</c:v>
                </c:pt>
                <c:pt idx="1866">
                  <c:v>0.76190476200000001</c:v>
                </c:pt>
                <c:pt idx="1867">
                  <c:v>0.54476506999999996</c:v>
                </c:pt>
                <c:pt idx="1868">
                  <c:v>0.43716381599999998</c:v>
                </c:pt>
                <c:pt idx="1869">
                  <c:v>0.54999818199999995</c:v>
                </c:pt>
                <c:pt idx="1870">
                  <c:v>0.46693821200000002</c:v>
                </c:pt>
                <c:pt idx="1871">
                  <c:v>0.68255522599999996</c:v>
                </c:pt>
                <c:pt idx="1872">
                  <c:v>0.76587223900000001</c:v>
                </c:pt>
                <c:pt idx="1873">
                  <c:v>0.76170638800000001</c:v>
                </c:pt>
                <c:pt idx="1874">
                  <c:v>0.76191468100000004</c:v>
                </c:pt>
                <c:pt idx="1875">
                  <c:v>0.76190426600000005</c:v>
                </c:pt>
                <c:pt idx="1876">
                  <c:v>0.76190478699999997</c:v>
                </c:pt>
                <c:pt idx="1877">
                  <c:v>0.76190476100000004</c:v>
                </c:pt>
                <c:pt idx="1878">
                  <c:v>0.76190476200000001</c:v>
                </c:pt>
                <c:pt idx="1879">
                  <c:v>0.76190476200000001</c:v>
                </c:pt>
                <c:pt idx="1880">
                  <c:v>0.76190476200000001</c:v>
                </c:pt>
                <c:pt idx="1881">
                  <c:v>0.76190476200000001</c:v>
                </c:pt>
                <c:pt idx="1882">
                  <c:v>0.76190476200000001</c:v>
                </c:pt>
                <c:pt idx="1883">
                  <c:v>0.76190476200000001</c:v>
                </c:pt>
                <c:pt idx="1884">
                  <c:v>0.76190476200000001</c:v>
                </c:pt>
                <c:pt idx="1885">
                  <c:v>0.76190476200000001</c:v>
                </c:pt>
                <c:pt idx="1886">
                  <c:v>0.76190476200000001</c:v>
                </c:pt>
                <c:pt idx="1887">
                  <c:v>0.76190476200000001</c:v>
                </c:pt>
                <c:pt idx="1888">
                  <c:v>0.76190476200000001</c:v>
                </c:pt>
                <c:pt idx="1889">
                  <c:v>0.76190476200000001</c:v>
                </c:pt>
                <c:pt idx="1890">
                  <c:v>0.76190476200000001</c:v>
                </c:pt>
                <c:pt idx="1891">
                  <c:v>0.56517833100000003</c:v>
                </c:pt>
                <c:pt idx="1892">
                  <c:v>0.403663718</c:v>
                </c:pt>
                <c:pt idx="1893">
                  <c:v>0.48139663999999999</c:v>
                </c:pt>
                <c:pt idx="1894">
                  <c:v>0.64942476100000002</c:v>
                </c:pt>
                <c:pt idx="1895">
                  <c:v>0.76752876199999998</c:v>
                </c:pt>
                <c:pt idx="1896">
                  <c:v>0.76162356200000003</c:v>
                </c:pt>
                <c:pt idx="1897">
                  <c:v>0.76191882200000005</c:v>
                </c:pt>
                <c:pt idx="1898">
                  <c:v>0.68082905900000001</c:v>
                </c:pt>
                <c:pt idx="1899">
                  <c:v>0.726363113</c:v>
                </c:pt>
                <c:pt idx="1900">
                  <c:v>0.719841964</c:v>
                </c:pt>
                <c:pt idx="1901">
                  <c:v>0.76400790200000002</c:v>
                </c:pt>
                <c:pt idx="1902">
                  <c:v>0.76179960499999999</c:v>
                </c:pt>
                <c:pt idx="1903">
                  <c:v>0.76191001999999997</c:v>
                </c:pt>
                <c:pt idx="1904">
                  <c:v>0.76190449900000001</c:v>
                </c:pt>
                <c:pt idx="1905">
                  <c:v>0.76190477499999998</c:v>
                </c:pt>
                <c:pt idx="1906">
                  <c:v>0.76190476100000004</c:v>
                </c:pt>
                <c:pt idx="1907">
                  <c:v>0.76190476200000001</c:v>
                </c:pt>
                <c:pt idx="1908">
                  <c:v>0.76190476200000001</c:v>
                </c:pt>
                <c:pt idx="1909">
                  <c:v>0.76190476200000001</c:v>
                </c:pt>
                <c:pt idx="1910">
                  <c:v>0.76190476200000001</c:v>
                </c:pt>
                <c:pt idx="1911">
                  <c:v>0.76190476200000001</c:v>
                </c:pt>
                <c:pt idx="1912">
                  <c:v>0.76190476200000001</c:v>
                </c:pt>
                <c:pt idx="1913">
                  <c:v>0.76190476200000001</c:v>
                </c:pt>
                <c:pt idx="1914">
                  <c:v>0.76190476200000001</c:v>
                </c:pt>
                <c:pt idx="1915">
                  <c:v>0.53899940400000002</c:v>
                </c:pt>
                <c:pt idx="1916">
                  <c:v>0.37305002999999998</c:v>
                </c:pt>
                <c:pt idx="1917">
                  <c:v>0.37305002999999998</c:v>
                </c:pt>
                <c:pt idx="1918">
                  <c:v>0.37305002999999998</c:v>
                </c:pt>
                <c:pt idx="1919">
                  <c:v>0.37305002999999998</c:v>
                </c:pt>
                <c:pt idx="1920">
                  <c:v>0.62759461500000002</c:v>
                </c:pt>
                <c:pt idx="1921">
                  <c:v>0.76862026900000002</c:v>
                </c:pt>
                <c:pt idx="1922">
                  <c:v>0.76156898699999998</c:v>
                </c:pt>
                <c:pt idx="1923">
                  <c:v>0.76192155100000003</c:v>
                </c:pt>
                <c:pt idx="1924">
                  <c:v>0.76190392200000001</c:v>
                </c:pt>
                <c:pt idx="1925">
                  <c:v>0.76190480400000005</c:v>
                </c:pt>
                <c:pt idx="1926">
                  <c:v>0.76190475999999996</c:v>
                </c:pt>
                <c:pt idx="1927">
                  <c:v>0.76190476200000001</c:v>
                </c:pt>
                <c:pt idx="1928">
                  <c:v>0.631756227</c:v>
                </c:pt>
                <c:pt idx="1929">
                  <c:v>0.76841218899999997</c:v>
                </c:pt>
                <c:pt idx="1930">
                  <c:v>0.76157939100000005</c:v>
                </c:pt>
                <c:pt idx="1931">
                  <c:v>0.76192103</c:v>
                </c:pt>
                <c:pt idx="1932">
                  <c:v>0.76190394800000005</c:v>
                </c:pt>
                <c:pt idx="1933">
                  <c:v>0.76190480299999996</c:v>
                </c:pt>
                <c:pt idx="1934">
                  <c:v>0.76190475999999996</c:v>
                </c:pt>
                <c:pt idx="1935">
                  <c:v>0.76190476200000001</c:v>
                </c:pt>
                <c:pt idx="1936">
                  <c:v>0.76190476200000001</c:v>
                </c:pt>
                <c:pt idx="1937">
                  <c:v>0.76190476200000001</c:v>
                </c:pt>
                <c:pt idx="1938">
                  <c:v>0.76190476200000001</c:v>
                </c:pt>
                <c:pt idx="1939">
                  <c:v>0.76190476200000001</c:v>
                </c:pt>
                <c:pt idx="1940">
                  <c:v>0.76190476200000001</c:v>
                </c:pt>
                <c:pt idx="1941">
                  <c:v>0.76190476200000001</c:v>
                </c:pt>
                <c:pt idx="1942">
                  <c:v>0.57538374199999998</c:v>
                </c:pt>
                <c:pt idx="1943">
                  <c:v>0.37123081299999999</c:v>
                </c:pt>
                <c:pt idx="1944">
                  <c:v>0.37123081299999999</c:v>
                </c:pt>
                <c:pt idx="1945">
                  <c:v>0.51328680999999998</c:v>
                </c:pt>
                <c:pt idx="1946">
                  <c:v>0.77433565999999998</c:v>
                </c:pt>
                <c:pt idx="1947">
                  <c:v>0.76128321700000001</c:v>
                </c:pt>
                <c:pt idx="1948">
                  <c:v>0.76193583899999995</c:v>
                </c:pt>
                <c:pt idx="1949">
                  <c:v>0.761903208</c:v>
                </c:pt>
                <c:pt idx="1950">
                  <c:v>0.76190484000000003</c:v>
                </c:pt>
                <c:pt idx="1951">
                  <c:v>0.76190475800000002</c:v>
                </c:pt>
                <c:pt idx="1952">
                  <c:v>0.76190476200000001</c:v>
                </c:pt>
                <c:pt idx="1953">
                  <c:v>0.76190476200000001</c:v>
                </c:pt>
                <c:pt idx="1954">
                  <c:v>0.76190476200000001</c:v>
                </c:pt>
                <c:pt idx="1955">
                  <c:v>0.73659092199999998</c:v>
                </c:pt>
                <c:pt idx="1956">
                  <c:v>0.76317045400000005</c:v>
                </c:pt>
                <c:pt idx="1957">
                  <c:v>0.76184147700000004</c:v>
                </c:pt>
                <c:pt idx="1958">
                  <c:v>0.76190792600000001</c:v>
                </c:pt>
                <c:pt idx="1959">
                  <c:v>0.76190460400000004</c:v>
                </c:pt>
                <c:pt idx="1960">
                  <c:v>0.76190477000000001</c:v>
                </c:pt>
                <c:pt idx="1961">
                  <c:v>0.76190476200000001</c:v>
                </c:pt>
                <c:pt idx="1962">
                  <c:v>0.76190476200000001</c:v>
                </c:pt>
                <c:pt idx="1963">
                  <c:v>0.76190476200000001</c:v>
                </c:pt>
                <c:pt idx="1964">
                  <c:v>0.76190476200000001</c:v>
                </c:pt>
                <c:pt idx="1965">
                  <c:v>0.76190476200000001</c:v>
                </c:pt>
                <c:pt idx="1966">
                  <c:v>0.76190476200000001</c:v>
                </c:pt>
                <c:pt idx="1967">
                  <c:v>0.76190476200000001</c:v>
                </c:pt>
                <c:pt idx="1968">
                  <c:v>0.76190476200000001</c:v>
                </c:pt>
                <c:pt idx="1969">
                  <c:v>0.76190476200000001</c:v>
                </c:pt>
                <c:pt idx="1970">
                  <c:v>0.698667221</c:v>
                </c:pt>
                <c:pt idx="1971">
                  <c:v>0.61252744100000001</c:v>
                </c:pt>
                <c:pt idx="1972">
                  <c:v>0.76937362799999998</c:v>
                </c:pt>
                <c:pt idx="1973">
                  <c:v>0.76153131900000004</c:v>
                </c:pt>
                <c:pt idx="1974">
                  <c:v>0.76192343399999996</c:v>
                </c:pt>
                <c:pt idx="1975">
                  <c:v>0.76190382800000001</c:v>
                </c:pt>
                <c:pt idx="1976">
                  <c:v>0.76190480900000002</c:v>
                </c:pt>
                <c:pt idx="1977">
                  <c:v>0.76190475999999996</c:v>
                </c:pt>
                <c:pt idx="1978">
                  <c:v>0.76190476200000001</c:v>
                </c:pt>
                <c:pt idx="1979">
                  <c:v>0.76190476200000001</c:v>
                </c:pt>
                <c:pt idx="1980">
                  <c:v>0.76190476200000001</c:v>
                </c:pt>
                <c:pt idx="1981">
                  <c:v>0.76190476200000001</c:v>
                </c:pt>
                <c:pt idx="1982">
                  <c:v>0.76190476200000001</c:v>
                </c:pt>
                <c:pt idx="1983">
                  <c:v>0.76190476200000001</c:v>
                </c:pt>
                <c:pt idx="1984">
                  <c:v>0.76190476200000001</c:v>
                </c:pt>
                <c:pt idx="1985">
                  <c:v>0.76190476200000001</c:v>
                </c:pt>
                <c:pt idx="1986">
                  <c:v>0.72748886300000004</c:v>
                </c:pt>
                <c:pt idx="1987">
                  <c:v>0.62084971600000005</c:v>
                </c:pt>
                <c:pt idx="1988">
                  <c:v>0.47626184399999999</c:v>
                </c:pt>
                <c:pt idx="1989">
                  <c:v>0.37618690799999999</c:v>
                </c:pt>
                <c:pt idx="1990">
                  <c:v>0.37618690799999999</c:v>
                </c:pt>
                <c:pt idx="1991">
                  <c:v>0.37618690799999999</c:v>
                </c:pt>
                <c:pt idx="1992">
                  <c:v>0.37618690799999999</c:v>
                </c:pt>
                <c:pt idx="1993">
                  <c:v>0.37618690799999999</c:v>
                </c:pt>
                <c:pt idx="1994">
                  <c:v>0.37618690799999999</c:v>
                </c:pt>
                <c:pt idx="1995">
                  <c:v>0.37618690799999999</c:v>
                </c:pt>
                <c:pt idx="1996">
                  <c:v>0.37618690799999999</c:v>
                </c:pt>
                <c:pt idx="1997">
                  <c:v>0.41127024899999998</c:v>
                </c:pt>
                <c:pt idx="1998">
                  <c:v>0.62218020900000004</c:v>
                </c:pt>
                <c:pt idx="1999">
                  <c:v>0.76889099000000005</c:v>
                </c:pt>
                <c:pt idx="2000">
                  <c:v>0.76155545099999999</c:v>
                </c:pt>
                <c:pt idx="2001">
                  <c:v>0.76192222700000001</c:v>
                </c:pt>
                <c:pt idx="2002">
                  <c:v>0.76190388899999995</c:v>
                </c:pt>
                <c:pt idx="2003">
                  <c:v>0.76190480599999999</c:v>
                </c:pt>
                <c:pt idx="2004">
                  <c:v>0.76190475999999996</c:v>
                </c:pt>
                <c:pt idx="2005">
                  <c:v>0.76190476200000001</c:v>
                </c:pt>
                <c:pt idx="2006">
                  <c:v>0.76190476200000001</c:v>
                </c:pt>
                <c:pt idx="2007">
                  <c:v>0.76190476200000001</c:v>
                </c:pt>
                <c:pt idx="2008">
                  <c:v>0.76190476200000001</c:v>
                </c:pt>
                <c:pt idx="2009">
                  <c:v>0.76190476200000001</c:v>
                </c:pt>
                <c:pt idx="2010">
                  <c:v>0.76190476200000001</c:v>
                </c:pt>
                <c:pt idx="2011">
                  <c:v>0.76190476200000001</c:v>
                </c:pt>
                <c:pt idx="2012">
                  <c:v>0.76190476200000001</c:v>
                </c:pt>
                <c:pt idx="2013">
                  <c:v>0.76190476200000001</c:v>
                </c:pt>
                <c:pt idx="2014">
                  <c:v>0.76190476200000001</c:v>
                </c:pt>
                <c:pt idx="2015">
                  <c:v>0.76190476200000001</c:v>
                </c:pt>
                <c:pt idx="2016">
                  <c:v>0.76190476200000001</c:v>
                </c:pt>
                <c:pt idx="2017">
                  <c:v>0.76190476200000001</c:v>
                </c:pt>
                <c:pt idx="2018">
                  <c:v>0.76190476200000001</c:v>
                </c:pt>
                <c:pt idx="2019">
                  <c:v>0.76190476200000001</c:v>
                </c:pt>
                <c:pt idx="2020">
                  <c:v>0.76190476200000001</c:v>
                </c:pt>
                <c:pt idx="2021">
                  <c:v>0.76190476200000001</c:v>
                </c:pt>
                <c:pt idx="2022">
                  <c:v>0.76190476200000001</c:v>
                </c:pt>
                <c:pt idx="2023">
                  <c:v>0.76190476200000001</c:v>
                </c:pt>
                <c:pt idx="2024">
                  <c:v>0.76190476200000001</c:v>
                </c:pt>
                <c:pt idx="2025">
                  <c:v>0.76190476200000001</c:v>
                </c:pt>
                <c:pt idx="2026">
                  <c:v>0.76190476200000001</c:v>
                </c:pt>
                <c:pt idx="2027">
                  <c:v>0.76190476200000001</c:v>
                </c:pt>
                <c:pt idx="2028">
                  <c:v>0.76190476200000001</c:v>
                </c:pt>
                <c:pt idx="2029">
                  <c:v>0.76190476200000001</c:v>
                </c:pt>
                <c:pt idx="2030">
                  <c:v>0.76190476200000001</c:v>
                </c:pt>
                <c:pt idx="2031">
                  <c:v>0.76190476200000001</c:v>
                </c:pt>
                <c:pt idx="2032">
                  <c:v>0.76190476200000001</c:v>
                </c:pt>
                <c:pt idx="2033">
                  <c:v>0.76190476200000001</c:v>
                </c:pt>
                <c:pt idx="2034">
                  <c:v>0.76190476200000001</c:v>
                </c:pt>
                <c:pt idx="2035">
                  <c:v>0.427964919</c:v>
                </c:pt>
                <c:pt idx="2036">
                  <c:v>0.37860175400000001</c:v>
                </c:pt>
                <c:pt idx="2037">
                  <c:v>0.434546981</c:v>
                </c:pt>
                <c:pt idx="2038">
                  <c:v>0.46930713499999999</c:v>
                </c:pt>
                <c:pt idx="2039">
                  <c:v>0.39917575</c:v>
                </c:pt>
                <c:pt idx="2040">
                  <c:v>0.40578955500000002</c:v>
                </c:pt>
                <c:pt idx="2041">
                  <c:v>0.39330530400000002</c:v>
                </c:pt>
                <c:pt idx="2042">
                  <c:v>0.39330530400000002</c:v>
                </c:pt>
                <c:pt idx="2043">
                  <c:v>0.55720015599999995</c:v>
                </c:pt>
                <c:pt idx="2044">
                  <c:v>0.47326549600000001</c:v>
                </c:pt>
                <c:pt idx="2045">
                  <c:v>0.40432996999999998</c:v>
                </c:pt>
                <c:pt idx="2046">
                  <c:v>0.379783502</c:v>
                </c:pt>
                <c:pt idx="2047">
                  <c:v>0.53620941499999997</c:v>
                </c:pt>
                <c:pt idx="2048">
                  <c:v>0.77318952900000004</c:v>
                </c:pt>
                <c:pt idx="2049">
                  <c:v>0.76134052399999996</c:v>
                </c:pt>
                <c:pt idx="2050">
                  <c:v>0.76193297400000004</c:v>
                </c:pt>
                <c:pt idx="2051">
                  <c:v>0.76190335099999995</c:v>
                </c:pt>
                <c:pt idx="2052">
                  <c:v>0.76190483200000003</c:v>
                </c:pt>
                <c:pt idx="2053">
                  <c:v>0.76190475800000002</c:v>
                </c:pt>
                <c:pt idx="2054">
                  <c:v>0.76190476200000001</c:v>
                </c:pt>
                <c:pt idx="2055">
                  <c:v>0.76190476200000001</c:v>
                </c:pt>
                <c:pt idx="2056">
                  <c:v>0.76190476200000001</c:v>
                </c:pt>
                <c:pt idx="2057">
                  <c:v>0.76190476200000001</c:v>
                </c:pt>
                <c:pt idx="2058">
                  <c:v>0.76190476200000001</c:v>
                </c:pt>
                <c:pt idx="2059">
                  <c:v>0.533399862</c:v>
                </c:pt>
                <c:pt idx="2060">
                  <c:v>0.67031845400000001</c:v>
                </c:pt>
                <c:pt idx="2061">
                  <c:v>0.61928597600000002</c:v>
                </c:pt>
                <c:pt idx="2062">
                  <c:v>0.41568655999999998</c:v>
                </c:pt>
                <c:pt idx="2063">
                  <c:v>0.379215672</c:v>
                </c:pt>
                <c:pt idx="2064">
                  <c:v>0.379215672</c:v>
                </c:pt>
                <c:pt idx="2065">
                  <c:v>0.36650111899999999</c:v>
                </c:pt>
                <c:pt idx="2066">
                  <c:v>0.36650111899999999</c:v>
                </c:pt>
                <c:pt idx="2067">
                  <c:v>0.446585591</c:v>
                </c:pt>
                <c:pt idx="2068">
                  <c:v>0.46396857200000002</c:v>
                </c:pt>
                <c:pt idx="2069">
                  <c:v>0.38822322999999997</c:v>
                </c:pt>
                <c:pt idx="2070">
                  <c:v>0.38822322999999997</c:v>
                </c:pt>
                <c:pt idx="2071">
                  <c:v>0.59045575500000003</c:v>
                </c:pt>
                <c:pt idx="2072">
                  <c:v>0.698488479</c:v>
                </c:pt>
                <c:pt idx="2073">
                  <c:v>0.76507557599999998</c:v>
                </c:pt>
                <c:pt idx="2074">
                  <c:v>0.761746221</c:v>
                </c:pt>
                <c:pt idx="2075">
                  <c:v>0.76191268899999998</c:v>
                </c:pt>
                <c:pt idx="2076">
                  <c:v>0.761904366</c:v>
                </c:pt>
                <c:pt idx="2077">
                  <c:v>0.761904782</c:v>
                </c:pt>
                <c:pt idx="2078">
                  <c:v>0.76190476100000004</c:v>
                </c:pt>
                <c:pt idx="2079">
                  <c:v>0.76190476200000001</c:v>
                </c:pt>
                <c:pt idx="2080">
                  <c:v>0.76190476200000001</c:v>
                </c:pt>
                <c:pt idx="2081">
                  <c:v>0.61285874500000004</c:v>
                </c:pt>
                <c:pt idx="2082">
                  <c:v>0.41374778899999998</c:v>
                </c:pt>
                <c:pt idx="2083">
                  <c:v>0.37931261100000002</c:v>
                </c:pt>
                <c:pt idx="2084">
                  <c:v>0.37931261100000002</c:v>
                </c:pt>
                <c:pt idx="2085">
                  <c:v>0.37931261100000002</c:v>
                </c:pt>
                <c:pt idx="2086">
                  <c:v>0.37931261100000002</c:v>
                </c:pt>
                <c:pt idx="2087">
                  <c:v>0.37931261100000002</c:v>
                </c:pt>
                <c:pt idx="2088">
                  <c:v>0.37931261100000002</c:v>
                </c:pt>
                <c:pt idx="2089">
                  <c:v>0.37931261100000002</c:v>
                </c:pt>
                <c:pt idx="2090">
                  <c:v>0.37931261100000002</c:v>
                </c:pt>
                <c:pt idx="2091">
                  <c:v>0.59088289000000005</c:v>
                </c:pt>
                <c:pt idx="2092">
                  <c:v>0.61271916599999998</c:v>
                </c:pt>
                <c:pt idx="2093">
                  <c:v>0.76936404199999997</c:v>
                </c:pt>
                <c:pt idx="2094">
                  <c:v>0.76153179800000004</c:v>
                </c:pt>
                <c:pt idx="2095">
                  <c:v>0.76192340999999997</c:v>
                </c:pt>
                <c:pt idx="2096">
                  <c:v>0.76190382899999998</c:v>
                </c:pt>
                <c:pt idx="2097">
                  <c:v>0.76190480900000002</c:v>
                </c:pt>
                <c:pt idx="2098">
                  <c:v>0.76190475999999996</c:v>
                </c:pt>
                <c:pt idx="2099">
                  <c:v>0.747415316</c:v>
                </c:pt>
                <c:pt idx="2100">
                  <c:v>0.76262923400000004</c:v>
                </c:pt>
                <c:pt idx="2101">
                  <c:v>0.76186853799999998</c:v>
                </c:pt>
                <c:pt idx="2102">
                  <c:v>0.76190657299999998</c:v>
                </c:pt>
                <c:pt idx="2103">
                  <c:v>0.61987846400000002</c:v>
                </c:pt>
                <c:pt idx="2104">
                  <c:v>0.56791591600000002</c:v>
                </c:pt>
                <c:pt idx="2105">
                  <c:v>0.77160420399999996</c:v>
                </c:pt>
                <c:pt idx="2106">
                  <c:v>0.76141979000000004</c:v>
                </c:pt>
                <c:pt idx="2107">
                  <c:v>0.76192901099999999</c:v>
                </c:pt>
                <c:pt idx="2108">
                  <c:v>0.76190354900000001</c:v>
                </c:pt>
                <c:pt idx="2109">
                  <c:v>0.76190482299999995</c:v>
                </c:pt>
                <c:pt idx="2110">
                  <c:v>0.418384003</c:v>
                </c:pt>
                <c:pt idx="2111">
                  <c:v>0.3790808</c:v>
                </c:pt>
                <c:pt idx="2112">
                  <c:v>0.3790808</c:v>
                </c:pt>
                <c:pt idx="2113">
                  <c:v>0.3790808</c:v>
                </c:pt>
                <c:pt idx="2114">
                  <c:v>0.3790808</c:v>
                </c:pt>
                <c:pt idx="2115">
                  <c:v>0.3790808</c:v>
                </c:pt>
                <c:pt idx="2116">
                  <c:v>0.3790808</c:v>
                </c:pt>
                <c:pt idx="2117">
                  <c:v>0.51391183299999998</c:v>
                </c:pt>
                <c:pt idx="2118">
                  <c:v>0.76380738299999995</c:v>
                </c:pt>
                <c:pt idx="2119">
                  <c:v>0.62747380500000005</c:v>
                </c:pt>
                <c:pt idx="2120">
                  <c:v>0.76862631000000003</c:v>
                </c:pt>
                <c:pt idx="2121">
                  <c:v>0.76156868499999997</c:v>
                </c:pt>
                <c:pt idx="2122">
                  <c:v>0.76192156600000005</c:v>
                </c:pt>
                <c:pt idx="2123">
                  <c:v>0.76190392200000001</c:v>
                </c:pt>
                <c:pt idx="2124">
                  <c:v>0.76190480400000005</c:v>
                </c:pt>
                <c:pt idx="2125">
                  <c:v>0.76190475999999996</c:v>
                </c:pt>
                <c:pt idx="2126">
                  <c:v>0.76190476200000001</c:v>
                </c:pt>
                <c:pt idx="2127">
                  <c:v>0.76190476200000001</c:v>
                </c:pt>
                <c:pt idx="2128">
                  <c:v>0.76190476200000001</c:v>
                </c:pt>
                <c:pt idx="2129">
                  <c:v>0.76028149700000003</c:v>
                </c:pt>
                <c:pt idx="2130">
                  <c:v>0.55896807199999998</c:v>
                </c:pt>
                <c:pt idx="2131">
                  <c:v>0.37205159599999998</c:v>
                </c:pt>
                <c:pt idx="2132">
                  <c:v>0.37205159599999998</c:v>
                </c:pt>
                <c:pt idx="2133">
                  <c:v>0.49453770200000002</c:v>
                </c:pt>
                <c:pt idx="2134">
                  <c:v>0.415130528</c:v>
                </c:pt>
                <c:pt idx="2135">
                  <c:v>0.59109686699999997</c:v>
                </c:pt>
                <c:pt idx="2136">
                  <c:v>0.77044515700000005</c:v>
                </c:pt>
                <c:pt idx="2137">
                  <c:v>0.76147774199999996</c:v>
                </c:pt>
                <c:pt idx="2138">
                  <c:v>0.76192611300000002</c:v>
                </c:pt>
                <c:pt idx="2139">
                  <c:v>0.76190369400000002</c:v>
                </c:pt>
                <c:pt idx="2140">
                  <c:v>0.76190481499999996</c:v>
                </c:pt>
                <c:pt idx="2141">
                  <c:v>0.76190475899999999</c:v>
                </c:pt>
                <c:pt idx="2142">
                  <c:v>0.76190476200000001</c:v>
                </c:pt>
                <c:pt idx="2143">
                  <c:v>0.72850802299999995</c:v>
                </c:pt>
                <c:pt idx="2144">
                  <c:v>0.76357459900000002</c:v>
                </c:pt>
                <c:pt idx="2145">
                  <c:v>0.76182126999999999</c:v>
                </c:pt>
                <c:pt idx="2146">
                  <c:v>0.76190893599999998</c:v>
                </c:pt>
                <c:pt idx="2147">
                  <c:v>0.76190455300000004</c:v>
                </c:pt>
                <c:pt idx="2148">
                  <c:v>0.76190477199999995</c:v>
                </c:pt>
                <c:pt idx="2149">
                  <c:v>0.76190476100000004</c:v>
                </c:pt>
                <c:pt idx="2150">
                  <c:v>0.76190476200000001</c:v>
                </c:pt>
                <c:pt idx="2151">
                  <c:v>0.76190476200000001</c:v>
                </c:pt>
                <c:pt idx="2152">
                  <c:v>0.76190476200000001</c:v>
                </c:pt>
                <c:pt idx="2153">
                  <c:v>0.76190476200000001</c:v>
                </c:pt>
                <c:pt idx="2154">
                  <c:v>0.76190476200000001</c:v>
                </c:pt>
                <c:pt idx="2155">
                  <c:v>0.72638074200000002</c:v>
                </c:pt>
                <c:pt idx="2156">
                  <c:v>0.74665667599999996</c:v>
                </c:pt>
                <c:pt idx="2157">
                  <c:v>0.76266716599999995</c:v>
                </c:pt>
                <c:pt idx="2158">
                  <c:v>0.76186664199999998</c:v>
                </c:pt>
                <c:pt idx="2159">
                  <c:v>0.76190666799999995</c:v>
                </c:pt>
                <c:pt idx="2160">
                  <c:v>0.71318086199999997</c:v>
                </c:pt>
                <c:pt idx="2161">
                  <c:v>0.76434095700000004</c:v>
                </c:pt>
                <c:pt idx="2162">
                  <c:v>0.76178295200000001</c:v>
                </c:pt>
                <c:pt idx="2163">
                  <c:v>0.76191085199999997</c:v>
                </c:pt>
                <c:pt idx="2164">
                  <c:v>0.76190445699999998</c:v>
                </c:pt>
                <c:pt idx="2165">
                  <c:v>0.73070185099999996</c:v>
                </c:pt>
                <c:pt idx="2166">
                  <c:v>0.76346490700000003</c:v>
                </c:pt>
                <c:pt idx="2167">
                  <c:v>0.76182675499999997</c:v>
                </c:pt>
                <c:pt idx="2168">
                  <c:v>0.76190866199999996</c:v>
                </c:pt>
                <c:pt idx="2169">
                  <c:v>0.76190456699999998</c:v>
                </c:pt>
                <c:pt idx="2170">
                  <c:v>0.76190477199999995</c:v>
                </c:pt>
                <c:pt idx="2171">
                  <c:v>0.76190476100000004</c:v>
                </c:pt>
                <c:pt idx="2172">
                  <c:v>0.76190476200000001</c:v>
                </c:pt>
                <c:pt idx="2173">
                  <c:v>0.70275022300000001</c:v>
                </c:pt>
                <c:pt idx="2174">
                  <c:v>0.55720771999999996</c:v>
                </c:pt>
                <c:pt idx="2175">
                  <c:v>0.65964782300000002</c:v>
                </c:pt>
                <c:pt idx="2176">
                  <c:v>0.64621040699999999</c:v>
                </c:pt>
                <c:pt idx="2177">
                  <c:v>0.62063218600000003</c:v>
                </c:pt>
                <c:pt idx="2178">
                  <c:v>0.425153218</c:v>
                </c:pt>
                <c:pt idx="2179">
                  <c:v>0.37874233899999998</c:v>
                </c:pt>
                <c:pt idx="2180">
                  <c:v>0.37874233899999998</c:v>
                </c:pt>
                <c:pt idx="2181">
                  <c:v>0.58734704299999996</c:v>
                </c:pt>
                <c:pt idx="2182">
                  <c:v>0.76218519100000004</c:v>
                </c:pt>
                <c:pt idx="2183">
                  <c:v>0.76189074000000001</c:v>
                </c:pt>
                <c:pt idx="2184">
                  <c:v>0.76190546299999995</c:v>
                </c:pt>
                <c:pt idx="2185">
                  <c:v>0.68766991099999997</c:v>
                </c:pt>
                <c:pt idx="2186">
                  <c:v>0.73773887500000002</c:v>
                </c:pt>
                <c:pt idx="2187">
                  <c:v>0.76311305600000001</c:v>
                </c:pt>
                <c:pt idx="2188">
                  <c:v>0.76184434700000003</c:v>
                </c:pt>
                <c:pt idx="2189">
                  <c:v>0.70069313099999997</c:v>
                </c:pt>
                <c:pt idx="2190">
                  <c:v>0.60794800500000001</c:v>
                </c:pt>
                <c:pt idx="2191">
                  <c:v>0.76960260000000003</c:v>
                </c:pt>
                <c:pt idx="2192">
                  <c:v>0.76151986999999999</c:v>
                </c:pt>
                <c:pt idx="2193">
                  <c:v>0.76192400599999999</c:v>
                </c:pt>
                <c:pt idx="2194">
                  <c:v>0.76190380000000002</c:v>
                </c:pt>
                <c:pt idx="2195">
                  <c:v>0.76190480999999999</c:v>
                </c:pt>
                <c:pt idx="2196">
                  <c:v>0.76190475899999999</c:v>
                </c:pt>
                <c:pt idx="2197">
                  <c:v>0.76190476200000001</c:v>
                </c:pt>
                <c:pt idx="2198">
                  <c:v>0.76190476200000001</c:v>
                </c:pt>
                <c:pt idx="2199">
                  <c:v>0.76190476200000001</c:v>
                </c:pt>
                <c:pt idx="2200">
                  <c:v>0.76190476200000001</c:v>
                </c:pt>
                <c:pt idx="2201">
                  <c:v>0.76190476200000001</c:v>
                </c:pt>
                <c:pt idx="2202">
                  <c:v>0.76190476200000001</c:v>
                </c:pt>
                <c:pt idx="2203">
                  <c:v>0.73163425800000004</c:v>
                </c:pt>
                <c:pt idx="2204">
                  <c:v>0.76341828700000003</c:v>
                </c:pt>
                <c:pt idx="2205">
                  <c:v>0.76182908599999999</c:v>
                </c:pt>
                <c:pt idx="2206">
                  <c:v>0.76190854600000002</c:v>
                </c:pt>
                <c:pt idx="2207">
                  <c:v>0.61314162900000002</c:v>
                </c:pt>
                <c:pt idx="2208">
                  <c:v>0.58872334500000001</c:v>
                </c:pt>
                <c:pt idx="2209">
                  <c:v>0.77056383299999998</c:v>
                </c:pt>
                <c:pt idx="2210">
                  <c:v>0.76147180800000003</c:v>
                </c:pt>
                <c:pt idx="2211">
                  <c:v>0.76192641000000005</c:v>
                </c:pt>
                <c:pt idx="2212">
                  <c:v>0.76190367999999997</c:v>
                </c:pt>
                <c:pt idx="2213">
                  <c:v>0.74122267200000003</c:v>
                </c:pt>
                <c:pt idx="2214">
                  <c:v>0.659371496</c:v>
                </c:pt>
                <c:pt idx="2215">
                  <c:v>0.76703142499999999</c:v>
                </c:pt>
                <c:pt idx="2216">
                  <c:v>0.76164842899999996</c:v>
                </c:pt>
                <c:pt idx="2217">
                  <c:v>0.76191757900000001</c:v>
                </c:pt>
                <c:pt idx="2218">
                  <c:v>0.76190412100000005</c:v>
                </c:pt>
                <c:pt idx="2219">
                  <c:v>0.761904794</c:v>
                </c:pt>
                <c:pt idx="2220">
                  <c:v>0.76190475999999996</c:v>
                </c:pt>
                <c:pt idx="2221">
                  <c:v>0.76190476200000001</c:v>
                </c:pt>
                <c:pt idx="2222">
                  <c:v>0.76190476200000001</c:v>
                </c:pt>
                <c:pt idx="2223">
                  <c:v>0.76190476200000001</c:v>
                </c:pt>
                <c:pt idx="2224">
                  <c:v>0.76190476200000001</c:v>
                </c:pt>
                <c:pt idx="2225">
                  <c:v>0.76070290900000004</c:v>
                </c:pt>
                <c:pt idx="2226">
                  <c:v>0.761964855</c:v>
                </c:pt>
                <c:pt idx="2227">
                  <c:v>0.76190175699999996</c:v>
                </c:pt>
                <c:pt idx="2228">
                  <c:v>0.67792011299999999</c:v>
                </c:pt>
                <c:pt idx="2229">
                  <c:v>0.52190923</c:v>
                </c:pt>
                <c:pt idx="2230">
                  <c:v>0.70818014500000004</c:v>
                </c:pt>
                <c:pt idx="2231">
                  <c:v>0.764590993</c:v>
                </c:pt>
                <c:pt idx="2232">
                  <c:v>0.76177044999999999</c:v>
                </c:pt>
                <c:pt idx="2233">
                  <c:v>0.76191147699999995</c:v>
                </c:pt>
                <c:pt idx="2234">
                  <c:v>0.74692904699999996</c:v>
                </c:pt>
                <c:pt idx="2235">
                  <c:v>0.68161149099999996</c:v>
                </c:pt>
                <c:pt idx="2236">
                  <c:v>0.60085126099999997</c:v>
                </c:pt>
                <c:pt idx="2237">
                  <c:v>0.52184951000000002</c:v>
                </c:pt>
                <c:pt idx="2238">
                  <c:v>0.48714814499999998</c:v>
                </c:pt>
                <c:pt idx="2239">
                  <c:v>0.77564259300000005</c:v>
                </c:pt>
                <c:pt idx="2240">
                  <c:v>0.76121786999999996</c:v>
                </c:pt>
                <c:pt idx="2241">
                  <c:v>0.76193910600000003</c:v>
                </c:pt>
                <c:pt idx="2242">
                  <c:v>0.76190304499999995</c:v>
                </c:pt>
                <c:pt idx="2243">
                  <c:v>0.76190484800000002</c:v>
                </c:pt>
                <c:pt idx="2244">
                  <c:v>0.76190475800000002</c:v>
                </c:pt>
                <c:pt idx="2245">
                  <c:v>0.76190476200000001</c:v>
                </c:pt>
                <c:pt idx="2246">
                  <c:v>0.76190476200000001</c:v>
                </c:pt>
                <c:pt idx="2247">
                  <c:v>0.76190476200000001</c:v>
                </c:pt>
                <c:pt idx="2248">
                  <c:v>0.76190476200000001</c:v>
                </c:pt>
                <c:pt idx="2249">
                  <c:v>0.76190476200000001</c:v>
                </c:pt>
                <c:pt idx="2250">
                  <c:v>0.76190476200000001</c:v>
                </c:pt>
                <c:pt idx="2251">
                  <c:v>0.76190476200000001</c:v>
                </c:pt>
                <c:pt idx="2252">
                  <c:v>0.76190476200000001</c:v>
                </c:pt>
                <c:pt idx="2253">
                  <c:v>0.76190476200000001</c:v>
                </c:pt>
                <c:pt idx="2254">
                  <c:v>0.76190476200000001</c:v>
                </c:pt>
                <c:pt idx="2255">
                  <c:v>0.76190476200000001</c:v>
                </c:pt>
                <c:pt idx="2256">
                  <c:v>0.76190476200000001</c:v>
                </c:pt>
                <c:pt idx="2257">
                  <c:v>0.76190476200000001</c:v>
                </c:pt>
                <c:pt idx="2258">
                  <c:v>0.76190476200000001</c:v>
                </c:pt>
                <c:pt idx="2259">
                  <c:v>0.76190476200000001</c:v>
                </c:pt>
                <c:pt idx="2260">
                  <c:v>0.69220700800000001</c:v>
                </c:pt>
                <c:pt idx="2261">
                  <c:v>0.76538965000000003</c:v>
                </c:pt>
                <c:pt idx="2262">
                  <c:v>0.76173051800000002</c:v>
                </c:pt>
                <c:pt idx="2263">
                  <c:v>0.61381195399999999</c:v>
                </c:pt>
                <c:pt idx="2264">
                  <c:v>0.71117947800000003</c:v>
                </c:pt>
                <c:pt idx="2265">
                  <c:v>0.76444102599999997</c:v>
                </c:pt>
                <c:pt idx="2266">
                  <c:v>0.76177794899999995</c:v>
                </c:pt>
                <c:pt idx="2267">
                  <c:v>0.76191110299999998</c:v>
                </c:pt>
                <c:pt idx="2268">
                  <c:v>0.76190444499999999</c:v>
                </c:pt>
                <c:pt idx="2269">
                  <c:v>0.761904778</c:v>
                </c:pt>
                <c:pt idx="2270">
                  <c:v>0.76190476100000004</c:v>
                </c:pt>
                <c:pt idx="2271">
                  <c:v>0.76190476200000001</c:v>
                </c:pt>
                <c:pt idx="2272">
                  <c:v>0.76190476200000001</c:v>
                </c:pt>
                <c:pt idx="2273">
                  <c:v>0.66000833199999998</c:v>
                </c:pt>
                <c:pt idx="2274">
                  <c:v>0.47751398</c:v>
                </c:pt>
                <c:pt idx="2275">
                  <c:v>0.628855579</c:v>
                </c:pt>
                <c:pt idx="2276">
                  <c:v>0.76855722100000001</c:v>
                </c:pt>
                <c:pt idx="2277">
                  <c:v>0.76157213899999998</c:v>
                </c:pt>
                <c:pt idx="2278">
                  <c:v>0.76192139299999995</c:v>
                </c:pt>
                <c:pt idx="2279">
                  <c:v>0.76190393000000001</c:v>
                </c:pt>
                <c:pt idx="2280">
                  <c:v>0.76190480299999996</c:v>
                </c:pt>
                <c:pt idx="2281">
                  <c:v>0.76190475999999996</c:v>
                </c:pt>
                <c:pt idx="2282">
                  <c:v>0.65684941100000005</c:v>
                </c:pt>
                <c:pt idx="2283">
                  <c:v>0.58166417000000004</c:v>
                </c:pt>
                <c:pt idx="2284">
                  <c:v>0.52368390600000003</c:v>
                </c:pt>
                <c:pt idx="2285">
                  <c:v>0.50099440299999998</c:v>
                </c:pt>
                <c:pt idx="2286">
                  <c:v>0.40014561599999998</c:v>
                </c:pt>
                <c:pt idx="2287">
                  <c:v>0.47356332600000001</c:v>
                </c:pt>
                <c:pt idx="2288">
                  <c:v>0.55313788100000005</c:v>
                </c:pt>
                <c:pt idx="2289">
                  <c:v>0.64863689099999999</c:v>
                </c:pt>
                <c:pt idx="2290">
                  <c:v>0.76756815499999997</c:v>
                </c:pt>
                <c:pt idx="2291">
                  <c:v>0.76162159200000001</c:v>
                </c:pt>
                <c:pt idx="2292">
                  <c:v>0.76191892000000006</c:v>
                </c:pt>
                <c:pt idx="2293">
                  <c:v>0.76190405400000005</c:v>
                </c:pt>
                <c:pt idx="2294">
                  <c:v>0.76190479700000002</c:v>
                </c:pt>
                <c:pt idx="2295">
                  <c:v>0.76190475999999996</c:v>
                </c:pt>
                <c:pt idx="2296">
                  <c:v>0.76190476200000001</c:v>
                </c:pt>
                <c:pt idx="2297">
                  <c:v>0.76190476200000001</c:v>
                </c:pt>
                <c:pt idx="2298">
                  <c:v>0.76190476200000001</c:v>
                </c:pt>
                <c:pt idx="2299">
                  <c:v>0.76190476200000001</c:v>
                </c:pt>
                <c:pt idx="2300">
                  <c:v>0.76190476200000001</c:v>
                </c:pt>
                <c:pt idx="2301">
                  <c:v>0.73122128099999995</c:v>
                </c:pt>
                <c:pt idx="2302">
                  <c:v>0.498287753</c:v>
                </c:pt>
                <c:pt idx="2303">
                  <c:v>0.37508561200000001</c:v>
                </c:pt>
                <c:pt idx="2304">
                  <c:v>0.403806371</c:v>
                </c:pt>
                <c:pt idx="2305">
                  <c:v>0.66949709800000001</c:v>
                </c:pt>
                <c:pt idx="2306">
                  <c:v>0.66503616499999996</c:v>
                </c:pt>
                <c:pt idx="2307">
                  <c:v>0.61983461699999998</c:v>
                </c:pt>
                <c:pt idx="2308">
                  <c:v>0.60604318000000001</c:v>
                </c:pt>
                <c:pt idx="2309">
                  <c:v>0.539244893</c:v>
                </c:pt>
                <c:pt idx="2310">
                  <c:v>0.42538124300000002</c:v>
                </c:pt>
                <c:pt idx="2311">
                  <c:v>0.68254446999999996</c:v>
                </c:pt>
                <c:pt idx="2312">
                  <c:v>0.76587277600000003</c:v>
                </c:pt>
                <c:pt idx="2313">
                  <c:v>0.761706361</c:v>
                </c:pt>
                <c:pt idx="2314">
                  <c:v>0.76191468200000001</c:v>
                </c:pt>
                <c:pt idx="2315">
                  <c:v>0.76190426600000005</c:v>
                </c:pt>
                <c:pt idx="2316">
                  <c:v>0.76190478699999997</c:v>
                </c:pt>
                <c:pt idx="2317">
                  <c:v>0.76190476100000004</c:v>
                </c:pt>
                <c:pt idx="2318">
                  <c:v>0.76190476200000001</c:v>
                </c:pt>
                <c:pt idx="2319">
                  <c:v>0.76190476200000001</c:v>
                </c:pt>
                <c:pt idx="2320">
                  <c:v>0.76190476200000001</c:v>
                </c:pt>
                <c:pt idx="2321">
                  <c:v>0.76190476200000001</c:v>
                </c:pt>
                <c:pt idx="2322">
                  <c:v>0.76190476200000001</c:v>
                </c:pt>
                <c:pt idx="2323">
                  <c:v>0.62256866200000005</c:v>
                </c:pt>
                <c:pt idx="2324">
                  <c:v>0.67525374800000004</c:v>
                </c:pt>
                <c:pt idx="2325">
                  <c:v>0.76623731299999998</c:v>
                </c:pt>
                <c:pt idx="2326">
                  <c:v>0.58616811300000005</c:v>
                </c:pt>
                <c:pt idx="2327">
                  <c:v>0.54083120200000001</c:v>
                </c:pt>
                <c:pt idx="2328">
                  <c:v>0.52296629400000005</c:v>
                </c:pt>
                <c:pt idx="2329">
                  <c:v>0.46738640599999998</c:v>
                </c:pt>
                <c:pt idx="2330">
                  <c:v>0.40933670300000002</c:v>
                </c:pt>
                <c:pt idx="2331">
                  <c:v>0.74183225699999999</c:v>
                </c:pt>
                <c:pt idx="2332">
                  <c:v>0.76290838699999997</c:v>
                </c:pt>
                <c:pt idx="2333">
                  <c:v>0.76185458100000003</c:v>
                </c:pt>
                <c:pt idx="2334">
                  <c:v>0.761907271</c:v>
                </c:pt>
                <c:pt idx="2335">
                  <c:v>0.76190463600000002</c:v>
                </c:pt>
                <c:pt idx="2336">
                  <c:v>0.76190476799999995</c:v>
                </c:pt>
                <c:pt idx="2337">
                  <c:v>0.76190476200000001</c:v>
                </c:pt>
                <c:pt idx="2338">
                  <c:v>0.76190476200000001</c:v>
                </c:pt>
                <c:pt idx="2339">
                  <c:v>0.76190476200000001</c:v>
                </c:pt>
                <c:pt idx="2340">
                  <c:v>0.76190476200000001</c:v>
                </c:pt>
                <c:pt idx="2341">
                  <c:v>0.76190476200000001</c:v>
                </c:pt>
                <c:pt idx="2342">
                  <c:v>0.76190476200000001</c:v>
                </c:pt>
                <c:pt idx="2343">
                  <c:v>0.76190476200000001</c:v>
                </c:pt>
                <c:pt idx="2344">
                  <c:v>0.76190476200000001</c:v>
                </c:pt>
                <c:pt idx="2345">
                  <c:v>0.76190476200000001</c:v>
                </c:pt>
                <c:pt idx="2346">
                  <c:v>0.76190476200000001</c:v>
                </c:pt>
                <c:pt idx="2347">
                  <c:v>0.76190476200000001</c:v>
                </c:pt>
                <c:pt idx="2348">
                  <c:v>0.76190476200000001</c:v>
                </c:pt>
                <c:pt idx="2349">
                  <c:v>0.76190476200000001</c:v>
                </c:pt>
                <c:pt idx="2350">
                  <c:v>0.76190476200000001</c:v>
                </c:pt>
                <c:pt idx="2351">
                  <c:v>0.76190476200000001</c:v>
                </c:pt>
                <c:pt idx="2352">
                  <c:v>0.76190476200000001</c:v>
                </c:pt>
                <c:pt idx="2353">
                  <c:v>0.76190476200000001</c:v>
                </c:pt>
                <c:pt idx="2354">
                  <c:v>0.76190476200000001</c:v>
                </c:pt>
                <c:pt idx="2355">
                  <c:v>0.76190476200000001</c:v>
                </c:pt>
                <c:pt idx="2356">
                  <c:v>0.76190476200000001</c:v>
                </c:pt>
                <c:pt idx="2357">
                  <c:v>0.76190476200000001</c:v>
                </c:pt>
                <c:pt idx="2358">
                  <c:v>0.76190476200000001</c:v>
                </c:pt>
                <c:pt idx="2359">
                  <c:v>0.76190476200000001</c:v>
                </c:pt>
                <c:pt idx="2360">
                  <c:v>0.76190476200000001</c:v>
                </c:pt>
                <c:pt idx="2361">
                  <c:v>0.76190476200000001</c:v>
                </c:pt>
                <c:pt idx="2362">
                  <c:v>0.76190476200000001</c:v>
                </c:pt>
                <c:pt idx="2363">
                  <c:v>0.76190476200000001</c:v>
                </c:pt>
                <c:pt idx="2364">
                  <c:v>0.76190476200000001</c:v>
                </c:pt>
                <c:pt idx="2365">
                  <c:v>0.76190476200000001</c:v>
                </c:pt>
                <c:pt idx="2366">
                  <c:v>0.76190476200000001</c:v>
                </c:pt>
                <c:pt idx="2367">
                  <c:v>0.76190476200000001</c:v>
                </c:pt>
                <c:pt idx="2368">
                  <c:v>0.71090098899999998</c:v>
                </c:pt>
                <c:pt idx="2369">
                  <c:v>0.76445495100000005</c:v>
                </c:pt>
                <c:pt idx="2370">
                  <c:v>0.63659547000000005</c:v>
                </c:pt>
                <c:pt idx="2371">
                  <c:v>0.57718597699999996</c:v>
                </c:pt>
                <c:pt idx="2372">
                  <c:v>0.70152230100000001</c:v>
                </c:pt>
                <c:pt idx="2373">
                  <c:v>0.76492388499999997</c:v>
                </c:pt>
                <c:pt idx="2374">
                  <c:v>0.76175380599999998</c:v>
                </c:pt>
                <c:pt idx="2375">
                  <c:v>0.57341485400000003</c:v>
                </c:pt>
                <c:pt idx="2376">
                  <c:v>0.77132925699999999</c:v>
                </c:pt>
                <c:pt idx="2377">
                  <c:v>0.76143353700000005</c:v>
                </c:pt>
                <c:pt idx="2378">
                  <c:v>0.76192832300000002</c:v>
                </c:pt>
                <c:pt idx="2379">
                  <c:v>0.76190358400000002</c:v>
                </c:pt>
                <c:pt idx="2380">
                  <c:v>0.76190482100000001</c:v>
                </c:pt>
                <c:pt idx="2381">
                  <c:v>0.76190475899999999</c:v>
                </c:pt>
                <c:pt idx="2382">
                  <c:v>0.65177284099999999</c:v>
                </c:pt>
                <c:pt idx="2383">
                  <c:v>0.50922572200000005</c:v>
                </c:pt>
                <c:pt idx="2384">
                  <c:v>0.434033746</c:v>
                </c:pt>
                <c:pt idx="2385">
                  <c:v>0.72188135399999998</c:v>
                </c:pt>
                <c:pt idx="2386">
                  <c:v>0.76390593200000001</c:v>
                </c:pt>
                <c:pt idx="2387">
                  <c:v>0.76180470300000003</c:v>
                </c:pt>
                <c:pt idx="2388">
                  <c:v>0.76190976499999996</c:v>
                </c:pt>
                <c:pt idx="2389">
                  <c:v>0.76190451199999998</c:v>
                </c:pt>
                <c:pt idx="2390">
                  <c:v>0.76190477400000001</c:v>
                </c:pt>
                <c:pt idx="2391">
                  <c:v>0.76190476100000004</c:v>
                </c:pt>
                <c:pt idx="2392">
                  <c:v>0.76190476200000001</c:v>
                </c:pt>
                <c:pt idx="2393">
                  <c:v>0.69743494299999997</c:v>
                </c:pt>
                <c:pt idx="2394">
                  <c:v>0.764232723</c:v>
                </c:pt>
                <c:pt idx="2395">
                  <c:v>0.52820779699999998</c:v>
                </c:pt>
                <c:pt idx="2396">
                  <c:v>0.37358961000000002</c:v>
                </c:pt>
                <c:pt idx="2397">
                  <c:v>0.44512307299999998</c:v>
                </c:pt>
                <c:pt idx="2398">
                  <c:v>0.42276169299999999</c:v>
                </c:pt>
                <c:pt idx="2399">
                  <c:v>0.56461462699999998</c:v>
                </c:pt>
                <c:pt idx="2400">
                  <c:v>0.58513999100000003</c:v>
                </c:pt>
                <c:pt idx="2401">
                  <c:v>0.52883171100000004</c:v>
                </c:pt>
                <c:pt idx="2402">
                  <c:v>0.77355841400000003</c:v>
                </c:pt>
                <c:pt idx="2403">
                  <c:v>0.76132207900000004</c:v>
                </c:pt>
                <c:pt idx="2404">
                  <c:v>0.76193389600000005</c:v>
                </c:pt>
                <c:pt idx="2405">
                  <c:v>0.76190330500000003</c:v>
                </c:pt>
                <c:pt idx="2406">
                  <c:v>0.76190483499999995</c:v>
                </c:pt>
                <c:pt idx="2407">
                  <c:v>0.76190475800000002</c:v>
                </c:pt>
                <c:pt idx="2408">
                  <c:v>0.76190476200000001</c:v>
                </c:pt>
                <c:pt idx="2409">
                  <c:v>0.76190476200000001</c:v>
                </c:pt>
                <c:pt idx="2410">
                  <c:v>0.76190476200000001</c:v>
                </c:pt>
                <c:pt idx="2411">
                  <c:v>0.76190476200000001</c:v>
                </c:pt>
                <c:pt idx="2412">
                  <c:v>0.76190476200000001</c:v>
                </c:pt>
                <c:pt idx="2413">
                  <c:v>0.76190476200000001</c:v>
                </c:pt>
                <c:pt idx="2414">
                  <c:v>0.76190476200000001</c:v>
                </c:pt>
                <c:pt idx="2415">
                  <c:v>0.76190476200000001</c:v>
                </c:pt>
                <c:pt idx="2416">
                  <c:v>0.76190476200000001</c:v>
                </c:pt>
                <c:pt idx="2417">
                  <c:v>0.76190476200000001</c:v>
                </c:pt>
                <c:pt idx="2418">
                  <c:v>0.76190476200000001</c:v>
                </c:pt>
                <c:pt idx="2419">
                  <c:v>0.76190476200000001</c:v>
                </c:pt>
                <c:pt idx="2420">
                  <c:v>0.76190476200000001</c:v>
                </c:pt>
                <c:pt idx="2421">
                  <c:v>0.76190476200000001</c:v>
                </c:pt>
                <c:pt idx="2422">
                  <c:v>0.73789528800000004</c:v>
                </c:pt>
                <c:pt idx="2423">
                  <c:v>0.76310523600000002</c:v>
                </c:pt>
                <c:pt idx="2424">
                  <c:v>0.76184473799999997</c:v>
                </c:pt>
                <c:pt idx="2425">
                  <c:v>0.76190776299999996</c:v>
                </c:pt>
                <c:pt idx="2426">
                  <c:v>0.76190461200000004</c:v>
                </c:pt>
                <c:pt idx="2427">
                  <c:v>0.75699518799999999</c:v>
                </c:pt>
                <c:pt idx="2428">
                  <c:v>0.76215024099999995</c:v>
                </c:pt>
                <c:pt idx="2429">
                  <c:v>0.76189248799999998</c:v>
                </c:pt>
                <c:pt idx="2430">
                  <c:v>0.701930673</c:v>
                </c:pt>
                <c:pt idx="2431">
                  <c:v>0.76490346600000003</c:v>
                </c:pt>
                <c:pt idx="2432">
                  <c:v>0.76175482699999997</c:v>
                </c:pt>
                <c:pt idx="2433">
                  <c:v>0.76191225900000004</c:v>
                </c:pt>
                <c:pt idx="2434">
                  <c:v>0.76190438699999996</c:v>
                </c:pt>
                <c:pt idx="2435">
                  <c:v>0.76190478100000003</c:v>
                </c:pt>
                <c:pt idx="2436">
                  <c:v>0.76190476100000004</c:v>
                </c:pt>
                <c:pt idx="2437">
                  <c:v>0.76190476200000001</c:v>
                </c:pt>
                <c:pt idx="2438">
                  <c:v>0.76190476200000001</c:v>
                </c:pt>
                <c:pt idx="2439">
                  <c:v>0.76190476200000001</c:v>
                </c:pt>
                <c:pt idx="2440">
                  <c:v>0.76190476200000001</c:v>
                </c:pt>
                <c:pt idx="2441">
                  <c:v>0.76190476200000001</c:v>
                </c:pt>
                <c:pt idx="2442">
                  <c:v>0.640512203</c:v>
                </c:pt>
                <c:pt idx="2443">
                  <c:v>0.36797438999999998</c:v>
                </c:pt>
                <c:pt idx="2444">
                  <c:v>0.36797438999999998</c:v>
                </c:pt>
                <c:pt idx="2445">
                  <c:v>0.36797438999999998</c:v>
                </c:pt>
                <c:pt idx="2446">
                  <c:v>0.36797438999999998</c:v>
                </c:pt>
                <c:pt idx="2447">
                  <c:v>0.36797438999999998</c:v>
                </c:pt>
                <c:pt idx="2448">
                  <c:v>0.60978052900000002</c:v>
                </c:pt>
                <c:pt idx="2449">
                  <c:v>0.63262792400000001</c:v>
                </c:pt>
                <c:pt idx="2450">
                  <c:v>0.70288404699999996</c:v>
                </c:pt>
                <c:pt idx="2451">
                  <c:v>0.64072995200000005</c:v>
                </c:pt>
                <c:pt idx="2452">
                  <c:v>0.61773645899999996</c:v>
                </c:pt>
                <c:pt idx="2453">
                  <c:v>0.56817269800000003</c:v>
                </c:pt>
                <c:pt idx="2454">
                  <c:v>0.70546613700000005</c:v>
                </c:pt>
                <c:pt idx="2455">
                  <c:v>0.76472669299999996</c:v>
                </c:pt>
                <c:pt idx="2456">
                  <c:v>0.76176366500000003</c:v>
                </c:pt>
                <c:pt idx="2457">
                  <c:v>0.56798368600000004</c:v>
                </c:pt>
                <c:pt idx="2458">
                  <c:v>0.58833639599999998</c:v>
                </c:pt>
                <c:pt idx="2459">
                  <c:v>0.63431484400000004</c:v>
                </c:pt>
                <c:pt idx="2460">
                  <c:v>0.50630891</c:v>
                </c:pt>
                <c:pt idx="2461">
                  <c:v>0.774684555</c:v>
                </c:pt>
                <c:pt idx="2462">
                  <c:v>0.76126577200000001</c:v>
                </c:pt>
                <c:pt idx="2463">
                  <c:v>0.76193671100000004</c:v>
                </c:pt>
                <c:pt idx="2464">
                  <c:v>0.76190316400000002</c:v>
                </c:pt>
                <c:pt idx="2465">
                  <c:v>0.76190484199999997</c:v>
                </c:pt>
                <c:pt idx="2466">
                  <c:v>0.76190475800000002</c:v>
                </c:pt>
                <c:pt idx="2467">
                  <c:v>0.76190476200000001</c:v>
                </c:pt>
                <c:pt idx="2468">
                  <c:v>0.64198854100000002</c:v>
                </c:pt>
                <c:pt idx="2469">
                  <c:v>0.73934410500000003</c:v>
                </c:pt>
                <c:pt idx="2470">
                  <c:v>0.74238652400000005</c:v>
                </c:pt>
                <c:pt idx="2471">
                  <c:v>0.57090371699999998</c:v>
                </c:pt>
                <c:pt idx="2472">
                  <c:v>0.50495705800000001</c:v>
                </c:pt>
                <c:pt idx="2473">
                  <c:v>0.44007469500000002</c:v>
                </c:pt>
                <c:pt idx="2474">
                  <c:v>0.63538033299999996</c:v>
                </c:pt>
                <c:pt idx="2475">
                  <c:v>0.76823098300000003</c:v>
                </c:pt>
                <c:pt idx="2476">
                  <c:v>0.76158845100000006</c:v>
                </c:pt>
                <c:pt idx="2477">
                  <c:v>0.72602339999999999</c:v>
                </c:pt>
                <c:pt idx="2478">
                  <c:v>0.63392905899999996</c:v>
                </c:pt>
                <c:pt idx="2479">
                  <c:v>0.62019027999999998</c:v>
                </c:pt>
                <c:pt idx="2480">
                  <c:v>0.76899048599999997</c:v>
                </c:pt>
                <c:pt idx="2481">
                  <c:v>0.74862790400000001</c:v>
                </c:pt>
                <c:pt idx="2482">
                  <c:v>0.76256860500000001</c:v>
                </c:pt>
                <c:pt idx="2483">
                  <c:v>0.76187157000000005</c:v>
                </c:pt>
                <c:pt idx="2484">
                  <c:v>0.76190642200000003</c:v>
                </c:pt>
                <c:pt idx="2485">
                  <c:v>0.76190467900000003</c:v>
                </c:pt>
                <c:pt idx="2486">
                  <c:v>0.76190476600000001</c:v>
                </c:pt>
                <c:pt idx="2487">
                  <c:v>0.76190476200000001</c:v>
                </c:pt>
                <c:pt idx="2488">
                  <c:v>0.76190476200000001</c:v>
                </c:pt>
                <c:pt idx="2489">
                  <c:v>0.61213421899999998</c:v>
                </c:pt>
                <c:pt idx="2490">
                  <c:v>0.56192315699999995</c:v>
                </c:pt>
                <c:pt idx="2491">
                  <c:v>0.73955370399999998</c:v>
                </c:pt>
                <c:pt idx="2492">
                  <c:v>0.61357989899999998</c:v>
                </c:pt>
                <c:pt idx="2493">
                  <c:v>0.37294310600000002</c:v>
                </c:pt>
                <c:pt idx="2494">
                  <c:v>0.37294310600000002</c:v>
                </c:pt>
                <c:pt idx="2495">
                  <c:v>0.37294310600000002</c:v>
                </c:pt>
                <c:pt idx="2496">
                  <c:v>0.376093071</c:v>
                </c:pt>
                <c:pt idx="2497">
                  <c:v>0.595669051</c:v>
                </c:pt>
                <c:pt idx="2498">
                  <c:v>0.73293659</c:v>
                </c:pt>
                <c:pt idx="2499">
                  <c:v>0.763353171</c:v>
                </c:pt>
                <c:pt idx="2500">
                  <c:v>0.76183234099999997</c:v>
                </c:pt>
                <c:pt idx="2501">
                  <c:v>0.70798634599999999</c:v>
                </c:pt>
                <c:pt idx="2502">
                  <c:v>0.63018957099999995</c:v>
                </c:pt>
                <c:pt idx="2503">
                  <c:v>0.54385560499999996</c:v>
                </c:pt>
                <c:pt idx="2504">
                  <c:v>0.77280722000000002</c:v>
                </c:pt>
                <c:pt idx="2505">
                  <c:v>0.76135963900000003</c:v>
                </c:pt>
                <c:pt idx="2506">
                  <c:v>0.76193201799999999</c:v>
                </c:pt>
                <c:pt idx="2507">
                  <c:v>0.76190339900000004</c:v>
                </c:pt>
                <c:pt idx="2508">
                  <c:v>0.76190482999999998</c:v>
                </c:pt>
                <c:pt idx="2509">
                  <c:v>0.76190475800000002</c:v>
                </c:pt>
                <c:pt idx="2510">
                  <c:v>0.76190476200000001</c:v>
                </c:pt>
                <c:pt idx="2511">
                  <c:v>0.76190476200000001</c:v>
                </c:pt>
                <c:pt idx="2512">
                  <c:v>0.76190476200000001</c:v>
                </c:pt>
                <c:pt idx="2513">
                  <c:v>0.76190476200000001</c:v>
                </c:pt>
                <c:pt idx="2514">
                  <c:v>0.76190476200000001</c:v>
                </c:pt>
                <c:pt idx="2515">
                  <c:v>0.76190476200000001</c:v>
                </c:pt>
                <c:pt idx="2516">
                  <c:v>0.67197279600000004</c:v>
                </c:pt>
                <c:pt idx="2517">
                  <c:v>0.52185889900000004</c:v>
                </c:pt>
                <c:pt idx="2518">
                  <c:v>0.53491812100000002</c:v>
                </c:pt>
                <c:pt idx="2519">
                  <c:v>0.70255247200000004</c:v>
                </c:pt>
                <c:pt idx="2520">
                  <c:v>0.76487237600000002</c:v>
                </c:pt>
                <c:pt idx="2521">
                  <c:v>0.76175638099999998</c:v>
                </c:pt>
                <c:pt idx="2522">
                  <c:v>0.67298126700000005</c:v>
                </c:pt>
                <c:pt idx="2523">
                  <c:v>0.59320628099999995</c:v>
                </c:pt>
                <c:pt idx="2524">
                  <c:v>0.68277531999999996</c:v>
                </c:pt>
                <c:pt idx="2525">
                  <c:v>0.76586123399999995</c:v>
                </c:pt>
                <c:pt idx="2526">
                  <c:v>0.761706938</c:v>
                </c:pt>
                <c:pt idx="2527">
                  <c:v>0.76191465300000005</c:v>
                </c:pt>
                <c:pt idx="2528">
                  <c:v>0.76190426700000002</c:v>
                </c:pt>
                <c:pt idx="2529">
                  <c:v>0.76190478699999997</c:v>
                </c:pt>
                <c:pt idx="2530">
                  <c:v>0.76190476100000004</c:v>
                </c:pt>
                <c:pt idx="2531">
                  <c:v>0.76190476200000001</c:v>
                </c:pt>
                <c:pt idx="2532">
                  <c:v>0.76190476200000001</c:v>
                </c:pt>
                <c:pt idx="2533">
                  <c:v>0.76190476200000001</c:v>
                </c:pt>
                <c:pt idx="2534">
                  <c:v>0.76190476200000001</c:v>
                </c:pt>
                <c:pt idx="2535">
                  <c:v>0.76190476200000001</c:v>
                </c:pt>
                <c:pt idx="2536">
                  <c:v>0.76190476200000001</c:v>
                </c:pt>
                <c:pt idx="2537">
                  <c:v>0.76190476200000001</c:v>
                </c:pt>
                <c:pt idx="2538">
                  <c:v>0.76190476200000001</c:v>
                </c:pt>
                <c:pt idx="2539">
                  <c:v>0.76190476200000001</c:v>
                </c:pt>
                <c:pt idx="2540">
                  <c:v>0.76190476200000001</c:v>
                </c:pt>
                <c:pt idx="2541">
                  <c:v>0.76190476200000001</c:v>
                </c:pt>
                <c:pt idx="2542">
                  <c:v>0.76190476200000001</c:v>
                </c:pt>
                <c:pt idx="2543">
                  <c:v>0.70801466000000002</c:v>
                </c:pt>
                <c:pt idx="2544">
                  <c:v>0.57076361799999997</c:v>
                </c:pt>
                <c:pt idx="2545">
                  <c:v>0.56186576399999999</c:v>
                </c:pt>
                <c:pt idx="2546">
                  <c:v>0.60223039599999995</c:v>
                </c:pt>
                <c:pt idx="2547">
                  <c:v>0.54566156300000002</c:v>
                </c:pt>
                <c:pt idx="2548">
                  <c:v>0.52269244299999995</c:v>
                </c:pt>
                <c:pt idx="2549">
                  <c:v>0.53456382999999996</c:v>
                </c:pt>
                <c:pt idx="2550">
                  <c:v>0.77327180900000003</c:v>
                </c:pt>
                <c:pt idx="2551">
                  <c:v>0.76133640999999996</c:v>
                </c:pt>
                <c:pt idx="2552">
                  <c:v>0.76193317999999999</c:v>
                </c:pt>
                <c:pt idx="2553">
                  <c:v>0.76190334100000001</c:v>
                </c:pt>
                <c:pt idx="2554">
                  <c:v>0.761904833</c:v>
                </c:pt>
                <c:pt idx="2555">
                  <c:v>0.76190475800000002</c:v>
                </c:pt>
                <c:pt idx="2556">
                  <c:v>0.76190476200000001</c:v>
                </c:pt>
                <c:pt idx="2557">
                  <c:v>0.76190476200000001</c:v>
                </c:pt>
                <c:pt idx="2558">
                  <c:v>0.76190476200000001</c:v>
                </c:pt>
                <c:pt idx="2559">
                  <c:v>0.76190476200000001</c:v>
                </c:pt>
                <c:pt idx="2560">
                  <c:v>0.76190476200000001</c:v>
                </c:pt>
                <c:pt idx="2561">
                  <c:v>0.76190476200000001</c:v>
                </c:pt>
                <c:pt idx="2562">
                  <c:v>0.76190476200000001</c:v>
                </c:pt>
                <c:pt idx="2563">
                  <c:v>0.76190476200000001</c:v>
                </c:pt>
                <c:pt idx="2564">
                  <c:v>0.42642052699999999</c:v>
                </c:pt>
                <c:pt idx="2565">
                  <c:v>0.378678974</c:v>
                </c:pt>
                <c:pt idx="2566">
                  <c:v>0.378678974</c:v>
                </c:pt>
                <c:pt idx="2567">
                  <c:v>0.378678974</c:v>
                </c:pt>
                <c:pt idx="2568">
                  <c:v>0.378678974</c:v>
                </c:pt>
                <c:pt idx="2569">
                  <c:v>0.378678974</c:v>
                </c:pt>
                <c:pt idx="2570">
                  <c:v>0.40985760999999998</c:v>
                </c:pt>
                <c:pt idx="2571">
                  <c:v>0.69652531500000003</c:v>
                </c:pt>
                <c:pt idx="2572">
                  <c:v>0.76517373399999999</c:v>
                </c:pt>
                <c:pt idx="2573">
                  <c:v>0.67290304999999995</c:v>
                </c:pt>
                <c:pt idx="2574">
                  <c:v>0.71720151200000004</c:v>
                </c:pt>
                <c:pt idx="2575">
                  <c:v>0.76413992399999997</c:v>
                </c:pt>
                <c:pt idx="2576">
                  <c:v>0.76179300400000005</c:v>
                </c:pt>
                <c:pt idx="2577">
                  <c:v>0.76191034999999996</c:v>
                </c:pt>
                <c:pt idx="2578">
                  <c:v>0.76190448300000002</c:v>
                </c:pt>
                <c:pt idx="2579">
                  <c:v>0.76190477599999995</c:v>
                </c:pt>
                <c:pt idx="2580">
                  <c:v>0.76190476100000004</c:v>
                </c:pt>
                <c:pt idx="2581">
                  <c:v>0.76190476200000001</c:v>
                </c:pt>
                <c:pt idx="2582">
                  <c:v>0.76190476200000001</c:v>
                </c:pt>
                <c:pt idx="2583">
                  <c:v>0.76190476200000001</c:v>
                </c:pt>
                <c:pt idx="2584">
                  <c:v>0.76190476200000001</c:v>
                </c:pt>
                <c:pt idx="2585">
                  <c:v>0.74948322700000003</c:v>
                </c:pt>
                <c:pt idx="2586">
                  <c:v>0.71312945900000002</c:v>
                </c:pt>
                <c:pt idx="2587">
                  <c:v>0.53437318599999994</c:v>
                </c:pt>
                <c:pt idx="2588">
                  <c:v>0.37328134099999999</c:v>
                </c:pt>
                <c:pt idx="2589">
                  <c:v>0.39965811000000001</c:v>
                </c:pt>
                <c:pt idx="2590">
                  <c:v>0.63611688499999997</c:v>
                </c:pt>
                <c:pt idx="2591">
                  <c:v>0.49327648299999999</c:v>
                </c:pt>
                <c:pt idx="2592">
                  <c:v>0.37869056699999998</c:v>
                </c:pt>
                <c:pt idx="2593">
                  <c:v>0.37869056699999998</c:v>
                </c:pt>
                <c:pt idx="2594">
                  <c:v>0.37869056699999998</c:v>
                </c:pt>
                <c:pt idx="2595">
                  <c:v>0.53112281400000005</c:v>
                </c:pt>
                <c:pt idx="2596">
                  <c:v>0.77344385900000001</c:v>
                </c:pt>
                <c:pt idx="2597">
                  <c:v>0.76132780700000002</c:v>
                </c:pt>
                <c:pt idx="2598">
                  <c:v>0.76193361000000004</c:v>
                </c:pt>
                <c:pt idx="2599">
                  <c:v>0.76190332000000005</c:v>
                </c:pt>
                <c:pt idx="2600">
                  <c:v>0.76190483399999998</c:v>
                </c:pt>
                <c:pt idx="2601">
                  <c:v>0.76190475800000002</c:v>
                </c:pt>
                <c:pt idx="2602">
                  <c:v>0.74099974999999996</c:v>
                </c:pt>
                <c:pt idx="2603">
                  <c:v>0.76295001200000001</c:v>
                </c:pt>
                <c:pt idx="2604">
                  <c:v>0.76185249899999996</c:v>
                </c:pt>
                <c:pt idx="2605">
                  <c:v>0.76190737500000005</c:v>
                </c:pt>
                <c:pt idx="2606">
                  <c:v>0.76190463100000005</c:v>
                </c:pt>
                <c:pt idx="2607">
                  <c:v>0.76190476799999995</c:v>
                </c:pt>
                <c:pt idx="2608">
                  <c:v>0.76190476200000001</c:v>
                </c:pt>
                <c:pt idx="2609">
                  <c:v>0.76190476200000001</c:v>
                </c:pt>
                <c:pt idx="2610">
                  <c:v>0.76190476200000001</c:v>
                </c:pt>
                <c:pt idx="2611">
                  <c:v>0.76190476200000001</c:v>
                </c:pt>
                <c:pt idx="2612">
                  <c:v>0.76190476200000001</c:v>
                </c:pt>
                <c:pt idx="2613">
                  <c:v>0.76190476200000001</c:v>
                </c:pt>
                <c:pt idx="2614">
                  <c:v>0.76190476200000001</c:v>
                </c:pt>
                <c:pt idx="2615">
                  <c:v>0.76190476200000001</c:v>
                </c:pt>
                <c:pt idx="2616">
                  <c:v>0.76190476200000001</c:v>
                </c:pt>
                <c:pt idx="2617">
                  <c:v>0.76190476200000001</c:v>
                </c:pt>
                <c:pt idx="2618">
                  <c:v>0.76190476200000001</c:v>
                </c:pt>
                <c:pt idx="2619">
                  <c:v>0.76190476200000001</c:v>
                </c:pt>
                <c:pt idx="2620">
                  <c:v>0.76190476200000001</c:v>
                </c:pt>
                <c:pt idx="2621">
                  <c:v>0.76190476200000001</c:v>
                </c:pt>
                <c:pt idx="2622">
                  <c:v>0.76190476200000001</c:v>
                </c:pt>
                <c:pt idx="2623">
                  <c:v>0.76190476200000001</c:v>
                </c:pt>
                <c:pt idx="2624">
                  <c:v>0.76190476200000001</c:v>
                </c:pt>
                <c:pt idx="2625">
                  <c:v>0.76190476200000001</c:v>
                </c:pt>
                <c:pt idx="2626">
                  <c:v>0.76190476200000001</c:v>
                </c:pt>
                <c:pt idx="2627">
                  <c:v>0.76190476200000001</c:v>
                </c:pt>
                <c:pt idx="2628">
                  <c:v>0.76190476200000001</c:v>
                </c:pt>
                <c:pt idx="2629">
                  <c:v>0.76190476200000001</c:v>
                </c:pt>
                <c:pt idx="2630">
                  <c:v>0.76190476200000001</c:v>
                </c:pt>
                <c:pt idx="2631">
                  <c:v>0.76190476200000001</c:v>
                </c:pt>
                <c:pt idx="2632">
                  <c:v>0.76190476200000001</c:v>
                </c:pt>
                <c:pt idx="2633">
                  <c:v>0.76190476200000001</c:v>
                </c:pt>
                <c:pt idx="2634">
                  <c:v>0.76190476200000001</c:v>
                </c:pt>
                <c:pt idx="2635">
                  <c:v>0.76190476200000001</c:v>
                </c:pt>
                <c:pt idx="2636">
                  <c:v>0.56667294999999995</c:v>
                </c:pt>
                <c:pt idx="2637">
                  <c:v>0.37166635199999998</c:v>
                </c:pt>
                <c:pt idx="2638">
                  <c:v>0.37166635199999998</c:v>
                </c:pt>
                <c:pt idx="2639">
                  <c:v>0.37166635199999998</c:v>
                </c:pt>
                <c:pt idx="2640">
                  <c:v>0.37166635199999998</c:v>
                </c:pt>
                <c:pt idx="2641">
                  <c:v>0.63907148599999997</c:v>
                </c:pt>
                <c:pt idx="2642">
                  <c:v>0.70131499399999997</c:v>
                </c:pt>
                <c:pt idx="2643">
                  <c:v>0.68341797299999996</c:v>
                </c:pt>
                <c:pt idx="2644">
                  <c:v>0.604641608</c:v>
                </c:pt>
                <c:pt idx="2645">
                  <c:v>0.53309305500000004</c:v>
                </c:pt>
                <c:pt idx="2646">
                  <c:v>0.41244460599999999</c:v>
                </c:pt>
                <c:pt idx="2647">
                  <c:v>0.52260310799999998</c:v>
                </c:pt>
                <c:pt idx="2648">
                  <c:v>0.773869845</c:v>
                </c:pt>
                <c:pt idx="2649">
                  <c:v>0.76130650799999999</c:v>
                </c:pt>
                <c:pt idx="2650">
                  <c:v>0.76193467500000001</c:v>
                </c:pt>
                <c:pt idx="2651">
                  <c:v>0.76190326600000002</c:v>
                </c:pt>
                <c:pt idx="2652">
                  <c:v>0.761904837</c:v>
                </c:pt>
                <c:pt idx="2653">
                  <c:v>0.76190475800000002</c:v>
                </c:pt>
                <c:pt idx="2654">
                  <c:v>0.76190476200000001</c:v>
                </c:pt>
                <c:pt idx="2655">
                  <c:v>0.76190476200000001</c:v>
                </c:pt>
                <c:pt idx="2656">
                  <c:v>0.76190476200000001</c:v>
                </c:pt>
                <c:pt idx="2657">
                  <c:v>0.76190476200000001</c:v>
                </c:pt>
                <c:pt idx="2658">
                  <c:v>0.76190476200000001</c:v>
                </c:pt>
                <c:pt idx="2659">
                  <c:v>0.76190476200000001</c:v>
                </c:pt>
                <c:pt idx="2660">
                  <c:v>0.76190476200000001</c:v>
                </c:pt>
                <c:pt idx="2661">
                  <c:v>0.68991391400000002</c:v>
                </c:pt>
                <c:pt idx="2662">
                  <c:v>0.63325348000000004</c:v>
                </c:pt>
                <c:pt idx="2663">
                  <c:v>0.43593144700000003</c:v>
                </c:pt>
                <c:pt idx="2664">
                  <c:v>0.37820342800000001</c:v>
                </c:pt>
                <c:pt idx="2665">
                  <c:v>0.37820342800000001</c:v>
                </c:pt>
                <c:pt idx="2666">
                  <c:v>0.37820342800000001</c:v>
                </c:pt>
                <c:pt idx="2667">
                  <c:v>0.37820342800000001</c:v>
                </c:pt>
                <c:pt idx="2668">
                  <c:v>0.45620208400000001</c:v>
                </c:pt>
                <c:pt idx="2669">
                  <c:v>0.69895405399999999</c:v>
                </c:pt>
                <c:pt idx="2670">
                  <c:v>0.76505229699999999</c:v>
                </c:pt>
                <c:pt idx="2671">
                  <c:v>0.76174738500000005</c:v>
                </c:pt>
                <c:pt idx="2672">
                  <c:v>0.76191263099999995</c:v>
                </c:pt>
                <c:pt idx="2673">
                  <c:v>0.76190436800000005</c:v>
                </c:pt>
                <c:pt idx="2674">
                  <c:v>0.761904782</c:v>
                </c:pt>
                <c:pt idx="2675">
                  <c:v>0.76190476100000004</c:v>
                </c:pt>
                <c:pt idx="2676">
                  <c:v>0.76190476200000001</c:v>
                </c:pt>
                <c:pt idx="2677">
                  <c:v>0.76190476200000001</c:v>
                </c:pt>
                <c:pt idx="2678">
                  <c:v>0.76190476200000001</c:v>
                </c:pt>
                <c:pt idx="2679">
                  <c:v>0.76190476200000001</c:v>
                </c:pt>
                <c:pt idx="2680">
                  <c:v>0.76190476200000001</c:v>
                </c:pt>
                <c:pt idx="2681">
                  <c:v>0.76190476200000001</c:v>
                </c:pt>
                <c:pt idx="2682">
                  <c:v>0.76190476200000001</c:v>
                </c:pt>
                <c:pt idx="2683">
                  <c:v>0.76190476200000001</c:v>
                </c:pt>
                <c:pt idx="2684">
                  <c:v>0.700481664</c:v>
                </c:pt>
                <c:pt idx="2685">
                  <c:v>0.72041992300000002</c:v>
                </c:pt>
                <c:pt idx="2686">
                  <c:v>0.52159087100000001</c:v>
                </c:pt>
                <c:pt idx="2687">
                  <c:v>0.37392045600000001</c:v>
                </c:pt>
                <c:pt idx="2688">
                  <c:v>0.37392045600000001</c:v>
                </c:pt>
                <c:pt idx="2689">
                  <c:v>0.36578001500000001</c:v>
                </c:pt>
                <c:pt idx="2690">
                  <c:v>0.41609046500000002</c:v>
                </c:pt>
                <c:pt idx="2691">
                  <c:v>0.379195477</c:v>
                </c:pt>
                <c:pt idx="2692">
                  <c:v>0.37635576100000001</c:v>
                </c:pt>
                <c:pt idx="2693">
                  <c:v>0.37635576100000001</c:v>
                </c:pt>
                <c:pt idx="2694">
                  <c:v>0.37635576100000001</c:v>
                </c:pt>
                <c:pt idx="2695">
                  <c:v>0.38996736399999998</c:v>
                </c:pt>
                <c:pt idx="2696">
                  <c:v>0.44204564600000001</c:v>
                </c:pt>
                <c:pt idx="2697">
                  <c:v>0.77789771799999996</c:v>
                </c:pt>
                <c:pt idx="2698">
                  <c:v>0.76110511400000003</c:v>
                </c:pt>
                <c:pt idx="2699">
                  <c:v>0.76194474400000001</c:v>
                </c:pt>
                <c:pt idx="2700">
                  <c:v>0.76190276300000004</c:v>
                </c:pt>
                <c:pt idx="2701">
                  <c:v>0.76190486199999996</c:v>
                </c:pt>
                <c:pt idx="2702">
                  <c:v>0.76190475700000004</c:v>
                </c:pt>
                <c:pt idx="2703">
                  <c:v>0.76190476200000001</c:v>
                </c:pt>
                <c:pt idx="2704">
                  <c:v>0.76190476200000001</c:v>
                </c:pt>
                <c:pt idx="2705">
                  <c:v>0.76190476200000001</c:v>
                </c:pt>
                <c:pt idx="2706">
                  <c:v>0.76190476200000001</c:v>
                </c:pt>
                <c:pt idx="2707">
                  <c:v>0.76190476200000001</c:v>
                </c:pt>
                <c:pt idx="2708">
                  <c:v>0.76190476200000001</c:v>
                </c:pt>
                <c:pt idx="2709">
                  <c:v>0.68233115700000002</c:v>
                </c:pt>
                <c:pt idx="2710">
                  <c:v>0.76588344200000003</c:v>
                </c:pt>
                <c:pt idx="2711">
                  <c:v>0.605245229</c:v>
                </c:pt>
                <c:pt idx="2712">
                  <c:v>0.479677085</c:v>
                </c:pt>
                <c:pt idx="2713">
                  <c:v>0.60188094000000003</c:v>
                </c:pt>
                <c:pt idx="2714">
                  <c:v>0.63117346799999996</c:v>
                </c:pt>
                <c:pt idx="2715">
                  <c:v>0.63117988199999997</c:v>
                </c:pt>
                <c:pt idx="2716">
                  <c:v>0.73201670100000005</c:v>
                </c:pt>
                <c:pt idx="2717">
                  <c:v>0.71087391499999997</c:v>
                </c:pt>
                <c:pt idx="2718">
                  <c:v>0.76445630399999998</c:v>
                </c:pt>
                <c:pt idx="2719">
                  <c:v>0.74243684399999998</c:v>
                </c:pt>
                <c:pt idx="2720">
                  <c:v>0.657044081</c:v>
                </c:pt>
                <c:pt idx="2721">
                  <c:v>0.76714779600000005</c:v>
                </c:pt>
                <c:pt idx="2722">
                  <c:v>0.76164261</c:v>
                </c:pt>
                <c:pt idx="2723">
                  <c:v>0.76191786900000003</c:v>
                </c:pt>
                <c:pt idx="2724">
                  <c:v>0.761904107</c:v>
                </c:pt>
                <c:pt idx="2725">
                  <c:v>0.76190479499999997</c:v>
                </c:pt>
                <c:pt idx="2726">
                  <c:v>0.76190475999999996</c:v>
                </c:pt>
                <c:pt idx="2727">
                  <c:v>0.76190476200000001</c:v>
                </c:pt>
                <c:pt idx="2728">
                  <c:v>0.76190476200000001</c:v>
                </c:pt>
                <c:pt idx="2729">
                  <c:v>0.76190476200000001</c:v>
                </c:pt>
                <c:pt idx="2730">
                  <c:v>0.76190476200000001</c:v>
                </c:pt>
                <c:pt idx="2731">
                  <c:v>0.76190476200000001</c:v>
                </c:pt>
                <c:pt idx="2732">
                  <c:v>0.40744192000000001</c:v>
                </c:pt>
                <c:pt idx="2733">
                  <c:v>0.66612303299999998</c:v>
                </c:pt>
                <c:pt idx="2734">
                  <c:v>0.45656907699999999</c:v>
                </c:pt>
                <c:pt idx="2735">
                  <c:v>0.37717154600000002</c:v>
                </c:pt>
                <c:pt idx="2736">
                  <c:v>0.37717154600000002</c:v>
                </c:pt>
                <c:pt idx="2737">
                  <c:v>0.37717154600000002</c:v>
                </c:pt>
                <c:pt idx="2738">
                  <c:v>0.47389177999999998</c:v>
                </c:pt>
                <c:pt idx="2739">
                  <c:v>0.41562785499999999</c:v>
                </c:pt>
                <c:pt idx="2740">
                  <c:v>0.56204224999999997</c:v>
                </c:pt>
                <c:pt idx="2741">
                  <c:v>0.67407696900000003</c:v>
                </c:pt>
                <c:pt idx="2742">
                  <c:v>0.65258399600000006</c:v>
                </c:pt>
                <c:pt idx="2743">
                  <c:v>0.69623225399999999</c:v>
                </c:pt>
                <c:pt idx="2744">
                  <c:v>0.76518838700000003</c:v>
                </c:pt>
                <c:pt idx="2745">
                  <c:v>0.76174058099999997</c:v>
                </c:pt>
                <c:pt idx="2746">
                  <c:v>0.76191297099999999</c:v>
                </c:pt>
                <c:pt idx="2747">
                  <c:v>0.76190435099999998</c:v>
                </c:pt>
                <c:pt idx="2748">
                  <c:v>0.761904782</c:v>
                </c:pt>
                <c:pt idx="2749">
                  <c:v>0.76190476100000004</c:v>
                </c:pt>
                <c:pt idx="2750">
                  <c:v>0.76190476200000001</c:v>
                </c:pt>
                <c:pt idx="2751">
                  <c:v>0.76190476200000001</c:v>
                </c:pt>
                <c:pt idx="2752">
                  <c:v>0.76190476200000001</c:v>
                </c:pt>
                <c:pt idx="2753">
                  <c:v>0.76190476200000001</c:v>
                </c:pt>
                <c:pt idx="2754">
                  <c:v>0.76190476200000001</c:v>
                </c:pt>
                <c:pt idx="2755">
                  <c:v>0.76190476200000001</c:v>
                </c:pt>
                <c:pt idx="2756">
                  <c:v>0.76190476200000001</c:v>
                </c:pt>
                <c:pt idx="2757">
                  <c:v>0.65476487999999999</c:v>
                </c:pt>
                <c:pt idx="2758">
                  <c:v>0.47682693100000001</c:v>
                </c:pt>
                <c:pt idx="2759">
                  <c:v>0.49855299199999997</c:v>
                </c:pt>
                <c:pt idx="2760">
                  <c:v>0.45872466699999997</c:v>
                </c:pt>
                <c:pt idx="2761">
                  <c:v>0.455532626</c:v>
                </c:pt>
                <c:pt idx="2762">
                  <c:v>0.40030726599999999</c:v>
                </c:pt>
                <c:pt idx="2763">
                  <c:v>0.37998463700000001</c:v>
                </c:pt>
                <c:pt idx="2764">
                  <c:v>0.36115247499999997</c:v>
                </c:pt>
                <c:pt idx="2765">
                  <c:v>0.35187140500000003</c:v>
                </c:pt>
                <c:pt idx="2766">
                  <c:v>0.35187140500000003</c:v>
                </c:pt>
                <c:pt idx="2767">
                  <c:v>0.35187140500000003</c:v>
                </c:pt>
                <c:pt idx="2768">
                  <c:v>0.35187140500000003</c:v>
                </c:pt>
                <c:pt idx="2769">
                  <c:v>0.35187140500000003</c:v>
                </c:pt>
                <c:pt idx="2770">
                  <c:v>0.43707002900000003</c:v>
                </c:pt>
                <c:pt idx="2771">
                  <c:v>0.55924712799999998</c:v>
                </c:pt>
                <c:pt idx="2772">
                  <c:v>0.69274596399999999</c:v>
                </c:pt>
                <c:pt idx="2773">
                  <c:v>0.76536270200000001</c:v>
                </c:pt>
                <c:pt idx="2774">
                  <c:v>0.76173186500000001</c:v>
                </c:pt>
                <c:pt idx="2775">
                  <c:v>0.76191340699999999</c:v>
                </c:pt>
                <c:pt idx="2776">
                  <c:v>0.76190433000000002</c:v>
                </c:pt>
                <c:pt idx="2777">
                  <c:v>0.563864429</c:v>
                </c:pt>
                <c:pt idx="2778">
                  <c:v>0.49396050600000002</c:v>
                </c:pt>
                <c:pt idx="2779">
                  <c:v>0.37530197500000001</c:v>
                </c:pt>
                <c:pt idx="2780">
                  <c:v>0.37530197500000001</c:v>
                </c:pt>
                <c:pt idx="2781">
                  <c:v>0.46092736699999998</c:v>
                </c:pt>
                <c:pt idx="2782">
                  <c:v>0.44675889000000002</c:v>
                </c:pt>
                <c:pt idx="2783">
                  <c:v>0.65843444500000003</c:v>
                </c:pt>
                <c:pt idx="2784">
                  <c:v>0.67029871500000004</c:v>
                </c:pt>
                <c:pt idx="2785">
                  <c:v>0.64187588699999998</c:v>
                </c:pt>
                <c:pt idx="2786">
                  <c:v>0.56023225700000001</c:v>
                </c:pt>
                <c:pt idx="2787">
                  <c:v>0.489338671</c:v>
                </c:pt>
                <c:pt idx="2788">
                  <c:v>0.48050358799999998</c:v>
                </c:pt>
                <c:pt idx="2789">
                  <c:v>0.49548886800000003</c:v>
                </c:pt>
                <c:pt idx="2790">
                  <c:v>0.52631524399999996</c:v>
                </c:pt>
                <c:pt idx="2791">
                  <c:v>0.46320286100000002</c:v>
                </c:pt>
                <c:pt idx="2792">
                  <c:v>0.50825836400000002</c:v>
                </c:pt>
                <c:pt idx="2793">
                  <c:v>0.77458708200000004</c:v>
                </c:pt>
                <c:pt idx="2794">
                  <c:v>0.76127064600000005</c:v>
                </c:pt>
                <c:pt idx="2795">
                  <c:v>0.76193646800000003</c:v>
                </c:pt>
                <c:pt idx="2796">
                  <c:v>0.76190317699999999</c:v>
                </c:pt>
                <c:pt idx="2797">
                  <c:v>0.761904841</c:v>
                </c:pt>
                <c:pt idx="2798">
                  <c:v>0.76190475800000002</c:v>
                </c:pt>
                <c:pt idx="2799">
                  <c:v>0.76190476200000001</c:v>
                </c:pt>
                <c:pt idx="2800">
                  <c:v>0.76190476200000001</c:v>
                </c:pt>
                <c:pt idx="2801">
                  <c:v>0.76190476200000001</c:v>
                </c:pt>
                <c:pt idx="2802">
                  <c:v>0.76190476200000001</c:v>
                </c:pt>
                <c:pt idx="2803">
                  <c:v>0.76190476200000001</c:v>
                </c:pt>
                <c:pt idx="2804">
                  <c:v>0.44603881000000001</c:v>
                </c:pt>
                <c:pt idx="2805">
                  <c:v>0.37769805899999997</c:v>
                </c:pt>
                <c:pt idx="2806">
                  <c:v>0.50386352400000001</c:v>
                </c:pt>
                <c:pt idx="2807">
                  <c:v>0.50636093599999998</c:v>
                </c:pt>
                <c:pt idx="2808">
                  <c:v>0.63326782999999998</c:v>
                </c:pt>
                <c:pt idx="2809">
                  <c:v>0.67861472899999997</c:v>
                </c:pt>
                <c:pt idx="2810">
                  <c:v>0.76606926399999997</c:v>
                </c:pt>
                <c:pt idx="2811">
                  <c:v>0.76169653699999995</c:v>
                </c:pt>
                <c:pt idx="2812">
                  <c:v>0.761915173</c:v>
                </c:pt>
                <c:pt idx="2813">
                  <c:v>0.75496310600000005</c:v>
                </c:pt>
                <c:pt idx="2814">
                  <c:v>0.76225184499999998</c:v>
                </c:pt>
                <c:pt idx="2815">
                  <c:v>0.76188740799999999</c:v>
                </c:pt>
                <c:pt idx="2816">
                  <c:v>0.76190563</c:v>
                </c:pt>
                <c:pt idx="2817">
                  <c:v>0.76190471900000001</c:v>
                </c:pt>
                <c:pt idx="2818">
                  <c:v>0.76190476399999996</c:v>
                </c:pt>
                <c:pt idx="2819">
                  <c:v>0.76190476200000001</c:v>
                </c:pt>
                <c:pt idx="2820">
                  <c:v>0.76190476200000001</c:v>
                </c:pt>
                <c:pt idx="2821">
                  <c:v>0.76190476200000001</c:v>
                </c:pt>
                <c:pt idx="2822">
                  <c:v>0.76190476200000001</c:v>
                </c:pt>
                <c:pt idx="2823">
                  <c:v>0.76190476200000001</c:v>
                </c:pt>
                <c:pt idx="2824">
                  <c:v>0.76190476200000001</c:v>
                </c:pt>
                <c:pt idx="2825">
                  <c:v>0.76190476200000001</c:v>
                </c:pt>
                <c:pt idx="2826">
                  <c:v>0.76190476200000001</c:v>
                </c:pt>
                <c:pt idx="2827">
                  <c:v>0.76190476200000001</c:v>
                </c:pt>
                <c:pt idx="2828">
                  <c:v>0.67205109500000004</c:v>
                </c:pt>
                <c:pt idx="2829">
                  <c:v>0.49051831200000001</c:v>
                </c:pt>
                <c:pt idx="2830">
                  <c:v>0.37547408399999999</c:v>
                </c:pt>
                <c:pt idx="2831">
                  <c:v>0.37547408399999999</c:v>
                </c:pt>
                <c:pt idx="2832">
                  <c:v>0.37547408399999999</c:v>
                </c:pt>
                <c:pt idx="2833">
                  <c:v>0.37547408399999999</c:v>
                </c:pt>
                <c:pt idx="2834">
                  <c:v>0.37547408399999999</c:v>
                </c:pt>
                <c:pt idx="2835">
                  <c:v>0.37547408399999999</c:v>
                </c:pt>
                <c:pt idx="2836">
                  <c:v>0.40310879999999999</c:v>
                </c:pt>
                <c:pt idx="2837">
                  <c:v>0.40017785700000003</c:v>
                </c:pt>
                <c:pt idx="2838">
                  <c:v>0.47060410499999999</c:v>
                </c:pt>
                <c:pt idx="2839">
                  <c:v>0.77646979500000002</c:v>
                </c:pt>
                <c:pt idx="2840">
                  <c:v>0.76117650999999997</c:v>
                </c:pt>
                <c:pt idx="2841">
                  <c:v>0.76194117400000005</c:v>
                </c:pt>
                <c:pt idx="2842">
                  <c:v>0.761902941</c:v>
                </c:pt>
                <c:pt idx="2843">
                  <c:v>0.76190485299999999</c:v>
                </c:pt>
                <c:pt idx="2844">
                  <c:v>0.76190475700000004</c:v>
                </c:pt>
                <c:pt idx="2845">
                  <c:v>0.76190476200000001</c:v>
                </c:pt>
                <c:pt idx="2846">
                  <c:v>0.76190476200000001</c:v>
                </c:pt>
                <c:pt idx="2847">
                  <c:v>0.76190476200000001</c:v>
                </c:pt>
                <c:pt idx="2848">
                  <c:v>0.76190476200000001</c:v>
                </c:pt>
                <c:pt idx="2849">
                  <c:v>0.76190476200000001</c:v>
                </c:pt>
                <c:pt idx="2850">
                  <c:v>0.76190476200000001</c:v>
                </c:pt>
                <c:pt idx="2851">
                  <c:v>0.76190476200000001</c:v>
                </c:pt>
                <c:pt idx="2852">
                  <c:v>0.47814145600000002</c:v>
                </c:pt>
                <c:pt idx="2853">
                  <c:v>0.37609292700000002</c:v>
                </c:pt>
                <c:pt idx="2854">
                  <c:v>0.37609292700000002</c:v>
                </c:pt>
                <c:pt idx="2855">
                  <c:v>0.35975916800000002</c:v>
                </c:pt>
                <c:pt idx="2856">
                  <c:v>0.45431012700000001</c:v>
                </c:pt>
                <c:pt idx="2857">
                  <c:v>0.77728449399999999</c:v>
                </c:pt>
                <c:pt idx="2858">
                  <c:v>0.76113577499999996</c:v>
                </c:pt>
                <c:pt idx="2859">
                  <c:v>0.76194321099999995</c:v>
                </c:pt>
                <c:pt idx="2860">
                  <c:v>0.761902839</c:v>
                </c:pt>
                <c:pt idx="2861">
                  <c:v>0.76190485799999996</c:v>
                </c:pt>
                <c:pt idx="2862">
                  <c:v>0.76190475700000004</c:v>
                </c:pt>
                <c:pt idx="2863">
                  <c:v>0.76190476200000001</c:v>
                </c:pt>
                <c:pt idx="2864">
                  <c:v>0.76190476200000001</c:v>
                </c:pt>
                <c:pt idx="2865">
                  <c:v>0.76190476200000001</c:v>
                </c:pt>
                <c:pt idx="2866">
                  <c:v>0.76190476200000001</c:v>
                </c:pt>
                <c:pt idx="2867">
                  <c:v>0.76190476200000001</c:v>
                </c:pt>
                <c:pt idx="2868">
                  <c:v>0.76190476200000001</c:v>
                </c:pt>
                <c:pt idx="2869">
                  <c:v>0.76190476200000001</c:v>
                </c:pt>
                <c:pt idx="2870">
                  <c:v>0.76190476200000001</c:v>
                </c:pt>
                <c:pt idx="2871">
                  <c:v>0.76190476200000001</c:v>
                </c:pt>
                <c:pt idx="2872">
                  <c:v>0.76190476200000001</c:v>
                </c:pt>
                <c:pt idx="2873">
                  <c:v>0.76190476200000001</c:v>
                </c:pt>
                <c:pt idx="2874">
                  <c:v>0.76190476200000001</c:v>
                </c:pt>
                <c:pt idx="2875">
                  <c:v>0.76190476200000001</c:v>
                </c:pt>
                <c:pt idx="2876">
                  <c:v>0.482973977</c:v>
                </c:pt>
                <c:pt idx="2877">
                  <c:v>0.37585130100000003</c:v>
                </c:pt>
                <c:pt idx="2878">
                  <c:v>0.58349525499999999</c:v>
                </c:pt>
                <c:pt idx="2879">
                  <c:v>0.38601117099999999</c:v>
                </c:pt>
                <c:pt idx="2880">
                  <c:v>0.65687579200000001</c:v>
                </c:pt>
                <c:pt idx="2881">
                  <c:v>0.76715621000000001</c:v>
                </c:pt>
                <c:pt idx="2882">
                  <c:v>0.76164218900000002</c:v>
                </c:pt>
                <c:pt idx="2883">
                  <c:v>0.76191789099999996</c:v>
                </c:pt>
                <c:pt idx="2884">
                  <c:v>0.76190410500000005</c:v>
                </c:pt>
                <c:pt idx="2885">
                  <c:v>0.76190479499999997</c:v>
                </c:pt>
                <c:pt idx="2886">
                  <c:v>0.76190475999999996</c:v>
                </c:pt>
                <c:pt idx="2887">
                  <c:v>0.76190476200000001</c:v>
                </c:pt>
                <c:pt idx="2888">
                  <c:v>0.76190476200000001</c:v>
                </c:pt>
                <c:pt idx="2889">
                  <c:v>0.76190476200000001</c:v>
                </c:pt>
                <c:pt idx="2890">
                  <c:v>0.76190476200000001</c:v>
                </c:pt>
                <c:pt idx="2891">
                  <c:v>0.76190476200000001</c:v>
                </c:pt>
                <c:pt idx="2892">
                  <c:v>0.76190476200000001</c:v>
                </c:pt>
                <c:pt idx="2893">
                  <c:v>0.76190476200000001</c:v>
                </c:pt>
                <c:pt idx="2894">
                  <c:v>0.76190476200000001</c:v>
                </c:pt>
                <c:pt idx="2895">
                  <c:v>0.76190476200000001</c:v>
                </c:pt>
                <c:pt idx="2896">
                  <c:v>0.76190476200000001</c:v>
                </c:pt>
                <c:pt idx="2897">
                  <c:v>0.76190476200000001</c:v>
                </c:pt>
                <c:pt idx="2898">
                  <c:v>0.76190476200000001</c:v>
                </c:pt>
                <c:pt idx="2899">
                  <c:v>0.76190476200000001</c:v>
                </c:pt>
                <c:pt idx="2900">
                  <c:v>0.36190476199999999</c:v>
                </c:pt>
                <c:pt idx="2901">
                  <c:v>0.36190476199999999</c:v>
                </c:pt>
                <c:pt idx="2902">
                  <c:v>0.36190476199999999</c:v>
                </c:pt>
                <c:pt idx="2903">
                  <c:v>0.36190476199999999</c:v>
                </c:pt>
                <c:pt idx="2904">
                  <c:v>0.36190476199999999</c:v>
                </c:pt>
                <c:pt idx="2905">
                  <c:v>0.36190476199999999</c:v>
                </c:pt>
                <c:pt idx="2906">
                  <c:v>0.49449106100000001</c:v>
                </c:pt>
                <c:pt idx="2907">
                  <c:v>0.57473344900000001</c:v>
                </c:pt>
                <c:pt idx="2908">
                  <c:v>0.59415688499999997</c:v>
                </c:pt>
                <c:pt idx="2909">
                  <c:v>0.52658296199999999</c:v>
                </c:pt>
                <c:pt idx="2910">
                  <c:v>0.49385657100000002</c:v>
                </c:pt>
                <c:pt idx="2911">
                  <c:v>0.65061089500000002</c:v>
                </c:pt>
                <c:pt idx="2912">
                  <c:v>0.76746945499999997</c:v>
                </c:pt>
                <c:pt idx="2913">
                  <c:v>0.761626527</c:v>
                </c:pt>
                <c:pt idx="2914">
                  <c:v>0.76191867400000002</c:v>
                </c:pt>
                <c:pt idx="2915">
                  <c:v>0.76190406600000005</c:v>
                </c:pt>
                <c:pt idx="2916">
                  <c:v>0.76190479700000002</c:v>
                </c:pt>
                <c:pt idx="2917">
                  <c:v>0.76190475999999996</c:v>
                </c:pt>
                <c:pt idx="2918">
                  <c:v>0.76190476200000001</c:v>
                </c:pt>
                <c:pt idx="2919">
                  <c:v>0.76190476200000001</c:v>
                </c:pt>
                <c:pt idx="2920">
                  <c:v>0.76190476200000001</c:v>
                </c:pt>
                <c:pt idx="2921">
                  <c:v>0.67584863399999995</c:v>
                </c:pt>
                <c:pt idx="2922">
                  <c:v>0.76620756800000001</c:v>
                </c:pt>
                <c:pt idx="2923">
                  <c:v>0.45558832799999999</c:v>
                </c:pt>
                <c:pt idx="2924">
                  <c:v>0.37722058400000003</c:v>
                </c:pt>
                <c:pt idx="2925">
                  <c:v>0.37722058400000003</c:v>
                </c:pt>
                <c:pt idx="2926">
                  <c:v>0.473318762</c:v>
                </c:pt>
                <c:pt idx="2927">
                  <c:v>0.64663871100000003</c:v>
                </c:pt>
                <c:pt idx="2928">
                  <c:v>0.61068794100000001</c:v>
                </c:pt>
                <c:pt idx="2929">
                  <c:v>0.75324687899999998</c:v>
                </c:pt>
                <c:pt idx="2930">
                  <c:v>0.76233765600000003</c:v>
                </c:pt>
                <c:pt idx="2931">
                  <c:v>0.761883117</c:v>
                </c:pt>
                <c:pt idx="2932">
                  <c:v>0.75386199099999995</c:v>
                </c:pt>
                <c:pt idx="2933">
                  <c:v>0.70784621599999997</c:v>
                </c:pt>
                <c:pt idx="2934">
                  <c:v>0.76460768899999998</c:v>
                </c:pt>
                <c:pt idx="2935">
                  <c:v>0.76176961600000004</c:v>
                </c:pt>
                <c:pt idx="2936">
                  <c:v>0.76191151899999998</c:v>
                </c:pt>
                <c:pt idx="2937">
                  <c:v>0.76190442400000002</c:v>
                </c:pt>
                <c:pt idx="2938">
                  <c:v>0.76190477899999998</c:v>
                </c:pt>
                <c:pt idx="2939">
                  <c:v>0.76190476100000004</c:v>
                </c:pt>
                <c:pt idx="2940">
                  <c:v>0.76190476200000001</c:v>
                </c:pt>
                <c:pt idx="2941">
                  <c:v>0.76190476200000001</c:v>
                </c:pt>
                <c:pt idx="2942">
                  <c:v>0.76190476200000001</c:v>
                </c:pt>
                <c:pt idx="2943">
                  <c:v>0.76190476200000001</c:v>
                </c:pt>
                <c:pt idx="2944">
                  <c:v>0.76190476200000001</c:v>
                </c:pt>
                <c:pt idx="2945">
                  <c:v>0.76190476200000001</c:v>
                </c:pt>
                <c:pt idx="2946">
                  <c:v>0.76190476200000001</c:v>
                </c:pt>
                <c:pt idx="2947">
                  <c:v>0.76190476200000001</c:v>
                </c:pt>
                <c:pt idx="2948">
                  <c:v>0.55030380800000001</c:v>
                </c:pt>
                <c:pt idx="2949">
                  <c:v>0.77248481000000002</c:v>
                </c:pt>
                <c:pt idx="2950">
                  <c:v>0.76137575999999996</c:v>
                </c:pt>
                <c:pt idx="2951">
                  <c:v>0.76193121200000002</c:v>
                </c:pt>
                <c:pt idx="2952">
                  <c:v>0.76190343900000002</c:v>
                </c:pt>
                <c:pt idx="2953">
                  <c:v>0.721465409</c:v>
                </c:pt>
                <c:pt idx="2954">
                  <c:v>0.64828633899999999</c:v>
                </c:pt>
                <c:pt idx="2955">
                  <c:v>0.56710202700000001</c:v>
                </c:pt>
                <c:pt idx="2956">
                  <c:v>0.48907942100000001</c:v>
                </c:pt>
                <c:pt idx="2957">
                  <c:v>0.46851461500000002</c:v>
                </c:pt>
                <c:pt idx="2958">
                  <c:v>0.58489577000000004</c:v>
                </c:pt>
                <c:pt idx="2959">
                  <c:v>0.770755211</c:v>
                </c:pt>
                <c:pt idx="2960">
                  <c:v>0.76146223899999999</c:v>
                </c:pt>
                <c:pt idx="2961">
                  <c:v>0.76192688799999997</c:v>
                </c:pt>
                <c:pt idx="2962">
                  <c:v>0.76190365599999998</c:v>
                </c:pt>
                <c:pt idx="2963">
                  <c:v>0.76190481700000001</c:v>
                </c:pt>
                <c:pt idx="2964">
                  <c:v>0.76190475899999999</c:v>
                </c:pt>
                <c:pt idx="2965">
                  <c:v>0.76190476200000001</c:v>
                </c:pt>
                <c:pt idx="2966">
                  <c:v>0.76190476200000001</c:v>
                </c:pt>
                <c:pt idx="2967">
                  <c:v>0.76190476200000001</c:v>
                </c:pt>
                <c:pt idx="2968">
                  <c:v>0.76190476200000001</c:v>
                </c:pt>
                <c:pt idx="2969">
                  <c:v>0.76190476200000001</c:v>
                </c:pt>
                <c:pt idx="2970">
                  <c:v>0.76190476200000001</c:v>
                </c:pt>
                <c:pt idx="2971">
                  <c:v>0.76190476200000001</c:v>
                </c:pt>
                <c:pt idx="2972">
                  <c:v>0.76190476200000001</c:v>
                </c:pt>
                <c:pt idx="2973">
                  <c:v>0.76190476200000001</c:v>
                </c:pt>
                <c:pt idx="2974">
                  <c:v>0.76190476200000001</c:v>
                </c:pt>
                <c:pt idx="2975">
                  <c:v>0.76190476200000001</c:v>
                </c:pt>
                <c:pt idx="2976">
                  <c:v>0.76190476200000001</c:v>
                </c:pt>
                <c:pt idx="2977">
                  <c:v>0.76190476200000001</c:v>
                </c:pt>
                <c:pt idx="2978">
                  <c:v>0.67288919999999997</c:v>
                </c:pt>
                <c:pt idx="2979">
                  <c:v>0.68399520700000005</c:v>
                </c:pt>
                <c:pt idx="2980">
                  <c:v>0.62037840399999999</c:v>
                </c:pt>
                <c:pt idx="2981">
                  <c:v>0.58009534699999998</c:v>
                </c:pt>
                <c:pt idx="2982">
                  <c:v>0.63050149799999999</c:v>
                </c:pt>
                <c:pt idx="2983">
                  <c:v>0.76847492500000003</c:v>
                </c:pt>
                <c:pt idx="2984">
                  <c:v>0.76157625399999995</c:v>
                </c:pt>
                <c:pt idx="2985">
                  <c:v>0.761921187</c:v>
                </c:pt>
                <c:pt idx="2986">
                  <c:v>0.76190394100000003</c:v>
                </c:pt>
                <c:pt idx="2987">
                  <c:v>0.76190480299999996</c:v>
                </c:pt>
                <c:pt idx="2988">
                  <c:v>0.76190475999999996</c:v>
                </c:pt>
                <c:pt idx="2989">
                  <c:v>0.76190476200000001</c:v>
                </c:pt>
                <c:pt idx="2990">
                  <c:v>0.76190476200000001</c:v>
                </c:pt>
                <c:pt idx="2991">
                  <c:v>0.76190476200000001</c:v>
                </c:pt>
                <c:pt idx="2992">
                  <c:v>0.76190476200000001</c:v>
                </c:pt>
                <c:pt idx="2993">
                  <c:v>0.76190476200000001</c:v>
                </c:pt>
                <c:pt idx="2994">
                  <c:v>0.76190476200000001</c:v>
                </c:pt>
                <c:pt idx="2995">
                  <c:v>0.46847483299999998</c:v>
                </c:pt>
                <c:pt idx="2996">
                  <c:v>0.376576258</c:v>
                </c:pt>
                <c:pt idx="2997">
                  <c:v>0.376576258</c:v>
                </c:pt>
                <c:pt idx="2998">
                  <c:v>0.376576258</c:v>
                </c:pt>
                <c:pt idx="2999">
                  <c:v>0.376576258</c:v>
                </c:pt>
                <c:pt idx="3000">
                  <c:v>0.376576258</c:v>
                </c:pt>
                <c:pt idx="3001">
                  <c:v>0.376576258</c:v>
                </c:pt>
                <c:pt idx="3002">
                  <c:v>0.376576258</c:v>
                </c:pt>
                <c:pt idx="3003">
                  <c:v>0.376576258</c:v>
                </c:pt>
                <c:pt idx="3004">
                  <c:v>0.41080195200000003</c:v>
                </c:pt>
                <c:pt idx="3005">
                  <c:v>0.59748441500000005</c:v>
                </c:pt>
                <c:pt idx="3006">
                  <c:v>0.52407630999999999</c:v>
                </c:pt>
                <c:pt idx="3007">
                  <c:v>0.63949192700000002</c:v>
                </c:pt>
                <c:pt idx="3008">
                  <c:v>0.76802540399999997</c:v>
                </c:pt>
                <c:pt idx="3009">
                  <c:v>0.76159873</c:v>
                </c:pt>
                <c:pt idx="3010">
                  <c:v>0.76192006400000001</c:v>
                </c:pt>
                <c:pt idx="3011">
                  <c:v>0.761903997</c:v>
                </c:pt>
                <c:pt idx="3012">
                  <c:v>0.76190480000000005</c:v>
                </c:pt>
                <c:pt idx="3013">
                  <c:v>0.76190475999999996</c:v>
                </c:pt>
                <c:pt idx="3014">
                  <c:v>0.76190476200000001</c:v>
                </c:pt>
                <c:pt idx="3015">
                  <c:v>0.76190476200000001</c:v>
                </c:pt>
                <c:pt idx="3016">
                  <c:v>0.76190476200000001</c:v>
                </c:pt>
                <c:pt idx="3017">
                  <c:v>0.76190476200000001</c:v>
                </c:pt>
                <c:pt idx="3018">
                  <c:v>0.76190476200000001</c:v>
                </c:pt>
                <c:pt idx="3019">
                  <c:v>0.76190476200000001</c:v>
                </c:pt>
                <c:pt idx="3020">
                  <c:v>0.51187761200000004</c:v>
                </c:pt>
                <c:pt idx="3021">
                  <c:v>0.38456284299999999</c:v>
                </c:pt>
                <c:pt idx="3022">
                  <c:v>0.38456284299999999</c:v>
                </c:pt>
                <c:pt idx="3023">
                  <c:v>0.38456284299999999</c:v>
                </c:pt>
                <c:pt idx="3024">
                  <c:v>0.61972786199999996</c:v>
                </c:pt>
                <c:pt idx="3025">
                  <c:v>0.61244209599999999</c:v>
                </c:pt>
                <c:pt idx="3026">
                  <c:v>0.55814504399999998</c:v>
                </c:pt>
                <c:pt idx="3027">
                  <c:v>0.50230890500000003</c:v>
                </c:pt>
                <c:pt idx="3028">
                  <c:v>0.42864957100000001</c:v>
                </c:pt>
                <c:pt idx="3029">
                  <c:v>0.37856752100000002</c:v>
                </c:pt>
                <c:pt idx="3030">
                  <c:v>0.39287241699999997</c:v>
                </c:pt>
                <c:pt idx="3031">
                  <c:v>0.40010053400000001</c:v>
                </c:pt>
                <c:pt idx="3032">
                  <c:v>0.499296299</c:v>
                </c:pt>
                <c:pt idx="3033">
                  <c:v>0.77503518500000002</c:v>
                </c:pt>
                <c:pt idx="3034">
                  <c:v>0.76124824099999999</c:v>
                </c:pt>
                <c:pt idx="3035">
                  <c:v>0.761937588</c:v>
                </c:pt>
                <c:pt idx="3036">
                  <c:v>0.76190312100000002</c:v>
                </c:pt>
                <c:pt idx="3037">
                  <c:v>0.76190484400000003</c:v>
                </c:pt>
                <c:pt idx="3038">
                  <c:v>0.76190475800000002</c:v>
                </c:pt>
                <c:pt idx="3039">
                  <c:v>0.76190476200000001</c:v>
                </c:pt>
                <c:pt idx="3040">
                  <c:v>0.76190476200000001</c:v>
                </c:pt>
                <c:pt idx="3041">
                  <c:v>0.61546072299999999</c:v>
                </c:pt>
                <c:pt idx="3042">
                  <c:v>0.48498724300000001</c:v>
                </c:pt>
                <c:pt idx="3043">
                  <c:v>0.37575063800000003</c:v>
                </c:pt>
                <c:pt idx="3044">
                  <c:v>0.37575063800000003</c:v>
                </c:pt>
                <c:pt idx="3045">
                  <c:v>0.37575063800000003</c:v>
                </c:pt>
                <c:pt idx="3046">
                  <c:v>0.37575063800000003</c:v>
                </c:pt>
                <c:pt idx="3047">
                  <c:v>0.37575063800000003</c:v>
                </c:pt>
                <c:pt idx="3048">
                  <c:v>0.65209042699999997</c:v>
                </c:pt>
                <c:pt idx="3049">
                  <c:v>0.76739547900000005</c:v>
                </c:pt>
                <c:pt idx="3050">
                  <c:v>0.76163022599999997</c:v>
                </c:pt>
                <c:pt idx="3051">
                  <c:v>0.76191848900000003</c:v>
                </c:pt>
                <c:pt idx="3052">
                  <c:v>0.74058705700000005</c:v>
                </c:pt>
                <c:pt idx="3053">
                  <c:v>0.67734931499999995</c:v>
                </c:pt>
                <c:pt idx="3054">
                  <c:v>0.71365028399999997</c:v>
                </c:pt>
                <c:pt idx="3055">
                  <c:v>0.76431748600000005</c:v>
                </c:pt>
                <c:pt idx="3056">
                  <c:v>0.76178412600000001</c:v>
                </c:pt>
                <c:pt idx="3057">
                  <c:v>0.76191079399999995</c:v>
                </c:pt>
                <c:pt idx="3058">
                  <c:v>0.76190446000000001</c:v>
                </c:pt>
                <c:pt idx="3059">
                  <c:v>0.76190477700000003</c:v>
                </c:pt>
                <c:pt idx="3060">
                  <c:v>0.76190476100000004</c:v>
                </c:pt>
                <c:pt idx="3061">
                  <c:v>0.76190476200000001</c:v>
                </c:pt>
                <c:pt idx="3062">
                  <c:v>0.76190476200000001</c:v>
                </c:pt>
                <c:pt idx="3063">
                  <c:v>0.76190476200000001</c:v>
                </c:pt>
                <c:pt idx="3064">
                  <c:v>0.76190476200000001</c:v>
                </c:pt>
                <c:pt idx="3065">
                  <c:v>0.76190476200000001</c:v>
                </c:pt>
                <c:pt idx="3066">
                  <c:v>0.73361256100000005</c:v>
                </c:pt>
                <c:pt idx="3067">
                  <c:v>0.763319372</c:v>
                </c:pt>
                <c:pt idx="3068">
                  <c:v>0.71308352100000005</c:v>
                </c:pt>
                <c:pt idx="3069">
                  <c:v>0.53189162300000004</c:v>
                </c:pt>
                <c:pt idx="3070">
                  <c:v>0.37340541900000002</c:v>
                </c:pt>
                <c:pt idx="3071">
                  <c:v>0.37340541900000002</c:v>
                </c:pt>
                <c:pt idx="3072">
                  <c:v>0.37340541900000002</c:v>
                </c:pt>
                <c:pt idx="3073">
                  <c:v>0.36676956700000002</c:v>
                </c:pt>
                <c:pt idx="3074">
                  <c:v>0.36676956700000002</c:v>
                </c:pt>
                <c:pt idx="3075">
                  <c:v>0.36676956700000002</c:v>
                </c:pt>
                <c:pt idx="3076">
                  <c:v>0.36676956700000002</c:v>
                </c:pt>
                <c:pt idx="3077">
                  <c:v>0.36676956700000002</c:v>
                </c:pt>
                <c:pt idx="3078">
                  <c:v>0.435447266</c:v>
                </c:pt>
                <c:pt idx="3079">
                  <c:v>0.48724150900000002</c:v>
                </c:pt>
                <c:pt idx="3080">
                  <c:v>0.77563792499999995</c:v>
                </c:pt>
                <c:pt idx="3081">
                  <c:v>0.76121810400000001</c:v>
                </c:pt>
                <c:pt idx="3082">
                  <c:v>0.68840086599999994</c:v>
                </c:pt>
                <c:pt idx="3083">
                  <c:v>0.69886061099999996</c:v>
                </c:pt>
                <c:pt idx="3084">
                  <c:v>0.76505696899999998</c:v>
                </c:pt>
                <c:pt idx="3085">
                  <c:v>0.76174715199999998</c:v>
                </c:pt>
                <c:pt idx="3086">
                  <c:v>0.76191264199999997</c:v>
                </c:pt>
                <c:pt idx="3087">
                  <c:v>0.76190436800000005</c:v>
                </c:pt>
                <c:pt idx="3088">
                  <c:v>0.761904782</c:v>
                </c:pt>
                <c:pt idx="3089">
                  <c:v>0.76190476100000004</c:v>
                </c:pt>
                <c:pt idx="3090">
                  <c:v>0.76190476200000001</c:v>
                </c:pt>
                <c:pt idx="3091">
                  <c:v>0.76190476200000001</c:v>
                </c:pt>
                <c:pt idx="3092">
                  <c:v>0.76190476200000001</c:v>
                </c:pt>
                <c:pt idx="3093">
                  <c:v>0.76190476200000001</c:v>
                </c:pt>
                <c:pt idx="3094">
                  <c:v>0.76190476200000001</c:v>
                </c:pt>
                <c:pt idx="3095">
                  <c:v>0.76190476200000001</c:v>
                </c:pt>
                <c:pt idx="3096">
                  <c:v>0.76190476200000001</c:v>
                </c:pt>
                <c:pt idx="3097">
                  <c:v>0.76190476200000001</c:v>
                </c:pt>
                <c:pt idx="3098">
                  <c:v>0.76190476200000001</c:v>
                </c:pt>
                <c:pt idx="3099">
                  <c:v>0.76190476200000001</c:v>
                </c:pt>
                <c:pt idx="3100">
                  <c:v>0.76190476200000001</c:v>
                </c:pt>
                <c:pt idx="3101">
                  <c:v>0.76190476200000001</c:v>
                </c:pt>
                <c:pt idx="3102">
                  <c:v>0.76190476200000001</c:v>
                </c:pt>
                <c:pt idx="3103">
                  <c:v>0.76190476200000001</c:v>
                </c:pt>
                <c:pt idx="3104">
                  <c:v>0.71807355699999997</c:v>
                </c:pt>
                <c:pt idx="3105">
                  <c:v>0.76409632199999999</c:v>
                </c:pt>
                <c:pt idx="3106">
                  <c:v>0.76179518400000001</c:v>
                </c:pt>
                <c:pt idx="3107">
                  <c:v>0.76191024100000004</c:v>
                </c:pt>
                <c:pt idx="3108">
                  <c:v>0.76190448799999999</c:v>
                </c:pt>
                <c:pt idx="3109">
                  <c:v>0.76190477599999995</c:v>
                </c:pt>
                <c:pt idx="3110">
                  <c:v>0.76190476100000004</c:v>
                </c:pt>
                <c:pt idx="3111">
                  <c:v>0.76190476200000001</c:v>
                </c:pt>
                <c:pt idx="3112">
                  <c:v>0.76190476200000001</c:v>
                </c:pt>
                <c:pt idx="3113">
                  <c:v>0.76190476200000001</c:v>
                </c:pt>
                <c:pt idx="3114">
                  <c:v>0.76190476200000001</c:v>
                </c:pt>
                <c:pt idx="3115">
                  <c:v>0.76190476200000001</c:v>
                </c:pt>
                <c:pt idx="3116">
                  <c:v>0.76190476200000001</c:v>
                </c:pt>
                <c:pt idx="3117">
                  <c:v>0.76190476200000001</c:v>
                </c:pt>
                <c:pt idx="3118">
                  <c:v>0.76190476200000001</c:v>
                </c:pt>
                <c:pt idx="3119">
                  <c:v>0.76190476200000001</c:v>
                </c:pt>
                <c:pt idx="3120">
                  <c:v>0.76190476200000001</c:v>
                </c:pt>
                <c:pt idx="3121">
                  <c:v>0.76190476200000001</c:v>
                </c:pt>
                <c:pt idx="3122">
                  <c:v>0.76190476200000001</c:v>
                </c:pt>
                <c:pt idx="3123">
                  <c:v>0.67420662200000003</c:v>
                </c:pt>
                <c:pt idx="3124">
                  <c:v>0.60378324800000005</c:v>
                </c:pt>
                <c:pt idx="3125">
                  <c:v>0.531053581</c:v>
                </c:pt>
                <c:pt idx="3126">
                  <c:v>0.45862961000000002</c:v>
                </c:pt>
                <c:pt idx="3127">
                  <c:v>0.37706851899999999</c:v>
                </c:pt>
                <c:pt idx="3128">
                  <c:v>0.37706851899999999</c:v>
                </c:pt>
                <c:pt idx="3129">
                  <c:v>0.70671104600000001</c:v>
                </c:pt>
                <c:pt idx="3130">
                  <c:v>0.764664448</c:v>
                </c:pt>
                <c:pt idx="3131">
                  <c:v>0.76176677800000003</c:v>
                </c:pt>
                <c:pt idx="3132">
                  <c:v>0.76191166099999996</c:v>
                </c:pt>
                <c:pt idx="3133">
                  <c:v>0.761904417</c:v>
                </c:pt>
                <c:pt idx="3134">
                  <c:v>0.76190477899999998</c:v>
                </c:pt>
                <c:pt idx="3135">
                  <c:v>0.76190476100000004</c:v>
                </c:pt>
                <c:pt idx="3136">
                  <c:v>0.76190476200000001</c:v>
                </c:pt>
                <c:pt idx="3137">
                  <c:v>0.76190476200000001</c:v>
                </c:pt>
                <c:pt idx="3138">
                  <c:v>0.76190476200000001</c:v>
                </c:pt>
                <c:pt idx="3139">
                  <c:v>0.76190476200000001</c:v>
                </c:pt>
                <c:pt idx="3140">
                  <c:v>0.76190476200000001</c:v>
                </c:pt>
                <c:pt idx="3141">
                  <c:v>0.76190476200000001</c:v>
                </c:pt>
                <c:pt idx="3142">
                  <c:v>0.76190476200000001</c:v>
                </c:pt>
                <c:pt idx="3143">
                  <c:v>0.70554932599999998</c:v>
                </c:pt>
                <c:pt idx="3144">
                  <c:v>0.76472253400000001</c:v>
                </c:pt>
                <c:pt idx="3145">
                  <c:v>0.76176387300000004</c:v>
                </c:pt>
                <c:pt idx="3146">
                  <c:v>0.68498361600000002</c:v>
                </c:pt>
                <c:pt idx="3147">
                  <c:v>0.64895722499999997</c:v>
                </c:pt>
                <c:pt idx="3148">
                  <c:v>0.58407678600000001</c:v>
                </c:pt>
                <c:pt idx="3149">
                  <c:v>0.54276400899999999</c:v>
                </c:pt>
                <c:pt idx="3150">
                  <c:v>0.47010749299999999</c:v>
                </c:pt>
                <c:pt idx="3151">
                  <c:v>0.53600222500000005</c:v>
                </c:pt>
                <c:pt idx="3152">
                  <c:v>0.45228507699999998</c:v>
                </c:pt>
                <c:pt idx="3153">
                  <c:v>0.62754221200000004</c:v>
                </c:pt>
                <c:pt idx="3154">
                  <c:v>0.76862288899999998</c:v>
                </c:pt>
                <c:pt idx="3155">
                  <c:v>0.76156885600000002</c:v>
                </c:pt>
                <c:pt idx="3156">
                  <c:v>0.76192155699999997</c:v>
                </c:pt>
                <c:pt idx="3157">
                  <c:v>0.76190392200000001</c:v>
                </c:pt>
                <c:pt idx="3158">
                  <c:v>0.76190480400000005</c:v>
                </c:pt>
                <c:pt idx="3159">
                  <c:v>0.76190475999999996</c:v>
                </c:pt>
                <c:pt idx="3160">
                  <c:v>0.76190476200000001</c:v>
                </c:pt>
                <c:pt idx="3161">
                  <c:v>0.63524183000000001</c:v>
                </c:pt>
                <c:pt idx="3162">
                  <c:v>0.68737817400000001</c:v>
                </c:pt>
                <c:pt idx="3163">
                  <c:v>0.76563109100000004</c:v>
                </c:pt>
                <c:pt idx="3164">
                  <c:v>0.46545138800000002</c:v>
                </c:pt>
                <c:pt idx="3165">
                  <c:v>0.376727431</c:v>
                </c:pt>
                <c:pt idx="3166">
                  <c:v>0.376727431</c:v>
                </c:pt>
                <c:pt idx="3167">
                  <c:v>0.376727431</c:v>
                </c:pt>
                <c:pt idx="3168">
                  <c:v>0.376727431</c:v>
                </c:pt>
                <c:pt idx="3169">
                  <c:v>0.423778029</c:v>
                </c:pt>
                <c:pt idx="3170">
                  <c:v>0.37881109899999998</c:v>
                </c:pt>
                <c:pt idx="3171">
                  <c:v>0.37881109899999998</c:v>
                </c:pt>
                <c:pt idx="3172">
                  <c:v>0.377927491</c:v>
                </c:pt>
                <c:pt idx="3173">
                  <c:v>0.36138177199999999</c:v>
                </c:pt>
                <c:pt idx="3174">
                  <c:v>0.43951789699999999</c:v>
                </c:pt>
                <c:pt idx="3175">
                  <c:v>0.58579762700000004</c:v>
                </c:pt>
                <c:pt idx="3176">
                  <c:v>0.77071011899999997</c:v>
                </c:pt>
                <c:pt idx="3177">
                  <c:v>0.76146449400000005</c:v>
                </c:pt>
                <c:pt idx="3178">
                  <c:v>0.76192677499999995</c:v>
                </c:pt>
                <c:pt idx="3179">
                  <c:v>0.76190366099999995</c:v>
                </c:pt>
                <c:pt idx="3180">
                  <c:v>0.76190481700000001</c:v>
                </c:pt>
                <c:pt idx="3181">
                  <c:v>0.76190475899999999</c:v>
                </c:pt>
                <c:pt idx="3182">
                  <c:v>0.76190476200000001</c:v>
                </c:pt>
                <c:pt idx="3183">
                  <c:v>0.76190476200000001</c:v>
                </c:pt>
                <c:pt idx="3184">
                  <c:v>0.76190476200000001</c:v>
                </c:pt>
                <c:pt idx="3185">
                  <c:v>0.76190476200000001</c:v>
                </c:pt>
                <c:pt idx="3186">
                  <c:v>0.76190476200000001</c:v>
                </c:pt>
                <c:pt idx="3187">
                  <c:v>0.76190476200000001</c:v>
                </c:pt>
                <c:pt idx="3188">
                  <c:v>0.55585153300000001</c:v>
                </c:pt>
                <c:pt idx="3189">
                  <c:v>0.37220742299999998</c:v>
                </c:pt>
                <c:pt idx="3190">
                  <c:v>0.37220742299999998</c:v>
                </c:pt>
                <c:pt idx="3191">
                  <c:v>0.37220742299999998</c:v>
                </c:pt>
                <c:pt idx="3192">
                  <c:v>0.65829128800000003</c:v>
                </c:pt>
                <c:pt idx="3193">
                  <c:v>0.698594618</c:v>
                </c:pt>
                <c:pt idx="3194">
                  <c:v>0.76507026899999997</c:v>
                </c:pt>
                <c:pt idx="3195">
                  <c:v>0.68371559699999995</c:v>
                </c:pt>
                <c:pt idx="3196">
                  <c:v>0.76581421999999999</c:v>
                </c:pt>
                <c:pt idx="3197">
                  <c:v>0.76170928900000001</c:v>
                </c:pt>
                <c:pt idx="3198">
                  <c:v>0.76191453600000003</c:v>
                </c:pt>
                <c:pt idx="3199">
                  <c:v>0.63848460500000004</c:v>
                </c:pt>
                <c:pt idx="3200">
                  <c:v>0.76807577000000005</c:v>
                </c:pt>
                <c:pt idx="3201">
                  <c:v>0.76159621200000005</c:v>
                </c:pt>
                <c:pt idx="3202">
                  <c:v>0.76192018900000003</c:v>
                </c:pt>
                <c:pt idx="3203">
                  <c:v>0.76190399099999995</c:v>
                </c:pt>
                <c:pt idx="3204">
                  <c:v>0.76190480000000005</c:v>
                </c:pt>
                <c:pt idx="3205">
                  <c:v>0.76190475999999996</c:v>
                </c:pt>
                <c:pt idx="3206">
                  <c:v>0.76190476200000001</c:v>
                </c:pt>
                <c:pt idx="3207">
                  <c:v>0.76190476200000001</c:v>
                </c:pt>
                <c:pt idx="3208">
                  <c:v>0.76190476200000001</c:v>
                </c:pt>
                <c:pt idx="3209">
                  <c:v>0.630385898</c:v>
                </c:pt>
                <c:pt idx="3210">
                  <c:v>0.52979203399999997</c:v>
                </c:pt>
                <c:pt idx="3211">
                  <c:v>0.37351039800000002</c:v>
                </c:pt>
                <c:pt idx="3212">
                  <c:v>0.37351039800000002</c:v>
                </c:pt>
                <c:pt idx="3213">
                  <c:v>0.37351039800000002</c:v>
                </c:pt>
                <c:pt idx="3214">
                  <c:v>0.36307034599999999</c:v>
                </c:pt>
                <c:pt idx="3215">
                  <c:v>0.36315803299999999</c:v>
                </c:pt>
                <c:pt idx="3216">
                  <c:v>0.48304967199999999</c:v>
                </c:pt>
                <c:pt idx="3217">
                  <c:v>0.54126591599999996</c:v>
                </c:pt>
                <c:pt idx="3218">
                  <c:v>0.72371146200000003</c:v>
                </c:pt>
                <c:pt idx="3219">
                  <c:v>0.76381442700000002</c:v>
                </c:pt>
                <c:pt idx="3220">
                  <c:v>0.76180927899999995</c:v>
                </c:pt>
                <c:pt idx="3221">
                  <c:v>0.72844574399999995</c:v>
                </c:pt>
                <c:pt idx="3222">
                  <c:v>0.67040277000000004</c:v>
                </c:pt>
                <c:pt idx="3223">
                  <c:v>0.66530951299999996</c:v>
                </c:pt>
                <c:pt idx="3224">
                  <c:v>0.73064807200000004</c:v>
                </c:pt>
                <c:pt idx="3225">
                  <c:v>0.76346759600000003</c:v>
                </c:pt>
                <c:pt idx="3226">
                  <c:v>0.76182662000000001</c:v>
                </c:pt>
                <c:pt idx="3227">
                  <c:v>0.76190866899999998</c:v>
                </c:pt>
                <c:pt idx="3228">
                  <c:v>0.76190456699999998</c:v>
                </c:pt>
                <c:pt idx="3229">
                  <c:v>0.76190477199999995</c:v>
                </c:pt>
                <c:pt idx="3230">
                  <c:v>0.76190476100000004</c:v>
                </c:pt>
                <c:pt idx="3231">
                  <c:v>0.76190476200000001</c:v>
                </c:pt>
                <c:pt idx="3232">
                  <c:v>0.76190476200000001</c:v>
                </c:pt>
                <c:pt idx="3233">
                  <c:v>0.76190476200000001</c:v>
                </c:pt>
                <c:pt idx="3234">
                  <c:v>0.76190476200000001</c:v>
                </c:pt>
                <c:pt idx="3235">
                  <c:v>0.76190476200000001</c:v>
                </c:pt>
                <c:pt idx="3236">
                  <c:v>0.76190476200000001</c:v>
                </c:pt>
                <c:pt idx="3237">
                  <c:v>0.76190476200000001</c:v>
                </c:pt>
                <c:pt idx="3238">
                  <c:v>0.76190476200000001</c:v>
                </c:pt>
                <c:pt idx="3239">
                  <c:v>0.76190476200000001</c:v>
                </c:pt>
                <c:pt idx="3240">
                  <c:v>0.76190476200000001</c:v>
                </c:pt>
                <c:pt idx="3241">
                  <c:v>0.76190476200000001</c:v>
                </c:pt>
                <c:pt idx="3242">
                  <c:v>0.76190476200000001</c:v>
                </c:pt>
                <c:pt idx="3243">
                  <c:v>0.76190476200000001</c:v>
                </c:pt>
                <c:pt idx="3244">
                  <c:v>0.76190476200000001</c:v>
                </c:pt>
                <c:pt idx="3245">
                  <c:v>0.76190476200000001</c:v>
                </c:pt>
                <c:pt idx="3246">
                  <c:v>0.76190476200000001</c:v>
                </c:pt>
                <c:pt idx="3247">
                  <c:v>0.76190476200000001</c:v>
                </c:pt>
                <c:pt idx="3248">
                  <c:v>0.76190476200000001</c:v>
                </c:pt>
                <c:pt idx="3249">
                  <c:v>0.76190476200000001</c:v>
                </c:pt>
                <c:pt idx="3250">
                  <c:v>0.76190476200000001</c:v>
                </c:pt>
                <c:pt idx="3251">
                  <c:v>0.76190476200000001</c:v>
                </c:pt>
                <c:pt idx="3252">
                  <c:v>0.76190476200000001</c:v>
                </c:pt>
                <c:pt idx="3253">
                  <c:v>0.76190476200000001</c:v>
                </c:pt>
                <c:pt idx="3254">
                  <c:v>0.76190476200000001</c:v>
                </c:pt>
                <c:pt idx="3255">
                  <c:v>0.76190476200000001</c:v>
                </c:pt>
                <c:pt idx="3256">
                  <c:v>0.76190476200000001</c:v>
                </c:pt>
                <c:pt idx="3257">
                  <c:v>0.76190476200000001</c:v>
                </c:pt>
                <c:pt idx="3258">
                  <c:v>0.76190476200000001</c:v>
                </c:pt>
                <c:pt idx="3259">
                  <c:v>0.76190476200000001</c:v>
                </c:pt>
                <c:pt idx="3260">
                  <c:v>0.76190476200000001</c:v>
                </c:pt>
                <c:pt idx="3261">
                  <c:v>0.76190476200000001</c:v>
                </c:pt>
                <c:pt idx="3262">
                  <c:v>0.76190476200000001</c:v>
                </c:pt>
                <c:pt idx="3263">
                  <c:v>0.57799489199999998</c:v>
                </c:pt>
                <c:pt idx="3264">
                  <c:v>0.47789730800000002</c:v>
                </c:pt>
                <c:pt idx="3265">
                  <c:v>0.422266645</c:v>
                </c:pt>
                <c:pt idx="3266">
                  <c:v>0.37981932099999999</c:v>
                </c:pt>
                <c:pt idx="3267">
                  <c:v>0.37981932099999999</c:v>
                </c:pt>
                <c:pt idx="3268">
                  <c:v>0.37981932099999999</c:v>
                </c:pt>
                <c:pt idx="3269">
                  <c:v>0.37981932099999999</c:v>
                </c:pt>
                <c:pt idx="3270">
                  <c:v>0.78100903399999999</c:v>
                </c:pt>
                <c:pt idx="3271">
                  <c:v>0.76094954800000003</c:v>
                </c:pt>
                <c:pt idx="3272">
                  <c:v>0.76195252300000005</c:v>
                </c:pt>
                <c:pt idx="3273">
                  <c:v>0.76190237400000005</c:v>
                </c:pt>
                <c:pt idx="3274">
                  <c:v>0.76190488099999998</c:v>
                </c:pt>
                <c:pt idx="3275">
                  <c:v>0.76190475599999996</c:v>
                </c:pt>
                <c:pt idx="3276">
                  <c:v>0.76190476200000001</c:v>
                </c:pt>
                <c:pt idx="3277">
                  <c:v>0.76190476200000001</c:v>
                </c:pt>
                <c:pt idx="3278">
                  <c:v>0.76190476200000001</c:v>
                </c:pt>
                <c:pt idx="3279">
                  <c:v>0.76190476200000001</c:v>
                </c:pt>
                <c:pt idx="3280">
                  <c:v>0.76190476200000001</c:v>
                </c:pt>
                <c:pt idx="3281">
                  <c:v>0.76190476200000001</c:v>
                </c:pt>
                <c:pt idx="3282">
                  <c:v>0.76190476200000001</c:v>
                </c:pt>
                <c:pt idx="3283">
                  <c:v>0.76190476200000001</c:v>
                </c:pt>
                <c:pt idx="3284">
                  <c:v>0.76190476200000001</c:v>
                </c:pt>
                <c:pt idx="3285">
                  <c:v>0.76190476200000001</c:v>
                </c:pt>
                <c:pt idx="3286">
                  <c:v>0.76190476200000001</c:v>
                </c:pt>
                <c:pt idx="3287">
                  <c:v>0.76190476200000001</c:v>
                </c:pt>
                <c:pt idx="3288">
                  <c:v>0.76190476200000001</c:v>
                </c:pt>
                <c:pt idx="3289">
                  <c:v>0.73109693399999998</c:v>
                </c:pt>
                <c:pt idx="3290">
                  <c:v>0.76344515300000004</c:v>
                </c:pt>
                <c:pt idx="3291">
                  <c:v>0.68021521500000004</c:v>
                </c:pt>
                <c:pt idx="3292">
                  <c:v>0.61786430999999997</c:v>
                </c:pt>
                <c:pt idx="3293">
                  <c:v>0.74520422600000003</c:v>
                </c:pt>
                <c:pt idx="3294">
                  <c:v>0.76273978899999995</c:v>
                </c:pt>
                <c:pt idx="3295">
                  <c:v>0.76186301099999998</c:v>
                </c:pt>
                <c:pt idx="3296">
                  <c:v>0.76190684900000005</c:v>
                </c:pt>
                <c:pt idx="3297">
                  <c:v>0.76190465799999996</c:v>
                </c:pt>
                <c:pt idx="3298">
                  <c:v>0.76190476699999998</c:v>
                </c:pt>
                <c:pt idx="3299">
                  <c:v>0.76190476200000001</c:v>
                </c:pt>
                <c:pt idx="3300">
                  <c:v>0.76190476200000001</c:v>
                </c:pt>
                <c:pt idx="3301">
                  <c:v>0.76190476200000001</c:v>
                </c:pt>
                <c:pt idx="3302">
                  <c:v>0.76190476200000001</c:v>
                </c:pt>
                <c:pt idx="3303">
                  <c:v>0.76190476200000001</c:v>
                </c:pt>
                <c:pt idx="3304">
                  <c:v>0.76190476200000001</c:v>
                </c:pt>
                <c:pt idx="3305">
                  <c:v>0.76190476200000001</c:v>
                </c:pt>
                <c:pt idx="3306">
                  <c:v>0.76190476200000001</c:v>
                </c:pt>
                <c:pt idx="3307">
                  <c:v>0.50521978099999998</c:v>
                </c:pt>
                <c:pt idx="3308">
                  <c:v>0.424640038</c:v>
                </c:pt>
                <c:pt idx="3309">
                  <c:v>0.37876799799999999</c:v>
                </c:pt>
                <c:pt idx="3310">
                  <c:v>0.37476942800000002</c:v>
                </c:pt>
                <c:pt idx="3311">
                  <c:v>0.51129001699999999</c:v>
                </c:pt>
                <c:pt idx="3312">
                  <c:v>0.449507979</c:v>
                </c:pt>
                <c:pt idx="3313">
                  <c:v>0.466145753</c:v>
                </c:pt>
                <c:pt idx="3314">
                  <c:v>0.468461456</c:v>
                </c:pt>
                <c:pt idx="3315">
                  <c:v>0.55472848500000005</c:v>
                </c:pt>
                <c:pt idx="3316">
                  <c:v>0.50409579599999998</c:v>
                </c:pt>
                <c:pt idx="3317">
                  <c:v>0.53370572000000005</c:v>
                </c:pt>
                <c:pt idx="3318">
                  <c:v>0.58334678399999995</c:v>
                </c:pt>
                <c:pt idx="3319">
                  <c:v>0.57177553599999997</c:v>
                </c:pt>
                <c:pt idx="3320">
                  <c:v>0.64189263200000002</c:v>
                </c:pt>
                <c:pt idx="3321">
                  <c:v>0.76790536799999998</c:v>
                </c:pt>
                <c:pt idx="3322">
                  <c:v>0.76160473200000001</c:v>
                </c:pt>
                <c:pt idx="3323">
                  <c:v>0.76191976299999997</c:v>
                </c:pt>
                <c:pt idx="3324">
                  <c:v>0.76190401200000002</c:v>
                </c:pt>
                <c:pt idx="3325">
                  <c:v>0.76190479899999997</c:v>
                </c:pt>
                <c:pt idx="3326">
                  <c:v>0.76190475999999996</c:v>
                </c:pt>
                <c:pt idx="3327">
                  <c:v>0.76190476200000001</c:v>
                </c:pt>
                <c:pt idx="3328">
                  <c:v>0.76190476200000001</c:v>
                </c:pt>
                <c:pt idx="3329">
                  <c:v>0.76190476200000001</c:v>
                </c:pt>
                <c:pt idx="3330">
                  <c:v>0.70234207299999996</c:v>
                </c:pt>
                <c:pt idx="3331">
                  <c:v>0.53541123800000001</c:v>
                </c:pt>
                <c:pt idx="3332">
                  <c:v>0.37322943800000002</c:v>
                </c:pt>
                <c:pt idx="3333">
                  <c:v>0.58323454200000002</c:v>
                </c:pt>
                <c:pt idx="3334">
                  <c:v>0.75537836199999997</c:v>
                </c:pt>
                <c:pt idx="3335">
                  <c:v>0.762231082</c:v>
                </c:pt>
                <c:pt idx="3336">
                  <c:v>0.76188844600000005</c:v>
                </c:pt>
                <c:pt idx="3337">
                  <c:v>0.76190557800000003</c:v>
                </c:pt>
                <c:pt idx="3338">
                  <c:v>0.76190472099999995</c:v>
                </c:pt>
                <c:pt idx="3339">
                  <c:v>0.67724057599999998</c:v>
                </c:pt>
                <c:pt idx="3340">
                  <c:v>0.71629752899999999</c:v>
                </c:pt>
                <c:pt idx="3341">
                  <c:v>0.63664087700000005</c:v>
                </c:pt>
                <c:pt idx="3342">
                  <c:v>0.57940697299999999</c:v>
                </c:pt>
                <c:pt idx="3343">
                  <c:v>0.55178349500000001</c:v>
                </c:pt>
                <c:pt idx="3344">
                  <c:v>0.77241082500000002</c:v>
                </c:pt>
                <c:pt idx="3345">
                  <c:v>0.76137945900000004</c:v>
                </c:pt>
                <c:pt idx="3346">
                  <c:v>0.76193102700000004</c:v>
                </c:pt>
                <c:pt idx="3347">
                  <c:v>0.76190344899999995</c:v>
                </c:pt>
                <c:pt idx="3348">
                  <c:v>0.76190482800000003</c:v>
                </c:pt>
                <c:pt idx="3349">
                  <c:v>0.76190475899999999</c:v>
                </c:pt>
                <c:pt idx="3350">
                  <c:v>0.76190476200000001</c:v>
                </c:pt>
                <c:pt idx="3351">
                  <c:v>0.76190476200000001</c:v>
                </c:pt>
                <c:pt idx="3352">
                  <c:v>0.76190476200000001</c:v>
                </c:pt>
                <c:pt idx="3353">
                  <c:v>0.76190476200000001</c:v>
                </c:pt>
                <c:pt idx="3354">
                  <c:v>0.76190476200000001</c:v>
                </c:pt>
                <c:pt idx="3355">
                  <c:v>0.76190476200000001</c:v>
                </c:pt>
                <c:pt idx="3356">
                  <c:v>0.76190476200000001</c:v>
                </c:pt>
                <c:pt idx="3357">
                  <c:v>0.73061533999999995</c:v>
                </c:pt>
                <c:pt idx="3358">
                  <c:v>0.51354531699999995</c:v>
                </c:pt>
                <c:pt idx="3359">
                  <c:v>0.52409311999999997</c:v>
                </c:pt>
                <c:pt idx="3360">
                  <c:v>0.77379534400000005</c:v>
                </c:pt>
                <c:pt idx="3361">
                  <c:v>0.761310233</c:v>
                </c:pt>
                <c:pt idx="3362">
                  <c:v>0.76193448799999997</c:v>
                </c:pt>
                <c:pt idx="3363">
                  <c:v>0.74392760700000005</c:v>
                </c:pt>
                <c:pt idx="3364">
                  <c:v>0.66058915299999998</c:v>
                </c:pt>
                <c:pt idx="3365">
                  <c:v>0.62799472199999995</c:v>
                </c:pt>
                <c:pt idx="3366">
                  <c:v>0.76860026400000003</c:v>
                </c:pt>
                <c:pt idx="3367">
                  <c:v>0.761569987</c:v>
                </c:pt>
                <c:pt idx="3368">
                  <c:v>0.761921501</c:v>
                </c:pt>
                <c:pt idx="3369">
                  <c:v>0.76190392500000004</c:v>
                </c:pt>
                <c:pt idx="3370">
                  <c:v>0.76190480400000005</c:v>
                </c:pt>
                <c:pt idx="3371">
                  <c:v>0.76190475999999996</c:v>
                </c:pt>
                <c:pt idx="3372">
                  <c:v>0.76190476200000001</c:v>
                </c:pt>
                <c:pt idx="3373">
                  <c:v>0.76190476200000001</c:v>
                </c:pt>
                <c:pt idx="3374">
                  <c:v>0.76190476200000001</c:v>
                </c:pt>
                <c:pt idx="3375">
                  <c:v>0.76190476200000001</c:v>
                </c:pt>
                <c:pt idx="3376">
                  <c:v>0.76190476200000001</c:v>
                </c:pt>
                <c:pt idx="3377">
                  <c:v>0.76190476200000001</c:v>
                </c:pt>
                <c:pt idx="3378">
                  <c:v>0.76190476200000001</c:v>
                </c:pt>
                <c:pt idx="3379">
                  <c:v>0.67178401200000004</c:v>
                </c:pt>
                <c:pt idx="3380">
                  <c:v>0.76641079899999998</c:v>
                </c:pt>
                <c:pt idx="3381">
                  <c:v>0.56474607399999999</c:v>
                </c:pt>
                <c:pt idx="3382">
                  <c:v>0.68077291299999998</c:v>
                </c:pt>
                <c:pt idx="3383">
                  <c:v>0.76596135399999998</c:v>
                </c:pt>
                <c:pt idx="3384">
                  <c:v>0.76170193200000003</c:v>
                </c:pt>
                <c:pt idx="3385">
                  <c:v>0.76191490299999998</c:v>
                </c:pt>
                <c:pt idx="3386">
                  <c:v>0.76190425500000003</c:v>
                </c:pt>
                <c:pt idx="3387">
                  <c:v>0.76190478699999997</c:v>
                </c:pt>
                <c:pt idx="3388">
                  <c:v>0.68465834800000003</c:v>
                </c:pt>
                <c:pt idx="3389">
                  <c:v>0.76576708299999996</c:v>
                </c:pt>
                <c:pt idx="3390">
                  <c:v>0.76171164599999996</c:v>
                </c:pt>
                <c:pt idx="3391">
                  <c:v>0.76191441800000004</c:v>
                </c:pt>
                <c:pt idx="3392">
                  <c:v>0.76190427900000002</c:v>
                </c:pt>
                <c:pt idx="3393">
                  <c:v>0.761904786</c:v>
                </c:pt>
                <c:pt idx="3394">
                  <c:v>0.76190476100000004</c:v>
                </c:pt>
                <c:pt idx="3395">
                  <c:v>0.76190476200000001</c:v>
                </c:pt>
                <c:pt idx="3396">
                  <c:v>0.76190476200000001</c:v>
                </c:pt>
                <c:pt idx="3397">
                  <c:v>0.76190476200000001</c:v>
                </c:pt>
                <c:pt idx="3398">
                  <c:v>0.76190476200000001</c:v>
                </c:pt>
                <c:pt idx="3399">
                  <c:v>0.76190476200000001</c:v>
                </c:pt>
                <c:pt idx="3400">
                  <c:v>0.76190476200000001</c:v>
                </c:pt>
                <c:pt idx="3401">
                  <c:v>0.76190476200000001</c:v>
                </c:pt>
                <c:pt idx="3402">
                  <c:v>0.76190476200000001</c:v>
                </c:pt>
                <c:pt idx="3403">
                  <c:v>0.76190476200000001</c:v>
                </c:pt>
                <c:pt idx="3404">
                  <c:v>0.76190476200000001</c:v>
                </c:pt>
                <c:pt idx="3405">
                  <c:v>0.76190476200000001</c:v>
                </c:pt>
                <c:pt idx="3406">
                  <c:v>0.46625760199999999</c:v>
                </c:pt>
                <c:pt idx="3407">
                  <c:v>0.37668711999999999</c:v>
                </c:pt>
                <c:pt idx="3408">
                  <c:v>0.37668711999999999</c:v>
                </c:pt>
                <c:pt idx="3409">
                  <c:v>0.46028883700000001</c:v>
                </c:pt>
                <c:pt idx="3410">
                  <c:v>0.77698555800000002</c:v>
                </c:pt>
                <c:pt idx="3411">
                  <c:v>0.761150722</c:v>
                </c:pt>
                <c:pt idx="3412">
                  <c:v>0.71468041299999996</c:v>
                </c:pt>
                <c:pt idx="3413">
                  <c:v>0.70867572499999998</c:v>
                </c:pt>
                <c:pt idx="3414">
                  <c:v>0.67780911300000002</c:v>
                </c:pt>
                <c:pt idx="3415">
                  <c:v>0.72734289600000002</c:v>
                </c:pt>
                <c:pt idx="3416">
                  <c:v>0.67710559000000003</c:v>
                </c:pt>
                <c:pt idx="3417">
                  <c:v>0.75613052400000003</c:v>
                </c:pt>
                <c:pt idx="3418">
                  <c:v>0.76219347400000004</c:v>
                </c:pt>
                <c:pt idx="3419">
                  <c:v>0.76189032599999995</c:v>
                </c:pt>
                <c:pt idx="3420">
                  <c:v>0.76190548400000002</c:v>
                </c:pt>
                <c:pt idx="3421">
                  <c:v>0.76190472600000003</c:v>
                </c:pt>
                <c:pt idx="3422">
                  <c:v>0.76190476399999996</c:v>
                </c:pt>
                <c:pt idx="3423">
                  <c:v>0.67700060900000003</c:v>
                </c:pt>
                <c:pt idx="3424">
                  <c:v>0.74641393300000003</c:v>
                </c:pt>
                <c:pt idx="3425">
                  <c:v>0.76267930299999998</c:v>
                </c:pt>
                <c:pt idx="3426">
                  <c:v>0.76186603500000005</c:v>
                </c:pt>
                <c:pt idx="3427">
                  <c:v>0.76190669799999999</c:v>
                </c:pt>
                <c:pt idx="3428">
                  <c:v>0.76190466499999998</c:v>
                </c:pt>
                <c:pt idx="3429">
                  <c:v>0.76190476699999998</c:v>
                </c:pt>
                <c:pt idx="3430">
                  <c:v>0.66682330999999995</c:v>
                </c:pt>
                <c:pt idx="3431">
                  <c:v>0.65495162799999995</c:v>
                </c:pt>
                <c:pt idx="3432">
                  <c:v>0.69397424600000002</c:v>
                </c:pt>
                <c:pt idx="3433">
                  <c:v>0.76530128799999997</c:v>
                </c:pt>
                <c:pt idx="3434">
                  <c:v>0.76173493599999997</c:v>
                </c:pt>
                <c:pt idx="3435">
                  <c:v>0.70238417099999995</c:v>
                </c:pt>
                <c:pt idx="3436">
                  <c:v>0.76488079099999995</c:v>
                </c:pt>
                <c:pt idx="3437">
                  <c:v>0.76175596000000001</c:v>
                </c:pt>
                <c:pt idx="3438">
                  <c:v>0.76191220199999998</c:v>
                </c:pt>
                <c:pt idx="3439">
                  <c:v>0.76190438999999999</c:v>
                </c:pt>
                <c:pt idx="3440">
                  <c:v>0.76190478100000003</c:v>
                </c:pt>
                <c:pt idx="3441">
                  <c:v>0.76190476100000004</c:v>
                </c:pt>
                <c:pt idx="3442">
                  <c:v>0.76190476200000001</c:v>
                </c:pt>
                <c:pt idx="3443">
                  <c:v>0.76190476200000001</c:v>
                </c:pt>
                <c:pt idx="3444">
                  <c:v>0.76190476200000001</c:v>
                </c:pt>
                <c:pt idx="3445">
                  <c:v>0.76190476200000001</c:v>
                </c:pt>
                <c:pt idx="3446">
                  <c:v>0.76190476200000001</c:v>
                </c:pt>
                <c:pt idx="3447">
                  <c:v>0.76190476200000001</c:v>
                </c:pt>
                <c:pt idx="3448">
                  <c:v>0.76190476200000001</c:v>
                </c:pt>
                <c:pt idx="3449">
                  <c:v>0.76190476200000001</c:v>
                </c:pt>
                <c:pt idx="3450">
                  <c:v>0.76190476200000001</c:v>
                </c:pt>
                <c:pt idx="3451">
                  <c:v>0.76190476200000001</c:v>
                </c:pt>
                <c:pt idx="3452">
                  <c:v>0.59154256900000002</c:v>
                </c:pt>
                <c:pt idx="3453">
                  <c:v>0.37042287200000001</c:v>
                </c:pt>
                <c:pt idx="3454">
                  <c:v>0.37042287200000001</c:v>
                </c:pt>
                <c:pt idx="3455">
                  <c:v>0.37042287200000001</c:v>
                </c:pt>
                <c:pt idx="3456">
                  <c:v>0.37042287200000001</c:v>
                </c:pt>
                <c:pt idx="3457">
                  <c:v>0.37042287200000001</c:v>
                </c:pt>
                <c:pt idx="3458">
                  <c:v>0.37042287200000001</c:v>
                </c:pt>
                <c:pt idx="3459">
                  <c:v>0.44941276299999999</c:v>
                </c:pt>
                <c:pt idx="3460">
                  <c:v>0.66213356499999998</c:v>
                </c:pt>
                <c:pt idx="3461">
                  <c:v>0.76689332200000004</c:v>
                </c:pt>
                <c:pt idx="3462">
                  <c:v>0.76165533399999996</c:v>
                </c:pt>
                <c:pt idx="3463">
                  <c:v>0.65270653499999998</c:v>
                </c:pt>
                <c:pt idx="3464">
                  <c:v>0.64661980100000005</c:v>
                </c:pt>
                <c:pt idx="3465">
                  <c:v>0.76766900999999999</c:v>
                </c:pt>
                <c:pt idx="3466">
                  <c:v>0.76161654999999995</c:v>
                </c:pt>
                <c:pt idx="3467">
                  <c:v>0.76191917300000001</c:v>
                </c:pt>
                <c:pt idx="3468">
                  <c:v>0.76190404099999998</c:v>
                </c:pt>
                <c:pt idx="3469">
                  <c:v>0.76190479799999999</c:v>
                </c:pt>
                <c:pt idx="3470">
                  <c:v>0.76190475999999996</c:v>
                </c:pt>
                <c:pt idx="3471">
                  <c:v>0.76190476200000001</c:v>
                </c:pt>
                <c:pt idx="3472">
                  <c:v>0.76190476200000001</c:v>
                </c:pt>
                <c:pt idx="3473">
                  <c:v>0.76190476200000001</c:v>
                </c:pt>
                <c:pt idx="3474">
                  <c:v>0.76190476200000001</c:v>
                </c:pt>
                <c:pt idx="3475">
                  <c:v>0.74544890600000002</c:v>
                </c:pt>
                <c:pt idx="3476">
                  <c:v>0.63899558700000003</c:v>
                </c:pt>
                <c:pt idx="3477">
                  <c:v>0.76805022099999998</c:v>
                </c:pt>
                <c:pt idx="3478">
                  <c:v>0.60489756900000002</c:v>
                </c:pt>
                <c:pt idx="3479">
                  <c:v>0.45835166999999999</c:v>
                </c:pt>
                <c:pt idx="3480">
                  <c:v>0.377082417</c:v>
                </c:pt>
                <c:pt idx="3481">
                  <c:v>0.377082417</c:v>
                </c:pt>
                <c:pt idx="3482">
                  <c:v>0.377082417</c:v>
                </c:pt>
                <c:pt idx="3483">
                  <c:v>0.63246804400000001</c:v>
                </c:pt>
                <c:pt idx="3484">
                  <c:v>0.66738478800000001</c:v>
                </c:pt>
                <c:pt idx="3485">
                  <c:v>0.57956518000000001</c:v>
                </c:pt>
                <c:pt idx="3486">
                  <c:v>0.77102174099999998</c:v>
                </c:pt>
                <c:pt idx="3487">
                  <c:v>0.76144891299999995</c:v>
                </c:pt>
                <c:pt idx="3488">
                  <c:v>0.76192755400000001</c:v>
                </c:pt>
                <c:pt idx="3489">
                  <c:v>0.76190362199999995</c:v>
                </c:pt>
                <c:pt idx="3490">
                  <c:v>0.76190481899999996</c:v>
                </c:pt>
                <c:pt idx="3491">
                  <c:v>0.76190475899999999</c:v>
                </c:pt>
                <c:pt idx="3492">
                  <c:v>0.76190476200000001</c:v>
                </c:pt>
                <c:pt idx="3493">
                  <c:v>0.76190476200000001</c:v>
                </c:pt>
                <c:pt idx="3494">
                  <c:v>0.76190476200000001</c:v>
                </c:pt>
                <c:pt idx="3495">
                  <c:v>0.76190476200000001</c:v>
                </c:pt>
                <c:pt idx="3496">
                  <c:v>0.76190476200000001</c:v>
                </c:pt>
                <c:pt idx="3497">
                  <c:v>0.76190476200000001</c:v>
                </c:pt>
                <c:pt idx="3498">
                  <c:v>0.76190476200000001</c:v>
                </c:pt>
                <c:pt idx="3499">
                  <c:v>0.76190476200000001</c:v>
                </c:pt>
                <c:pt idx="3500">
                  <c:v>0.76190476200000001</c:v>
                </c:pt>
                <c:pt idx="3501">
                  <c:v>0.76190476200000001</c:v>
                </c:pt>
                <c:pt idx="3502">
                  <c:v>0.66025186499999999</c:v>
                </c:pt>
                <c:pt idx="3503">
                  <c:v>0.56578579600000001</c:v>
                </c:pt>
                <c:pt idx="3504">
                  <c:v>0.47608064300000003</c:v>
                </c:pt>
                <c:pt idx="3505">
                  <c:v>0.459364832</c:v>
                </c:pt>
                <c:pt idx="3506">
                  <c:v>0.39276477199999998</c:v>
                </c:pt>
                <c:pt idx="3507">
                  <c:v>0.39276477199999998</c:v>
                </c:pt>
                <c:pt idx="3508">
                  <c:v>0.39276477199999998</c:v>
                </c:pt>
                <c:pt idx="3509">
                  <c:v>0.39276477199999998</c:v>
                </c:pt>
                <c:pt idx="3510">
                  <c:v>0.64578584900000002</c:v>
                </c:pt>
                <c:pt idx="3511">
                  <c:v>0.76771070799999996</c:v>
                </c:pt>
                <c:pt idx="3512">
                  <c:v>0.76161446499999996</c:v>
                </c:pt>
                <c:pt idx="3513">
                  <c:v>0.76191927699999995</c:v>
                </c:pt>
                <c:pt idx="3514">
                  <c:v>0.76190403600000001</c:v>
                </c:pt>
                <c:pt idx="3515">
                  <c:v>0.76190479799999999</c:v>
                </c:pt>
                <c:pt idx="3516">
                  <c:v>0.76190475999999996</c:v>
                </c:pt>
                <c:pt idx="3517">
                  <c:v>0.76190476200000001</c:v>
                </c:pt>
                <c:pt idx="3518">
                  <c:v>0.76190476200000001</c:v>
                </c:pt>
                <c:pt idx="3519">
                  <c:v>0.76190476200000001</c:v>
                </c:pt>
                <c:pt idx="3520">
                  <c:v>0.76190476200000001</c:v>
                </c:pt>
                <c:pt idx="3521">
                  <c:v>0.76190476200000001</c:v>
                </c:pt>
                <c:pt idx="3522">
                  <c:v>0.76190476200000001</c:v>
                </c:pt>
                <c:pt idx="3523">
                  <c:v>0.67532668299999998</c:v>
                </c:pt>
                <c:pt idx="3524">
                  <c:v>0.43116430700000002</c:v>
                </c:pt>
                <c:pt idx="3525">
                  <c:v>0.37844178499999998</c:v>
                </c:pt>
                <c:pt idx="3526">
                  <c:v>0.37844178499999998</c:v>
                </c:pt>
                <c:pt idx="3527">
                  <c:v>0.37844178499999998</c:v>
                </c:pt>
                <c:pt idx="3528">
                  <c:v>0.36357235199999999</c:v>
                </c:pt>
                <c:pt idx="3529">
                  <c:v>0.40020323000000002</c:v>
                </c:pt>
                <c:pt idx="3530">
                  <c:v>0.55171242300000001</c:v>
                </c:pt>
                <c:pt idx="3531">
                  <c:v>0.66714152699999996</c:v>
                </c:pt>
                <c:pt idx="3532">
                  <c:v>0.69709326900000002</c:v>
                </c:pt>
                <c:pt idx="3533">
                  <c:v>0.76153574499999999</c:v>
                </c:pt>
                <c:pt idx="3534">
                  <c:v>0.76192321299999999</c:v>
                </c:pt>
                <c:pt idx="3535">
                  <c:v>0.76190383900000003</c:v>
                </c:pt>
                <c:pt idx="3536">
                  <c:v>0.76190480800000004</c:v>
                </c:pt>
                <c:pt idx="3537">
                  <c:v>0.76190475999999996</c:v>
                </c:pt>
                <c:pt idx="3538">
                  <c:v>0.76190476200000001</c:v>
                </c:pt>
                <c:pt idx="3539">
                  <c:v>0.76190476200000001</c:v>
                </c:pt>
                <c:pt idx="3540">
                  <c:v>0.76190476200000001</c:v>
                </c:pt>
                <c:pt idx="3541">
                  <c:v>0.76190476200000001</c:v>
                </c:pt>
                <c:pt idx="3542">
                  <c:v>0.76190476200000001</c:v>
                </c:pt>
                <c:pt idx="3543">
                  <c:v>0.76190476200000001</c:v>
                </c:pt>
                <c:pt idx="3544">
                  <c:v>0.76190476200000001</c:v>
                </c:pt>
                <c:pt idx="3545">
                  <c:v>0.76190476200000001</c:v>
                </c:pt>
                <c:pt idx="3546">
                  <c:v>0.76190476200000001</c:v>
                </c:pt>
                <c:pt idx="3547">
                  <c:v>0.76190476200000001</c:v>
                </c:pt>
                <c:pt idx="3548">
                  <c:v>0.76190476200000001</c:v>
                </c:pt>
                <c:pt idx="3549">
                  <c:v>0.76190476200000001</c:v>
                </c:pt>
                <c:pt idx="3550">
                  <c:v>0.47081372799999999</c:v>
                </c:pt>
                <c:pt idx="3551">
                  <c:v>0.37645931399999999</c:v>
                </c:pt>
                <c:pt idx="3552">
                  <c:v>0.37645931399999999</c:v>
                </c:pt>
                <c:pt idx="3553">
                  <c:v>0.442236874</c:v>
                </c:pt>
                <c:pt idx="3554">
                  <c:v>0.67332585300000003</c:v>
                </c:pt>
                <c:pt idx="3555">
                  <c:v>0.65696412299999996</c:v>
                </c:pt>
                <c:pt idx="3556">
                  <c:v>0.767151794</c:v>
                </c:pt>
                <c:pt idx="3557">
                  <c:v>0.72165770299999998</c:v>
                </c:pt>
                <c:pt idx="3558">
                  <c:v>0.67303050499999995</c:v>
                </c:pt>
                <c:pt idx="3559">
                  <c:v>0.74898893099999997</c:v>
                </c:pt>
                <c:pt idx="3560">
                  <c:v>0.76255055299999996</c:v>
                </c:pt>
                <c:pt idx="3561">
                  <c:v>0.76187247199999997</c:v>
                </c:pt>
                <c:pt idx="3562">
                  <c:v>0.761906376</c:v>
                </c:pt>
                <c:pt idx="3563">
                  <c:v>0.76190468099999997</c:v>
                </c:pt>
                <c:pt idx="3564">
                  <c:v>0.76190476600000001</c:v>
                </c:pt>
                <c:pt idx="3565">
                  <c:v>0.76190476200000001</c:v>
                </c:pt>
                <c:pt idx="3566">
                  <c:v>0.76190476200000001</c:v>
                </c:pt>
                <c:pt idx="3567">
                  <c:v>0.76190476200000001</c:v>
                </c:pt>
                <c:pt idx="3568">
                  <c:v>0.76190476200000001</c:v>
                </c:pt>
                <c:pt idx="3569">
                  <c:v>0.76190476200000001</c:v>
                </c:pt>
                <c:pt idx="3570">
                  <c:v>0.67097401999999995</c:v>
                </c:pt>
                <c:pt idx="3571">
                  <c:v>0.51380053800000003</c:v>
                </c:pt>
                <c:pt idx="3572">
                  <c:v>0.37430997300000002</c:v>
                </c:pt>
                <c:pt idx="3573">
                  <c:v>0.37430997300000002</c:v>
                </c:pt>
                <c:pt idx="3574">
                  <c:v>0.37430997300000002</c:v>
                </c:pt>
                <c:pt idx="3575">
                  <c:v>0.37430997300000002</c:v>
                </c:pt>
                <c:pt idx="3576">
                  <c:v>0.37430997300000002</c:v>
                </c:pt>
                <c:pt idx="3577">
                  <c:v>0.37430997300000002</c:v>
                </c:pt>
                <c:pt idx="3578">
                  <c:v>0.37430997300000002</c:v>
                </c:pt>
                <c:pt idx="3579">
                  <c:v>0.37430997300000002</c:v>
                </c:pt>
                <c:pt idx="3580">
                  <c:v>0.37430997300000002</c:v>
                </c:pt>
                <c:pt idx="3581">
                  <c:v>0.37430997300000002</c:v>
                </c:pt>
                <c:pt idx="3582">
                  <c:v>0.78128450100000002</c:v>
                </c:pt>
                <c:pt idx="3583">
                  <c:v>0.76093577499999998</c:v>
                </c:pt>
                <c:pt idx="3584">
                  <c:v>0.76195321100000002</c:v>
                </c:pt>
                <c:pt idx="3585">
                  <c:v>0.76190233900000004</c:v>
                </c:pt>
                <c:pt idx="3586">
                  <c:v>0.76190488300000003</c:v>
                </c:pt>
                <c:pt idx="3587">
                  <c:v>0.76190475599999996</c:v>
                </c:pt>
                <c:pt idx="3588">
                  <c:v>0.76190476200000001</c:v>
                </c:pt>
                <c:pt idx="3589">
                  <c:v>0.76190476200000001</c:v>
                </c:pt>
                <c:pt idx="3590">
                  <c:v>0.76190476200000001</c:v>
                </c:pt>
                <c:pt idx="3591">
                  <c:v>0.76190476200000001</c:v>
                </c:pt>
                <c:pt idx="3592">
                  <c:v>0.76190476200000001</c:v>
                </c:pt>
                <c:pt idx="3593">
                  <c:v>0.76190476200000001</c:v>
                </c:pt>
                <c:pt idx="3594">
                  <c:v>0.76190476200000001</c:v>
                </c:pt>
                <c:pt idx="3595">
                  <c:v>0.76190476200000001</c:v>
                </c:pt>
                <c:pt idx="3596">
                  <c:v>0.70284043200000001</c:v>
                </c:pt>
                <c:pt idx="3597">
                  <c:v>0.51764004600000002</c:v>
                </c:pt>
                <c:pt idx="3598">
                  <c:v>0.49070508600000001</c:v>
                </c:pt>
                <c:pt idx="3599">
                  <c:v>0.37546474600000002</c:v>
                </c:pt>
                <c:pt idx="3600">
                  <c:v>0.37546474600000002</c:v>
                </c:pt>
                <c:pt idx="3601">
                  <c:v>0.37546474600000002</c:v>
                </c:pt>
                <c:pt idx="3602">
                  <c:v>0.40538083400000002</c:v>
                </c:pt>
                <c:pt idx="3603">
                  <c:v>0.50460762800000003</c:v>
                </c:pt>
                <c:pt idx="3604">
                  <c:v>0.77476961899999996</c:v>
                </c:pt>
                <c:pt idx="3605">
                  <c:v>0.72190338399999998</c:v>
                </c:pt>
                <c:pt idx="3606">
                  <c:v>0.67374027700000005</c:v>
                </c:pt>
                <c:pt idx="3607">
                  <c:v>0.76631298599999997</c:v>
                </c:pt>
                <c:pt idx="3608">
                  <c:v>0.76168435099999998</c:v>
                </c:pt>
                <c:pt idx="3609">
                  <c:v>0.76191578199999999</c:v>
                </c:pt>
                <c:pt idx="3610">
                  <c:v>0.76190421100000005</c:v>
                </c:pt>
                <c:pt idx="3611">
                  <c:v>0.76190478900000003</c:v>
                </c:pt>
                <c:pt idx="3612">
                  <c:v>0.76190476100000004</c:v>
                </c:pt>
                <c:pt idx="3613">
                  <c:v>0.76190476200000001</c:v>
                </c:pt>
                <c:pt idx="3614">
                  <c:v>0.76190476200000001</c:v>
                </c:pt>
                <c:pt idx="3615">
                  <c:v>0.76190476200000001</c:v>
                </c:pt>
                <c:pt idx="3616">
                  <c:v>0.76190476200000001</c:v>
                </c:pt>
                <c:pt idx="3617">
                  <c:v>0.76190476200000001</c:v>
                </c:pt>
                <c:pt idx="3618">
                  <c:v>0.76190476200000001</c:v>
                </c:pt>
                <c:pt idx="3619">
                  <c:v>0.76190476200000001</c:v>
                </c:pt>
                <c:pt idx="3620">
                  <c:v>0.71045193799999995</c:v>
                </c:pt>
                <c:pt idx="3621">
                  <c:v>0.71236318099999996</c:v>
                </c:pt>
                <c:pt idx="3622">
                  <c:v>0.76438184099999995</c:v>
                </c:pt>
                <c:pt idx="3623">
                  <c:v>0.68192456300000004</c:v>
                </c:pt>
                <c:pt idx="3624">
                  <c:v>0.76590377200000004</c:v>
                </c:pt>
                <c:pt idx="3625">
                  <c:v>0.69791587899999996</c:v>
                </c:pt>
                <c:pt idx="3626">
                  <c:v>0.76510420599999995</c:v>
                </c:pt>
                <c:pt idx="3627">
                  <c:v>0.76174478999999995</c:v>
                </c:pt>
                <c:pt idx="3628">
                  <c:v>0.76191276100000005</c:v>
                </c:pt>
                <c:pt idx="3629">
                  <c:v>0.761904362</c:v>
                </c:pt>
                <c:pt idx="3630">
                  <c:v>0.761904782</c:v>
                </c:pt>
                <c:pt idx="3631">
                  <c:v>0.76190476100000004</c:v>
                </c:pt>
                <c:pt idx="3632">
                  <c:v>0.76190476200000001</c:v>
                </c:pt>
                <c:pt idx="3633">
                  <c:v>0.76190476200000001</c:v>
                </c:pt>
                <c:pt idx="3634">
                  <c:v>0.76190476200000001</c:v>
                </c:pt>
                <c:pt idx="3635">
                  <c:v>0.76190476200000001</c:v>
                </c:pt>
                <c:pt idx="3636">
                  <c:v>0.76190476200000001</c:v>
                </c:pt>
                <c:pt idx="3637">
                  <c:v>0.76190476200000001</c:v>
                </c:pt>
                <c:pt idx="3638">
                  <c:v>0.76190476200000001</c:v>
                </c:pt>
                <c:pt idx="3639">
                  <c:v>0.76190476200000001</c:v>
                </c:pt>
                <c:pt idx="3640">
                  <c:v>0.76190476200000001</c:v>
                </c:pt>
                <c:pt idx="3641">
                  <c:v>0.76190476200000001</c:v>
                </c:pt>
                <c:pt idx="3642">
                  <c:v>0.76190476200000001</c:v>
                </c:pt>
                <c:pt idx="3643">
                  <c:v>0.76190476200000001</c:v>
                </c:pt>
                <c:pt idx="3644">
                  <c:v>0.76190476200000001</c:v>
                </c:pt>
                <c:pt idx="3645">
                  <c:v>0.76190476200000001</c:v>
                </c:pt>
                <c:pt idx="3646">
                  <c:v>0.76190476200000001</c:v>
                </c:pt>
                <c:pt idx="3647">
                  <c:v>0.76190476200000001</c:v>
                </c:pt>
                <c:pt idx="3648">
                  <c:v>0.76190476200000001</c:v>
                </c:pt>
                <c:pt idx="3649">
                  <c:v>0.76190476200000001</c:v>
                </c:pt>
                <c:pt idx="3650">
                  <c:v>0.73580683899999999</c:v>
                </c:pt>
                <c:pt idx="3651">
                  <c:v>0.68683179999999999</c:v>
                </c:pt>
                <c:pt idx="3652">
                  <c:v>0.72327740799999996</c:v>
                </c:pt>
                <c:pt idx="3653">
                  <c:v>0.67242755200000004</c:v>
                </c:pt>
                <c:pt idx="3654">
                  <c:v>0.76637862199999995</c:v>
                </c:pt>
                <c:pt idx="3655">
                  <c:v>0.76168106899999999</c:v>
                </c:pt>
                <c:pt idx="3656">
                  <c:v>0.76191594699999998</c:v>
                </c:pt>
                <c:pt idx="3657">
                  <c:v>0.76190420299999995</c:v>
                </c:pt>
                <c:pt idx="3658">
                  <c:v>0.76190479</c:v>
                </c:pt>
                <c:pt idx="3659">
                  <c:v>0.76190476100000004</c:v>
                </c:pt>
                <c:pt idx="3660">
                  <c:v>0.76190476200000001</c:v>
                </c:pt>
                <c:pt idx="3661">
                  <c:v>0.76190476200000001</c:v>
                </c:pt>
                <c:pt idx="3662">
                  <c:v>0.76190476200000001</c:v>
                </c:pt>
                <c:pt idx="3663">
                  <c:v>0.76190476200000001</c:v>
                </c:pt>
                <c:pt idx="3664">
                  <c:v>0.76190476200000001</c:v>
                </c:pt>
                <c:pt idx="3665">
                  <c:v>0.76190476200000001</c:v>
                </c:pt>
                <c:pt idx="3666">
                  <c:v>0.76190476200000001</c:v>
                </c:pt>
                <c:pt idx="3667">
                  <c:v>0.74063517199999995</c:v>
                </c:pt>
                <c:pt idx="3668">
                  <c:v>0.48634614100000001</c:v>
                </c:pt>
                <c:pt idx="3669">
                  <c:v>0.37568269300000001</c:v>
                </c:pt>
                <c:pt idx="3670">
                  <c:v>0.37568269300000001</c:v>
                </c:pt>
                <c:pt idx="3671">
                  <c:v>0.37568269300000001</c:v>
                </c:pt>
                <c:pt idx="3672">
                  <c:v>0.45835398399999999</c:v>
                </c:pt>
                <c:pt idx="3673">
                  <c:v>0.50454990700000002</c:v>
                </c:pt>
                <c:pt idx="3674">
                  <c:v>0.460981641</c:v>
                </c:pt>
                <c:pt idx="3675">
                  <c:v>0.447732397</c:v>
                </c:pt>
                <c:pt idx="3676">
                  <c:v>0.39251405</c:v>
                </c:pt>
                <c:pt idx="3677">
                  <c:v>0.38837568900000002</c:v>
                </c:pt>
                <c:pt idx="3678">
                  <c:v>0.38837568900000002</c:v>
                </c:pt>
                <c:pt idx="3679">
                  <c:v>0.69684693399999997</c:v>
                </c:pt>
                <c:pt idx="3680">
                  <c:v>0.76515765300000005</c:v>
                </c:pt>
                <c:pt idx="3681">
                  <c:v>0.76174211700000005</c:v>
                </c:pt>
                <c:pt idx="3682">
                  <c:v>0.76191289399999995</c:v>
                </c:pt>
                <c:pt idx="3683">
                  <c:v>0.76190435499999998</c:v>
                </c:pt>
                <c:pt idx="3684">
                  <c:v>0.761904782</c:v>
                </c:pt>
                <c:pt idx="3685">
                  <c:v>0.76190476100000004</c:v>
                </c:pt>
                <c:pt idx="3686">
                  <c:v>0.76190476200000001</c:v>
                </c:pt>
                <c:pt idx="3687">
                  <c:v>0.76190476200000001</c:v>
                </c:pt>
                <c:pt idx="3688">
                  <c:v>0.76190476200000001</c:v>
                </c:pt>
                <c:pt idx="3689">
                  <c:v>0.76190476200000001</c:v>
                </c:pt>
                <c:pt idx="3690">
                  <c:v>0.64072027499999995</c:v>
                </c:pt>
                <c:pt idx="3691">
                  <c:v>0.53686616899999995</c:v>
                </c:pt>
                <c:pt idx="3692">
                  <c:v>0.37315669200000001</c:v>
                </c:pt>
                <c:pt idx="3693">
                  <c:v>0.37170502799999999</c:v>
                </c:pt>
                <c:pt idx="3694">
                  <c:v>0.50024209799999997</c:v>
                </c:pt>
                <c:pt idx="3695">
                  <c:v>0.70291441899999996</c:v>
                </c:pt>
                <c:pt idx="3696">
                  <c:v>0.76485427900000003</c:v>
                </c:pt>
                <c:pt idx="3697">
                  <c:v>0.76175728600000003</c:v>
                </c:pt>
                <c:pt idx="3698">
                  <c:v>0.76191213599999996</c:v>
                </c:pt>
                <c:pt idx="3699">
                  <c:v>0.74946830499999995</c:v>
                </c:pt>
                <c:pt idx="3700">
                  <c:v>0.68891696499999999</c:v>
                </c:pt>
                <c:pt idx="3701">
                  <c:v>0.76555415199999999</c:v>
                </c:pt>
                <c:pt idx="3702">
                  <c:v>0.76172229199999997</c:v>
                </c:pt>
                <c:pt idx="3703">
                  <c:v>0.76191388500000001</c:v>
                </c:pt>
                <c:pt idx="3704">
                  <c:v>0.76190430600000003</c:v>
                </c:pt>
                <c:pt idx="3705">
                  <c:v>0.76190478500000003</c:v>
                </c:pt>
                <c:pt idx="3706">
                  <c:v>0.76190476100000004</c:v>
                </c:pt>
                <c:pt idx="3707">
                  <c:v>0.76190476200000001</c:v>
                </c:pt>
                <c:pt idx="3708">
                  <c:v>0.76190476200000001</c:v>
                </c:pt>
                <c:pt idx="3709">
                  <c:v>0.76190476200000001</c:v>
                </c:pt>
                <c:pt idx="3710">
                  <c:v>0.76190476200000001</c:v>
                </c:pt>
                <c:pt idx="3711">
                  <c:v>0.76190476200000001</c:v>
                </c:pt>
                <c:pt idx="3712">
                  <c:v>0.76190476200000001</c:v>
                </c:pt>
                <c:pt idx="3713">
                  <c:v>0.76190476200000001</c:v>
                </c:pt>
                <c:pt idx="3714">
                  <c:v>0.76190476200000001</c:v>
                </c:pt>
                <c:pt idx="3715">
                  <c:v>0.62144139799999998</c:v>
                </c:pt>
                <c:pt idx="3716">
                  <c:v>0.60753101200000004</c:v>
                </c:pt>
                <c:pt idx="3717">
                  <c:v>0.75997962600000002</c:v>
                </c:pt>
                <c:pt idx="3718">
                  <c:v>0.76200101899999995</c:v>
                </c:pt>
                <c:pt idx="3719">
                  <c:v>0.76189994900000002</c:v>
                </c:pt>
                <c:pt idx="3720">
                  <c:v>0.76190500299999997</c:v>
                </c:pt>
                <c:pt idx="3721">
                  <c:v>0.76190475000000002</c:v>
                </c:pt>
                <c:pt idx="3722">
                  <c:v>0.69533381500000002</c:v>
                </c:pt>
                <c:pt idx="3723">
                  <c:v>0.65487698500000002</c:v>
                </c:pt>
                <c:pt idx="3724">
                  <c:v>0.64016079100000001</c:v>
                </c:pt>
                <c:pt idx="3725">
                  <c:v>0.624647434</c:v>
                </c:pt>
                <c:pt idx="3726">
                  <c:v>0.76876762799999998</c:v>
                </c:pt>
                <c:pt idx="3727">
                  <c:v>0.76156161899999997</c:v>
                </c:pt>
                <c:pt idx="3728">
                  <c:v>0.76192191899999995</c:v>
                </c:pt>
                <c:pt idx="3729">
                  <c:v>0.76190390399999997</c:v>
                </c:pt>
                <c:pt idx="3730">
                  <c:v>0.67919505599999996</c:v>
                </c:pt>
                <c:pt idx="3731">
                  <c:v>0.75666025699999995</c:v>
                </c:pt>
                <c:pt idx="3732">
                  <c:v>0.76216698699999996</c:v>
                </c:pt>
                <c:pt idx="3733">
                  <c:v>0.761891651</c:v>
                </c:pt>
                <c:pt idx="3734">
                  <c:v>0.76190541700000003</c:v>
                </c:pt>
                <c:pt idx="3735">
                  <c:v>0.76190472899999995</c:v>
                </c:pt>
                <c:pt idx="3736">
                  <c:v>0.76190476399999996</c:v>
                </c:pt>
                <c:pt idx="3737">
                  <c:v>0.63125558199999998</c:v>
                </c:pt>
                <c:pt idx="3738">
                  <c:v>0.62067079700000005</c:v>
                </c:pt>
                <c:pt idx="3739">
                  <c:v>0.40319583199999998</c:v>
                </c:pt>
                <c:pt idx="3740">
                  <c:v>0.37984020800000001</c:v>
                </c:pt>
                <c:pt idx="3741">
                  <c:v>0.37984020800000001</c:v>
                </c:pt>
                <c:pt idx="3742">
                  <c:v>0.37984020800000001</c:v>
                </c:pt>
                <c:pt idx="3743">
                  <c:v>0.37984020800000001</c:v>
                </c:pt>
                <c:pt idx="3744">
                  <c:v>0.37984020800000001</c:v>
                </c:pt>
                <c:pt idx="3745">
                  <c:v>0.37984020800000001</c:v>
                </c:pt>
                <c:pt idx="3746">
                  <c:v>0.42308244900000003</c:v>
                </c:pt>
                <c:pt idx="3747">
                  <c:v>0.37884587800000002</c:v>
                </c:pt>
                <c:pt idx="3748">
                  <c:v>0.38013598399999998</c:v>
                </c:pt>
                <c:pt idx="3749">
                  <c:v>0.38013598399999998</c:v>
                </c:pt>
                <c:pt idx="3750">
                  <c:v>0.38811421899999998</c:v>
                </c:pt>
                <c:pt idx="3751">
                  <c:v>0.53887694600000002</c:v>
                </c:pt>
                <c:pt idx="3752">
                  <c:v>0.73409563099999997</c:v>
                </c:pt>
                <c:pt idx="3753">
                  <c:v>0.763295218</c:v>
                </c:pt>
                <c:pt idx="3754">
                  <c:v>0.76183523900000005</c:v>
                </c:pt>
                <c:pt idx="3755">
                  <c:v>0.76190823799999996</c:v>
                </c:pt>
                <c:pt idx="3756">
                  <c:v>0.76190458800000005</c:v>
                </c:pt>
                <c:pt idx="3757">
                  <c:v>0.76190477099999998</c:v>
                </c:pt>
                <c:pt idx="3758">
                  <c:v>0.76190476100000004</c:v>
                </c:pt>
                <c:pt idx="3759">
                  <c:v>0.76190476200000001</c:v>
                </c:pt>
                <c:pt idx="3760">
                  <c:v>0.72426323000000004</c:v>
                </c:pt>
                <c:pt idx="3761">
                  <c:v>0.76378683800000002</c:v>
                </c:pt>
                <c:pt idx="3762">
                  <c:v>0.76181065800000003</c:v>
                </c:pt>
                <c:pt idx="3763">
                  <c:v>0.76190946699999995</c:v>
                </c:pt>
                <c:pt idx="3764">
                  <c:v>0.761904527</c:v>
                </c:pt>
                <c:pt idx="3765">
                  <c:v>0.76190477400000001</c:v>
                </c:pt>
                <c:pt idx="3766">
                  <c:v>0.76190476100000004</c:v>
                </c:pt>
                <c:pt idx="3767">
                  <c:v>0.76190476200000001</c:v>
                </c:pt>
                <c:pt idx="3768">
                  <c:v>0.76190476200000001</c:v>
                </c:pt>
                <c:pt idx="3769">
                  <c:v>0.76190476200000001</c:v>
                </c:pt>
                <c:pt idx="3770">
                  <c:v>0.76190476200000001</c:v>
                </c:pt>
                <c:pt idx="3771">
                  <c:v>0.76190476200000001</c:v>
                </c:pt>
                <c:pt idx="3772">
                  <c:v>0.76190476200000001</c:v>
                </c:pt>
                <c:pt idx="3773">
                  <c:v>0.76190476200000001</c:v>
                </c:pt>
                <c:pt idx="3774">
                  <c:v>0.76190476200000001</c:v>
                </c:pt>
                <c:pt idx="3775">
                  <c:v>0.76190476200000001</c:v>
                </c:pt>
                <c:pt idx="3776">
                  <c:v>0.76190476200000001</c:v>
                </c:pt>
                <c:pt idx="3777">
                  <c:v>0.76190476200000001</c:v>
                </c:pt>
                <c:pt idx="3778">
                  <c:v>0.76190476200000001</c:v>
                </c:pt>
                <c:pt idx="3779">
                  <c:v>0.76190476200000001</c:v>
                </c:pt>
                <c:pt idx="3780">
                  <c:v>0.76190476200000001</c:v>
                </c:pt>
                <c:pt idx="3781">
                  <c:v>0.76190476200000001</c:v>
                </c:pt>
                <c:pt idx="3782">
                  <c:v>0.76190476200000001</c:v>
                </c:pt>
                <c:pt idx="3783">
                  <c:v>0.76190476200000001</c:v>
                </c:pt>
                <c:pt idx="3784">
                  <c:v>0.76190476200000001</c:v>
                </c:pt>
                <c:pt idx="3785">
                  <c:v>0.76190476200000001</c:v>
                </c:pt>
                <c:pt idx="3786">
                  <c:v>0.62732533099999999</c:v>
                </c:pt>
                <c:pt idx="3787">
                  <c:v>0.69848101299999998</c:v>
                </c:pt>
                <c:pt idx="3788">
                  <c:v>0.43881113399999999</c:v>
                </c:pt>
                <c:pt idx="3789">
                  <c:v>0.378059443</c:v>
                </c:pt>
                <c:pt idx="3790">
                  <c:v>0.378059443</c:v>
                </c:pt>
                <c:pt idx="3791">
                  <c:v>0.43181965500000002</c:v>
                </c:pt>
                <c:pt idx="3792">
                  <c:v>0.56358631699999995</c:v>
                </c:pt>
                <c:pt idx="3793">
                  <c:v>0.74221703299999997</c:v>
                </c:pt>
                <c:pt idx="3794">
                  <c:v>0.76288914799999996</c:v>
                </c:pt>
                <c:pt idx="3795">
                  <c:v>0.76185554300000002</c:v>
                </c:pt>
                <c:pt idx="3796">
                  <c:v>0.76190722300000002</c:v>
                </c:pt>
                <c:pt idx="3797">
                  <c:v>0.76190463900000005</c:v>
                </c:pt>
                <c:pt idx="3798">
                  <c:v>0.76190476799999995</c:v>
                </c:pt>
                <c:pt idx="3799">
                  <c:v>0.76190476200000001</c:v>
                </c:pt>
                <c:pt idx="3800">
                  <c:v>0.76190476200000001</c:v>
                </c:pt>
                <c:pt idx="3801">
                  <c:v>0.76190476200000001</c:v>
                </c:pt>
                <c:pt idx="3802">
                  <c:v>0.76190476200000001</c:v>
                </c:pt>
                <c:pt idx="3803">
                  <c:v>0.76190476200000001</c:v>
                </c:pt>
                <c:pt idx="3804">
                  <c:v>0.76190476200000001</c:v>
                </c:pt>
                <c:pt idx="3805">
                  <c:v>0.76190476200000001</c:v>
                </c:pt>
                <c:pt idx="3806">
                  <c:v>0.76190476200000001</c:v>
                </c:pt>
                <c:pt idx="3807">
                  <c:v>0.76190476200000001</c:v>
                </c:pt>
                <c:pt idx="3808">
                  <c:v>0.76190476200000001</c:v>
                </c:pt>
                <c:pt idx="3809">
                  <c:v>0.76190476200000001</c:v>
                </c:pt>
                <c:pt idx="3810">
                  <c:v>0.76190476200000001</c:v>
                </c:pt>
                <c:pt idx="3811">
                  <c:v>0.76190476200000001</c:v>
                </c:pt>
                <c:pt idx="3812">
                  <c:v>0.76190476200000001</c:v>
                </c:pt>
                <c:pt idx="3813">
                  <c:v>0.44167816599999998</c:v>
                </c:pt>
                <c:pt idx="3814">
                  <c:v>0.37791609199999998</c:v>
                </c:pt>
                <c:pt idx="3815">
                  <c:v>0.37791609199999998</c:v>
                </c:pt>
                <c:pt idx="3816">
                  <c:v>0.37791609199999998</c:v>
                </c:pt>
                <c:pt idx="3817">
                  <c:v>0.45319588799999999</c:v>
                </c:pt>
                <c:pt idx="3818">
                  <c:v>0.43179121199999998</c:v>
                </c:pt>
                <c:pt idx="3819">
                  <c:v>0.66925228599999997</c:v>
                </c:pt>
                <c:pt idx="3820">
                  <c:v>0.76653738599999999</c:v>
                </c:pt>
                <c:pt idx="3821">
                  <c:v>0.761673131</c:v>
                </c:pt>
                <c:pt idx="3822">
                  <c:v>0.73605741000000002</c:v>
                </c:pt>
                <c:pt idx="3823">
                  <c:v>0.70281409299999997</c:v>
                </c:pt>
                <c:pt idx="3824">
                  <c:v>0.76058927300000001</c:v>
                </c:pt>
                <c:pt idx="3825">
                  <c:v>0.76061903900000005</c:v>
                </c:pt>
                <c:pt idx="3826">
                  <c:v>0.76196904799999998</c:v>
                </c:pt>
                <c:pt idx="3827">
                  <c:v>0.76190154799999998</c:v>
                </c:pt>
                <c:pt idx="3828">
                  <c:v>0.76190492300000001</c:v>
                </c:pt>
                <c:pt idx="3829">
                  <c:v>0.76190475400000002</c:v>
                </c:pt>
                <c:pt idx="3830">
                  <c:v>0.76190476200000001</c:v>
                </c:pt>
                <c:pt idx="3831">
                  <c:v>0.76190476200000001</c:v>
                </c:pt>
                <c:pt idx="3832">
                  <c:v>0.76190476200000001</c:v>
                </c:pt>
                <c:pt idx="3833">
                  <c:v>0.76190476200000001</c:v>
                </c:pt>
                <c:pt idx="3834">
                  <c:v>0.64487491200000002</c:v>
                </c:pt>
                <c:pt idx="3835">
                  <c:v>0.76775625400000003</c:v>
                </c:pt>
                <c:pt idx="3836">
                  <c:v>0.761612187</c:v>
                </c:pt>
                <c:pt idx="3837">
                  <c:v>0.76191939099999995</c:v>
                </c:pt>
                <c:pt idx="3838">
                  <c:v>0.69781388600000005</c:v>
                </c:pt>
                <c:pt idx="3839">
                  <c:v>0.56291071599999998</c:v>
                </c:pt>
                <c:pt idx="3840">
                  <c:v>0.43116729399999998</c:v>
                </c:pt>
                <c:pt idx="3841">
                  <c:v>0.58095448199999999</c:v>
                </c:pt>
                <c:pt idx="3842">
                  <c:v>0.77095227600000005</c:v>
                </c:pt>
                <c:pt idx="3843">
                  <c:v>0.76145238599999998</c:v>
                </c:pt>
                <c:pt idx="3844">
                  <c:v>0.76192738100000001</c:v>
                </c:pt>
                <c:pt idx="3845">
                  <c:v>0.76190363100000003</c:v>
                </c:pt>
                <c:pt idx="3846">
                  <c:v>0.76190481799999998</c:v>
                </c:pt>
                <c:pt idx="3847">
                  <c:v>0.76190475899999999</c:v>
                </c:pt>
                <c:pt idx="3848">
                  <c:v>0.76190476200000001</c:v>
                </c:pt>
                <c:pt idx="3849">
                  <c:v>0.76190476200000001</c:v>
                </c:pt>
                <c:pt idx="3850">
                  <c:v>0.76190476200000001</c:v>
                </c:pt>
                <c:pt idx="3851">
                  <c:v>0.76190476200000001</c:v>
                </c:pt>
                <c:pt idx="3852">
                  <c:v>0.76190476200000001</c:v>
                </c:pt>
                <c:pt idx="3853">
                  <c:v>0.76190476200000001</c:v>
                </c:pt>
                <c:pt idx="3854">
                  <c:v>0.76190476200000001</c:v>
                </c:pt>
                <c:pt idx="3855">
                  <c:v>0.76190476200000001</c:v>
                </c:pt>
                <c:pt idx="3856">
                  <c:v>0.76190476200000001</c:v>
                </c:pt>
                <c:pt idx="3857">
                  <c:v>0.76190476200000001</c:v>
                </c:pt>
                <c:pt idx="3858">
                  <c:v>0.76190476200000001</c:v>
                </c:pt>
                <c:pt idx="3859">
                  <c:v>0.76190476200000001</c:v>
                </c:pt>
                <c:pt idx="3860">
                  <c:v>0.76190476200000001</c:v>
                </c:pt>
                <c:pt idx="3861">
                  <c:v>0.481634585</c:v>
                </c:pt>
                <c:pt idx="3862">
                  <c:v>0.37591827100000003</c:v>
                </c:pt>
                <c:pt idx="3863">
                  <c:v>0.37591827100000003</c:v>
                </c:pt>
                <c:pt idx="3864">
                  <c:v>0.37130917400000002</c:v>
                </c:pt>
                <c:pt idx="3865">
                  <c:v>0.45304925099999999</c:v>
                </c:pt>
                <c:pt idx="3866">
                  <c:v>0.44848834100000001</c:v>
                </c:pt>
                <c:pt idx="3867">
                  <c:v>0.37757558299999999</c:v>
                </c:pt>
                <c:pt idx="3868">
                  <c:v>0.37757558299999999</c:v>
                </c:pt>
                <c:pt idx="3869">
                  <c:v>0.37757558299999999</c:v>
                </c:pt>
                <c:pt idx="3870">
                  <c:v>0.68278322899999999</c:v>
                </c:pt>
                <c:pt idx="3871">
                  <c:v>0.76586083900000002</c:v>
                </c:pt>
                <c:pt idx="3872">
                  <c:v>0.76170695799999999</c:v>
                </c:pt>
                <c:pt idx="3873">
                  <c:v>0.76191465199999997</c:v>
                </c:pt>
                <c:pt idx="3874">
                  <c:v>0.76190426700000002</c:v>
                </c:pt>
                <c:pt idx="3875">
                  <c:v>0.76190478699999997</c:v>
                </c:pt>
                <c:pt idx="3876">
                  <c:v>0.76190476100000004</c:v>
                </c:pt>
                <c:pt idx="3877">
                  <c:v>0.76190476200000001</c:v>
                </c:pt>
                <c:pt idx="3878">
                  <c:v>0.76190476200000001</c:v>
                </c:pt>
                <c:pt idx="3879">
                  <c:v>0.76190476200000001</c:v>
                </c:pt>
                <c:pt idx="3880">
                  <c:v>0.76190476200000001</c:v>
                </c:pt>
                <c:pt idx="3881">
                  <c:v>0.76190476200000001</c:v>
                </c:pt>
                <c:pt idx="3882">
                  <c:v>0.76190476200000001</c:v>
                </c:pt>
                <c:pt idx="3883">
                  <c:v>0.76190476200000001</c:v>
                </c:pt>
                <c:pt idx="3884">
                  <c:v>0.60394409400000004</c:v>
                </c:pt>
                <c:pt idx="3885">
                  <c:v>0.42513825599999999</c:v>
                </c:pt>
                <c:pt idx="3886">
                  <c:v>0.37874308699999998</c:v>
                </c:pt>
                <c:pt idx="3887">
                  <c:v>0.37874308699999998</c:v>
                </c:pt>
                <c:pt idx="3888">
                  <c:v>0.37874308699999998</c:v>
                </c:pt>
                <c:pt idx="3889">
                  <c:v>0.57381019099999997</c:v>
                </c:pt>
                <c:pt idx="3890">
                  <c:v>0.51192923300000004</c:v>
                </c:pt>
                <c:pt idx="3891">
                  <c:v>0.45222284499999998</c:v>
                </c:pt>
                <c:pt idx="3892">
                  <c:v>0.73528961100000001</c:v>
                </c:pt>
                <c:pt idx="3893">
                  <c:v>0.76323551899999997</c:v>
                </c:pt>
                <c:pt idx="3894">
                  <c:v>0.76183822400000001</c:v>
                </c:pt>
                <c:pt idx="3895">
                  <c:v>0.76190808899999996</c:v>
                </c:pt>
                <c:pt idx="3896">
                  <c:v>0.76190459600000005</c:v>
                </c:pt>
                <c:pt idx="3897">
                  <c:v>0.76190477000000001</c:v>
                </c:pt>
                <c:pt idx="3898">
                  <c:v>0.76190476100000004</c:v>
                </c:pt>
                <c:pt idx="3899">
                  <c:v>0.76190476200000001</c:v>
                </c:pt>
                <c:pt idx="3900">
                  <c:v>0.76190476200000001</c:v>
                </c:pt>
                <c:pt idx="3901">
                  <c:v>0.76190476200000001</c:v>
                </c:pt>
                <c:pt idx="3902">
                  <c:v>0.76190476200000001</c:v>
                </c:pt>
                <c:pt idx="3903">
                  <c:v>0.76190476200000001</c:v>
                </c:pt>
                <c:pt idx="3904">
                  <c:v>0.76190476200000001</c:v>
                </c:pt>
                <c:pt idx="3905">
                  <c:v>0.76190476200000001</c:v>
                </c:pt>
                <c:pt idx="3906">
                  <c:v>0.76190476200000001</c:v>
                </c:pt>
                <c:pt idx="3907">
                  <c:v>0.76190476200000001</c:v>
                </c:pt>
                <c:pt idx="3908">
                  <c:v>0.76190476200000001</c:v>
                </c:pt>
                <c:pt idx="3909">
                  <c:v>0.55823372000000004</c:v>
                </c:pt>
                <c:pt idx="3910">
                  <c:v>0.39137293000000001</c:v>
                </c:pt>
                <c:pt idx="3911">
                  <c:v>0.39137293000000001</c:v>
                </c:pt>
                <c:pt idx="3912">
                  <c:v>0.411219838</c:v>
                </c:pt>
                <c:pt idx="3913">
                  <c:v>0.38794297599999999</c:v>
                </c:pt>
                <c:pt idx="3914">
                  <c:v>0.45047712099999998</c:v>
                </c:pt>
                <c:pt idx="3915">
                  <c:v>0.45262780800000002</c:v>
                </c:pt>
                <c:pt idx="3916">
                  <c:v>0.424753879</c:v>
                </c:pt>
                <c:pt idx="3917">
                  <c:v>0.57396343500000002</c:v>
                </c:pt>
                <c:pt idx="3918">
                  <c:v>0.77130182800000002</c:v>
                </c:pt>
                <c:pt idx="3919">
                  <c:v>0.76143490899999999</c:v>
                </c:pt>
                <c:pt idx="3920">
                  <c:v>0.76192825500000005</c:v>
                </c:pt>
                <c:pt idx="3921">
                  <c:v>0.76190358700000005</c:v>
                </c:pt>
                <c:pt idx="3922">
                  <c:v>0.76190482100000001</c:v>
                </c:pt>
                <c:pt idx="3923">
                  <c:v>0.76190475899999999</c:v>
                </c:pt>
                <c:pt idx="3924">
                  <c:v>0.76190476200000001</c:v>
                </c:pt>
                <c:pt idx="3925">
                  <c:v>0.76190476200000001</c:v>
                </c:pt>
                <c:pt idx="3926">
                  <c:v>0.76190476200000001</c:v>
                </c:pt>
                <c:pt idx="3927">
                  <c:v>0.76190476200000001</c:v>
                </c:pt>
                <c:pt idx="3928">
                  <c:v>0.76190476200000001</c:v>
                </c:pt>
                <c:pt idx="3929">
                  <c:v>0.76190476200000001</c:v>
                </c:pt>
                <c:pt idx="3930">
                  <c:v>0.76190476200000001</c:v>
                </c:pt>
                <c:pt idx="3931">
                  <c:v>0.76190476200000001</c:v>
                </c:pt>
                <c:pt idx="3932">
                  <c:v>0.76190476200000001</c:v>
                </c:pt>
                <c:pt idx="3933">
                  <c:v>0.59848073000000002</c:v>
                </c:pt>
                <c:pt idx="3934">
                  <c:v>0.63267205299999996</c:v>
                </c:pt>
                <c:pt idx="3935">
                  <c:v>0.76836639699999998</c:v>
                </c:pt>
                <c:pt idx="3936">
                  <c:v>0.76158168000000004</c:v>
                </c:pt>
                <c:pt idx="3937">
                  <c:v>0.75999976300000005</c:v>
                </c:pt>
                <c:pt idx="3938">
                  <c:v>0.762000012</c:v>
                </c:pt>
                <c:pt idx="3939">
                  <c:v>0.76189999900000005</c:v>
                </c:pt>
                <c:pt idx="3940">
                  <c:v>0.76190500000000005</c:v>
                </c:pt>
                <c:pt idx="3941">
                  <c:v>0.76190475000000002</c:v>
                </c:pt>
                <c:pt idx="3942">
                  <c:v>0.76190476299999998</c:v>
                </c:pt>
                <c:pt idx="3943">
                  <c:v>0.76190476200000001</c:v>
                </c:pt>
                <c:pt idx="3944">
                  <c:v>0.76190476200000001</c:v>
                </c:pt>
                <c:pt idx="3945">
                  <c:v>0.76190476200000001</c:v>
                </c:pt>
                <c:pt idx="3946">
                  <c:v>0.76190476200000001</c:v>
                </c:pt>
                <c:pt idx="3947">
                  <c:v>0.76190476200000001</c:v>
                </c:pt>
                <c:pt idx="3948">
                  <c:v>0.76190476200000001</c:v>
                </c:pt>
                <c:pt idx="3949">
                  <c:v>0.76190476200000001</c:v>
                </c:pt>
                <c:pt idx="3950">
                  <c:v>0.76190476200000001</c:v>
                </c:pt>
                <c:pt idx="3951">
                  <c:v>0.76190476200000001</c:v>
                </c:pt>
                <c:pt idx="3952">
                  <c:v>0.76190476200000001</c:v>
                </c:pt>
                <c:pt idx="3953">
                  <c:v>0.76190476200000001</c:v>
                </c:pt>
                <c:pt idx="3954">
                  <c:v>0.76190476200000001</c:v>
                </c:pt>
                <c:pt idx="3955">
                  <c:v>0.60368349600000004</c:v>
                </c:pt>
                <c:pt idx="3956">
                  <c:v>0.39680516199999999</c:v>
                </c:pt>
                <c:pt idx="3957">
                  <c:v>0.454412235</c:v>
                </c:pt>
                <c:pt idx="3958">
                  <c:v>0.59633473699999995</c:v>
                </c:pt>
                <c:pt idx="3959">
                  <c:v>0.71554704899999999</c:v>
                </c:pt>
                <c:pt idx="3960">
                  <c:v>0.76422264799999995</c:v>
                </c:pt>
                <c:pt idx="3961">
                  <c:v>0.76178886800000001</c:v>
                </c:pt>
                <c:pt idx="3962">
                  <c:v>0.76191055699999999</c:v>
                </c:pt>
                <c:pt idx="3963">
                  <c:v>0.761904472</c:v>
                </c:pt>
                <c:pt idx="3964">
                  <c:v>0.76190477599999995</c:v>
                </c:pt>
                <c:pt idx="3965">
                  <c:v>0.74801040699999999</c:v>
                </c:pt>
                <c:pt idx="3966">
                  <c:v>0.76259948</c:v>
                </c:pt>
                <c:pt idx="3967">
                  <c:v>0.76187002599999998</c:v>
                </c:pt>
                <c:pt idx="3968">
                  <c:v>0.76190649899999996</c:v>
                </c:pt>
                <c:pt idx="3969">
                  <c:v>0.76190467500000003</c:v>
                </c:pt>
                <c:pt idx="3970">
                  <c:v>0.76190476600000001</c:v>
                </c:pt>
                <c:pt idx="3971">
                  <c:v>0.76190476200000001</c:v>
                </c:pt>
                <c:pt idx="3972">
                  <c:v>0.76190476200000001</c:v>
                </c:pt>
                <c:pt idx="3973">
                  <c:v>0.76190476200000001</c:v>
                </c:pt>
                <c:pt idx="3974">
                  <c:v>0.76190476200000001</c:v>
                </c:pt>
                <c:pt idx="3975">
                  <c:v>0.76190476200000001</c:v>
                </c:pt>
                <c:pt idx="3976">
                  <c:v>0.76190476200000001</c:v>
                </c:pt>
                <c:pt idx="3977">
                  <c:v>0.65296513199999995</c:v>
                </c:pt>
                <c:pt idx="3978">
                  <c:v>0.76735174299999998</c:v>
                </c:pt>
                <c:pt idx="3979">
                  <c:v>0.76163241299999995</c:v>
                </c:pt>
                <c:pt idx="3980">
                  <c:v>0.76191837900000003</c:v>
                </c:pt>
                <c:pt idx="3981">
                  <c:v>0.76190408099999996</c:v>
                </c:pt>
                <c:pt idx="3982">
                  <c:v>0.76190479600000005</c:v>
                </c:pt>
                <c:pt idx="3983">
                  <c:v>0.76190475999999996</c:v>
                </c:pt>
                <c:pt idx="3984">
                  <c:v>0.76190476200000001</c:v>
                </c:pt>
                <c:pt idx="3985">
                  <c:v>0.76190476200000001</c:v>
                </c:pt>
                <c:pt idx="3986">
                  <c:v>0.76190476200000001</c:v>
                </c:pt>
                <c:pt idx="3987">
                  <c:v>0.76190476200000001</c:v>
                </c:pt>
                <c:pt idx="3988">
                  <c:v>0.76190476200000001</c:v>
                </c:pt>
                <c:pt idx="3989">
                  <c:v>0.76190476200000001</c:v>
                </c:pt>
                <c:pt idx="3990">
                  <c:v>0.76190476200000001</c:v>
                </c:pt>
                <c:pt idx="3991">
                  <c:v>0.76190476200000001</c:v>
                </c:pt>
                <c:pt idx="3992">
                  <c:v>0.76190476200000001</c:v>
                </c:pt>
                <c:pt idx="3993">
                  <c:v>0.76190476200000001</c:v>
                </c:pt>
                <c:pt idx="3994">
                  <c:v>0.76190476200000001</c:v>
                </c:pt>
                <c:pt idx="3995">
                  <c:v>0.76190476200000001</c:v>
                </c:pt>
                <c:pt idx="3996">
                  <c:v>0.76190476200000001</c:v>
                </c:pt>
                <c:pt idx="3997">
                  <c:v>0.76190476200000001</c:v>
                </c:pt>
                <c:pt idx="3998">
                  <c:v>0.76190476200000001</c:v>
                </c:pt>
                <c:pt idx="3999">
                  <c:v>0.76190476200000001</c:v>
                </c:pt>
                <c:pt idx="4000">
                  <c:v>0.76190476200000001</c:v>
                </c:pt>
                <c:pt idx="4001">
                  <c:v>0.76190476200000001</c:v>
                </c:pt>
                <c:pt idx="4002">
                  <c:v>0.76190476200000001</c:v>
                </c:pt>
                <c:pt idx="4003">
                  <c:v>0.76190476200000001</c:v>
                </c:pt>
                <c:pt idx="4004">
                  <c:v>0.76190476200000001</c:v>
                </c:pt>
                <c:pt idx="4005">
                  <c:v>0.76190476200000001</c:v>
                </c:pt>
                <c:pt idx="4006">
                  <c:v>0.76190476200000001</c:v>
                </c:pt>
                <c:pt idx="4007">
                  <c:v>0.76190476200000001</c:v>
                </c:pt>
                <c:pt idx="4008">
                  <c:v>0.76190476200000001</c:v>
                </c:pt>
                <c:pt idx="4009">
                  <c:v>0.68966960399999999</c:v>
                </c:pt>
                <c:pt idx="4010">
                  <c:v>0.642743018</c:v>
                </c:pt>
                <c:pt idx="4011">
                  <c:v>0.57013955299999997</c:v>
                </c:pt>
                <c:pt idx="4012">
                  <c:v>0.49589887999999999</c:v>
                </c:pt>
                <c:pt idx="4013">
                  <c:v>0.56610948999999999</c:v>
                </c:pt>
                <c:pt idx="4014">
                  <c:v>0.77169452599999999</c:v>
                </c:pt>
                <c:pt idx="4015">
                  <c:v>0.76141527399999998</c:v>
                </c:pt>
                <c:pt idx="4016">
                  <c:v>0.76192923599999995</c:v>
                </c:pt>
                <c:pt idx="4017">
                  <c:v>0.76190353799999999</c:v>
                </c:pt>
                <c:pt idx="4018">
                  <c:v>0.76190482299999995</c:v>
                </c:pt>
                <c:pt idx="4019">
                  <c:v>0.76190475899999999</c:v>
                </c:pt>
                <c:pt idx="4020">
                  <c:v>0.76190476200000001</c:v>
                </c:pt>
                <c:pt idx="4021">
                  <c:v>0.76190476200000001</c:v>
                </c:pt>
                <c:pt idx="4022">
                  <c:v>0.76190476200000001</c:v>
                </c:pt>
                <c:pt idx="4023">
                  <c:v>0.76190476200000001</c:v>
                </c:pt>
                <c:pt idx="4024">
                  <c:v>0.76190476200000001</c:v>
                </c:pt>
                <c:pt idx="4025">
                  <c:v>0.76190476200000001</c:v>
                </c:pt>
                <c:pt idx="4026">
                  <c:v>0.76190476200000001</c:v>
                </c:pt>
                <c:pt idx="4027">
                  <c:v>0.76190476200000001</c:v>
                </c:pt>
                <c:pt idx="4028">
                  <c:v>0.76190476200000001</c:v>
                </c:pt>
                <c:pt idx="4029">
                  <c:v>0.76190476200000001</c:v>
                </c:pt>
                <c:pt idx="4030">
                  <c:v>0.76190476200000001</c:v>
                </c:pt>
                <c:pt idx="4031">
                  <c:v>0.76190476200000001</c:v>
                </c:pt>
                <c:pt idx="4032">
                  <c:v>0.76190476200000001</c:v>
                </c:pt>
                <c:pt idx="4033">
                  <c:v>0.76190476200000001</c:v>
                </c:pt>
                <c:pt idx="4034">
                  <c:v>0.76190476200000001</c:v>
                </c:pt>
                <c:pt idx="4035">
                  <c:v>0.76190476200000001</c:v>
                </c:pt>
                <c:pt idx="4036">
                  <c:v>0.76190476200000001</c:v>
                </c:pt>
                <c:pt idx="4037">
                  <c:v>0.76190476200000001</c:v>
                </c:pt>
                <c:pt idx="4038">
                  <c:v>0.76190476200000001</c:v>
                </c:pt>
                <c:pt idx="4039">
                  <c:v>0.76190476200000001</c:v>
                </c:pt>
                <c:pt idx="4040">
                  <c:v>0.76190476200000001</c:v>
                </c:pt>
                <c:pt idx="4041">
                  <c:v>0.76190476200000001</c:v>
                </c:pt>
                <c:pt idx="4042">
                  <c:v>0.76190476200000001</c:v>
                </c:pt>
                <c:pt idx="4043">
                  <c:v>0.76190476200000001</c:v>
                </c:pt>
                <c:pt idx="4044">
                  <c:v>0.76190476200000001</c:v>
                </c:pt>
                <c:pt idx="4045">
                  <c:v>0.76190476200000001</c:v>
                </c:pt>
                <c:pt idx="4046">
                  <c:v>0.76190476200000001</c:v>
                </c:pt>
                <c:pt idx="4047">
                  <c:v>0.76190476200000001</c:v>
                </c:pt>
                <c:pt idx="4048">
                  <c:v>0.76190476200000001</c:v>
                </c:pt>
                <c:pt idx="4049">
                  <c:v>0.76190476200000001</c:v>
                </c:pt>
                <c:pt idx="4050">
                  <c:v>0.76190476200000001</c:v>
                </c:pt>
                <c:pt idx="4051">
                  <c:v>0.76190476200000001</c:v>
                </c:pt>
                <c:pt idx="4052">
                  <c:v>0.76190476200000001</c:v>
                </c:pt>
                <c:pt idx="4053">
                  <c:v>0.76190476200000001</c:v>
                </c:pt>
                <c:pt idx="4054">
                  <c:v>0.76190476200000001</c:v>
                </c:pt>
                <c:pt idx="4055">
                  <c:v>0.76190476200000001</c:v>
                </c:pt>
                <c:pt idx="4056">
                  <c:v>0.76190476200000001</c:v>
                </c:pt>
                <c:pt idx="4057">
                  <c:v>0.76190476200000001</c:v>
                </c:pt>
                <c:pt idx="4058">
                  <c:v>0.68431224099999999</c:v>
                </c:pt>
                <c:pt idx="4059">
                  <c:v>0.64485064599999997</c:v>
                </c:pt>
                <c:pt idx="4060">
                  <c:v>0.767757468</c:v>
                </c:pt>
                <c:pt idx="4061">
                  <c:v>0.76161212700000003</c:v>
                </c:pt>
                <c:pt idx="4062">
                  <c:v>0.76191939399999997</c:v>
                </c:pt>
                <c:pt idx="4063">
                  <c:v>0.76190402999999995</c:v>
                </c:pt>
                <c:pt idx="4064">
                  <c:v>0.76190479799999999</c:v>
                </c:pt>
                <c:pt idx="4065">
                  <c:v>0.76190475999999996</c:v>
                </c:pt>
                <c:pt idx="4066">
                  <c:v>0.76190476200000001</c:v>
                </c:pt>
                <c:pt idx="4067">
                  <c:v>0.76190476200000001</c:v>
                </c:pt>
                <c:pt idx="4068">
                  <c:v>0.76190476200000001</c:v>
                </c:pt>
                <c:pt idx="4069">
                  <c:v>0.76190476200000001</c:v>
                </c:pt>
                <c:pt idx="4070">
                  <c:v>0.76190476200000001</c:v>
                </c:pt>
                <c:pt idx="4071">
                  <c:v>0.76190476200000001</c:v>
                </c:pt>
                <c:pt idx="4072">
                  <c:v>0.76190476200000001</c:v>
                </c:pt>
                <c:pt idx="4073">
                  <c:v>0.76190476200000001</c:v>
                </c:pt>
                <c:pt idx="4074">
                  <c:v>0.76190476200000001</c:v>
                </c:pt>
                <c:pt idx="4075">
                  <c:v>0.76190476200000001</c:v>
                </c:pt>
                <c:pt idx="4076">
                  <c:v>0.76190476200000001</c:v>
                </c:pt>
                <c:pt idx="4077">
                  <c:v>0.63033459700000005</c:v>
                </c:pt>
                <c:pt idx="4078">
                  <c:v>0.36848326999999997</c:v>
                </c:pt>
                <c:pt idx="4079">
                  <c:v>0.36848326999999997</c:v>
                </c:pt>
                <c:pt idx="4080">
                  <c:v>0.36848326999999997</c:v>
                </c:pt>
                <c:pt idx="4081">
                  <c:v>0.39173422000000002</c:v>
                </c:pt>
                <c:pt idx="4082">
                  <c:v>0.39173422000000002</c:v>
                </c:pt>
                <c:pt idx="4083">
                  <c:v>0.39173422000000002</c:v>
                </c:pt>
                <c:pt idx="4084">
                  <c:v>0.50934200399999996</c:v>
                </c:pt>
                <c:pt idx="4085">
                  <c:v>0.77453289999999997</c:v>
                </c:pt>
                <c:pt idx="4086">
                  <c:v>0.76127335500000004</c:v>
                </c:pt>
                <c:pt idx="4087">
                  <c:v>0.76193633199999999</c:v>
                </c:pt>
                <c:pt idx="4088">
                  <c:v>0.76190318300000004</c:v>
                </c:pt>
                <c:pt idx="4089">
                  <c:v>0.761904841</c:v>
                </c:pt>
                <c:pt idx="4090">
                  <c:v>0.76190475800000002</c:v>
                </c:pt>
                <c:pt idx="4091">
                  <c:v>0.76190476200000001</c:v>
                </c:pt>
                <c:pt idx="4092">
                  <c:v>0.76190476200000001</c:v>
                </c:pt>
                <c:pt idx="4093">
                  <c:v>0.76190476200000001</c:v>
                </c:pt>
                <c:pt idx="4094">
                  <c:v>0.76190476200000001</c:v>
                </c:pt>
                <c:pt idx="4095">
                  <c:v>0.76190476200000001</c:v>
                </c:pt>
                <c:pt idx="4096">
                  <c:v>0.76190476200000001</c:v>
                </c:pt>
                <c:pt idx="4097">
                  <c:v>0.76190476200000001</c:v>
                </c:pt>
                <c:pt idx="4098">
                  <c:v>0.725461731</c:v>
                </c:pt>
                <c:pt idx="4099">
                  <c:v>0.63274278699999997</c:v>
                </c:pt>
                <c:pt idx="4100">
                  <c:v>0.45566704400000002</c:v>
                </c:pt>
                <c:pt idx="4101">
                  <c:v>0.37721664799999999</c:v>
                </c:pt>
                <c:pt idx="4102">
                  <c:v>0.54319900399999999</c:v>
                </c:pt>
                <c:pt idx="4103">
                  <c:v>0.374101246</c:v>
                </c:pt>
                <c:pt idx="4104">
                  <c:v>0.39291621300000001</c:v>
                </c:pt>
                <c:pt idx="4105">
                  <c:v>0.53900547399999998</c:v>
                </c:pt>
                <c:pt idx="4106">
                  <c:v>0.46807268299999999</c:v>
                </c:pt>
                <c:pt idx="4107">
                  <c:v>0.40019970999999999</c:v>
                </c:pt>
                <c:pt idx="4108">
                  <c:v>0.37999001500000001</c:v>
                </c:pt>
                <c:pt idx="4109">
                  <c:v>0.37999001500000001</c:v>
                </c:pt>
                <c:pt idx="4110">
                  <c:v>0.70470273800000005</c:v>
                </c:pt>
                <c:pt idx="4111">
                  <c:v>0.76476486300000002</c:v>
                </c:pt>
                <c:pt idx="4112">
                  <c:v>0.76176175700000004</c:v>
                </c:pt>
                <c:pt idx="4113">
                  <c:v>0.76191191199999997</c:v>
                </c:pt>
                <c:pt idx="4114">
                  <c:v>0.76190440400000004</c:v>
                </c:pt>
                <c:pt idx="4115">
                  <c:v>0.76190477999999995</c:v>
                </c:pt>
                <c:pt idx="4116">
                  <c:v>0.76190476100000004</c:v>
                </c:pt>
                <c:pt idx="4117">
                  <c:v>0.76190476200000001</c:v>
                </c:pt>
                <c:pt idx="4118">
                  <c:v>0.76190476200000001</c:v>
                </c:pt>
                <c:pt idx="4119">
                  <c:v>0.76190476200000001</c:v>
                </c:pt>
                <c:pt idx="4120">
                  <c:v>0.76190476200000001</c:v>
                </c:pt>
                <c:pt idx="4121">
                  <c:v>0.76190476200000001</c:v>
                </c:pt>
                <c:pt idx="4122">
                  <c:v>0.76190476200000001</c:v>
                </c:pt>
                <c:pt idx="4123">
                  <c:v>0.76190476200000001</c:v>
                </c:pt>
                <c:pt idx="4124">
                  <c:v>0.76190476200000001</c:v>
                </c:pt>
                <c:pt idx="4125">
                  <c:v>0.51729683199999998</c:v>
                </c:pt>
                <c:pt idx="4126">
                  <c:v>0.37413515800000002</c:v>
                </c:pt>
                <c:pt idx="4127">
                  <c:v>0.37413515800000002</c:v>
                </c:pt>
                <c:pt idx="4128">
                  <c:v>0.37413515800000002</c:v>
                </c:pt>
                <c:pt idx="4129">
                  <c:v>0.58769840600000001</c:v>
                </c:pt>
                <c:pt idx="4130">
                  <c:v>0.58857984600000002</c:v>
                </c:pt>
                <c:pt idx="4131">
                  <c:v>0.55238770699999995</c:v>
                </c:pt>
                <c:pt idx="4132">
                  <c:v>0.49006774800000003</c:v>
                </c:pt>
                <c:pt idx="4133">
                  <c:v>0.495432663</c:v>
                </c:pt>
                <c:pt idx="4134">
                  <c:v>0.77522836699999997</c:v>
                </c:pt>
                <c:pt idx="4135">
                  <c:v>0.76123858200000005</c:v>
                </c:pt>
                <c:pt idx="4136">
                  <c:v>0.76193807099999999</c:v>
                </c:pt>
                <c:pt idx="4137">
                  <c:v>0.76190309599999995</c:v>
                </c:pt>
                <c:pt idx="4138">
                  <c:v>0.761904845</c:v>
                </c:pt>
                <c:pt idx="4139">
                  <c:v>0.76190475800000002</c:v>
                </c:pt>
                <c:pt idx="4140">
                  <c:v>0.76190476200000001</c:v>
                </c:pt>
                <c:pt idx="4141">
                  <c:v>0.76190476200000001</c:v>
                </c:pt>
                <c:pt idx="4142">
                  <c:v>0.76190476200000001</c:v>
                </c:pt>
                <c:pt idx="4143">
                  <c:v>0.76190476200000001</c:v>
                </c:pt>
                <c:pt idx="4144">
                  <c:v>0.76190476200000001</c:v>
                </c:pt>
                <c:pt idx="4145">
                  <c:v>0.76190476200000001</c:v>
                </c:pt>
                <c:pt idx="4146">
                  <c:v>0.76190476200000001</c:v>
                </c:pt>
                <c:pt idx="4147">
                  <c:v>0.76190476200000001</c:v>
                </c:pt>
                <c:pt idx="4148">
                  <c:v>0.76190476200000001</c:v>
                </c:pt>
                <c:pt idx="4149">
                  <c:v>0.76190476200000001</c:v>
                </c:pt>
                <c:pt idx="4150">
                  <c:v>0.671148737</c:v>
                </c:pt>
                <c:pt idx="4151">
                  <c:v>0.76644256300000002</c:v>
                </c:pt>
                <c:pt idx="4152">
                  <c:v>0.76167787200000003</c:v>
                </c:pt>
                <c:pt idx="4153">
                  <c:v>0.73820558999999997</c:v>
                </c:pt>
                <c:pt idx="4154">
                  <c:v>0.64721409600000002</c:v>
                </c:pt>
                <c:pt idx="4155">
                  <c:v>0.56865594500000005</c:v>
                </c:pt>
                <c:pt idx="4156">
                  <c:v>0.602620987</c:v>
                </c:pt>
                <c:pt idx="4157">
                  <c:v>0.57349736699999998</c:v>
                </c:pt>
                <c:pt idx="4158">
                  <c:v>0.71142392799999998</c:v>
                </c:pt>
                <c:pt idx="4159">
                  <c:v>0.72739464399999998</c:v>
                </c:pt>
                <c:pt idx="4160">
                  <c:v>0.763630268</c:v>
                </c:pt>
                <c:pt idx="4161">
                  <c:v>0.76181848699999999</c:v>
                </c:pt>
                <c:pt idx="4162">
                  <c:v>0.74070704200000004</c:v>
                </c:pt>
                <c:pt idx="4163">
                  <c:v>0.76296464799999997</c:v>
                </c:pt>
                <c:pt idx="4164">
                  <c:v>0.76185176799999998</c:v>
                </c:pt>
                <c:pt idx="4165">
                  <c:v>0.76190741200000001</c:v>
                </c:pt>
                <c:pt idx="4166">
                  <c:v>0.74205483699999997</c:v>
                </c:pt>
                <c:pt idx="4167">
                  <c:v>0.744306629</c:v>
                </c:pt>
                <c:pt idx="4168">
                  <c:v>0.70870798800000001</c:v>
                </c:pt>
                <c:pt idx="4169">
                  <c:v>0.76456460100000001</c:v>
                </c:pt>
                <c:pt idx="4170">
                  <c:v>0.76177176999999996</c:v>
                </c:pt>
                <c:pt idx="4171">
                  <c:v>0.760451604</c:v>
                </c:pt>
                <c:pt idx="4172">
                  <c:v>0.71555949799999996</c:v>
                </c:pt>
                <c:pt idx="4173">
                  <c:v>0.49101639800000002</c:v>
                </c:pt>
                <c:pt idx="4174">
                  <c:v>0.37544917999999999</c:v>
                </c:pt>
                <c:pt idx="4175">
                  <c:v>0.37544917999999999</c:v>
                </c:pt>
                <c:pt idx="4176">
                  <c:v>0.37544917999999999</c:v>
                </c:pt>
                <c:pt idx="4177">
                  <c:v>0.53255843999999997</c:v>
                </c:pt>
                <c:pt idx="4178">
                  <c:v>0.56792802799999997</c:v>
                </c:pt>
                <c:pt idx="4179">
                  <c:v>0.55950766100000004</c:v>
                </c:pt>
                <c:pt idx="4180">
                  <c:v>0.77202461700000002</c:v>
                </c:pt>
                <c:pt idx="4181">
                  <c:v>0.76139876900000003</c:v>
                </c:pt>
                <c:pt idx="4182">
                  <c:v>0.76193006200000002</c:v>
                </c:pt>
                <c:pt idx="4183">
                  <c:v>0.76025973499999999</c:v>
                </c:pt>
                <c:pt idx="4184">
                  <c:v>0.76198701300000005</c:v>
                </c:pt>
                <c:pt idx="4185">
                  <c:v>0.76190064899999999</c:v>
                </c:pt>
                <c:pt idx="4186">
                  <c:v>0.76190496799999996</c:v>
                </c:pt>
                <c:pt idx="4187">
                  <c:v>0.76190475199999996</c:v>
                </c:pt>
                <c:pt idx="4188">
                  <c:v>0.76190476200000001</c:v>
                </c:pt>
                <c:pt idx="4189">
                  <c:v>0.76190476200000001</c:v>
                </c:pt>
                <c:pt idx="4190">
                  <c:v>0.76190476200000001</c:v>
                </c:pt>
                <c:pt idx="4191">
                  <c:v>0.76190476200000001</c:v>
                </c:pt>
                <c:pt idx="4192">
                  <c:v>0.76190476200000001</c:v>
                </c:pt>
                <c:pt idx="4193">
                  <c:v>0.76190476200000001</c:v>
                </c:pt>
                <c:pt idx="4194">
                  <c:v>0.76190476200000001</c:v>
                </c:pt>
                <c:pt idx="4195">
                  <c:v>0.76190476200000001</c:v>
                </c:pt>
                <c:pt idx="4196">
                  <c:v>0.76190476200000001</c:v>
                </c:pt>
                <c:pt idx="4197">
                  <c:v>0.76190476200000001</c:v>
                </c:pt>
                <c:pt idx="4198">
                  <c:v>0.76190476200000001</c:v>
                </c:pt>
                <c:pt idx="4199">
                  <c:v>0.76190476200000001</c:v>
                </c:pt>
                <c:pt idx="4200">
                  <c:v>0.76190476200000001</c:v>
                </c:pt>
                <c:pt idx="4201">
                  <c:v>0.76190476200000001</c:v>
                </c:pt>
                <c:pt idx="4202">
                  <c:v>0.73743940500000005</c:v>
                </c:pt>
                <c:pt idx="4203">
                  <c:v>0.67191408100000005</c:v>
                </c:pt>
                <c:pt idx="4204">
                  <c:v>0.65452794800000003</c:v>
                </c:pt>
                <c:pt idx="4205">
                  <c:v>0.73522546300000002</c:v>
                </c:pt>
                <c:pt idx="4206">
                  <c:v>0.76323872699999995</c:v>
                </c:pt>
                <c:pt idx="4207">
                  <c:v>0.76183806399999998</c:v>
                </c:pt>
                <c:pt idx="4208">
                  <c:v>0.76190809699999995</c:v>
                </c:pt>
                <c:pt idx="4209">
                  <c:v>0.76190459499999996</c:v>
                </c:pt>
                <c:pt idx="4210">
                  <c:v>0.76190477000000001</c:v>
                </c:pt>
                <c:pt idx="4211">
                  <c:v>0.76190476100000004</c:v>
                </c:pt>
                <c:pt idx="4212">
                  <c:v>0.76190476200000001</c:v>
                </c:pt>
                <c:pt idx="4213">
                  <c:v>0.76190476200000001</c:v>
                </c:pt>
                <c:pt idx="4214">
                  <c:v>0.76190476200000001</c:v>
                </c:pt>
                <c:pt idx="4215">
                  <c:v>0.76190476200000001</c:v>
                </c:pt>
                <c:pt idx="4216">
                  <c:v>0.76190476200000001</c:v>
                </c:pt>
                <c:pt idx="4217">
                  <c:v>0.76190476200000001</c:v>
                </c:pt>
                <c:pt idx="4218">
                  <c:v>0.76190476200000001</c:v>
                </c:pt>
                <c:pt idx="4219">
                  <c:v>0.76190476200000001</c:v>
                </c:pt>
                <c:pt idx="4220">
                  <c:v>0.76190476200000001</c:v>
                </c:pt>
                <c:pt idx="4221">
                  <c:v>0.76190476200000001</c:v>
                </c:pt>
                <c:pt idx="4222">
                  <c:v>0.76190476200000001</c:v>
                </c:pt>
                <c:pt idx="4223">
                  <c:v>0.76190476200000001</c:v>
                </c:pt>
                <c:pt idx="4224">
                  <c:v>0.76190476200000001</c:v>
                </c:pt>
                <c:pt idx="4225">
                  <c:v>0.76190476200000001</c:v>
                </c:pt>
                <c:pt idx="4226">
                  <c:v>0.76190476200000001</c:v>
                </c:pt>
                <c:pt idx="4227">
                  <c:v>0.76190476200000001</c:v>
                </c:pt>
                <c:pt idx="4228">
                  <c:v>0.69080134599999998</c:v>
                </c:pt>
                <c:pt idx="4229">
                  <c:v>0.74571615400000002</c:v>
                </c:pt>
                <c:pt idx="4230">
                  <c:v>0.671703893</c:v>
                </c:pt>
                <c:pt idx="4231">
                  <c:v>0.581055078</c:v>
                </c:pt>
                <c:pt idx="4232">
                  <c:v>0.48024385600000002</c:v>
                </c:pt>
                <c:pt idx="4233">
                  <c:v>0.55692946399999999</c:v>
                </c:pt>
                <c:pt idx="4234">
                  <c:v>0.77215352699999995</c:v>
                </c:pt>
                <c:pt idx="4235">
                  <c:v>0.76139232400000001</c:v>
                </c:pt>
                <c:pt idx="4236">
                  <c:v>0.76193038400000002</c:v>
                </c:pt>
                <c:pt idx="4237">
                  <c:v>0.76190348100000005</c:v>
                </c:pt>
                <c:pt idx="4238">
                  <c:v>0.76190482599999998</c:v>
                </c:pt>
                <c:pt idx="4239">
                  <c:v>0.76190475899999999</c:v>
                </c:pt>
                <c:pt idx="4240">
                  <c:v>0.70943985399999998</c:v>
                </c:pt>
                <c:pt idx="4241">
                  <c:v>0.68713545099999995</c:v>
                </c:pt>
                <c:pt idx="4242">
                  <c:v>0.47997087100000002</c:v>
                </c:pt>
                <c:pt idx="4243">
                  <c:v>0.68253622700000005</c:v>
                </c:pt>
                <c:pt idx="4244">
                  <c:v>0.54945591500000002</c:v>
                </c:pt>
                <c:pt idx="4245">
                  <c:v>0.372527204</c:v>
                </c:pt>
                <c:pt idx="4246">
                  <c:v>0.393674205</c:v>
                </c:pt>
                <c:pt idx="4247">
                  <c:v>0.393674205</c:v>
                </c:pt>
                <c:pt idx="4248">
                  <c:v>0.393674205</c:v>
                </c:pt>
                <c:pt idx="4249">
                  <c:v>0.506140284</c:v>
                </c:pt>
                <c:pt idx="4250">
                  <c:v>0.50802424199999996</c:v>
                </c:pt>
                <c:pt idx="4251">
                  <c:v>0.439314221</c:v>
                </c:pt>
                <c:pt idx="4252">
                  <c:v>0.37803428900000002</c:v>
                </c:pt>
                <c:pt idx="4253">
                  <c:v>0.37803428900000002</c:v>
                </c:pt>
                <c:pt idx="4254">
                  <c:v>0.73550484100000002</c:v>
                </c:pt>
                <c:pt idx="4255">
                  <c:v>0.763224758</c:v>
                </c:pt>
                <c:pt idx="4256">
                  <c:v>0.761838762</c:v>
                </c:pt>
                <c:pt idx="4257">
                  <c:v>0.76190806200000005</c:v>
                </c:pt>
                <c:pt idx="4258">
                  <c:v>0.76190459700000002</c:v>
                </c:pt>
                <c:pt idx="4259">
                  <c:v>0.76190477000000001</c:v>
                </c:pt>
                <c:pt idx="4260">
                  <c:v>0.76190476100000004</c:v>
                </c:pt>
                <c:pt idx="4261">
                  <c:v>0.76190476200000001</c:v>
                </c:pt>
                <c:pt idx="4262">
                  <c:v>0.76190476200000001</c:v>
                </c:pt>
                <c:pt idx="4263">
                  <c:v>0.76190476200000001</c:v>
                </c:pt>
                <c:pt idx="4264">
                  <c:v>0.76190476200000001</c:v>
                </c:pt>
                <c:pt idx="4265">
                  <c:v>0.76190476200000001</c:v>
                </c:pt>
                <c:pt idx="4266">
                  <c:v>0.76190476200000001</c:v>
                </c:pt>
                <c:pt idx="4267">
                  <c:v>0.76190476200000001</c:v>
                </c:pt>
                <c:pt idx="4268">
                  <c:v>0.76190476200000001</c:v>
                </c:pt>
                <c:pt idx="4269">
                  <c:v>0.76190476200000001</c:v>
                </c:pt>
                <c:pt idx="4270">
                  <c:v>0.65348437299999995</c:v>
                </c:pt>
                <c:pt idx="4271">
                  <c:v>0.44239032700000003</c:v>
                </c:pt>
                <c:pt idx="4272">
                  <c:v>0.57053645500000005</c:v>
                </c:pt>
                <c:pt idx="4273">
                  <c:v>0.77147317699999995</c:v>
                </c:pt>
                <c:pt idx="4274">
                  <c:v>0.76142634099999995</c:v>
                </c:pt>
                <c:pt idx="4275">
                  <c:v>0.76192868300000005</c:v>
                </c:pt>
                <c:pt idx="4276">
                  <c:v>0.6806065</c:v>
                </c:pt>
                <c:pt idx="4277">
                  <c:v>0.63842653999999999</c:v>
                </c:pt>
                <c:pt idx="4278">
                  <c:v>0.66009845</c:v>
                </c:pt>
                <c:pt idx="4279">
                  <c:v>0.76699507700000003</c:v>
                </c:pt>
                <c:pt idx="4280">
                  <c:v>0.76165024599999998</c:v>
                </c:pt>
                <c:pt idx="4281">
                  <c:v>0.76191748800000003</c:v>
                </c:pt>
                <c:pt idx="4282">
                  <c:v>0.76190412600000001</c:v>
                </c:pt>
                <c:pt idx="4283">
                  <c:v>0.761904794</c:v>
                </c:pt>
                <c:pt idx="4284">
                  <c:v>0.76190475999999996</c:v>
                </c:pt>
                <c:pt idx="4285">
                  <c:v>0.76190476200000001</c:v>
                </c:pt>
                <c:pt idx="4286">
                  <c:v>0.76190476200000001</c:v>
                </c:pt>
                <c:pt idx="4287">
                  <c:v>0.76190476200000001</c:v>
                </c:pt>
                <c:pt idx="4288">
                  <c:v>0.76190476200000001</c:v>
                </c:pt>
                <c:pt idx="4289">
                  <c:v>0.76190476200000001</c:v>
                </c:pt>
                <c:pt idx="4290">
                  <c:v>0.76190476200000001</c:v>
                </c:pt>
                <c:pt idx="4291">
                  <c:v>0.76190476200000001</c:v>
                </c:pt>
                <c:pt idx="4292">
                  <c:v>0.76190476200000001</c:v>
                </c:pt>
                <c:pt idx="4293">
                  <c:v>0.513197342</c:v>
                </c:pt>
                <c:pt idx="4294">
                  <c:v>0.427551809</c:v>
                </c:pt>
                <c:pt idx="4295">
                  <c:v>0.37862241000000002</c:v>
                </c:pt>
                <c:pt idx="4296">
                  <c:v>0.40572636499999998</c:v>
                </c:pt>
                <c:pt idx="4297">
                  <c:v>0.43476404200000002</c:v>
                </c:pt>
                <c:pt idx="4298">
                  <c:v>0.55541233199999995</c:v>
                </c:pt>
                <c:pt idx="4299">
                  <c:v>0.49621901200000001</c:v>
                </c:pt>
                <c:pt idx="4300">
                  <c:v>0.43268993100000003</c:v>
                </c:pt>
                <c:pt idx="4301">
                  <c:v>0.45732846999999999</c:v>
                </c:pt>
                <c:pt idx="4302">
                  <c:v>0.752635779</c:v>
                </c:pt>
                <c:pt idx="4303">
                  <c:v>0.76236821099999996</c:v>
                </c:pt>
                <c:pt idx="4304">
                  <c:v>0.76188158900000003</c:v>
                </c:pt>
                <c:pt idx="4305">
                  <c:v>0.76190592099999999</c:v>
                </c:pt>
                <c:pt idx="4306">
                  <c:v>0.76190470399999999</c:v>
                </c:pt>
                <c:pt idx="4307">
                  <c:v>0.76190476500000004</c:v>
                </c:pt>
                <c:pt idx="4308">
                  <c:v>0.76190476200000001</c:v>
                </c:pt>
                <c:pt idx="4309">
                  <c:v>0.76190476200000001</c:v>
                </c:pt>
                <c:pt idx="4310">
                  <c:v>0.76190476200000001</c:v>
                </c:pt>
                <c:pt idx="4311">
                  <c:v>0.76190476200000001</c:v>
                </c:pt>
                <c:pt idx="4312">
                  <c:v>0.76190476200000001</c:v>
                </c:pt>
                <c:pt idx="4313">
                  <c:v>0.76190476200000001</c:v>
                </c:pt>
                <c:pt idx="4314">
                  <c:v>0.76190476200000001</c:v>
                </c:pt>
                <c:pt idx="4315">
                  <c:v>0.76190476200000001</c:v>
                </c:pt>
                <c:pt idx="4316">
                  <c:v>0.60632076999999995</c:v>
                </c:pt>
                <c:pt idx="4317">
                  <c:v>0.75805965399999997</c:v>
                </c:pt>
                <c:pt idx="4318">
                  <c:v>0.50160073400000005</c:v>
                </c:pt>
                <c:pt idx="4319">
                  <c:v>0.37491996300000002</c:v>
                </c:pt>
                <c:pt idx="4320">
                  <c:v>0.35900507500000001</c:v>
                </c:pt>
                <c:pt idx="4321">
                  <c:v>0.61702157400000002</c:v>
                </c:pt>
                <c:pt idx="4322">
                  <c:v>0.76914892099999999</c:v>
                </c:pt>
                <c:pt idx="4323">
                  <c:v>0.76154255400000004</c:v>
                </c:pt>
                <c:pt idx="4324">
                  <c:v>0.76192287199999997</c:v>
                </c:pt>
                <c:pt idx="4325">
                  <c:v>0.76190385599999999</c:v>
                </c:pt>
                <c:pt idx="4326">
                  <c:v>0.76190480699999996</c:v>
                </c:pt>
                <c:pt idx="4327">
                  <c:v>0.658658348</c:v>
                </c:pt>
                <c:pt idx="4328">
                  <c:v>0.56747389100000001</c:v>
                </c:pt>
                <c:pt idx="4329">
                  <c:v>0.73568544899999999</c:v>
                </c:pt>
                <c:pt idx="4330">
                  <c:v>0.76321572800000004</c:v>
                </c:pt>
                <c:pt idx="4331">
                  <c:v>0.76183921399999999</c:v>
                </c:pt>
                <c:pt idx="4332">
                  <c:v>0.76190803900000004</c:v>
                </c:pt>
                <c:pt idx="4333">
                  <c:v>0.76190459799999999</c:v>
                </c:pt>
                <c:pt idx="4334">
                  <c:v>0.76190477000000001</c:v>
                </c:pt>
                <c:pt idx="4335">
                  <c:v>0.76190476100000004</c:v>
                </c:pt>
                <c:pt idx="4336">
                  <c:v>0.76190476200000001</c:v>
                </c:pt>
                <c:pt idx="4337">
                  <c:v>0.76190476200000001</c:v>
                </c:pt>
                <c:pt idx="4338">
                  <c:v>0.76190476200000001</c:v>
                </c:pt>
                <c:pt idx="4339">
                  <c:v>0.76190476200000001</c:v>
                </c:pt>
                <c:pt idx="4340">
                  <c:v>0.76190476200000001</c:v>
                </c:pt>
                <c:pt idx="4341">
                  <c:v>0.76190476200000001</c:v>
                </c:pt>
                <c:pt idx="4342">
                  <c:v>0.76190476200000001</c:v>
                </c:pt>
                <c:pt idx="4343">
                  <c:v>0.76190476200000001</c:v>
                </c:pt>
                <c:pt idx="4344">
                  <c:v>0.76190476200000001</c:v>
                </c:pt>
                <c:pt idx="4345">
                  <c:v>0.76190476200000001</c:v>
                </c:pt>
                <c:pt idx="4346">
                  <c:v>0.76190476200000001</c:v>
                </c:pt>
                <c:pt idx="4347">
                  <c:v>0.76190476200000001</c:v>
                </c:pt>
                <c:pt idx="4348">
                  <c:v>0.76190476200000001</c:v>
                </c:pt>
                <c:pt idx="4349">
                  <c:v>0.76190476200000001</c:v>
                </c:pt>
                <c:pt idx="4350">
                  <c:v>0.76190476200000001</c:v>
                </c:pt>
                <c:pt idx="4351">
                  <c:v>0.76190476200000001</c:v>
                </c:pt>
                <c:pt idx="4352">
                  <c:v>0.76190476200000001</c:v>
                </c:pt>
                <c:pt idx="4353">
                  <c:v>0.76190476200000001</c:v>
                </c:pt>
                <c:pt idx="4354">
                  <c:v>0.76190476200000001</c:v>
                </c:pt>
                <c:pt idx="4355">
                  <c:v>0.76190476200000001</c:v>
                </c:pt>
                <c:pt idx="4356">
                  <c:v>0.76190476200000001</c:v>
                </c:pt>
                <c:pt idx="4357">
                  <c:v>0.76190476200000001</c:v>
                </c:pt>
                <c:pt idx="4358">
                  <c:v>0.76190476200000001</c:v>
                </c:pt>
                <c:pt idx="4359">
                  <c:v>0.76190476200000001</c:v>
                </c:pt>
                <c:pt idx="4360">
                  <c:v>0.76190476200000001</c:v>
                </c:pt>
                <c:pt idx="4361">
                  <c:v>0.76190476200000001</c:v>
                </c:pt>
                <c:pt idx="4362">
                  <c:v>0.76190476200000001</c:v>
                </c:pt>
                <c:pt idx="4363">
                  <c:v>0.76190476200000001</c:v>
                </c:pt>
                <c:pt idx="4364">
                  <c:v>0.76190476200000001</c:v>
                </c:pt>
                <c:pt idx="4365">
                  <c:v>0.76190476200000001</c:v>
                </c:pt>
                <c:pt idx="4366">
                  <c:v>0.76190476200000001</c:v>
                </c:pt>
                <c:pt idx="4367">
                  <c:v>0.76190476200000001</c:v>
                </c:pt>
                <c:pt idx="4368">
                  <c:v>0.76190476200000001</c:v>
                </c:pt>
                <c:pt idx="4369">
                  <c:v>0.76190476200000001</c:v>
                </c:pt>
                <c:pt idx="4370">
                  <c:v>0.76190476200000001</c:v>
                </c:pt>
                <c:pt idx="4371">
                  <c:v>0.76190476200000001</c:v>
                </c:pt>
                <c:pt idx="4372">
                  <c:v>0.76190476200000001</c:v>
                </c:pt>
                <c:pt idx="4373">
                  <c:v>0.76190476200000001</c:v>
                </c:pt>
                <c:pt idx="4374">
                  <c:v>0.76190476200000001</c:v>
                </c:pt>
                <c:pt idx="4375">
                  <c:v>0.76190476200000001</c:v>
                </c:pt>
                <c:pt idx="4376">
                  <c:v>0.76190476200000001</c:v>
                </c:pt>
                <c:pt idx="4377">
                  <c:v>0.76190476200000001</c:v>
                </c:pt>
                <c:pt idx="4378">
                  <c:v>0.76190476200000001</c:v>
                </c:pt>
                <c:pt idx="4379">
                  <c:v>0.76190476200000001</c:v>
                </c:pt>
                <c:pt idx="4380">
                  <c:v>0.76190476200000001</c:v>
                </c:pt>
                <c:pt idx="4381">
                  <c:v>0.76190476200000001</c:v>
                </c:pt>
                <c:pt idx="4382">
                  <c:v>0.76190476200000001</c:v>
                </c:pt>
                <c:pt idx="4383">
                  <c:v>0.76190476200000001</c:v>
                </c:pt>
                <c:pt idx="4384">
                  <c:v>0.76190476200000001</c:v>
                </c:pt>
                <c:pt idx="4385">
                  <c:v>0.76190476200000001</c:v>
                </c:pt>
                <c:pt idx="4386">
                  <c:v>0.76190476200000001</c:v>
                </c:pt>
                <c:pt idx="4387">
                  <c:v>0.76190476200000001</c:v>
                </c:pt>
                <c:pt idx="4388">
                  <c:v>0.74781071799999999</c:v>
                </c:pt>
                <c:pt idx="4389">
                  <c:v>0.68681894200000004</c:v>
                </c:pt>
                <c:pt idx="4390">
                  <c:v>0.47241339300000001</c:v>
                </c:pt>
                <c:pt idx="4391">
                  <c:v>0.433038488</c:v>
                </c:pt>
                <c:pt idx="4392">
                  <c:v>0.62583504099999998</c:v>
                </c:pt>
                <c:pt idx="4393">
                  <c:v>0.76870824800000004</c:v>
                </c:pt>
                <c:pt idx="4394">
                  <c:v>0.76156458800000004</c:v>
                </c:pt>
                <c:pt idx="4395">
                  <c:v>0.76192177100000003</c:v>
                </c:pt>
                <c:pt idx="4396">
                  <c:v>0.71121142800000003</c:v>
                </c:pt>
                <c:pt idx="4397">
                  <c:v>0.63014326899999995</c:v>
                </c:pt>
                <c:pt idx="4398">
                  <c:v>0.55863556800000003</c:v>
                </c:pt>
                <c:pt idx="4399">
                  <c:v>0.60205589299999995</c:v>
                </c:pt>
                <c:pt idx="4400">
                  <c:v>0.626730232</c:v>
                </c:pt>
                <c:pt idx="4401">
                  <c:v>0.66802165300000005</c:v>
                </c:pt>
                <c:pt idx="4402">
                  <c:v>0.76659891700000005</c:v>
                </c:pt>
                <c:pt idx="4403">
                  <c:v>0.76167005399999999</c:v>
                </c:pt>
                <c:pt idx="4404">
                  <c:v>0.76191649699999997</c:v>
                </c:pt>
                <c:pt idx="4405">
                  <c:v>0.76190417499999996</c:v>
                </c:pt>
                <c:pt idx="4406">
                  <c:v>0.76190479099999997</c:v>
                </c:pt>
                <c:pt idx="4407">
                  <c:v>0.76190475999999996</c:v>
                </c:pt>
                <c:pt idx="4408">
                  <c:v>0.76190476200000001</c:v>
                </c:pt>
                <c:pt idx="4409">
                  <c:v>0.76190476200000001</c:v>
                </c:pt>
                <c:pt idx="4410">
                  <c:v>0.76190476200000001</c:v>
                </c:pt>
                <c:pt idx="4411">
                  <c:v>0.76190476200000001</c:v>
                </c:pt>
                <c:pt idx="4412">
                  <c:v>0.76190476200000001</c:v>
                </c:pt>
                <c:pt idx="4413">
                  <c:v>0.72673797600000001</c:v>
                </c:pt>
                <c:pt idx="4414">
                  <c:v>0.76366310100000001</c:v>
                </c:pt>
                <c:pt idx="4415">
                  <c:v>0.76181684500000002</c:v>
                </c:pt>
                <c:pt idx="4416">
                  <c:v>0.76190915800000003</c:v>
                </c:pt>
                <c:pt idx="4417">
                  <c:v>0.76190454200000002</c:v>
                </c:pt>
                <c:pt idx="4418">
                  <c:v>0.76190477300000004</c:v>
                </c:pt>
                <c:pt idx="4419">
                  <c:v>0.76190476100000004</c:v>
                </c:pt>
                <c:pt idx="4420">
                  <c:v>0.76190476200000001</c:v>
                </c:pt>
                <c:pt idx="4421">
                  <c:v>0.76190476200000001</c:v>
                </c:pt>
                <c:pt idx="4422">
                  <c:v>0.76190476200000001</c:v>
                </c:pt>
                <c:pt idx="4423">
                  <c:v>0.76190476200000001</c:v>
                </c:pt>
                <c:pt idx="4424">
                  <c:v>0.76190476200000001</c:v>
                </c:pt>
                <c:pt idx="4425">
                  <c:v>0.76190476200000001</c:v>
                </c:pt>
                <c:pt idx="4426">
                  <c:v>0.76190476200000001</c:v>
                </c:pt>
                <c:pt idx="4427">
                  <c:v>0.76190476200000001</c:v>
                </c:pt>
                <c:pt idx="4428">
                  <c:v>0.76190476200000001</c:v>
                </c:pt>
                <c:pt idx="4429">
                  <c:v>0.76190476200000001</c:v>
                </c:pt>
                <c:pt idx="4430">
                  <c:v>0.76190476200000001</c:v>
                </c:pt>
                <c:pt idx="4431">
                  <c:v>0.76190476200000001</c:v>
                </c:pt>
                <c:pt idx="4432">
                  <c:v>0.76190476200000001</c:v>
                </c:pt>
                <c:pt idx="4433">
                  <c:v>0.76190476200000001</c:v>
                </c:pt>
                <c:pt idx="4434">
                  <c:v>0.76190476200000001</c:v>
                </c:pt>
                <c:pt idx="4435">
                  <c:v>0.76190476200000001</c:v>
                </c:pt>
                <c:pt idx="4436">
                  <c:v>0.76190476200000001</c:v>
                </c:pt>
                <c:pt idx="4437">
                  <c:v>0.65950798700000002</c:v>
                </c:pt>
                <c:pt idx="4438">
                  <c:v>0.37652398500000001</c:v>
                </c:pt>
                <c:pt idx="4439">
                  <c:v>0.37652398500000001</c:v>
                </c:pt>
                <c:pt idx="4440">
                  <c:v>0.54780657099999996</c:v>
                </c:pt>
                <c:pt idx="4441">
                  <c:v>0.75834164400000004</c:v>
                </c:pt>
                <c:pt idx="4442">
                  <c:v>0.76208291800000005</c:v>
                </c:pt>
                <c:pt idx="4443">
                  <c:v>0.76189585400000004</c:v>
                </c:pt>
                <c:pt idx="4444">
                  <c:v>0.76190520699999997</c:v>
                </c:pt>
                <c:pt idx="4445">
                  <c:v>0.72619575400000003</c:v>
                </c:pt>
                <c:pt idx="4446">
                  <c:v>0.76369021199999998</c:v>
                </c:pt>
                <c:pt idx="4447">
                  <c:v>0.76181548899999996</c:v>
                </c:pt>
                <c:pt idx="4448">
                  <c:v>0.75770634699999995</c:v>
                </c:pt>
                <c:pt idx="4449">
                  <c:v>0.76211468299999996</c:v>
                </c:pt>
                <c:pt idx="4450">
                  <c:v>0.76189426599999999</c:v>
                </c:pt>
                <c:pt idx="4451">
                  <c:v>0.76190528700000004</c:v>
                </c:pt>
                <c:pt idx="4452">
                  <c:v>0.76190473599999997</c:v>
                </c:pt>
                <c:pt idx="4453">
                  <c:v>0.76190476299999998</c:v>
                </c:pt>
                <c:pt idx="4454">
                  <c:v>0.76190476200000001</c:v>
                </c:pt>
                <c:pt idx="4455">
                  <c:v>0.76190476200000001</c:v>
                </c:pt>
                <c:pt idx="4456">
                  <c:v>0.76190476200000001</c:v>
                </c:pt>
                <c:pt idx="4457">
                  <c:v>0.76190476200000001</c:v>
                </c:pt>
                <c:pt idx="4458">
                  <c:v>0.76190476200000001</c:v>
                </c:pt>
                <c:pt idx="4459">
                  <c:v>0.76190476200000001</c:v>
                </c:pt>
                <c:pt idx="4460">
                  <c:v>0.76190476200000001</c:v>
                </c:pt>
                <c:pt idx="4461">
                  <c:v>0.76190476200000001</c:v>
                </c:pt>
                <c:pt idx="4462">
                  <c:v>0.76190476200000001</c:v>
                </c:pt>
                <c:pt idx="4463">
                  <c:v>0.76190476200000001</c:v>
                </c:pt>
                <c:pt idx="4464">
                  <c:v>0.76190476200000001</c:v>
                </c:pt>
                <c:pt idx="4465">
                  <c:v>0.67752670999999998</c:v>
                </c:pt>
                <c:pt idx="4466">
                  <c:v>0.59756136699999995</c:v>
                </c:pt>
                <c:pt idx="4467">
                  <c:v>0.53284141100000004</c:v>
                </c:pt>
                <c:pt idx="4468">
                  <c:v>0.45970426199999997</c:v>
                </c:pt>
                <c:pt idx="4469">
                  <c:v>0.386638553</c:v>
                </c:pt>
                <c:pt idx="4470">
                  <c:v>0.57412828299999996</c:v>
                </c:pt>
                <c:pt idx="4471">
                  <c:v>0.77129358599999998</c:v>
                </c:pt>
                <c:pt idx="4472">
                  <c:v>0.761435321</c:v>
                </c:pt>
                <c:pt idx="4473">
                  <c:v>0.76192823399999998</c:v>
                </c:pt>
                <c:pt idx="4474">
                  <c:v>0.76190358800000002</c:v>
                </c:pt>
                <c:pt idx="4475">
                  <c:v>0.76190482100000001</c:v>
                </c:pt>
                <c:pt idx="4476">
                  <c:v>0.76190475899999999</c:v>
                </c:pt>
                <c:pt idx="4477">
                  <c:v>0.76190476200000001</c:v>
                </c:pt>
                <c:pt idx="4478">
                  <c:v>0.76190476200000001</c:v>
                </c:pt>
                <c:pt idx="4479">
                  <c:v>0.76190476200000001</c:v>
                </c:pt>
                <c:pt idx="4480">
                  <c:v>0.76190476200000001</c:v>
                </c:pt>
                <c:pt idx="4481">
                  <c:v>0.76190476200000001</c:v>
                </c:pt>
                <c:pt idx="4482">
                  <c:v>0.76190476200000001</c:v>
                </c:pt>
                <c:pt idx="4483">
                  <c:v>0.62040824900000002</c:v>
                </c:pt>
                <c:pt idx="4484">
                  <c:v>0.575888014</c:v>
                </c:pt>
                <c:pt idx="4485">
                  <c:v>0.68278797099999999</c:v>
                </c:pt>
                <c:pt idx="4486">
                  <c:v>0.76586060099999997</c:v>
                </c:pt>
                <c:pt idx="4487">
                  <c:v>0.76170696999999998</c:v>
                </c:pt>
                <c:pt idx="4488">
                  <c:v>0.76191465199999997</c:v>
                </c:pt>
                <c:pt idx="4489">
                  <c:v>0.76190426700000002</c:v>
                </c:pt>
                <c:pt idx="4490">
                  <c:v>0.76190478699999997</c:v>
                </c:pt>
                <c:pt idx="4491">
                  <c:v>0.76190476100000004</c:v>
                </c:pt>
                <c:pt idx="4492">
                  <c:v>0.76190476200000001</c:v>
                </c:pt>
                <c:pt idx="4493">
                  <c:v>0.69798413400000003</c:v>
                </c:pt>
                <c:pt idx="4494">
                  <c:v>0.765100793</c:v>
                </c:pt>
                <c:pt idx="4495">
                  <c:v>0.76174496000000003</c:v>
                </c:pt>
                <c:pt idx="4496">
                  <c:v>0.76191275199999997</c:v>
                </c:pt>
                <c:pt idx="4497">
                  <c:v>0.761904362</c:v>
                </c:pt>
                <c:pt idx="4498">
                  <c:v>0.761904782</c:v>
                </c:pt>
                <c:pt idx="4499">
                  <c:v>0.76190476100000004</c:v>
                </c:pt>
                <c:pt idx="4500">
                  <c:v>0.76190476200000001</c:v>
                </c:pt>
                <c:pt idx="4501">
                  <c:v>0.76190476200000001</c:v>
                </c:pt>
                <c:pt idx="4502">
                  <c:v>0.76190476200000001</c:v>
                </c:pt>
                <c:pt idx="4503">
                  <c:v>0.76190476200000001</c:v>
                </c:pt>
                <c:pt idx="4504">
                  <c:v>0.76190476200000001</c:v>
                </c:pt>
                <c:pt idx="4505">
                  <c:v>0.76190476200000001</c:v>
                </c:pt>
                <c:pt idx="4506">
                  <c:v>0.76190476200000001</c:v>
                </c:pt>
                <c:pt idx="4507">
                  <c:v>0.76190476200000001</c:v>
                </c:pt>
                <c:pt idx="4508">
                  <c:v>0.51122014500000001</c:v>
                </c:pt>
                <c:pt idx="4509">
                  <c:v>0.45835555300000003</c:v>
                </c:pt>
                <c:pt idx="4510">
                  <c:v>0.63694251099999999</c:v>
                </c:pt>
                <c:pt idx="4511">
                  <c:v>0.76815287399999999</c:v>
                </c:pt>
                <c:pt idx="4512">
                  <c:v>0.76159235599999997</c:v>
                </c:pt>
                <c:pt idx="4513">
                  <c:v>0.76192038200000001</c:v>
                </c:pt>
                <c:pt idx="4514">
                  <c:v>0.76190398100000001</c:v>
                </c:pt>
                <c:pt idx="4515">
                  <c:v>0.74773235000000005</c:v>
                </c:pt>
                <c:pt idx="4516">
                  <c:v>0.67394473700000002</c:v>
                </c:pt>
                <c:pt idx="4517">
                  <c:v>0.60649519299999999</c:v>
                </c:pt>
                <c:pt idx="4518">
                  <c:v>0.70141224499999999</c:v>
                </c:pt>
                <c:pt idx="4519">
                  <c:v>0.65528741899999998</c:v>
                </c:pt>
                <c:pt idx="4520">
                  <c:v>0.61456441299999998</c:v>
                </c:pt>
                <c:pt idx="4521">
                  <c:v>0.58928660899999996</c:v>
                </c:pt>
                <c:pt idx="4522">
                  <c:v>0.76549297500000002</c:v>
                </c:pt>
                <c:pt idx="4523">
                  <c:v>0.76172535100000005</c:v>
                </c:pt>
                <c:pt idx="4524">
                  <c:v>0.76191373200000001</c:v>
                </c:pt>
                <c:pt idx="4525">
                  <c:v>0.76190431300000006</c:v>
                </c:pt>
                <c:pt idx="4526">
                  <c:v>0.76190478399999995</c:v>
                </c:pt>
                <c:pt idx="4527">
                  <c:v>0.76190476100000004</c:v>
                </c:pt>
                <c:pt idx="4528">
                  <c:v>0.76190476200000001</c:v>
                </c:pt>
                <c:pt idx="4529">
                  <c:v>0.76190476200000001</c:v>
                </c:pt>
                <c:pt idx="4530">
                  <c:v>0.54547171999999999</c:v>
                </c:pt>
                <c:pt idx="4531">
                  <c:v>0.37272641400000001</c:v>
                </c:pt>
                <c:pt idx="4532">
                  <c:v>0.37272641400000001</c:v>
                </c:pt>
                <c:pt idx="4533">
                  <c:v>0.37272641400000001</c:v>
                </c:pt>
                <c:pt idx="4534">
                  <c:v>0.46841344400000001</c:v>
                </c:pt>
                <c:pt idx="4535">
                  <c:v>0.462504103</c:v>
                </c:pt>
                <c:pt idx="4536">
                  <c:v>0.37687479499999998</c:v>
                </c:pt>
                <c:pt idx="4537">
                  <c:v>0.37687479499999998</c:v>
                </c:pt>
                <c:pt idx="4538">
                  <c:v>0.37687479499999998</c:v>
                </c:pt>
                <c:pt idx="4539">
                  <c:v>0.58011074699999998</c:v>
                </c:pt>
                <c:pt idx="4540">
                  <c:v>0.579210106</c:v>
                </c:pt>
                <c:pt idx="4541">
                  <c:v>0.55987954299999998</c:v>
                </c:pt>
                <c:pt idx="4542">
                  <c:v>0.77200602299999999</c:v>
                </c:pt>
                <c:pt idx="4543">
                  <c:v>0.76139969900000004</c:v>
                </c:pt>
                <c:pt idx="4544">
                  <c:v>0.76193001500000002</c:v>
                </c:pt>
                <c:pt idx="4545">
                  <c:v>0.76190349899999998</c:v>
                </c:pt>
                <c:pt idx="4546">
                  <c:v>0.76190482500000001</c:v>
                </c:pt>
                <c:pt idx="4547">
                  <c:v>0.76190475899999999</c:v>
                </c:pt>
                <c:pt idx="4548">
                  <c:v>0.76190476200000001</c:v>
                </c:pt>
                <c:pt idx="4549">
                  <c:v>0.76190476200000001</c:v>
                </c:pt>
                <c:pt idx="4550">
                  <c:v>0.76190476200000001</c:v>
                </c:pt>
                <c:pt idx="4551">
                  <c:v>0.76190476200000001</c:v>
                </c:pt>
                <c:pt idx="4552">
                  <c:v>0.76190476200000001</c:v>
                </c:pt>
                <c:pt idx="4553">
                  <c:v>0.76190476200000001</c:v>
                </c:pt>
                <c:pt idx="4554">
                  <c:v>0.76190476200000001</c:v>
                </c:pt>
                <c:pt idx="4555">
                  <c:v>0.76190476200000001</c:v>
                </c:pt>
                <c:pt idx="4556">
                  <c:v>0.708790488</c:v>
                </c:pt>
                <c:pt idx="4557">
                  <c:v>0.47569929399999999</c:v>
                </c:pt>
                <c:pt idx="4558">
                  <c:v>0.37810451699999997</c:v>
                </c:pt>
                <c:pt idx="4559">
                  <c:v>0.51099744800000002</c:v>
                </c:pt>
                <c:pt idx="4560">
                  <c:v>0.64023011699999999</c:v>
                </c:pt>
                <c:pt idx="4561">
                  <c:v>0.76798849400000002</c:v>
                </c:pt>
                <c:pt idx="4562">
                  <c:v>0.761600575</c:v>
                </c:pt>
                <c:pt idx="4563">
                  <c:v>0.69795817999999998</c:v>
                </c:pt>
                <c:pt idx="4564">
                  <c:v>0.70306535999999997</c:v>
                </c:pt>
                <c:pt idx="4565">
                  <c:v>0.67846268200000004</c:v>
                </c:pt>
                <c:pt idx="4566">
                  <c:v>0.76607686600000002</c:v>
                </c:pt>
                <c:pt idx="4567">
                  <c:v>0.76169615700000004</c:v>
                </c:pt>
                <c:pt idx="4568">
                  <c:v>0.76191519200000002</c:v>
                </c:pt>
                <c:pt idx="4569">
                  <c:v>0.76190424000000001</c:v>
                </c:pt>
                <c:pt idx="4570">
                  <c:v>0.76190478800000005</c:v>
                </c:pt>
                <c:pt idx="4571">
                  <c:v>0.76190476100000004</c:v>
                </c:pt>
                <c:pt idx="4572">
                  <c:v>0.76190476200000001</c:v>
                </c:pt>
                <c:pt idx="4573">
                  <c:v>0.76190476200000001</c:v>
                </c:pt>
                <c:pt idx="4574">
                  <c:v>0.76190476200000001</c:v>
                </c:pt>
                <c:pt idx="4575">
                  <c:v>0.76190476200000001</c:v>
                </c:pt>
                <c:pt idx="4576">
                  <c:v>0.76190476200000001</c:v>
                </c:pt>
                <c:pt idx="4577">
                  <c:v>0.76190476200000001</c:v>
                </c:pt>
                <c:pt idx="4578">
                  <c:v>0.76190476200000001</c:v>
                </c:pt>
                <c:pt idx="4579">
                  <c:v>0.732812554</c:v>
                </c:pt>
                <c:pt idx="4580">
                  <c:v>0.49020663799999997</c:v>
                </c:pt>
                <c:pt idx="4581">
                  <c:v>0.51897320400000002</c:v>
                </c:pt>
                <c:pt idx="4582">
                  <c:v>0.48107092299999998</c:v>
                </c:pt>
                <c:pt idx="4583">
                  <c:v>0.71146605299999999</c:v>
                </c:pt>
                <c:pt idx="4584">
                  <c:v>0.68009500499999997</c:v>
                </c:pt>
                <c:pt idx="4585">
                  <c:v>0.76599525000000002</c:v>
                </c:pt>
                <c:pt idx="4586">
                  <c:v>0.76170023799999997</c:v>
                </c:pt>
                <c:pt idx="4587">
                  <c:v>0.76191498800000002</c:v>
                </c:pt>
                <c:pt idx="4588">
                  <c:v>0.76190425100000003</c:v>
                </c:pt>
                <c:pt idx="4589">
                  <c:v>0.68700658699999995</c:v>
                </c:pt>
                <c:pt idx="4590">
                  <c:v>0.72097588499999998</c:v>
                </c:pt>
                <c:pt idx="4591">
                  <c:v>0.76395120599999999</c:v>
                </c:pt>
                <c:pt idx="4592">
                  <c:v>0.76180243999999997</c:v>
                </c:pt>
                <c:pt idx="4593">
                  <c:v>0.76190987799999998</c:v>
                </c:pt>
                <c:pt idx="4594">
                  <c:v>0.76190450600000004</c:v>
                </c:pt>
                <c:pt idx="4595">
                  <c:v>0.76190477499999998</c:v>
                </c:pt>
                <c:pt idx="4596">
                  <c:v>0.76190476100000004</c:v>
                </c:pt>
                <c:pt idx="4597">
                  <c:v>0.76190476200000001</c:v>
                </c:pt>
                <c:pt idx="4598">
                  <c:v>0.76190476200000001</c:v>
                </c:pt>
                <c:pt idx="4599">
                  <c:v>0.76190476200000001</c:v>
                </c:pt>
                <c:pt idx="4600">
                  <c:v>0.76190476200000001</c:v>
                </c:pt>
                <c:pt idx="4601">
                  <c:v>0.76190476200000001</c:v>
                </c:pt>
                <c:pt idx="4602">
                  <c:v>0.76190476200000001</c:v>
                </c:pt>
                <c:pt idx="4603">
                  <c:v>0.72573200800000004</c:v>
                </c:pt>
                <c:pt idx="4604">
                  <c:v>0.47112723099999998</c:v>
                </c:pt>
                <c:pt idx="4605">
                  <c:v>0.37644363800000002</c:v>
                </c:pt>
                <c:pt idx="4606">
                  <c:v>0.37644363800000002</c:v>
                </c:pt>
                <c:pt idx="4607">
                  <c:v>0.37644363800000002</c:v>
                </c:pt>
                <c:pt idx="4608">
                  <c:v>0.37644363800000002</c:v>
                </c:pt>
                <c:pt idx="4609">
                  <c:v>0.44997305199999998</c:v>
                </c:pt>
                <c:pt idx="4610">
                  <c:v>0.447585179</c:v>
                </c:pt>
                <c:pt idx="4611">
                  <c:v>0.435908827</c:v>
                </c:pt>
                <c:pt idx="4612">
                  <c:v>0.42386689900000002</c:v>
                </c:pt>
                <c:pt idx="4613">
                  <c:v>0.54311701300000004</c:v>
                </c:pt>
                <c:pt idx="4614">
                  <c:v>0.70988554999999998</c:v>
                </c:pt>
                <c:pt idx="4615">
                  <c:v>0.76450572299999997</c:v>
                </c:pt>
                <c:pt idx="4616">
                  <c:v>0.76177471399999996</c:v>
                </c:pt>
                <c:pt idx="4617">
                  <c:v>0.65502034799999997</c:v>
                </c:pt>
                <c:pt idx="4618">
                  <c:v>0.66437876399999996</c:v>
                </c:pt>
                <c:pt idx="4619">
                  <c:v>0.76678106199999996</c:v>
                </c:pt>
                <c:pt idx="4620">
                  <c:v>0.76166094699999998</c:v>
                </c:pt>
                <c:pt idx="4621">
                  <c:v>0.76191695299999995</c:v>
                </c:pt>
                <c:pt idx="4622">
                  <c:v>0.76190415199999995</c:v>
                </c:pt>
                <c:pt idx="4623">
                  <c:v>0.76190479200000005</c:v>
                </c:pt>
                <c:pt idx="4624">
                  <c:v>0.76190475999999996</c:v>
                </c:pt>
                <c:pt idx="4625">
                  <c:v>0.76190476200000001</c:v>
                </c:pt>
                <c:pt idx="4626">
                  <c:v>0.76190476200000001</c:v>
                </c:pt>
                <c:pt idx="4627">
                  <c:v>0.76190476200000001</c:v>
                </c:pt>
                <c:pt idx="4628">
                  <c:v>0.76190476200000001</c:v>
                </c:pt>
                <c:pt idx="4629">
                  <c:v>0.76190476200000001</c:v>
                </c:pt>
                <c:pt idx="4630">
                  <c:v>0.76190476200000001</c:v>
                </c:pt>
                <c:pt idx="4631">
                  <c:v>0.72072058900000002</c:v>
                </c:pt>
                <c:pt idx="4632">
                  <c:v>0.76396397100000002</c:v>
                </c:pt>
                <c:pt idx="4633">
                  <c:v>0.76180180099999995</c:v>
                </c:pt>
                <c:pt idx="4634">
                  <c:v>0.76190990999999997</c:v>
                </c:pt>
                <c:pt idx="4635">
                  <c:v>0.76190450499999995</c:v>
                </c:pt>
                <c:pt idx="4636">
                  <c:v>0.76190477499999998</c:v>
                </c:pt>
                <c:pt idx="4637">
                  <c:v>0.76190476100000004</c:v>
                </c:pt>
                <c:pt idx="4638">
                  <c:v>0.76190476200000001</c:v>
                </c:pt>
                <c:pt idx="4639">
                  <c:v>0.76190476200000001</c:v>
                </c:pt>
                <c:pt idx="4640">
                  <c:v>0.76190476200000001</c:v>
                </c:pt>
                <c:pt idx="4641">
                  <c:v>0.76190476200000001</c:v>
                </c:pt>
                <c:pt idx="4642">
                  <c:v>0.76190476200000001</c:v>
                </c:pt>
                <c:pt idx="4643">
                  <c:v>0.76190476200000001</c:v>
                </c:pt>
                <c:pt idx="4644">
                  <c:v>0.76190476200000001</c:v>
                </c:pt>
                <c:pt idx="4645">
                  <c:v>0.76190476200000001</c:v>
                </c:pt>
                <c:pt idx="4646">
                  <c:v>0.76190476200000001</c:v>
                </c:pt>
                <c:pt idx="4647">
                  <c:v>0.76190476200000001</c:v>
                </c:pt>
                <c:pt idx="4648">
                  <c:v>0.76190476200000001</c:v>
                </c:pt>
                <c:pt idx="4649">
                  <c:v>0.76190476200000001</c:v>
                </c:pt>
                <c:pt idx="4650">
                  <c:v>0.76190476200000001</c:v>
                </c:pt>
                <c:pt idx="4651">
                  <c:v>0.76190476200000001</c:v>
                </c:pt>
                <c:pt idx="4652">
                  <c:v>0.76190476200000001</c:v>
                </c:pt>
                <c:pt idx="4653">
                  <c:v>0.76190476200000001</c:v>
                </c:pt>
                <c:pt idx="4654">
                  <c:v>0.76190476200000001</c:v>
                </c:pt>
                <c:pt idx="4655">
                  <c:v>0.76190476200000001</c:v>
                </c:pt>
                <c:pt idx="4656">
                  <c:v>0.76190476200000001</c:v>
                </c:pt>
                <c:pt idx="4657">
                  <c:v>0.76190476200000001</c:v>
                </c:pt>
                <c:pt idx="4658">
                  <c:v>0.76190476200000001</c:v>
                </c:pt>
                <c:pt idx="4659">
                  <c:v>0.76190476200000001</c:v>
                </c:pt>
                <c:pt idx="4660">
                  <c:v>0.76190476200000001</c:v>
                </c:pt>
                <c:pt idx="4661">
                  <c:v>0.76190476200000001</c:v>
                </c:pt>
                <c:pt idx="4662">
                  <c:v>0.76190476200000001</c:v>
                </c:pt>
                <c:pt idx="4663">
                  <c:v>0.76190476200000001</c:v>
                </c:pt>
                <c:pt idx="4664">
                  <c:v>0.76190476200000001</c:v>
                </c:pt>
                <c:pt idx="4665">
                  <c:v>0.76190476200000001</c:v>
                </c:pt>
                <c:pt idx="4666">
                  <c:v>0.76190476200000001</c:v>
                </c:pt>
                <c:pt idx="4667">
                  <c:v>0.76190476200000001</c:v>
                </c:pt>
                <c:pt idx="4668">
                  <c:v>0.76190476200000001</c:v>
                </c:pt>
                <c:pt idx="4669">
                  <c:v>0.76190476200000001</c:v>
                </c:pt>
                <c:pt idx="4670">
                  <c:v>0.76190476200000001</c:v>
                </c:pt>
                <c:pt idx="4671">
                  <c:v>0.76190476200000001</c:v>
                </c:pt>
                <c:pt idx="4672">
                  <c:v>0.76190476200000001</c:v>
                </c:pt>
                <c:pt idx="4673">
                  <c:v>0.76190476200000001</c:v>
                </c:pt>
                <c:pt idx="4674">
                  <c:v>0.76190476200000001</c:v>
                </c:pt>
                <c:pt idx="4675">
                  <c:v>0.76190476200000001</c:v>
                </c:pt>
                <c:pt idx="4676">
                  <c:v>0.76190476200000001</c:v>
                </c:pt>
                <c:pt idx="4677">
                  <c:v>0.76190476200000001</c:v>
                </c:pt>
                <c:pt idx="4678">
                  <c:v>0.76190476200000001</c:v>
                </c:pt>
                <c:pt idx="4679">
                  <c:v>0.65331833699999997</c:v>
                </c:pt>
                <c:pt idx="4680">
                  <c:v>0.55712718500000002</c:v>
                </c:pt>
                <c:pt idx="4681">
                  <c:v>0.48255425499999999</c:v>
                </c:pt>
                <c:pt idx="4682">
                  <c:v>0.41983599599999999</c:v>
                </c:pt>
                <c:pt idx="4683">
                  <c:v>0.37900820000000002</c:v>
                </c:pt>
                <c:pt idx="4684">
                  <c:v>0.37900820000000002</c:v>
                </c:pt>
                <c:pt idx="4685">
                  <c:v>0.37900820000000002</c:v>
                </c:pt>
                <c:pt idx="4686">
                  <c:v>0.37900820000000002</c:v>
                </c:pt>
                <c:pt idx="4687">
                  <c:v>0.37900820000000002</c:v>
                </c:pt>
                <c:pt idx="4688">
                  <c:v>0.36898613299999999</c:v>
                </c:pt>
                <c:pt idx="4689">
                  <c:v>0.49627961700000001</c:v>
                </c:pt>
                <c:pt idx="4690">
                  <c:v>0.76831089900000005</c:v>
                </c:pt>
                <c:pt idx="4691">
                  <c:v>0.76158445500000005</c:v>
                </c:pt>
                <c:pt idx="4692">
                  <c:v>0.76192077700000005</c:v>
                </c:pt>
                <c:pt idx="4693">
                  <c:v>0.76190396100000002</c:v>
                </c:pt>
                <c:pt idx="4694">
                  <c:v>0.76190480199999999</c:v>
                </c:pt>
                <c:pt idx="4695">
                  <c:v>0.76190475999999996</c:v>
                </c:pt>
                <c:pt idx="4696">
                  <c:v>0.76190476200000001</c:v>
                </c:pt>
                <c:pt idx="4697">
                  <c:v>0.76190476200000001</c:v>
                </c:pt>
                <c:pt idx="4698">
                  <c:v>0.76190476200000001</c:v>
                </c:pt>
                <c:pt idx="4699">
                  <c:v>0.76190476200000001</c:v>
                </c:pt>
                <c:pt idx="4700">
                  <c:v>0.65972236699999998</c:v>
                </c:pt>
                <c:pt idx="4701">
                  <c:v>0.52384814300000004</c:v>
                </c:pt>
                <c:pt idx="4702">
                  <c:v>0.37380759299999999</c:v>
                </c:pt>
                <c:pt idx="4703">
                  <c:v>0.37380759299999999</c:v>
                </c:pt>
                <c:pt idx="4704">
                  <c:v>0.37380759299999999</c:v>
                </c:pt>
                <c:pt idx="4705">
                  <c:v>0.37380759299999999</c:v>
                </c:pt>
                <c:pt idx="4706">
                  <c:v>0.37380759299999999</c:v>
                </c:pt>
                <c:pt idx="4707">
                  <c:v>0.37380759299999999</c:v>
                </c:pt>
                <c:pt idx="4708">
                  <c:v>0.37380759299999999</c:v>
                </c:pt>
                <c:pt idx="4709">
                  <c:v>0.37380759299999999</c:v>
                </c:pt>
                <c:pt idx="4710">
                  <c:v>0.56463488500000003</c:v>
                </c:pt>
                <c:pt idx="4711">
                  <c:v>0.77176825599999999</c:v>
                </c:pt>
                <c:pt idx="4712">
                  <c:v>0.761411587</c:v>
                </c:pt>
                <c:pt idx="4713">
                  <c:v>0.76192942100000005</c:v>
                </c:pt>
                <c:pt idx="4714">
                  <c:v>0.76190352900000002</c:v>
                </c:pt>
                <c:pt idx="4715">
                  <c:v>0.76190482400000004</c:v>
                </c:pt>
                <c:pt idx="4716">
                  <c:v>0.76190475899999999</c:v>
                </c:pt>
                <c:pt idx="4717">
                  <c:v>0.76190476200000001</c:v>
                </c:pt>
                <c:pt idx="4718">
                  <c:v>0.76190476200000001</c:v>
                </c:pt>
                <c:pt idx="4719">
                  <c:v>0.76190476200000001</c:v>
                </c:pt>
                <c:pt idx="4720">
                  <c:v>0.76190476200000001</c:v>
                </c:pt>
                <c:pt idx="4721">
                  <c:v>0.76190476200000001</c:v>
                </c:pt>
                <c:pt idx="4722">
                  <c:v>0.76190476200000001</c:v>
                </c:pt>
                <c:pt idx="4723">
                  <c:v>0.76190476200000001</c:v>
                </c:pt>
                <c:pt idx="4724">
                  <c:v>0.76190476200000001</c:v>
                </c:pt>
                <c:pt idx="4725">
                  <c:v>0.76190476200000001</c:v>
                </c:pt>
                <c:pt idx="4726">
                  <c:v>0.76190476200000001</c:v>
                </c:pt>
                <c:pt idx="4727">
                  <c:v>0.76190476200000001</c:v>
                </c:pt>
                <c:pt idx="4728">
                  <c:v>0.76190476200000001</c:v>
                </c:pt>
                <c:pt idx="4729">
                  <c:v>0.76190476200000001</c:v>
                </c:pt>
                <c:pt idx="4730">
                  <c:v>0.76190476200000001</c:v>
                </c:pt>
                <c:pt idx="4731">
                  <c:v>0.76190476200000001</c:v>
                </c:pt>
                <c:pt idx="4732">
                  <c:v>0.76190476200000001</c:v>
                </c:pt>
                <c:pt idx="4733">
                  <c:v>0.76190476200000001</c:v>
                </c:pt>
                <c:pt idx="4734">
                  <c:v>0.76190476200000001</c:v>
                </c:pt>
                <c:pt idx="4735">
                  <c:v>0.76190476200000001</c:v>
                </c:pt>
                <c:pt idx="4736">
                  <c:v>0.76190476200000001</c:v>
                </c:pt>
                <c:pt idx="4737">
                  <c:v>0.76190476200000001</c:v>
                </c:pt>
                <c:pt idx="4738">
                  <c:v>0.76190476200000001</c:v>
                </c:pt>
                <c:pt idx="4739">
                  <c:v>0.76190476200000001</c:v>
                </c:pt>
                <c:pt idx="4740">
                  <c:v>0.76190476200000001</c:v>
                </c:pt>
                <c:pt idx="4741">
                  <c:v>0.76190476200000001</c:v>
                </c:pt>
                <c:pt idx="4742">
                  <c:v>0.76190476200000001</c:v>
                </c:pt>
                <c:pt idx="4743">
                  <c:v>0.76190476200000001</c:v>
                </c:pt>
                <c:pt idx="4744">
                  <c:v>0.76190476200000001</c:v>
                </c:pt>
                <c:pt idx="4745">
                  <c:v>0.76190476200000001</c:v>
                </c:pt>
                <c:pt idx="4746">
                  <c:v>0.76190476200000001</c:v>
                </c:pt>
                <c:pt idx="4747">
                  <c:v>0.76190476200000001</c:v>
                </c:pt>
                <c:pt idx="4748">
                  <c:v>0.76190476200000001</c:v>
                </c:pt>
                <c:pt idx="4749">
                  <c:v>0.75858149200000002</c:v>
                </c:pt>
                <c:pt idx="4750">
                  <c:v>0.76207092499999995</c:v>
                </c:pt>
                <c:pt idx="4751">
                  <c:v>0.76189645399999995</c:v>
                </c:pt>
                <c:pt idx="4752">
                  <c:v>0.76190517700000004</c:v>
                </c:pt>
                <c:pt idx="4753">
                  <c:v>0.76190474100000005</c:v>
                </c:pt>
                <c:pt idx="4754">
                  <c:v>0.76190476299999998</c:v>
                </c:pt>
                <c:pt idx="4755">
                  <c:v>0.76190476200000001</c:v>
                </c:pt>
                <c:pt idx="4756">
                  <c:v>0.76190476200000001</c:v>
                </c:pt>
                <c:pt idx="4757">
                  <c:v>0.76190476200000001</c:v>
                </c:pt>
                <c:pt idx="4758">
                  <c:v>0.76190476200000001</c:v>
                </c:pt>
                <c:pt idx="4759">
                  <c:v>0.76190476200000001</c:v>
                </c:pt>
                <c:pt idx="4760">
                  <c:v>0.76190476200000001</c:v>
                </c:pt>
                <c:pt idx="4761">
                  <c:v>0.76190476200000001</c:v>
                </c:pt>
                <c:pt idx="4762">
                  <c:v>0.76190476200000001</c:v>
                </c:pt>
                <c:pt idx="4763">
                  <c:v>0.76190476200000001</c:v>
                </c:pt>
                <c:pt idx="4764">
                  <c:v>0.76190476200000001</c:v>
                </c:pt>
                <c:pt idx="4765">
                  <c:v>0.76190476200000001</c:v>
                </c:pt>
                <c:pt idx="4766">
                  <c:v>0.76190476200000001</c:v>
                </c:pt>
                <c:pt idx="4767">
                  <c:v>0.76190476200000001</c:v>
                </c:pt>
                <c:pt idx="4768">
                  <c:v>0.76190476200000001</c:v>
                </c:pt>
                <c:pt idx="4769">
                  <c:v>0.76190476200000001</c:v>
                </c:pt>
                <c:pt idx="4770">
                  <c:v>0.61569898199999995</c:v>
                </c:pt>
                <c:pt idx="4771">
                  <c:v>0.61490443299999997</c:v>
                </c:pt>
                <c:pt idx="4772">
                  <c:v>0.36925477800000001</c:v>
                </c:pt>
                <c:pt idx="4773">
                  <c:v>0.36925477800000001</c:v>
                </c:pt>
                <c:pt idx="4774">
                  <c:v>0.36925477800000001</c:v>
                </c:pt>
                <c:pt idx="4775">
                  <c:v>0.36925477800000001</c:v>
                </c:pt>
                <c:pt idx="4776">
                  <c:v>0.36925477800000001</c:v>
                </c:pt>
                <c:pt idx="4777">
                  <c:v>0.36925477800000001</c:v>
                </c:pt>
                <c:pt idx="4778">
                  <c:v>0.36925477800000001</c:v>
                </c:pt>
                <c:pt idx="4779">
                  <c:v>0.36619118499999997</c:v>
                </c:pt>
                <c:pt idx="4780">
                  <c:v>0.50132504200000005</c:v>
                </c:pt>
                <c:pt idx="4781">
                  <c:v>0.54664956399999998</c:v>
                </c:pt>
                <c:pt idx="4782">
                  <c:v>0.76363839</c:v>
                </c:pt>
                <c:pt idx="4783">
                  <c:v>0.76181807999999995</c:v>
                </c:pt>
                <c:pt idx="4784">
                  <c:v>0.76190909600000001</c:v>
                </c:pt>
                <c:pt idx="4785">
                  <c:v>0.76022025199999999</c:v>
                </c:pt>
                <c:pt idx="4786">
                  <c:v>0.75712110799999999</c:v>
                </c:pt>
                <c:pt idx="4787">
                  <c:v>0.73257399599999995</c:v>
                </c:pt>
                <c:pt idx="4788">
                  <c:v>0.74691759800000002</c:v>
                </c:pt>
                <c:pt idx="4789">
                  <c:v>0.76265411999999999</c:v>
                </c:pt>
                <c:pt idx="4790">
                  <c:v>0.73539928899999996</c:v>
                </c:pt>
                <c:pt idx="4791">
                  <c:v>0.70105090599999997</c:v>
                </c:pt>
                <c:pt idx="4792">
                  <c:v>0.55033134100000003</c:v>
                </c:pt>
                <c:pt idx="4793">
                  <c:v>0.772483433</c:v>
                </c:pt>
                <c:pt idx="4794">
                  <c:v>0.61227003700000004</c:v>
                </c:pt>
                <c:pt idx="4795">
                  <c:v>0.4730065</c:v>
                </c:pt>
                <c:pt idx="4796">
                  <c:v>0.40780179799999999</c:v>
                </c:pt>
                <c:pt idx="4797">
                  <c:v>0.37960990999999999</c:v>
                </c:pt>
                <c:pt idx="4798">
                  <c:v>0.37960990999999999</c:v>
                </c:pt>
                <c:pt idx="4799">
                  <c:v>0.37960990999999999</c:v>
                </c:pt>
                <c:pt idx="4800">
                  <c:v>0.37960990999999999</c:v>
                </c:pt>
                <c:pt idx="4801">
                  <c:v>0.37960990999999999</c:v>
                </c:pt>
                <c:pt idx="4802">
                  <c:v>0.37960990999999999</c:v>
                </c:pt>
                <c:pt idx="4803">
                  <c:v>0.47675287399999999</c:v>
                </c:pt>
                <c:pt idx="4804">
                  <c:v>0.41867148599999998</c:v>
                </c:pt>
                <c:pt idx="4805">
                  <c:v>0.37906642600000001</c:v>
                </c:pt>
                <c:pt idx="4806">
                  <c:v>0.37906642600000001</c:v>
                </c:pt>
                <c:pt idx="4807">
                  <c:v>0.37500989400000001</c:v>
                </c:pt>
                <c:pt idx="4808">
                  <c:v>0.37500989400000001</c:v>
                </c:pt>
                <c:pt idx="4809">
                  <c:v>0.37500989400000001</c:v>
                </c:pt>
                <c:pt idx="4810">
                  <c:v>0.47206255200000002</c:v>
                </c:pt>
                <c:pt idx="4811">
                  <c:v>0.41628333499999998</c:v>
                </c:pt>
                <c:pt idx="4812">
                  <c:v>0.546213379</c:v>
                </c:pt>
                <c:pt idx="4813">
                  <c:v>0.77268933100000003</c:v>
                </c:pt>
                <c:pt idx="4814">
                  <c:v>0.76136553299999998</c:v>
                </c:pt>
                <c:pt idx="4815">
                  <c:v>0.76193172300000001</c:v>
                </c:pt>
                <c:pt idx="4816">
                  <c:v>0.76190341399999995</c:v>
                </c:pt>
                <c:pt idx="4817">
                  <c:v>0.76190482900000001</c:v>
                </c:pt>
                <c:pt idx="4818">
                  <c:v>0.76190475899999999</c:v>
                </c:pt>
                <c:pt idx="4819">
                  <c:v>0.76190476200000001</c:v>
                </c:pt>
                <c:pt idx="4820">
                  <c:v>0.68582695599999999</c:v>
                </c:pt>
                <c:pt idx="4821">
                  <c:v>0.50727967699999998</c:v>
                </c:pt>
                <c:pt idx="4822">
                  <c:v>0.37463601600000002</c:v>
                </c:pt>
                <c:pt idx="4823">
                  <c:v>0.48260249</c:v>
                </c:pt>
                <c:pt idx="4824">
                  <c:v>0.37682449800000001</c:v>
                </c:pt>
                <c:pt idx="4825">
                  <c:v>0.37682449800000001</c:v>
                </c:pt>
                <c:pt idx="4826">
                  <c:v>0.37682449800000001</c:v>
                </c:pt>
                <c:pt idx="4827">
                  <c:v>0.37682449800000001</c:v>
                </c:pt>
                <c:pt idx="4828">
                  <c:v>0.38825385899999998</c:v>
                </c:pt>
                <c:pt idx="4829">
                  <c:v>0.49919630399999998</c:v>
                </c:pt>
                <c:pt idx="4830">
                  <c:v>0.52610564800000004</c:v>
                </c:pt>
                <c:pt idx="4831">
                  <c:v>0.57576395400000002</c:v>
                </c:pt>
                <c:pt idx="4832">
                  <c:v>0.59609356499999999</c:v>
                </c:pt>
                <c:pt idx="4833">
                  <c:v>0.55735689200000005</c:v>
                </c:pt>
                <c:pt idx="4834">
                  <c:v>0.63113488500000003</c:v>
                </c:pt>
                <c:pt idx="4835">
                  <c:v>0.73178149000000003</c:v>
                </c:pt>
                <c:pt idx="4836">
                  <c:v>0.73750083099999997</c:v>
                </c:pt>
                <c:pt idx="4837">
                  <c:v>0.76312495800000002</c:v>
                </c:pt>
                <c:pt idx="4838">
                  <c:v>0.76184375199999999</c:v>
                </c:pt>
                <c:pt idx="4839">
                  <c:v>0.76190781200000002</c:v>
                </c:pt>
                <c:pt idx="4840">
                  <c:v>0.76190460900000001</c:v>
                </c:pt>
                <c:pt idx="4841">
                  <c:v>0.72413423799999999</c:v>
                </c:pt>
                <c:pt idx="4842">
                  <c:v>0.68618128199999995</c:v>
                </c:pt>
                <c:pt idx="4843">
                  <c:v>0.50932537200000005</c:v>
                </c:pt>
                <c:pt idx="4844">
                  <c:v>0.37453373099999998</c:v>
                </c:pt>
                <c:pt idx="4845">
                  <c:v>0.37453373099999998</c:v>
                </c:pt>
                <c:pt idx="4846">
                  <c:v>0.479746585</c:v>
                </c:pt>
                <c:pt idx="4847">
                  <c:v>0.72829623700000001</c:v>
                </c:pt>
                <c:pt idx="4848">
                  <c:v>0.66653494800000002</c:v>
                </c:pt>
                <c:pt idx="4849">
                  <c:v>0.60021496900000004</c:v>
                </c:pt>
                <c:pt idx="4850">
                  <c:v>0.53421391100000004</c:v>
                </c:pt>
                <c:pt idx="4851">
                  <c:v>0.492075704</c:v>
                </c:pt>
                <c:pt idx="4852">
                  <c:v>0.50955027500000005</c:v>
                </c:pt>
                <c:pt idx="4853">
                  <c:v>0.43381460900000002</c:v>
                </c:pt>
                <c:pt idx="4854">
                  <c:v>0.42501153800000002</c:v>
                </c:pt>
                <c:pt idx="4855">
                  <c:v>0.51842728199999999</c:v>
                </c:pt>
                <c:pt idx="4856">
                  <c:v>0.74954976900000003</c:v>
                </c:pt>
                <c:pt idx="4857">
                  <c:v>0.76252251199999999</c:v>
                </c:pt>
                <c:pt idx="4858">
                  <c:v>0.76187387399999995</c:v>
                </c:pt>
                <c:pt idx="4859">
                  <c:v>0.76190630599999998</c:v>
                </c:pt>
                <c:pt idx="4860">
                  <c:v>0.76190468499999997</c:v>
                </c:pt>
                <c:pt idx="4861">
                  <c:v>0.76190476600000001</c:v>
                </c:pt>
                <c:pt idx="4862">
                  <c:v>0.76190476200000001</c:v>
                </c:pt>
                <c:pt idx="4863">
                  <c:v>0.74810331299999999</c:v>
                </c:pt>
                <c:pt idx="4864">
                  <c:v>0.76259483400000005</c:v>
                </c:pt>
                <c:pt idx="4865">
                  <c:v>0.73163897499999997</c:v>
                </c:pt>
                <c:pt idx="4866">
                  <c:v>0.76341805100000004</c:v>
                </c:pt>
                <c:pt idx="4867">
                  <c:v>0.76182909700000001</c:v>
                </c:pt>
                <c:pt idx="4868">
                  <c:v>0.56953444099999995</c:v>
                </c:pt>
                <c:pt idx="4869">
                  <c:v>0.37816970700000002</c:v>
                </c:pt>
                <c:pt idx="4870">
                  <c:v>0.47719795100000001</c:v>
                </c:pt>
                <c:pt idx="4871">
                  <c:v>0.72319184599999997</c:v>
                </c:pt>
                <c:pt idx="4872">
                  <c:v>0.76384040799999997</c:v>
                </c:pt>
                <c:pt idx="4873">
                  <c:v>0.76180798000000005</c:v>
                </c:pt>
                <c:pt idx="4874">
                  <c:v>0.68322127200000005</c:v>
                </c:pt>
                <c:pt idx="4875">
                  <c:v>0.61811809399999995</c:v>
                </c:pt>
                <c:pt idx="4876">
                  <c:v>0.58176570800000005</c:v>
                </c:pt>
                <c:pt idx="4877">
                  <c:v>0.58063358499999995</c:v>
                </c:pt>
                <c:pt idx="4878">
                  <c:v>0.77096832100000001</c:v>
                </c:pt>
                <c:pt idx="4879">
                  <c:v>0.76145158400000001</c:v>
                </c:pt>
                <c:pt idx="4880">
                  <c:v>0.76192742099999999</c:v>
                </c:pt>
                <c:pt idx="4881">
                  <c:v>0.76190362899999997</c:v>
                </c:pt>
                <c:pt idx="4882">
                  <c:v>0.76190481899999996</c:v>
                </c:pt>
                <c:pt idx="4883">
                  <c:v>0.76190475899999999</c:v>
                </c:pt>
                <c:pt idx="4884">
                  <c:v>0.76190476200000001</c:v>
                </c:pt>
                <c:pt idx="4885">
                  <c:v>0.76190476200000001</c:v>
                </c:pt>
                <c:pt idx="4886">
                  <c:v>0.76190476200000001</c:v>
                </c:pt>
                <c:pt idx="4887">
                  <c:v>0.76190476200000001</c:v>
                </c:pt>
                <c:pt idx="4888">
                  <c:v>0.76190476200000001</c:v>
                </c:pt>
                <c:pt idx="4889">
                  <c:v>0.76190476200000001</c:v>
                </c:pt>
                <c:pt idx="4890">
                  <c:v>0.76190476200000001</c:v>
                </c:pt>
                <c:pt idx="4891">
                  <c:v>0.76190476200000001</c:v>
                </c:pt>
                <c:pt idx="4892">
                  <c:v>0.72524284800000005</c:v>
                </c:pt>
                <c:pt idx="4893">
                  <c:v>0.76373785800000005</c:v>
                </c:pt>
                <c:pt idx="4894">
                  <c:v>0.76181310700000004</c:v>
                </c:pt>
                <c:pt idx="4895">
                  <c:v>0.76190934499999996</c:v>
                </c:pt>
                <c:pt idx="4896">
                  <c:v>0.76190453300000005</c:v>
                </c:pt>
                <c:pt idx="4897">
                  <c:v>0.69258733100000003</c:v>
                </c:pt>
                <c:pt idx="4898">
                  <c:v>0.61920822099999995</c:v>
                </c:pt>
                <c:pt idx="4899">
                  <c:v>0.560412417</c:v>
                </c:pt>
                <c:pt idx="4900">
                  <c:v>0.70330772600000002</c:v>
                </c:pt>
                <c:pt idx="4901">
                  <c:v>0.65191051600000005</c:v>
                </c:pt>
                <c:pt idx="4902">
                  <c:v>0.767404474</c:v>
                </c:pt>
                <c:pt idx="4903">
                  <c:v>0.76162977600000004</c:v>
                </c:pt>
                <c:pt idx="4904">
                  <c:v>0.76191851099999996</c:v>
                </c:pt>
                <c:pt idx="4905">
                  <c:v>0.76190407400000004</c:v>
                </c:pt>
                <c:pt idx="4906">
                  <c:v>0.76190479600000005</c:v>
                </c:pt>
                <c:pt idx="4907">
                  <c:v>0.76190475999999996</c:v>
                </c:pt>
                <c:pt idx="4908">
                  <c:v>0.76190476200000001</c:v>
                </c:pt>
                <c:pt idx="4909">
                  <c:v>0.76190476200000001</c:v>
                </c:pt>
                <c:pt idx="4910">
                  <c:v>0.76190476200000001</c:v>
                </c:pt>
                <c:pt idx="4911">
                  <c:v>0.76190476200000001</c:v>
                </c:pt>
                <c:pt idx="4912">
                  <c:v>0.76190476200000001</c:v>
                </c:pt>
                <c:pt idx="4913">
                  <c:v>0.76190476200000001</c:v>
                </c:pt>
                <c:pt idx="4914">
                  <c:v>0.686928863</c:v>
                </c:pt>
                <c:pt idx="4915">
                  <c:v>0.55978387500000004</c:v>
                </c:pt>
                <c:pt idx="4916">
                  <c:v>0.412066502</c:v>
                </c:pt>
                <c:pt idx="4917">
                  <c:v>0.37939667500000002</c:v>
                </c:pt>
                <c:pt idx="4918">
                  <c:v>0.37939667500000002</c:v>
                </c:pt>
                <c:pt idx="4919">
                  <c:v>0.47620505099999999</c:v>
                </c:pt>
                <c:pt idx="4920">
                  <c:v>0.70110865</c:v>
                </c:pt>
                <c:pt idx="4921">
                  <c:v>0.76494456799999999</c:v>
                </c:pt>
                <c:pt idx="4922">
                  <c:v>0.76175277200000002</c:v>
                </c:pt>
                <c:pt idx="4923">
                  <c:v>0.76191236100000004</c:v>
                </c:pt>
                <c:pt idx="4924">
                  <c:v>0.76190438199999999</c:v>
                </c:pt>
                <c:pt idx="4925">
                  <c:v>0.76190478100000003</c:v>
                </c:pt>
                <c:pt idx="4926">
                  <c:v>0.76190476100000004</c:v>
                </c:pt>
                <c:pt idx="4927">
                  <c:v>0.76190476200000001</c:v>
                </c:pt>
                <c:pt idx="4928">
                  <c:v>0.76190476200000001</c:v>
                </c:pt>
                <c:pt idx="4929">
                  <c:v>0.76190476200000001</c:v>
                </c:pt>
                <c:pt idx="4930">
                  <c:v>0.76190476200000001</c:v>
                </c:pt>
                <c:pt idx="4931">
                  <c:v>0.76190476200000001</c:v>
                </c:pt>
                <c:pt idx="4932">
                  <c:v>0.76190476200000001</c:v>
                </c:pt>
                <c:pt idx="4933">
                  <c:v>0.76190476200000001</c:v>
                </c:pt>
                <c:pt idx="4934">
                  <c:v>0.76190476200000001</c:v>
                </c:pt>
                <c:pt idx="4935">
                  <c:v>0.76190476200000001</c:v>
                </c:pt>
                <c:pt idx="4936">
                  <c:v>0.76190476200000001</c:v>
                </c:pt>
                <c:pt idx="4937">
                  <c:v>0.65741174300000005</c:v>
                </c:pt>
                <c:pt idx="4938">
                  <c:v>0.76712941300000004</c:v>
                </c:pt>
                <c:pt idx="4939">
                  <c:v>0.76164352899999999</c:v>
                </c:pt>
                <c:pt idx="4940">
                  <c:v>0.60350698199999997</c:v>
                </c:pt>
                <c:pt idx="4941">
                  <c:v>0.74621568900000002</c:v>
                </c:pt>
                <c:pt idx="4942">
                  <c:v>0.53112186500000003</c:v>
                </c:pt>
                <c:pt idx="4943">
                  <c:v>0.44556717699999998</c:v>
                </c:pt>
                <c:pt idx="4944">
                  <c:v>0.377721641</c:v>
                </c:pt>
                <c:pt idx="4945">
                  <c:v>0.43712258500000001</c:v>
                </c:pt>
                <c:pt idx="4946">
                  <c:v>0.381825623</c:v>
                </c:pt>
                <c:pt idx="4947">
                  <c:v>0.422992329</c:v>
                </c:pt>
                <c:pt idx="4948">
                  <c:v>0.39577906800000001</c:v>
                </c:pt>
                <c:pt idx="4949">
                  <c:v>0.39577906800000001</c:v>
                </c:pt>
                <c:pt idx="4950">
                  <c:v>0.73496654800000005</c:v>
                </c:pt>
                <c:pt idx="4951">
                  <c:v>0.76325167299999996</c:v>
                </c:pt>
                <c:pt idx="4952">
                  <c:v>0.76183741599999999</c:v>
                </c:pt>
                <c:pt idx="4953">
                  <c:v>0.76190812900000005</c:v>
                </c:pt>
                <c:pt idx="4954">
                  <c:v>0.76190459399999999</c:v>
                </c:pt>
                <c:pt idx="4955">
                  <c:v>0.76190477000000001</c:v>
                </c:pt>
                <c:pt idx="4956">
                  <c:v>0.76190476100000004</c:v>
                </c:pt>
                <c:pt idx="4957">
                  <c:v>0.76190476200000001</c:v>
                </c:pt>
                <c:pt idx="4958">
                  <c:v>0.76190476200000001</c:v>
                </c:pt>
                <c:pt idx="4959">
                  <c:v>0.76190476200000001</c:v>
                </c:pt>
                <c:pt idx="4960">
                  <c:v>0.76190476200000001</c:v>
                </c:pt>
                <c:pt idx="4961">
                  <c:v>0.76190476200000001</c:v>
                </c:pt>
                <c:pt idx="4962">
                  <c:v>0.76190476200000001</c:v>
                </c:pt>
                <c:pt idx="4963">
                  <c:v>0.76190476200000001</c:v>
                </c:pt>
                <c:pt idx="4964">
                  <c:v>0.74000750800000004</c:v>
                </c:pt>
                <c:pt idx="4965">
                  <c:v>0.58369139199999998</c:v>
                </c:pt>
                <c:pt idx="4966">
                  <c:v>0.77081542999999997</c:v>
                </c:pt>
                <c:pt idx="4967">
                  <c:v>0.76145922799999999</c:v>
                </c:pt>
                <c:pt idx="4968">
                  <c:v>0.76192703900000003</c:v>
                </c:pt>
                <c:pt idx="4969">
                  <c:v>0.76190364799999999</c:v>
                </c:pt>
                <c:pt idx="4970">
                  <c:v>0.76190481799999998</c:v>
                </c:pt>
                <c:pt idx="4971">
                  <c:v>0.76190475899999999</c:v>
                </c:pt>
                <c:pt idx="4972">
                  <c:v>0.76190476200000001</c:v>
                </c:pt>
                <c:pt idx="4973">
                  <c:v>0.76190476200000001</c:v>
                </c:pt>
                <c:pt idx="4974">
                  <c:v>0.76190476200000001</c:v>
                </c:pt>
                <c:pt idx="4975">
                  <c:v>0.72721819899999995</c:v>
                </c:pt>
                <c:pt idx="4976">
                  <c:v>0.76363908999999996</c:v>
                </c:pt>
                <c:pt idx="4977">
                  <c:v>0.71038783999999999</c:v>
                </c:pt>
                <c:pt idx="4978">
                  <c:v>0.70741569400000004</c:v>
                </c:pt>
                <c:pt idx="4979">
                  <c:v>0.76462921500000003</c:v>
                </c:pt>
                <c:pt idx="4980">
                  <c:v>0.76176853899999997</c:v>
                </c:pt>
                <c:pt idx="4981">
                  <c:v>0.76191157300000001</c:v>
                </c:pt>
                <c:pt idx="4982">
                  <c:v>0.761904421</c:v>
                </c:pt>
                <c:pt idx="4983">
                  <c:v>0.76190477899999998</c:v>
                </c:pt>
                <c:pt idx="4984">
                  <c:v>0.76190476100000004</c:v>
                </c:pt>
                <c:pt idx="4985">
                  <c:v>0.76190476200000001</c:v>
                </c:pt>
                <c:pt idx="4986">
                  <c:v>0.66755149800000002</c:v>
                </c:pt>
                <c:pt idx="4987">
                  <c:v>0.46632094499999999</c:v>
                </c:pt>
                <c:pt idx="4988">
                  <c:v>0.37668395300000002</c:v>
                </c:pt>
                <c:pt idx="4989">
                  <c:v>0.37668395300000002</c:v>
                </c:pt>
                <c:pt idx="4990">
                  <c:v>0.37668395300000002</c:v>
                </c:pt>
                <c:pt idx="4991">
                  <c:v>0.37668395300000002</c:v>
                </c:pt>
                <c:pt idx="4992">
                  <c:v>0.65190887799999997</c:v>
                </c:pt>
                <c:pt idx="4993">
                  <c:v>0.76740455600000002</c:v>
                </c:pt>
                <c:pt idx="4994">
                  <c:v>0.76162977200000004</c:v>
                </c:pt>
                <c:pt idx="4995">
                  <c:v>0.76191851099999996</c:v>
                </c:pt>
                <c:pt idx="4996">
                  <c:v>0.76190407400000004</c:v>
                </c:pt>
                <c:pt idx="4997">
                  <c:v>0.76190479600000005</c:v>
                </c:pt>
                <c:pt idx="4998">
                  <c:v>0.76190475999999996</c:v>
                </c:pt>
                <c:pt idx="4999">
                  <c:v>0.74729368900000004</c:v>
                </c:pt>
                <c:pt idx="5000">
                  <c:v>0.76263531600000001</c:v>
                </c:pt>
                <c:pt idx="5001">
                  <c:v>0.76186823400000003</c:v>
                </c:pt>
                <c:pt idx="5002">
                  <c:v>0.761906588</c:v>
                </c:pt>
                <c:pt idx="5003">
                  <c:v>0.76190467100000003</c:v>
                </c:pt>
                <c:pt idx="5004">
                  <c:v>0.76190476600000001</c:v>
                </c:pt>
                <c:pt idx="5005">
                  <c:v>0.76190476200000001</c:v>
                </c:pt>
                <c:pt idx="5006">
                  <c:v>0.76190476200000001</c:v>
                </c:pt>
                <c:pt idx="5007">
                  <c:v>0.76190476200000001</c:v>
                </c:pt>
                <c:pt idx="5008">
                  <c:v>0.76190476200000001</c:v>
                </c:pt>
                <c:pt idx="5009">
                  <c:v>0.76190476200000001</c:v>
                </c:pt>
                <c:pt idx="5010">
                  <c:v>0.76190476200000001</c:v>
                </c:pt>
                <c:pt idx="5011">
                  <c:v>0.51146298300000004</c:v>
                </c:pt>
                <c:pt idx="5012">
                  <c:v>0.374426851</c:v>
                </c:pt>
                <c:pt idx="5013">
                  <c:v>0.374426851</c:v>
                </c:pt>
                <c:pt idx="5014">
                  <c:v>0.374426851</c:v>
                </c:pt>
                <c:pt idx="5015">
                  <c:v>0.374426851</c:v>
                </c:pt>
                <c:pt idx="5016">
                  <c:v>0.374426851</c:v>
                </c:pt>
                <c:pt idx="5017">
                  <c:v>0.70627367799999996</c:v>
                </c:pt>
                <c:pt idx="5018">
                  <c:v>0.76468631600000003</c:v>
                </c:pt>
                <c:pt idx="5019">
                  <c:v>0.761765684</c:v>
                </c:pt>
                <c:pt idx="5020">
                  <c:v>0.76191171599999996</c:v>
                </c:pt>
                <c:pt idx="5021">
                  <c:v>0.76190441399999997</c:v>
                </c:pt>
                <c:pt idx="5022">
                  <c:v>0.76190477899999998</c:v>
                </c:pt>
                <c:pt idx="5023">
                  <c:v>0.76190476100000004</c:v>
                </c:pt>
                <c:pt idx="5024">
                  <c:v>0.75767198899999999</c:v>
                </c:pt>
                <c:pt idx="5025">
                  <c:v>0.67566370600000003</c:v>
                </c:pt>
                <c:pt idx="5026">
                  <c:v>0.70884046000000001</c:v>
                </c:pt>
                <c:pt idx="5027">
                  <c:v>0.73618963900000001</c:v>
                </c:pt>
                <c:pt idx="5028">
                  <c:v>0.76319051800000004</c:v>
                </c:pt>
                <c:pt idx="5029">
                  <c:v>0.76184047399999999</c:v>
                </c:pt>
                <c:pt idx="5030">
                  <c:v>0.76190797600000004</c:v>
                </c:pt>
                <c:pt idx="5031">
                  <c:v>0.76190460100000001</c:v>
                </c:pt>
                <c:pt idx="5032">
                  <c:v>0.76190477000000001</c:v>
                </c:pt>
                <c:pt idx="5033">
                  <c:v>0.76190476200000001</c:v>
                </c:pt>
                <c:pt idx="5034">
                  <c:v>0.76190476200000001</c:v>
                </c:pt>
                <c:pt idx="5035">
                  <c:v>0.76190476200000001</c:v>
                </c:pt>
                <c:pt idx="5036">
                  <c:v>0.76190476200000001</c:v>
                </c:pt>
                <c:pt idx="5037">
                  <c:v>0.513974602</c:v>
                </c:pt>
                <c:pt idx="5038">
                  <c:v>0.37430127000000002</c:v>
                </c:pt>
                <c:pt idx="5039">
                  <c:v>0.37430127000000002</c:v>
                </c:pt>
                <c:pt idx="5040">
                  <c:v>0.37430127000000002</c:v>
                </c:pt>
                <c:pt idx="5041">
                  <c:v>0.37430127000000002</c:v>
                </c:pt>
                <c:pt idx="5042">
                  <c:v>0.51000043399999995</c:v>
                </c:pt>
                <c:pt idx="5043">
                  <c:v>0.62937871499999998</c:v>
                </c:pt>
                <c:pt idx="5044">
                  <c:v>0.76853106400000004</c:v>
                </c:pt>
                <c:pt idx="5045">
                  <c:v>0.76157344699999996</c:v>
                </c:pt>
                <c:pt idx="5046">
                  <c:v>0.76192132800000001</c:v>
                </c:pt>
                <c:pt idx="5047">
                  <c:v>0.761903934</c:v>
                </c:pt>
                <c:pt idx="5048">
                  <c:v>0.76190480299999996</c:v>
                </c:pt>
                <c:pt idx="5049">
                  <c:v>0.76190475999999996</c:v>
                </c:pt>
                <c:pt idx="5050">
                  <c:v>0.76190476200000001</c:v>
                </c:pt>
                <c:pt idx="5051">
                  <c:v>0.76190476200000001</c:v>
                </c:pt>
                <c:pt idx="5052">
                  <c:v>0.76190476200000001</c:v>
                </c:pt>
                <c:pt idx="5053">
                  <c:v>0.76190476200000001</c:v>
                </c:pt>
                <c:pt idx="5054">
                  <c:v>0.76190476200000001</c:v>
                </c:pt>
                <c:pt idx="5055">
                  <c:v>0.76190476200000001</c:v>
                </c:pt>
                <c:pt idx="5056">
                  <c:v>0.76190476200000001</c:v>
                </c:pt>
                <c:pt idx="5057">
                  <c:v>0.76190476200000001</c:v>
                </c:pt>
                <c:pt idx="5058">
                  <c:v>0.76190476200000001</c:v>
                </c:pt>
                <c:pt idx="5059">
                  <c:v>0.76190476200000001</c:v>
                </c:pt>
                <c:pt idx="5060">
                  <c:v>0.76190476200000001</c:v>
                </c:pt>
                <c:pt idx="5061">
                  <c:v>0.70053779800000004</c:v>
                </c:pt>
                <c:pt idx="5062">
                  <c:v>0.52477257700000002</c:v>
                </c:pt>
                <c:pt idx="5063">
                  <c:v>0.37376137100000001</c:v>
                </c:pt>
                <c:pt idx="5064">
                  <c:v>0.37376137100000001</c:v>
                </c:pt>
                <c:pt idx="5065">
                  <c:v>0.37376137100000001</c:v>
                </c:pt>
                <c:pt idx="5066">
                  <c:v>0.37376137100000001</c:v>
                </c:pt>
                <c:pt idx="5067">
                  <c:v>0.37376137100000001</c:v>
                </c:pt>
                <c:pt idx="5068">
                  <c:v>0.37376137100000001</c:v>
                </c:pt>
                <c:pt idx="5069">
                  <c:v>0.37376137100000001</c:v>
                </c:pt>
                <c:pt idx="5070">
                  <c:v>0.37376137100000001</c:v>
                </c:pt>
                <c:pt idx="5071">
                  <c:v>0.37376137100000001</c:v>
                </c:pt>
                <c:pt idx="5072">
                  <c:v>0.37743957099999997</c:v>
                </c:pt>
                <c:pt idx="5073">
                  <c:v>0.530185715</c:v>
                </c:pt>
                <c:pt idx="5074">
                  <c:v>0.62733365500000005</c:v>
                </c:pt>
                <c:pt idx="5075">
                  <c:v>0.76863331700000004</c:v>
                </c:pt>
                <c:pt idx="5076">
                  <c:v>0.76156833400000001</c:v>
                </c:pt>
                <c:pt idx="5077">
                  <c:v>0.76192158300000001</c:v>
                </c:pt>
                <c:pt idx="5078">
                  <c:v>0.76190392100000004</c:v>
                </c:pt>
                <c:pt idx="5079">
                  <c:v>0.76190480400000005</c:v>
                </c:pt>
                <c:pt idx="5080">
                  <c:v>0.76190475999999996</c:v>
                </c:pt>
                <c:pt idx="5081">
                  <c:v>0.76190476200000001</c:v>
                </c:pt>
                <c:pt idx="5082">
                  <c:v>0.76190476200000001</c:v>
                </c:pt>
                <c:pt idx="5083">
                  <c:v>0.76190476200000001</c:v>
                </c:pt>
                <c:pt idx="5084">
                  <c:v>0.76190476200000001</c:v>
                </c:pt>
                <c:pt idx="5085">
                  <c:v>0.76190476200000001</c:v>
                </c:pt>
                <c:pt idx="5086">
                  <c:v>0.76190476200000001</c:v>
                </c:pt>
                <c:pt idx="5087">
                  <c:v>0.76190476200000001</c:v>
                </c:pt>
                <c:pt idx="5088">
                  <c:v>0.70366911200000004</c:v>
                </c:pt>
                <c:pt idx="5089">
                  <c:v>0.64293062599999995</c:v>
                </c:pt>
                <c:pt idx="5090">
                  <c:v>0.57491606699999998</c:v>
                </c:pt>
                <c:pt idx="5091">
                  <c:v>0.62823838499999995</c:v>
                </c:pt>
                <c:pt idx="5092">
                  <c:v>0.76858808099999998</c:v>
                </c:pt>
                <c:pt idx="5093">
                  <c:v>0.73527258699999998</c:v>
                </c:pt>
                <c:pt idx="5094">
                  <c:v>0.76323637099999997</c:v>
                </c:pt>
                <c:pt idx="5095">
                  <c:v>0.74382607300000003</c:v>
                </c:pt>
                <c:pt idx="5096">
                  <c:v>0.76280869600000001</c:v>
                </c:pt>
                <c:pt idx="5097">
                  <c:v>0.76185956499999996</c:v>
                </c:pt>
                <c:pt idx="5098">
                  <c:v>0.76190702200000004</c:v>
                </c:pt>
                <c:pt idx="5099">
                  <c:v>0.76190464899999999</c:v>
                </c:pt>
                <c:pt idx="5100">
                  <c:v>0.76190476799999995</c:v>
                </c:pt>
                <c:pt idx="5101">
                  <c:v>0.76190476200000001</c:v>
                </c:pt>
                <c:pt idx="5102">
                  <c:v>0.76190476200000001</c:v>
                </c:pt>
                <c:pt idx="5103">
                  <c:v>0.76190476200000001</c:v>
                </c:pt>
                <c:pt idx="5104">
                  <c:v>0.76190476200000001</c:v>
                </c:pt>
                <c:pt idx="5105">
                  <c:v>0.76190476200000001</c:v>
                </c:pt>
                <c:pt idx="5106">
                  <c:v>0.58359291099999999</c:v>
                </c:pt>
                <c:pt idx="5107">
                  <c:v>0.59716526000000003</c:v>
                </c:pt>
                <c:pt idx="5108">
                  <c:v>0.37919019999999998</c:v>
                </c:pt>
                <c:pt idx="5109">
                  <c:v>0.37919019999999998</c:v>
                </c:pt>
                <c:pt idx="5110">
                  <c:v>0.37919019999999998</c:v>
                </c:pt>
                <c:pt idx="5111">
                  <c:v>0.41234126999999998</c:v>
                </c:pt>
                <c:pt idx="5112">
                  <c:v>0.51772593600000005</c:v>
                </c:pt>
                <c:pt idx="5113">
                  <c:v>0.43933886999999999</c:v>
                </c:pt>
                <c:pt idx="5114">
                  <c:v>0.37829455699999998</c:v>
                </c:pt>
                <c:pt idx="5115">
                  <c:v>0.50220570799999997</c:v>
                </c:pt>
                <c:pt idx="5116">
                  <c:v>0.475448702</c:v>
                </c:pt>
                <c:pt idx="5117">
                  <c:v>0.77622756500000001</c:v>
                </c:pt>
                <c:pt idx="5118">
                  <c:v>0.76118862200000004</c:v>
                </c:pt>
                <c:pt idx="5119">
                  <c:v>0.76194056899999996</c:v>
                </c:pt>
                <c:pt idx="5120">
                  <c:v>0.76190297200000001</c:v>
                </c:pt>
                <c:pt idx="5121">
                  <c:v>0.67224209499999998</c:v>
                </c:pt>
                <c:pt idx="5122">
                  <c:v>0.76638789500000004</c:v>
                </c:pt>
                <c:pt idx="5123">
                  <c:v>0.76168060500000001</c:v>
                </c:pt>
                <c:pt idx="5124">
                  <c:v>0.76191597</c:v>
                </c:pt>
                <c:pt idx="5125">
                  <c:v>0.76190420199999997</c:v>
                </c:pt>
                <c:pt idx="5126">
                  <c:v>0.76190479</c:v>
                </c:pt>
                <c:pt idx="5127">
                  <c:v>0.76190476100000004</c:v>
                </c:pt>
                <c:pt idx="5128">
                  <c:v>0.76190476200000001</c:v>
                </c:pt>
                <c:pt idx="5129">
                  <c:v>0.76190476200000001</c:v>
                </c:pt>
                <c:pt idx="5130">
                  <c:v>0.76190476200000001</c:v>
                </c:pt>
                <c:pt idx="5131">
                  <c:v>0.76190476200000001</c:v>
                </c:pt>
                <c:pt idx="5132">
                  <c:v>0.73152505499999998</c:v>
                </c:pt>
                <c:pt idx="5133">
                  <c:v>0.71728755300000002</c:v>
                </c:pt>
                <c:pt idx="5134">
                  <c:v>0.69933636099999996</c:v>
                </c:pt>
                <c:pt idx="5135">
                  <c:v>0.52630951800000003</c:v>
                </c:pt>
                <c:pt idx="5136">
                  <c:v>0.38611894000000002</c:v>
                </c:pt>
                <c:pt idx="5137">
                  <c:v>0.48012030900000002</c:v>
                </c:pt>
                <c:pt idx="5138">
                  <c:v>0.575549592</c:v>
                </c:pt>
                <c:pt idx="5139">
                  <c:v>0.55333470100000004</c:v>
                </c:pt>
                <c:pt idx="5140">
                  <c:v>0.53486492299999999</c:v>
                </c:pt>
                <c:pt idx="5141">
                  <c:v>0.56173735300000005</c:v>
                </c:pt>
                <c:pt idx="5142">
                  <c:v>0.66225584000000004</c:v>
                </c:pt>
                <c:pt idx="5143">
                  <c:v>0.76688720799999999</c:v>
                </c:pt>
                <c:pt idx="5144">
                  <c:v>0.76165563999999997</c:v>
                </c:pt>
                <c:pt idx="5145">
                  <c:v>0.76191721800000001</c:v>
                </c:pt>
                <c:pt idx="5146">
                  <c:v>0.76190413899999998</c:v>
                </c:pt>
                <c:pt idx="5147">
                  <c:v>0.76190479300000002</c:v>
                </c:pt>
                <c:pt idx="5148">
                  <c:v>0.76190475999999996</c:v>
                </c:pt>
                <c:pt idx="5149">
                  <c:v>0.76190476200000001</c:v>
                </c:pt>
                <c:pt idx="5150">
                  <c:v>0.76190476200000001</c:v>
                </c:pt>
                <c:pt idx="5151">
                  <c:v>0.76190476200000001</c:v>
                </c:pt>
                <c:pt idx="5152">
                  <c:v>0.76190476200000001</c:v>
                </c:pt>
                <c:pt idx="5153">
                  <c:v>0.76190476200000001</c:v>
                </c:pt>
                <c:pt idx="5154">
                  <c:v>0.76190476200000001</c:v>
                </c:pt>
                <c:pt idx="5155">
                  <c:v>0.76190476200000001</c:v>
                </c:pt>
                <c:pt idx="5156">
                  <c:v>0.51960652299999999</c:v>
                </c:pt>
                <c:pt idx="5157">
                  <c:v>0.68146540300000003</c:v>
                </c:pt>
                <c:pt idx="5158">
                  <c:v>0.44674686400000002</c:v>
                </c:pt>
                <c:pt idx="5159">
                  <c:v>0.37766265700000001</c:v>
                </c:pt>
                <c:pt idx="5160">
                  <c:v>0.36721720899999999</c:v>
                </c:pt>
                <c:pt idx="5161">
                  <c:v>0.36721720899999999</c:v>
                </c:pt>
                <c:pt idx="5162">
                  <c:v>0.361779305</c:v>
                </c:pt>
                <c:pt idx="5163">
                  <c:v>0.65833417100000002</c:v>
                </c:pt>
                <c:pt idx="5164">
                  <c:v>0.59819404799999998</c:v>
                </c:pt>
                <c:pt idx="5165">
                  <c:v>0.59878145900000002</c:v>
                </c:pt>
                <c:pt idx="5166">
                  <c:v>0.58251950100000005</c:v>
                </c:pt>
                <c:pt idx="5167">
                  <c:v>0.71505221399999996</c:v>
                </c:pt>
                <c:pt idx="5168">
                  <c:v>0.67239446000000003</c:v>
                </c:pt>
                <c:pt idx="5169">
                  <c:v>0.766380277</c:v>
                </c:pt>
                <c:pt idx="5170">
                  <c:v>0.761680986</c:v>
                </c:pt>
                <c:pt idx="5171">
                  <c:v>0.76191595099999998</c:v>
                </c:pt>
                <c:pt idx="5172">
                  <c:v>0.76190420199999997</c:v>
                </c:pt>
                <c:pt idx="5173">
                  <c:v>0.76190479</c:v>
                </c:pt>
                <c:pt idx="5174">
                  <c:v>0.76190476100000004</c:v>
                </c:pt>
                <c:pt idx="5175">
                  <c:v>0.76190476200000001</c:v>
                </c:pt>
                <c:pt idx="5176">
                  <c:v>0.76190476200000001</c:v>
                </c:pt>
                <c:pt idx="5177">
                  <c:v>0.76190476200000001</c:v>
                </c:pt>
                <c:pt idx="5178">
                  <c:v>0.76190476200000001</c:v>
                </c:pt>
                <c:pt idx="5179">
                  <c:v>0.76190476200000001</c:v>
                </c:pt>
                <c:pt idx="5180">
                  <c:v>0.76190476200000001</c:v>
                </c:pt>
                <c:pt idx="5181">
                  <c:v>0.76190476200000001</c:v>
                </c:pt>
                <c:pt idx="5182">
                  <c:v>0.62184615600000004</c:v>
                </c:pt>
                <c:pt idx="5183">
                  <c:v>0.76890769199999998</c:v>
                </c:pt>
                <c:pt idx="5184">
                  <c:v>0.76155461499999999</c:v>
                </c:pt>
                <c:pt idx="5185">
                  <c:v>0.75630058899999997</c:v>
                </c:pt>
                <c:pt idx="5186">
                  <c:v>0.73244687799999997</c:v>
                </c:pt>
                <c:pt idx="5187">
                  <c:v>0.76337765599999996</c:v>
                </c:pt>
                <c:pt idx="5188">
                  <c:v>0.76183111699999995</c:v>
                </c:pt>
                <c:pt idx="5189">
                  <c:v>0.76190844400000002</c:v>
                </c:pt>
                <c:pt idx="5190">
                  <c:v>0.761904578</c:v>
                </c:pt>
                <c:pt idx="5191">
                  <c:v>0.76190477099999998</c:v>
                </c:pt>
                <c:pt idx="5192">
                  <c:v>0.76190476100000004</c:v>
                </c:pt>
                <c:pt idx="5193">
                  <c:v>0.76190476200000001</c:v>
                </c:pt>
                <c:pt idx="5194">
                  <c:v>0.76190476200000001</c:v>
                </c:pt>
                <c:pt idx="5195">
                  <c:v>0.76190476200000001</c:v>
                </c:pt>
                <c:pt idx="5196">
                  <c:v>0.76190476200000001</c:v>
                </c:pt>
                <c:pt idx="5197">
                  <c:v>0.76190476200000001</c:v>
                </c:pt>
                <c:pt idx="5198">
                  <c:v>0.76190476200000001</c:v>
                </c:pt>
                <c:pt idx="5199">
                  <c:v>0.76190476200000001</c:v>
                </c:pt>
                <c:pt idx="5200">
                  <c:v>0.76190476200000001</c:v>
                </c:pt>
                <c:pt idx="5201">
                  <c:v>0.76190476200000001</c:v>
                </c:pt>
                <c:pt idx="5202">
                  <c:v>0.76190476200000001</c:v>
                </c:pt>
                <c:pt idx="5203">
                  <c:v>0.76190476200000001</c:v>
                </c:pt>
                <c:pt idx="5204">
                  <c:v>0.76190476200000001</c:v>
                </c:pt>
                <c:pt idx="5205">
                  <c:v>0.76190476200000001</c:v>
                </c:pt>
                <c:pt idx="5206">
                  <c:v>0.76190476200000001</c:v>
                </c:pt>
                <c:pt idx="5207">
                  <c:v>0.76190476200000001</c:v>
                </c:pt>
                <c:pt idx="5208">
                  <c:v>0.76190476200000001</c:v>
                </c:pt>
                <c:pt idx="5209">
                  <c:v>0.76190476200000001</c:v>
                </c:pt>
                <c:pt idx="5210">
                  <c:v>0.76190476200000001</c:v>
                </c:pt>
                <c:pt idx="5211">
                  <c:v>0.76190476200000001</c:v>
                </c:pt>
                <c:pt idx="5212">
                  <c:v>0.724686881</c:v>
                </c:pt>
                <c:pt idx="5213">
                  <c:v>0.76376565600000001</c:v>
                </c:pt>
                <c:pt idx="5214">
                  <c:v>0.76181171700000005</c:v>
                </c:pt>
                <c:pt idx="5215">
                  <c:v>0.76190941400000001</c:v>
                </c:pt>
                <c:pt idx="5216">
                  <c:v>0.76190452900000005</c:v>
                </c:pt>
                <c:pt idx="5217">
                  <c:v>0.76190477400000001</c:v>
                </c:pt>
                <c:pt idx="5218">
                  <c:v>0.76190476100000004</c:v>
                </c:pt>
                <c:pt idx="5219">
                  <c:v>0.76190476200000001</c:v>
                </c:pt>
                <c:pt idx="5220">
                  <c:v>0.76190476200000001</c:v>
                </c:pt>
                <c:pt idx="5221">
                  <c:v>0.76190476200000001</c:v>
                </c:pt>
                <c:pt idx="5222">
                  <c:v>0.76190476200000001</c:v>
                </c:pt>
                <c:pt idx="5223">
                  <c:v>0.76190476200000001</c:v>
                </c:pt>
                <c:pt idx="5224">
                  <c:v>0.76190476200000001</c:v>
                </c:pt>
                <c:pt idx="5225">
                  <c:v>0.76190476200000001</c:v>
                </c:pt>
                <c:pt idx="5226">
                  <c:v>0.76190476200000001</c:v>
                </c:pt>
                <c:pt idx="5227">
                  <c:v>0.76190476200000001</c:v>
                </c:pt>
                <c:pt idx="5228">
                  <c:v>0.58590305899999995</c:v>
                </c:pt>
                <c:pt idx="5229">
                  <c:v>0.55699435100000005</c:v>
                </c:pt>
                <c:pt idx="5230">
                  <c:v>0.65918392100000001</c:v>
                </c:pt>
                <c:pt idx="5231">
                  <c:v>0.57645633500000004</c:v>
                </c:pt>
                <c:pt idx="5232">
                  <c:v>0.489895362</c:v>
                </c:pt>
                <c:pt idx="5233">
                  <c:v>0.445043727</c:v>
                </c:pt>
                <c:pt idx="5234">
                  <c:v>0.46737246599999999</c:v>
                </c:pt>
                <c:pt idx="5235">
                  <c:v>0.46172490300000002</c:v>
                </c:pt>
                <c:pt idx="5236">
                  <c:v>0.40193310999999998</c:v>
                </c:pt>
                <c:pt idx="5237">
                  <c:v>0.45319483900000002</c:v>
                </c:pt>
                <c:pt idx="5238">
                  <c:v>0.77734025799999995</c:v>
                </c:pt>
                <c:pt idx="5239">
                  <c:v>0.76113298699999998</c:v>
                </c:pt>
                <c:pt idx="5240">
                  <c:v>0.76194335099999999</c:v>
                </c:pt>
                <c:pt idx="5241">
                  <c:v>0.76190283199999997</c:v>
                </c:pt>
                <c:pt idx="5242">
                  <c:v>0.76190485799999996</c:v>
                </c:pt>
                <c:pt idx="5243">
                  <c:v>0.76190475700000004</c:v>
                </c:pt>
                <c:pt idx="5244">
                  <c:v>0.76190476200000001</c:v>
                </c:pt>
                <c:pt idx="5245">
                  <c:v>0.76190476200000001</c:v>
                </c:pt>
                <c:pt idx="5246">
                  <c:v>0.76190476200000001</c:v>
                </c:pt>
                <c:pt idx="5247">
                  <c:v>0.76190476200000001</c:v>
                </c:pt>
                <c:pt idx="5248">
                  <c:v>0.76190476200000001</c:v>
                </c:pt>
                <c:pt idx="5249">
                  <c:v>0.67312467499999995</c:v>
                </c:pt>
                <c:pt idx="5250">
                  <c:v>0.76634376599999998</c:v>
                </c:pt>
                <c:pt idx="5251">
                  <c:v>0.76168281199999999</c:v>
                </c:pt>
                <c:pt idx="5252">
                  <c:v>0.60517765099999998</c:v>
                </c:pt>
                <c:pt idx="5253">
                  <c:v>0.36974111700000001</c:v>
                </c:pt>
                <c:pt idx="5254">
                  <c:v>0.36974111700000001</c:v>
                </c:pt>
                <c:pt idx="5255">
                  <c:v>0.373147797</c:v>
                </c:pt>
                <c:pt idx="5256">
                  <c:v>0.49106777099999999</c:v>
                </c:pt>
                <c:pt idx="5257">
                  <c:v>0.77544661100000001</c:v>
                </c:pt>
                <c:pt idx="5258">
                  <c:v>0.76122766900000005</c:v>
                </c:pt>
                <c:pt idx="5259">
                  <c:v>0.72911959199999998</c:v>
                </c:pt>
                <c:pt idx="5260">
                  <c:v>0.65843313699999995</c:v>
                </c:pt>
                <c:pt idx="5261">
                  <c:v>0.62262578300000004</c:v>
                </c:pt>
                <c:pt idx="5262">
                  <c:v>0.76886871099999998</c:v>
                </c:pt>
                <c:pt idx="5263">
                  <c:v>0.76155656400000005</c:v>
                </c:pt>
                <c:pt idx="5264">
                  <c:v>0.76192217200000001</c:v>
                </c:pt>
                <c:pt idx="5265">
                  <c:v>0.761903891</c:v>
                </c:pt>
                <c:pt idx="5266">
                  <c:v>0.76190480500000002</c:v>
                </c:pt>
                <c:pt idx="5267">
                  <c:v>0.76190475999999996</c:v>
                </c:pt>
                <c:pt idx="5268">
                  <c:v>0.76190476200000001</c:v>
                </c:pt>
                <c:pt idx="5269">
                  <c:v>0.76190476200000001</c:v>
                </c:pt>
                <c:pt idx="5270">
                  <c:v>0.76190476200000001</c:v>
                </c:pt>
                <c:pt idx="5271">
                  <c:v>0.76190476200000001</c:v>
                </c:pt>
                <c:pt idx="5272">
                  <c:v>0.76190476200000001</c:v>
                </c:pt>
                <c:pt idx="5273">
                  <c:v>0.76190476200000001</c:v>
                </c:pt>
                <c:pt idx="5274">
                  <c:v>0.76190476200000001</c:v>
                </c:pt>
                <c:pt idx="5275">
                  <c:v>0.76190476200000001</c:v>
                </c:pt>
                <c:pt idx="5276">
                  <c:v>0.52630234600000003</c:v>
                </c:pt>
                <c:pt idx="5277">
                  <c:v>0.63786485100000001</c:v>
                </c:pt>
                <c:pt idx="5278">
                  <c:v>0.52800591500000005</c:v>
                </c:pt>
                <c:pt idx="5279">
                  <c:v>0.773599704</c:v>
                </c:pt>
                <c:pt idx="5280">
                  <c:v>0.76132001500000002</c:v>
                </c:pt>
                <c:pt idx="5281">
                  <c:v>0.76193399900000003</c:v>
                </c:pt>
                <c:pt idx="5282">
                  <c:v>0.67145650599999995</c:v>
                </c:pt>
                <c:pt idx="5283">
                  <c:v>0.57928262399999997</c:v>
                </c:pt>
                <c:pt idx="5284">
                  <c:v>0.51962325099999995</c:v>
                </c:pt>
                <c:pt idx="5285">
                  <c:v>0.45374224699999999</c:v>
                </c:pt>
                <c:pt idx="5286">
                  <c:v>0.39434197799999998</c:v>
                </c:pt>
                <c:pt idx="5287">
                  <c:v>0.64687176999999996</c:v>
                </c:pt>
                <c:pt idx="5288">
                  <c:v>0.76765641100000004</c:v>
                </c:pt>
                <c:pt idx="5289">
                  <c:v>0.76161717900000003</c:v>
                </c:pt>
                <c:pt idx="5290">
                  <c:v>0.76191914100000002</c:v>
                </c:pt>
                <c:pt idx="5291">
                  <c:v>0.76190404300000003</c:v>
                </c:pt>
                <c:pt idx="5292">
                  <c:v>0.76190479799999999</c:v>
                </c:pt>
                <c:pt idx="5293">
                  <c:v>0.76190475999999996</c:v>
                </c:pt>
                <c:pt idx="5294">
                  <c:v>0.76190476200000001</c:v>
                </c:pt>
                <c:pt idx="5295">
                  <c:v>0.76190476200000001</c:v>
                </c:pt>
                <c:pt idx="5296">
                  <c:v>0.76190476200000001</c:v>
                </c:pt>
                <c:pt idx="5297">
                  <c:v>0.76190476200000001</c:v>
                </c:pt>
                <c:pt idx="5298">
                  <c:v>0.76190476200000001</c:v>
                </c:pt>
                <c:pt idx="5299">
                  <c:v>0.52991782300000001</c:v>
                </c:pt>
                <c:pt idx="5300">
                  <c:v>0.37350410899999997</c:v>
                </c:pt>
                <c:pt idx="5301">
                  <c:v>0.37350410899999997</c:v>
                </c:pt>
                <c:pt idx="5302">
                  <c:v>0.37350410899999997</c:v>
                </c:pt>
                <c:pt idx="5303">
                  <c:v>0.37350410899999997</c:v>
                </c:pt>
                <c:pt idx="5304">
                  <c:v>0.65514294100000003</c:v>
                </c:pt>
                <c:pt idx="5305">
                  <c:v>0.76724285299999995</c:v>
                </c:pt>
                <c:pt idx="5306">
                  <c:v>0.76163785699999997</c:v>
                </c:pt>
                <c:pt idx="5307">
                  <c:v>0.76191810699999996</c:v>
                </c:pt>
                <c:pt idx="5308">
                  <c:v>0.761904095</c:v>
                </c:pt>
                <c:pt idx="5309">
                  <c:v>0.76190479499999997</c:v>
                </c:pt>
                <c:pt idx="5310">
                  <c:v>0.76190475999999996</c:v>
                </c:pt>
                <c:pt idx="5311">
                  <c:v>0.76190476200000001</c:v>
                </c:pt>
                <c:pt idx="5312">
                  <c:v>0.76190476200000001</c:v>
                </c:pt>
                <c:pt idx="5313">
                  <c:v>0.76190476200000001</c:v>
                </c:pt>
                <c:pt idx="5314">
                  <c:v>0.76190476200000001</c:v>
                </c:pt>
                <c:pt idx="5315">
                  <c:v>0.76190476200000001</c:v>
                </c:pt>
                <c:pt idx="5316">
                  <c:v>0.76190476200000001</c:v>
                </c:pt>
                <c:pt idx="5317">
                  <c:v>0.76190476200000001</c:v>
                </c:pt>
                <c:pt idx="5318">
                  <c:v>0.76190476200000001</c:v>
                </c:pt>
                <c:pt idx="5319">
                  <c:v>0.76190476200000001</c:v>
                </c:pt>
                <c:pt idx="5320">
                  <c:v>0.76190476200000001</c:v>
                </c:pt>
                <c:pt idx="5321">
                  <c:v>0.76190476200000001</c:v>
                </c:pt>
                <c:pt idx="5322">
                  <c:v>0.76190476200000001</c:v>
                </c:pt>
                <c:pt idx="5323">
                  <c:v>0.76190476200000001</c:v>
                </c:pt>
                <c:pt idx="5324">
                  <c:v>0.76190476200000001</c:v>
                </c:pt>
                <c:pt idx="5325">
                  <c:v>0.76190476200000001</c:v>
                </c:pt>
                <c:pt idx="5326">
                  <c:v>0.76190476200000001</c:v>
                </c:pt>
                <c:pt idx="5327">
                  <c:v>0.76190476200000001</c:v>
                </c:pt>
                <c:pt idx="5328">
                  <c:v>0.76190476200000001</c:v>
                </c:pt>
                <c:pt idx="5329">
                  <c:v>0.76190476200000001</c:v>
                </c:pt>
                <c:pt idx="5330">
                  <c:v>0.76190476200000001</c:v>
                </c:pt>
                <c:pt idx="5331">
                  <c:v>0.76190476200000001</c:v>
                </c:pt>
                <c:pt idx="5332">
                  <c:v>0.76190476200000001</c:v>
                </c:pt>
                <c:pt idx="5333">
                  <c:v>0.76190476200000001</c:v>
                </c:pt>
                <c:pt idx="5334">
                  <c:v>0.76190476200000001</c:v>
                </c:pt>
                <c:pt idx="5335">
                  <c:v>0.76190476200000001</c:v>
                </c:pt>
                <c:pt idx="5336">
                  <c:v>0.76190476200000001</c:v>
                </c:pt>
                <c:pt idx="5337">
                  <c:v>0.76190476200000001</c:v>
                </c:pt>
                <c:pt idx="5338">
                  <c:v>0.76190476200000001</c:v>
                </c:pt>
                <c:pt idx="5339">
                  <c:v>0.76190476200000001</c:v>
                </c:pt>
                <c:pt idx="5340">
                  <c:v>0.76190476200000001</c:v>
                </c:pt>
                <c:pt idx="5341">
                  <c:v>0.76190476200000001</c:v>
                </c:pt>
                <c:pt idx="5342">
                  <c:v>0.76190476200000001</c:v>
                </c:pt>
                <c:pt idx="5343">
                  <c:v>0.76190476200000001</c:v>
                </c:pt>
                <c:pt idx="5344">
                  <c:v>0.76190476200000001</c:v>
                </c:pt>
                <c:pt idx="5345">
                  <c:v>0.76190476200000001</c:v>
                </c:pt>
                <c:pt idx="5346">
                  <c:v>0.76190476200000001</c:v>
                </c:pt>
                <c:pt idx="5347">
                  <c:v>0.76190476200000001</c:v>
                </c:pt>
                <c:pt idx="5348">
                  <c:v>0.68464948000000003</c:v>
                </c:pt>
                <c:pt idx="5349">
                  <c:v>0.63564426699999999</c:v>
                </c:pt>
                <c:pt idx="5350">
                  <c:v>0.38265919900000001</c:v>
                </c:pt>
                <c:pt idx="5351">
                  <c:v>0.38265919900000001</c:v>
                </c:pt>
                <c:pt idx="5352">
                  <c:v>0.38265919900000001</c:v>
                </c:pt>
                <c:pt idx="5353">
                  <c:v>0.38265919900000001</c:v>
                </c:pt>
                <c:pt idx="5354">
                  <c:v>0.38265919900000001</c:v>
                </c:pt>
                <c:pt idx="5355">
                  <c:v>0.46909093699999999</c:v>
                </c:pt>
                <c:pt idx="5356">
                  <c:v>0.76958740999999997</c:v>
                </c:pt>
                <c:pt idx="5357">
                  <c:v>0.73614882999999998</c:v>
                </c:pt>
                <c:pt idx="5358">
                  <c:v>0.73363260200000002</c:v>
                </c:pt>
                <c:pt idx="5359">
                  <c:v>0.76331837000000002</c:v>
                </c:pt>
                <c:pt idx="5360">
                  <c:v>0.76183408200000002</c:v>
                </c:pt>
                <c:pt idx="5361">
                  <c:v>0.76190829599999998</c:v>
                </c:pt>
                <c:pt idx="5362">
                  <c:v>0.76190458500000002</c:v>
                </c:pt>
                <c:pt idx="5363">
                  <c:v>0.76190477099999998</c:v>
                </c:pt>
                <c:pt idx="5364">
                  <c:v>0.76190476100000004</c:v>
                </c:pt>
                <c:pt idx="5365">
                  <c:v>0.76190476200000001</c:v>
                </c:pt>
                <c:pt idx="5366">
                  <c:v>0.76190476200000001</c:v>
                </c:pt>
                <c:pt idx="5367">
                  <c:v>0.76190476200000001</c:v>
                </c:pt>
                <c:pt idx="5368">
                  <c:v>0.76190476200000001</c:v>
                </c:pt>
                <c:pt idx="5369">
                  <c:v>0.76190476200000001</c:v>
                </c:pt>
                <c:pt idx="5370">
                  <c:v>0.76190476200000001</c:v>
                </c:pt>
                <c:pt idx="5371">
                  <c:v>0.76190476200000001</c:v>
                </c:pt>
                <c:pt idx="5372">
                  <c:v>0.76190476200000001</c:v>
                </c:pt>
                <c:pt idx="5373">
                  <c:v>0.76190476200000001</c:v>
                </c:pt>
                <c:pt idx="5374">
                  <c:v>0.76190476200000001</c:v>
                </c:pt>
                <c:pt idx="5375">
                  <c:v>0.76190476200000001</c:v>
                </c:pt>
                <c:pt idx="5376">
                  <c:v>0.76190476200000001</c:v>
                </c:pt>
                <c:pt idx="5377">
                  <c:v>0.76190476200000001</c:v>
                </c:pt>
                <c:pt idx="5378">
                  <c:v>0.76190476200000001</c:v>
                </c:pt>
                <c:pt idx="5379">
                  <c:v>0.76190476200000001</c:v>
                </c:pt>
                <c:pt idx="5380">
                  <c:v>0.76190476200000001</c:v>
                </c:pt>
                <c:pt idx="5381">
                  <c:v>0.76190476200000001</c:v>
                </c:pt>
                <c:pt idx="5382">
                  <c:v>0.76190476200000001</c:v>
                </c:pt>
                <c:pt idx="5383">
                  <c:v>0.76190476200000001</c:v>
                </c:pt>
                <c:pt idx="5384">
                  <c:v>0.76190476200000001</c:v>
                </c:pt>
                <c:pt idx="5385">
                  <c:v>0.76190476200000001</c:v>
                </c:pt>
                <c:pt idx="5386">
                  <c:v>0.76190476200000001</c:v>
                </c:pt>
                <c:pt idx="5387">
                  <c:v>0.76190476200000001</c:v>
                </c:pt>
                <c:pt idx="5388">
                  <c:v>0.76190476200000001</c:v>
                </c:pt>
                <c:pt idx="5389">
                  <c:v>0.76190476200000001</c:v>
                </c:pt>
                <c:pt idx="5390">
                  <c:v>0.76190476200000001</c:v>
                </c:pt>
                <c:pt idx="5391">
                  <c:v>0.76190476200000001</c:v>
                </c:pt>
                <c:pt idx="5392">
                  <c:v>0.76190476200000001</c:v>
                </c:pt>
                <c:pt idx="5393">
                  <c:v>0.76190476200000001</c:v>
                </c:pt>
                <c:pt idx="5394">
                  <c:v>0.76190476200000001</c:v>
                </c:pt>
                <c:pt idx="5395">
                  <c:v>0.76190476200000001</c:v>
                </c:pt>
                <c:pt idx="5396">
                  <c:v>0.75323598899999999</c:v>
                </c:pt>
                <c:pt idx="5397">
                  <c:v>0.76233820100000005</c:v>
                </c:pt>
                <c:pt idx="5398">
                  <c:v>0.76188308999999999</c:v>
                </c:pt>
                <c:pt idx="5399">
                  <c:v>0.761905846</c:v>
                </c:pt>
                <c:pt idx="5400">
                  <c:v>0.76190470799999999</c:v>
                </c:pt>
                <c:pt idx="5401">
                  <c:v>0.76190476500000004</c:v>
                </c:pt>
                <c:pt idx="5402">
                  <c:v>0.76190476200000001</c:v>
                </c:pt>
                <c:pt idx="5403">
                  <c:v>0.76190476200000001</c:v>
                </c:pt>
                <c:pt idx="5404">
                  <c:v>0.76190476200000001</c:v>
                </c:pt>
                <c:pt idx="5405">
                  <c:v>0.76190476200000001</c:v>
                </c:pt>
                <c:pt idx="5406">
                  <c:v>0.76190476200000001</c:v>
                </c:pt>
                <c:pt idx="5407">
                  <c:v>0.76190476200000001</c:v>
                </c:pt>
                <c:pt idx="5408">
                  <c:v>0.76190476200000001</c:v>
                </c:pt>
                <c:pt idx="5409">
                  <c:v>0.76190476200000001</c:v>
                </c:pt>
                <c:pt idx="5410">
                  <c:v>0.76190476200000001</c:v>
                </c:pt>
                <c:pt idx="5411">
                  <c:v>0.76190476200000001</c:v>
                </c:pt>
                <c:pt idx="5412">
                  <c:v>0.76190476200000001</c:v>
                </c:pt>
                <c:pt idx="5413">
                  <c:v>0.76190476200000001</c:v>
                </c:pt>
                <c:pt idx="5414">
                  <c:v>0.76190476200000001</c:v>
                </c:pt>
                <c:pt idx="5415">
                  <c:v>0.76190476200000001</c:v>
                </c:pt>
                <c:pt idx="5416">
                  <c:v>0.76190476200000001</c:v>
                </c:pt>
                <c:pt idx="5417">
                  <c:v>0.76190476200000001</c:v>
                </c:pt>
                <c:pt idx="5418">
                  <c:v>0.76190476200000001</c:v>
                </c:pt>
                <c:pt idx="5419">
                  <c:v>0.76190476200000001</c:v>
                </c:pt>
                <c:pt idx="5420">
                  <c:v>0.76190476200000001</c:v>
                </c:pt>
                <c:pt idx="5421">
                  <c:v>0.71000086399999995</c:v>
                </c:pt>
                <c:pt idx="5422">
                  <c:v>0.43738330600000003</c:v>
                </c:pt>
                <c:pt idx="5423">
                  <c:v>0.378130835</c:v>
                </c:pt>
                <c:pt idx="5424">
                  <c:v>0.49266515399999999</c:v>
                </c:pt>
                <c:pt idx="5425">
                  <c:v>0.775366742</c:v>
                </c:pt>
                <c:pt idx="5426">
                  <c:v>0.761231663</c:v>
                </c:pt>
                <c:pt idx="5427">
                  <c:v>0.73844955899999998</c:v>
                </c:pt>
                <c:pt idx="5428">
                  <c:v>0.66074237000000002</c:v>
                </c:pt>
                <c:pt idx="5429">
                  <c:v>0.62267614800000004</c:v>
                </c:pt>
                <c:pt idx="5430">
                  <c:v>0.61000440199999995</c:v>
                </c:pt>
                <c:pt idx="5431">
                  <c:v>0.76949977999999997</c:v>
                </c:pt>
                <c:pt idx="5432">
                  <c:v>0.76152501100000003</c:v>
                </c:pt>
                <c:pt idx="5433">
                  <c:v>0.76192374900000004</c:v>
                </c:pt>
                <c:pt idx="5434">
                  <c:v>0.76190381299999999</c:v>
                </c:pt>
                <c:pt idx="5435">
                  <c:v>0.76190480900000002</c:v>
                </c:pt>
                <c:pt idx="5436">
                  <c:v>0.76190475999999996</c:v>
                </c:pt>
                <c:pt idx="5437">
                  <c:v>0.76190476200000001</c:v>
                </c:pt>
                <c:pt idx="5438">
                  <c:v>0.76190476200000001</c:v>
                </c:pt>
                <c:pt idx="5439">
                  <c:v>0.76190476200000001</c:v>
                </c:pt>
                <c:pt idx="5440">
                  <c:v>0.76190476200000001</c:v>
                </c:pt>
                <c:pt idx="5441">
                  <c:v>0.76190476200000001</c:v>
                </c:pt>
                <c:pt idx="5442">
                  <c:v>0.60446948599999994</c:v>
                </c:pt>
                <c:pt idx="5443">
                  <c:v>0.54375300500000001</c:v>
                </c:pt>
                <c:pt idx="5444">
                  <c:v>0.37281235000000001</c:v>
                </c:pt>
                <c:pt idx="5445">
                  <c:v>0.37281235000000001</c:v>
                </c:pt>
                <c:pt idx="5446">
                  <c:v>0.37281235000000001</c:v>
                </c:pt>
                <c:pt idx="5447">
                  <c:v>0.37281235000000001</c:v>
                </c:pt>
                <c:pt idx="5448">
                  <c:v>0.37281235000000001</c:v>
                </c:pt>
                <c:pt idx="5449">
                  <c:v>0.37281235000000001</c:v>
                </c:pt>
                <c:pt idx="5450">
                  <c:v>0.37281235000000001</c:v>
                </c:pt>
                <c:pt idx="5451">
                  <c:v>0.37281235000000001</c:v>
                </c:pt>
                <c:pt idx="5452">
                  <c:v>0.37281235000000001</c:v>
                </c:pt>
                <c:pt idx="5453">
                  <c:v>0.372244303</c:v>
                </c:pt>
                <c:pt idx="5454">
                  <c:v>0.372244303</c:v>
                </c:pt>
                <c:pt idx="5455">
                  <c:v>0.41716996299999998</c:v>
                </c:pt>
                <c:pt idx="5456">
                  <c:v>0.37914150200000002</c:v>
                </c:pt>
                <c:pt idx="5457">
                  <c:v>0.37914150200000002</c:v>
                </c:pt>
                <c:pt idx="5458">
                  <c:v>0.45756603499999998</c:v>
                </c:pt>
                <c:pt idx="5459">
                  <c:v>0.76922111299999996</c:v>
                </c:pt>
                <c:pt idx="5460">
                  <c:v>0.761538944</c:v>
                </c:pt>
                <c:pt idx="5461">
                  <c:v>0.76192305299999996</c:v>
                </c:pt>
                <c:pt idx="5462">
                  <c:v>0.76190384700000002</c:v>
                </c:pt>
                <c:pt idx="5463">
                  <c:v>0.76190480800000004</c:v>
                </c:pt>
                <c:pt idx="5464">
                  <c:v>0.76190475999999996</c:v>
                </c:pt>
                <c:pt idx="5465">
                  <c:v>0.76190476200000001</c:v>
                </c:pt>
                <c:pt idx="5466">
                  <c:v>0.76190476200000001</c:v>
                </c:pt>
                <c:pt idx="5467">
                  <c:v>0.68464508499999999</c:v>
                </c:pt>
                <c:pt idx="5468">
                  <c:v>0.43674589000000003</c:v>
                </c:pt>
                <c:pt idx="5469">
                  <c:v>0.40222790400000002</c:v>
                </c:pt>
                <c:pt idx="5470">
                  <c:v>0.53750245699999999</c:v>
                </c:pt>
                <c:pt idx="5471">
                  <c:v>0.74509974899999998</c:v>
                </c:pt>
                <c:pt idx="5472">
                  <c:v>0.76274501299999997</c:v>
                </c:pt>
                <c:pt idx="5473">
                  <c:v>0.76186274899999995</c:v>
                </c:pt>
                <c:pt idx="5474">
                  <c:v>0.76190686299999999</c:v>
                </c:pt>
                <c:pt idx="5475">
                  <c:v>0.76190465699999999</c:v>
                </c:pt>
                <c:pt idx="5476">
                  <c:v>0.76190476699999998</c:v>
                </c:pt>
                <c:pt idx="5477">
                  <c:v>0.76190476200000001</c:v>
                </c:pt>
                <c:pt idx="5478">
                  <c:v>0.76190476200000001</c:v>
                </c:pt>
                <c:pt idx="5479">
                  <c:v>0.71284773000000001</c:v>
                </c:pt>
                <c:pt idx="5480">
                  <c:v>0.76435761400000002</c:v>
                </c:pt>
                <c:pt idx="5481">
                  <c:v>0.76178211900000004</c:v>
                </c:pt>
                <c:pt idx="5482">
                  <c:v>0.76191089400000001</c:v>
                </c:pt>
                <c:pt idx="5483">
                  <c:v>0.76190445500000004</c:v>
                </c:pt>
                <c:pt idx="5484">
                  <c:v>0.76190477700000003</c:v>
                </c:pt>
                <c:pt idx="5485">
                  <c:v>0.76190476100000004</c:v>
                </c:pt>
                <c:pt idx="5486">
                  <c:v>0.76190476200000001</c:v>
                </c:pt>
                <c:pt idx="5487">
                  <c:v>0.76190476200000001</c:v>
                </c:pt>
                <c:pt idx="5488">
                  <c:v>0.76190476200000001</c:v>
                </c:pt>
                <c:pt idx="5489">
                  <c:v>0.76190476200000001</c:v>
                </c:pt>
                <c:pt idx="5490">
                  <c:v>0.76190476200000001</c:v>
                </c:pt>
                <c:pt idx="5491">
                  <c:v>0.76190476200000001</c:v>
                </c:pt>
                <c:pt idx="5492">
                  <c:v>0.56067195599999997</c:v>
                </c:pt>
                <c:pt idx="5493">
                  <c:v>0.37196640199999997</c:v>
                </c:pt>
                <c:pt idx="5494">
                  <c:v>0.37196640199999997</c:v>
                </c:pt>
                <c:pt idx="5495">
                  <c:v>0.37196640199999997</c:v>
                </c:pt>
                <c:pt idx="5496">
                  <c:v>0.35754459599999999</c:v>
                </c:pt>
                <c:pt idx="5497">
                  <c:v>0.35754459599999999</c:v>
                </c:pt>
                <c:pt idx="5498">
                  <c:v>0.35754459599999999</c:v>
                </c:pt>
                <c:pt idx="5499">
                  <c:v>0.35754459599999999</c:v>
                </c:pt>
                <c:pt idx="5500">
                  <c:v>0.35754459599999999</c:v>
                </c:pt>
                <c:pt idx="5501">
                  <c:v>0.35754459599999999</c:v>
                </c:pt>
                <c:pt idx="5502">
                  <c:v>0.35754459599999999</c:v>
                </c:pt>
                <c:pt idx="5503">
                  <c:v>0.60539315500000002</c:v>
                </c:pt>
                <c:pt idx="5504">
                  <c:v>0.76973034200000001</c:v>
                </c:pt>
                <c:pt idx="5505">
                  <c:v>0.76151348299999999</c:v>
                </c:pt>
                <c:pt idx="5506">
                  <c:v>0.76192432600000004</c:v>
                </c:pt>
                <c:pt idx="5507">
                  <c:v>0.76190378400000003</c:v>
                </c:pt>
                <c:pt idx="5508">
                  <c:v>0.76190481099999996</c:v>
                </c:pt>
                <c:pt idx="5509">
                  <c:v>0.76190475899999999</c:v>
                </c:pt>
                <c:pt idx="5510">
                  <c:v>0.76190476200000001</c:v>
                </c:pt>
                <c:pt idx="5511">
                  <c:v>0.76190476200000001</c:v>
                </c:pt>
                <c:pt idx="5512">
                  <c:v>0.76190476200000001</c:v>
                </c:pt>
                <c:pt idx="5513">
                  <c:v>0.76190476200000001</c:v>
                </c:pt>
                <c:pt idx="5514">
                  <c:v>0.76190476200000001</c:v>
                </c:pt>
                <c:pt idx="5515">
                  <c:v>0.76190476200000001</c:v>
                </c:pt>
                <c:pt idx="5516">
                  <c:v>0.76190476200000001</c:v>
                </c:pt>
                <c:pt idx="5517">
                  <c:v>0.76190476200000001</c:v>
                </c:pt>
                <c:pt idx="5518">
                  <c:v>0.76190476200000001</c:v>
                </c:pt>
                <c:pt idx="5519">
                  <c:v>0.64917876500000005</c:v>
                </c:pt>
                <c:pt idx="5520">
                  <c:v>0.76754106200000005</c:v>
                </c:pt>
                <c:pt idx="5521">
                  <c:v>0.67643021000000003</c:v>
                </c:pt>
                <c:pt idx="5522">
                  <c:v>0.68743142199999996</c:v>
                </c:pt>
                <c:pt idx="5523">
                  <c:v>0.61573135400000001</c:v>
                </c:pt>
                <c:pt idx="5524">
                  <c:v>0.53816130600000001</c:v>
                </c:pt>
                <c:pt idx="5525">
                  <c:v>0.73098710200000006</c:v>
                </c:pt>
                <c:pt idx="5526">
                  <c:v>0.76345064500000004</c:v>
                </c:pt>
                <c:pt idx="5527">
                  <c:v>0.76182746800000001</c:v>
                </c:pt>
                <c:pt idx="5528">
                  <c:v>0.76190862699999995</c:v>
                </c:pt>
                <c:pt idx="5529">
                  <c:v>0.76190456900000003</c:v>
                </c:pt>
                <c:pt idx="5530">
                  <c:v>0.76190477199999995</c:v>
                </c:pt>
                <c:pt idx="5531">
                  <c:v>0.76190476100000004</c:v>
                </c:pt>
                <c:pt idx="5532">
                  <c:v>0.76190476200000001</c:v>
                </c:pt>
                <c:pt idx="5533">
                  <c:v>0.76190476200000001</c:v>
                </c:pt>
                <c:pt idx="5534">
                  <c:v>0.76190476200000001</c:v>
                </c:pt>
                <c:pt idx="5535">
                  <c:v>0.76190476200000001</c:v>
                </c:pt>
                <c:pt idx="5536">
                  <c:v>0.76190476200000001</c:v>
                </c:pt>
                <c:pt idx="5537">
                  <c:v>0.76190476200000001</c:v>
                </c:pt>
                <c:pt idx="5538">
                  <c:v>0.76190476200000001</c:v>
                </c:pt>
                <c:pt idx="5539">
                  <c:v>0.71151871200000005</c:v>
                </c:pt>
                <c:pt idx="5540">
                  <c:v>0.53846713000000002</c:v>
                </c:pt>
                <c:pt idx="5541">
                  <c:v>0.37307664299999999</c:v>
                </c:pt>
                <c:pt idx="5542">
                  <c:v>0.37307664299999999</c:v>
                </c:pt>
                <c:pt idx="5543">
                  <c:v>0.37307664299999999</c:v>
                </c:pt>
                <c:pt idx="5544">
                  <c:v>0.37307664299999999</c:v>
                </c:pt>
                <c:pt idx="5545">
                  <c:v>0.69839041499999999</c:v>
                </c:pt>
                <c:pt idx="5546">
                  <c:v>0.62446274199999996</c:v>
                </c:pt>
                <c:pt idx="5547">
                  <c:v>0.72912464700000001</c:v>
                </c:pt>
                <c:pt idx="5548">
                  <c:v>0.64146661000000005</c:v>
                </c:pt>
                <c:pt idx="5549">
                  <c:v>0.65791270899999998</c:v>
                </c:pt>
                <c:pt idx="5550">
                  <c:v>0.58945249700000002</c:v>
                </c:pt>
                <c:pt idx="5551">
                  <c:v>0.70692180999999998</c:v>
                </c:pt>
                <c:pt idx="5552">
                  <c:v>0.71051298299999999</c:v>
                </c:pt>
                <c:pt idx="5553">
                  <c:v>0.69968932800000005</c:v>
                </c:pt>
                <c:pt idx="5554">
                  <c:v>0.765015534</c:v>
                </c:pt>
                <c:pt idx="5555">
                  <c:v>0.76174922300000003</c:v>
                </c:pt>
                <c:pt idx="5556">
                  <c:v>0.761912539</c:v>
                </c:pt>
                <c:pt idx="5557">
                  <c:v>0.76190437300000002</c:v>
                </c:pt>
                <c:pt idx="5558">
                  <c:v>0.76190478100000003</c:v>
                </c:pt>
                <c:pt idx="5559">
                  <c:v>0.76190476100000004</c:v>
                </c:pt>
                <c:pt idx="5560">
                  <c:v>0.76190476200000001</c:v>
                </c:pt>
                <c:pt idx="5561">
                  <c:v>0.76190476200000001</c:v>
                </c:pt>
                <c:pt idx="5562">
                  <c:v>0.76190476200000001</c:v>
                </c:pt>
                <c:pt idx="5563">
                  <c:v>0.53537983099999997</c:v>
                </c:pt>
                <c:pt idx="5564">
                  <c:v>0.53509694900000004</c:v>
                </c:pt>
                <c:pt idx="5565">
                  <c:v>0.373245153</c:v>
                </c:pt>
                <c:pt idx="5566">
                  <c:v>0.373245153</c:v>
                </c:pt>
                <c:pt idx="5567">
                  <c:v>0.45595553</c:v>
                </c:pt>
                <c:pt idx="5568">
                  <c:v>0.74375464499999999</c:v>
                </c:pt>
                <c:pt idx="5569">
                  <c:v>0.76281226800000002</c:v>
                </c:pt>
                <c:pt idx="5570">
                  <c:v>0.761859387</c:v>
                </c:pt>
                <c:pt idx="5571">
                  <c:v>0.76190703100000001</c:v>
                </c:pt>
                <c:pt idx="5572">
                  <c:v>0.76190464800000002</c:v>
                </c:pt>
                <c:pt idx="5573">
                  <c:v>0.76190476799999995</c:v>
                </c:pt>
                <c:pt idx="5574">
                  <c:v>0.76190476200000001</c:v>
                </c:pt>
                <c:pt idx="5575">
                  <c:v>0.76190476200000001</c:v>
                </c:pt>
                <c:pt idx="5576">
                  <c:v>0.76190476200000001</c:v>
                </c:pt>
                <c:pt idx="5577">
                  <c:v>0.70485363899999998</c:v>
                </c:pt>
                <c:pt idx="5578">
                  <c:v>0.76475731800000002</c:v>
                </c:pt>
                <c:pt idx="5579">
                  <c:v>0.76176213400000004</c:v>
                </c:pt>
                <c:pt idx="5580">
                  <c:v>0.76191189299999995</c:v>
                </c:pt>
                <c:pt idx="5581">
                  <c:v>0.76190440500000001</c:v>
                </c:pt>
                <c:pt idx="5582">
                  <c:v>0.76190477999999995</c:v>
                </c:pt>
                <c:pt idx="5583">
                  <c:v>0.76190476100000004</c:v>
                </c:pt>
                <c:pt idx="5584">
                  <c:v>0.76190476200000001</c:v>
                </c:pt>
                <c:pt idx="5585">
                  <c:v>0.76190476200000001</c:v>
                </c:pt>
                <c:pt idx="5586">
                  <c:v>0.71498501000000003</c:v>
                </c:pt>
                <c:pt idx="5587">
                  <c:v>0.43885871799999998</c:v>
                </c:pt>
                <c:pt idx="5588">
                  <c:v>0.378057064</c:v>
                </c:pt>
                <c:pt idx="5589">
                  <c:v>0.378057064</c:v>
                </c:pt>
                <c:pt idx="5590">
                  <c:v>0.378057064</c:v>
                </c:pt>
                <c:pt idx="5591">
                  <c:v>0.378057064</c:v>
                </c:pt>
                <c:pt idx="5592">
                  <c:v>0.378057064</c:v>
                </c:pt>
                <c:pt idx="5593">
                  <c:v>0.39095363799999999</c:v>
                </c:pt>
                <c:pt idx="5594">
                  <c:v>0.725001012</c:v>
                </c:pt>
                <c:pt idx="5595">
                  <c:v>0.76374994900000004</c:v>
                </c:pt>
                <c:pt idx="5596">
                  <c:v>0.76181250300000003</c:v>
                </c:pt>
                <c:pt idx="5597">
                  <c:v>0.761909375</c:v>
                </c:pt>
                <c:pt idx="5598">
                  <c:v>0.73015028500000001</c:v>
                </c:pt>
                <c:pt idx="5599">
                  <c:v>0.76349248599999997</c:v>
                </c:pt>
                <c:pt idx="5600">
                  <c:v>0.761825376</c:v>
                </c:pt>
                <c:pt idx="5601">
                  <c:v>0.76190873100000001</c:v>
                </c:pt>
                <c:pt idx="5602">
                  <c:v>0.76190456299999998</c:v>
                </c:pt>
                <c:pt idx="5603">
                  <c:v>0.76190477199999995</c:v>
                </c:pt>
                <c:pt idx="5604">
                  <c:v>0.76190476100000004</c:v>
                </c:pt>
                <c:pt idx="5605">
                  <c:v>0.76190476200000001</c:v>
                </c:pt>
                <c:pt idx="5606">
                  <c:v>0.76190476200000001</c:v>
                </c:pt>
                <c:pt idx="5607">
                  <c:v>0.76190476200000001</c:v>
                </c:pt>
                <c:pt idx="5608">
                  <c:v>0.76190476200000001</c:v>
                </c:pt>
                <c:pt idx="5609">
                  <c:v>0.76190476200000001</c:v>
                </c:pt>
                <c:pt idx="5610">
                  <c:v>0.76190476200000001</c:v>
                </c:pt>
                <c:pt idx="5611">
                  <c:v>0.76190476200000001</c:v>
                </c:pt>
                <c:pt idx="5612">
                  <c:v>0.76190476200000001</c:v>
                </c:pt>
                <c:pt idx="5613">
                  <c:v>0.76190476200000001</c:v>
                </c:pt>
                <c:pt idx="5614">
                  <c:v>0.76190476200000001</c:v>
                </c:pt>
                <c:pt idx="5615">
                  <c:v>0.76190476200000001</c:v>
                </c:pt>
                <c:pt idx="5616">
                  <c:v>0.76190476200000001</c:v>
                </c:pt>
                <c:pt idx="5617">
                  <c:v>0.76190476200000001</c:v>
                </c:pt>
                <c:pt idx="5618">
                  <c:v>0.76190476200000001</c:v>
                </c:pt>
                <c:pt idx="5619">
                  <c:v>0.76190476200000001</c:v>
                </c:pt>
                <c:pt idx="5620">
                  <c:v>0.76190476200000001</c:v>
                </c:pt>
                <c:pt idx="5621">
                  <c:v>0.76190476200000001</c:v>
                </c:pt>
                <c:pt idx="5622">
                  <c:v>0.76190476200000001</c:v>
                </c:pt>
                <c:pt idx="5623">
                  <c:v>0.76190476200000001</c:v>
                </c:pt>
                <c:pt idx="5624">
                  <c:v>0.76190476200000001</c:v>
                </c:pt>
                <c:pt idx="5625">
                  <c:v>0.76190476200000001</c:v>
                </c:pt>
                <c:pt idx="5626">
                  <c:v>0.76190476200000001</c:v>
                </c:pt>
                <c:pt idx="5627">
                  <c:v>0.76190476200000001</c:v>
                </c:pt>
                <c:pt idx="5628">
                  <c:v>0.76190476200000001</c:v>
                </c:pt>
                <c:pt idx="5629">
                  <c:v>0.76190476200000001</c:v>
                </c:pt>
                <c:pt idx="5630">
                  <c:v>0.76190476200000001</c:v>
                </c:pt>
                <c:pt idx="5631">
                  <c:v>0.76190476200000001</c:v>
                </c:pt>
                <c:pt idx="5632">
                  <c:v>0.76190476200000001</c:v>
                </c:pt>
                <c:pt idx="5633">
                  <c:v>0.76190476200000001</c:v>
                </c:pt>
                <c:pt idx="5634">
                  <c:v>0.76190476200000001</c:v>
                </c:pt>
                <c:pt idx="5635">
                  <c:v>0.76190476200000001</c:v>
                </c:pt>
                <c:pt idx="5636">
                  <c:v>0.534815288</c:v>
                </c:pt>
                <c:pt idx="5637">
                  <c:v>0.37325923599999999</c:v>
                </c:pt>
                <c:pt idx="5638">
                  <c:v>0.37325923599999999</c:v>
                </c:pt>
                <c:pt idx="5639">
                  <c:v>0.37325923599999999</c:v>
                </c:pt>
                <c:pt idx="5640">
                  <c:v>0.47392522100000001</c:v>
                </c:pt>
                <c:pt idx="5641">
                  <c:v>0.54776922500000003</c:v>
                </c:pt>
                <c:pt idx="5642">
                  <c:v>0.48136338299999998</c:v>
                </c:pt>
                <c:pt idx="5643">
                  <c:v>0.70089576200000003</c:v>
                </c:pt>
                <c:pt idx="5644">
                  <c:v>0.76495521200000005</c:v>
                </c:pt>
                <c:pt idx="5645">
                  <c:v>0.761752239</c:v>
                </c:pt>
                <c:pt idx="5646">
                  <c:v>0.730744171</c:v>
                </c:pt>
                <c:pt idx="5647">
                  <c:v>0.73134660399999996</c:v>
                </c:pt>
                <c:pt idx="5648">
                  <c:v>0.76343267000000004</c:v>
                </c:pt>
                <c:pt idx="5649">
                  <c:v>0.76182836700000001</c:v>
                </c:pt>
                <c:pt idx="5650">
                  <c:v>0.761908582</c:v>
                </c:pt>
                <c:pt idx="5651">
                  <c:v>0.76190457099999997</c:v>
                </c:pt>
                <c:pt idx="5652">
                  <c:v>0.76190477099999998</c:v>
                </c:pt>
                <c:pt idx="5653">
                  <c:v>0.76190476100000004</c:v>
                </c:pt>
                <c:pt idx="5654">
                  <c:v>0.76190476200000001</c:v>
                </c:pt>
                <c:pt idx="5655">
                  <c:v>0.76190476200000001</c:v>
                </c:pt>
                <c:pt idx="5656">
                  <c:v>0.76190476200000001</c:v>
                </c:pt>
                <c:pt idx="5657">
                  <c:v>0.76190476200000001</c:v>
                </c:pt>
                <c:pt idx="5658">
                  <c:v>0.76190476200000001</c:v>
                </c:pt>
                <c:pt idx="5659">
                  <c:v>0.76190476200000001</c:v>
                </c:pt>
                <c:pt idx="5660">
                  <c:v>0.76190476200000001</c:v>
                </c:pt>
                <c:pt idx="5661">
                  <c:v>0.76190476200000001</c:v>
                </c:pt>
                <c:pt idx="5662">
                  <c:v>0.76190476200000001</c:v>
                </c:pt>
                <c:pt idx="5663">
                  <c:v>0.76190476200000001</c:v>
                </c:pt>
                <c:pt idx="5664">
                  <c:v>0.76190476200000001</c:v>
                </c:pt>
                <c:pt idx="5665">
                  <c:v>0.76190476200000001</c:v>
                </c:pt>
                <c:pt idx="5666">
                  <c:v>0.76190476200000001</c:v>
                </c:pt>
                <c:pt idx="5667">
                  <c:v>0.76190476200000001</c:v>
                </c:pt>
                <c:pt idx="5668">
                  <c:v>0.74750070499999999</c:v>
                </c:pt>
                <c:pt idx="5669">
                  <c:v>0.76262496499999999</c:v>
                </c:pt>
                <c:pt idx="5670">
                  <c:v>0.71157161599999996</c:v>
                </c:pt>
                <c:pt idx="5671">
                  <c:v>0.76442141900000005</c:v>
                </c:pt>
                <c:pt idx="5672">
                  <c:v>0.76177892899999999</c:v>
                </c:pt>
                <c:pt idx="5673">
                  <c:v>0.76191105400000003</c:v>
                </c:pt>
                <c:pt idx="5674">
                  <c:v>0.76190444700000004</c:v>
                </c:pt>
                <c:pt idx="5675">
                  <c:v>0.761904778</c:v>
                </c:pt>
                <c:pt idx="5676">
                  <c:v>0.76190476100000004</c:v>
                </c:pt>
                <c:pt idx="5677">
                  <c:v>0.76190476200000001</c:v>
                </c:pt>
                <c:pt idx="5678">
                  <c:v>0.76190476200000001</c:v>
                </c:pt>
                <c:pt idx="5679">
                  <c:v>0.76190476200000001</c:v>
                </c:pt>
                <c:pt idx="5680">
                  <c:v>0.76190476200000001</c:v>
                </c:pt>
                <c:pt idx="5681">
                  <c:v>0.76190476200000001</c:v>
                </c:pt>
                <c:pt idx="5682">
                  <c:v>0.76190476200000001</c:v>
                </c:pt>
                <c:pt idx="5683">
                  <c:v>0.76190476200000001</c:v>
                </c:pt>
                <c:pt idx="5684">
                  <c:v>0.56757746200000003</c:v>
                </c:pt>
                <c:pt idx="5685">
                  <c:v>0.371621127</c:v>
                </c:pt>
                <c:pt idx="5686">
                  <c:v>0.371621127</c:v>
                </c:pt>
                <c:pt idx="5687">
                  <c:v>0.371621127</c:v>
                </c:pt>
                <c:pt idx="5688">
                  <c:v>0.371621127</c:v>
                </c:pt>
                <c:pt idx="5689">
                  <c:v>0.45277922300000001</c:v>
                </c:pt>
                <c:pt idx="5690">
                  <c:v>0.41313075500000002</c:v>
                </c:pt>
                <c:pt idx="5691">
                  <c:v>0.72100462399999998</c:v>
                </c:pt>
                <c:pt idx="5692">
                  <c:v>0.763949769</c:v>
                </c:pt>
                <c:pt idx="5693">
                  <c:v>0.76180251200000004</c:v>
                </c:pt>
                <c:pt idx="5694">
                  <c:v>0.70608840299999998</c:v>
                </c:pt>
                <c:pt idx="5695">
                  <c:v>0.76469558000000004</c:v>
                </c:pt>
                <c:pt idx="5696">
                  <c:v>0.76176522099999999</c:v>
                </c:pt>
                <c:pt idx="5697">
                  <c:v>0.76191173899999998</c:v>
                </c:pt>
                <c:pt idx="5698">
                  <c:v>0.761904413</c:v>
                </c:pt>
                <c:pt idx="5699">
                  <c:v>0.76190477899999998</c:v>
                </c:pt>
                <c:pt idx="5700">
                  <c:v>0.76190476100000004</c:v>
                </c:pt>
                <c:pt idx="5701">
                  <c:v>0.76190476200000001</c:v>
                </c:pt>
                <c:pt idx="5702">
                  <c:v>0.76190476200000001</c:v>
                </c:pt>
                <c:pt idx="5703">
                  <c:v>0.76190476200000001</c:v>
                </c:pt>
                <c:pt idx="5704">
                  <c:v>0.76190476200000001</c:v>
                </c:pt>
                <c:pt idx="5705">
                  <c:v>0.76190476200000001</c:v>
                </c:pt>
                <c:pt idx="5706">
                  <c:v>0.76190476200000001</c:v>
                </c:pt>
                <c:pt idx="5707">
                  <c:v>0.76190476200000001</c:v>
                </c:pt>
                <c:pt idx="5708">
                  <c:v>0.76190476200000001</c:v>
                </c:pt>
                <c:pt idx="5709">
                  <c:v>0.74414454799999996</c:v>
                </c:pt>
                <c:pt idx="5710">
                  <c:v>0.76279277300000004</c:v>
                </c:pt>
                <c:pt idx="5711">
                  <c:v>0.76186036099999999</c:v>
                </c:pt>
                <c:pt idx="5712">
                  <c:v>0.76190698199999995</c:v>
                </c:pt>
                <c:pt idx="5713">
                  <c:v>0.76190465100000004</c:v>
                </c:pt>
                <c:pt idx="5714">
                  <c:v>0.76190476699999998</c:v>
                </c:pt>
                <c:pt idx="5715">
                  <c:v>0.76190476200000001</c:v>
                </c:pt>
                <c:pt idx="5716">
                  <c:v>0.76190476200000001</c:v>
                </c:pt>
                <c:pt idx="5717">
                  <c:v>0.76190476200000001</c:v>
                </c:pt>
                <c:pt idx="5718">
                  <c:v>0.76190476200000001</c:v>
                </c:pt>
                <c:pt idx="5719">
                  <c:v>0.76190476200000001</c:v>
                </c:pt>
                <c:pt idx="5720">
                  <c:v>0.76190476200000001</c:v>
                </c:pt>
                <c:pt idx="5721">
                  <c:v>0.76190476200000001</c:v>
                </c:pt>
                <c:pt idx="5722">
                  <c:v>0.76190476200000001</c:v>
                </c:pt>
                <c:pt idx="5723">
                  <c:v>0.76190476200000001</c:v>
                </c:pt>
                <c:pt idx="5724">
                  <c:v>0.76190476200000001</c:v>
                </c:pt>
                <c:pt idx="5725">
                  <c:v>0.76190476200000001</c:v>
                </c:pt>
                <c:pt idx="5726">
                  <c:v>0.76190476200000001</c:v>
                </c:pt>
                <c:pt idx="5727">
                  <c:v>0.76190476200000001</c:v>
                </c:pt>
                <c:pt idx="5728">
                  <c:v>0.76190476200000001</c:v>
                </c:pt>
                <c:pt idx="5729">
                  <c:v>0.76190476200000001</c:v>
                </c:pt>
                <c:pt idx="5730">
                  <c:v>0.76190476200000001</c:v>
                </c:pt>
                <c:pt idx="5731">
                  <c:v>0.76190476200000001</c:v>
                </c:pt>
                <c:pt idx="5732">
                  <c:v>0.76190476200000001</c:v>
                </c:pt>
                <c:pt idx="5733">
                  <c:v>0.76190476200000001</c:v>
                </c:pt>
                <c:pt idx="5734">
                  <c:v>0.76190476200000001</c:v>
                </c:pt>
                <c:pt idx="5735">
                  <c:v>0.65999647900000002</c:v>
                </c:pt>
                <c:pt idx="5736">
                  <c:v>0.76700017600000003</c:v>
                </c:pt>
                <c:pt idx="5737">
                  <c:v>0.76164999099999997</c:v>
                </c:pt>
                <c:pt idx="5738">
                  <c:v>0.76191750000000003</c:v>
                </c:pt>
                <c:pt idx="5739">
                  <c:v>0.76190412500000004</c:v>
                </c:pt>
                <c:pt idx="5740">
                  <c:v>0.75370824199999997</c:v>
                </c:pt>
                <c:pt idx="5741">
                  <c:v>0.76231458799999996</c:v>
                </c:pt>
                <c:pt idx="5742">
                  <c:v>0.761884271</c:v>
                </c:pt>
                <c:pt idx="5743">
                  <c:v>0.76190578600000003</c:v>
                </c:pt>
                <c:pt idx="5744">
                  <c:v>0.76190471100000001</c:v>
                </c:pt>
                <c:pt idx="5745">
                  <c:v>0.76190476399999996</c:v>
                </c:pt>
                <c:pt idx="5746">
                  <c:v>0.76190476200000001</c:v>
                </c:pt>
                <c:pt idx="5747">
                  <c:v>0.76190476200000001</c:v>
                </c:pt>
                <c:pt idx="5748">
                  <c:v>0.76190476200000001</c:v>
                </c:pt>
                <c:pt idx="5749">
                  <c:v>0.76190476200000001</c:v>
                </c:pt>
                <c:pt idx="5750">
                  <c:v>0.76190476200000001</c:v>
                </c:pt>
                <c:pt idx="5751">
                  <c:v>0.76190476200000001</c:v>
                </c:pt>
                <c:pt idx="5752">
                  <c:v>0.76190476200000001</c:v>
                </c:pt>
                <c:pt idx="5753">
                  <c:v>0.76190476200000001</c:v>
                </c:pt>
                <c:pt idx="5754">
                  <c:v>0.76190476200000001</c:v>
                </c:pt>
                <c:pt idx="5755">
                  <c:v>0.76190476200000001</c:v>
                </c:pt>
                <c:pt idx="5756">
                  <c:v>0.76190476200000001</c:v>
                </c:pt>
                <c:pt idx="5757">
                  <c:v>0.76190476200000001</c:v>
                </c:pt>
                <c:pt idx="5758">
                  <c:v>0.76190476200000001</c:v>
                </c:pt>
                <c:pt idx="5759">
                  <c:v>0.76190476200000001</c:v>
                </c:pt>
                <c:pt idx="5760">
                  <c:v>0.76190476200000001</c:v>
                </c:pt>
                <c:pt idx="5761">
                  <c:v>0.76190476200000001</c:v>
                </c:pt>
                <c:pt idx="5762">
                  <c:v>0.76190476200000001</c:v>
                </c:pt>
                <c:pt idx="5763">
                  <c:v>0.76190476200000001</c:v>
                </c:pt>
                <c:pt idx="5764">
                  <c:v>0.76190476200000001</c:v>
                </c:pt>
                <c:pt idx="5765">
                  <c:v>0.76190476200000001</c:v>
                </c:pt>
                <c:pt idx="5766">
                  <c:v>0.76190476200000001</c:v>
                </c:pt>
                <c:pt idx="5767">
                  <c:v>0.76190476200000001</c:v>
                </c:pt>
                <c:pt idx="5768">
                  <c:v>0.76190476200000001</c:v>
                </c:pt>
                <c:pt idx="5769">
                  <c:v>0.76190476200000001</c:v>
                </c:pt>
                <c:pt idx="5770">
                  <c:v>0.76190476200000001</c:v>
                </c:pt>
                <c:pt idx="5771">
                  <c:v>0.76190476200000001</c:v>
                </c:pt>
                <c:pt idx="5772">
                  <c:v>0.76190476200000001</c:v>
                </c:pt>
                <c:pt idx="5773">
                  <c:v>0.76190476200000001</c:v>
                </c:pt>
                <c:pt idx="5774">
                  <c:v>0.76190476200000001</c:v>
                </c:pt>
                <c:pt idx="5775">
                  <c:v>0.76190476200000001</c:v>
                </c:pt>
                <c:pt idx="5776">
                  <c:v>0.76190476200000001</c:v>
                </c:pt>
                <c:pt idx="5777">
                  <c:v>0.76190476200000001</c:v>
                </c:pt>
                <c:pt idx="5778">
                  <c:v>0.76190476200000001</c:v>
                </c:pt>
                <c:pt idx="5779">
                  <c:v>0.76190476200000001</c:v>
                </c:pt>
                <c:pt idx="5780">
                  <c:v>0.66051624200000003</c:v>
                </c:pt>
                <c:pt idx="5781">
                  <c:v>0.44659355499999998</c:v>
                </c:pt>
                <c:pt idx="5782">
                  <c:v>0.377670322</c:v>
                </c:pt>
                <c:pt idx="5783">
                  <c:v>0.377670322</c:v>
                </c:pt>
                <c:pt idx="5784">
                  <c:v>0.67644392900000005</c:v>
                </c:pt>
                <c:pt idx="5785">
                  <c:v>0.76617780400000002</c:v>
                </c:pt>
                <c:pt idx="5786">
                  <c:v>0.76169111</c:v>
                </c:pt>
                <c:pt idx="5787">
                  <c:v>0.76191544499999997</c:v>
                </c:pt>
                <c:pt idx="5788">
                  <c:v>0.76190422800000002</c:v>
                </c:pt>
                <c:pt idx="5789">
                  <c:v>0.76190478900000003</c:v>
                </c:pt>
                <c:pt idx="5790">
                  <c:v>0.76190476100000004</c:v>
                </c:pt>
                <c:pt idx="5791">
                  <c:v>0.76190476200000001</c:v>
                </c:pt>
                <c:pt idx="5792">
                  <c:v>0.76190476200000001</c:v>
                </c:pt>
                <c:pt idx="5793">
                  <c:v>0.76190476200000001</c:v>
                </c:pt>
                <c:pt idx="5794">
                  <c:v>0.76190476200000001</c:v>
                </c:pt>
                <c:pt idx="5795">
                  <c:v>0.76190476200000001</c:v>
                </c:pt>
                <c:pt idx="5796">
                  <c:v>0.76190476200000001</c:v>
                </c:pt>
                <c:pt idx="5797">
                  <c:v>0.76190476200000001</c:v>
                </c:pt>
                <c:pt idx="5798">
                  <c:v>0.76190476200000001</c:v>
                </c:pt>
                <c:pt idx="5799">
                  <c:v>0.76190476200000001</c:v>
                </c:pt>
                <c:pt idx="5800">
                  <c:v>0.76190476200000001</c:v>
                </c:pt>
                <c:pt idx="5801">
                  <c:v>0.76190476200000001</c:v>
                </c:pt>
                <c:pt idx="5802">
                  <c:v>0.76190476200000001</c:v>
                </c:pt>
                <c:pt idx="5803">
                  <c:v>0.76190476200000001</c:v>
                </c:pt>
                <c:pt idx="5804">
                  <c:v>0.76190476200000001</c:v>
                </c:pt>
                <c:pt idx="5805">
                  <c:v>0.55935850399999998</c:v>
                </c:pt>
                <c:pt idx="5806">
                  <c:v>0.50155798200000001</c:v>
                </c:pt>
                <c:pt idx="5807">
                  <c:v>0.66415236899999996</c:v>
                </c:pt>
                <c:pt idx="5808">
                  <c:v>0.70304888399999999</c:v>
                </c:pt>
                <c:pt idx="5809">
                  <c:v>0.76484755599999998</c:v>
                </c:pt>
                <c:pt idx="5810">
                  <c:v>0.67062743000000002</c:v>
                </c:pt>
                <c:pt idx="5811">
                  <c:v>0.58731550099999996</c:v>
                </c:pt>
                <c:pt idx="5812">
                  <c:v>0.54495057999999996</c:v>
                </c:pt>
                <c:pt idx="5813">
                  <c:v>0.51610080999999997</c:v>
                </c:pt>
                <c:pt idx="5814">
                  <c:v>0.49511121400000002</c:v>
                </c:pt>
                <c:pt idx="5815">
                  <c:v>0.41067471100000003</c:v>
                </c:pt>
                <c:pt idx="5816">
                  <c:v>0.43617106900000002</c:v>
                </c:pt>
                <c:pt idx="5817">
                  <c:v>0.37819144700000001</c:v>
                </c:pt>
                <c:pt idx="5818">
                  <c:v>0.78109042799999995</c:v>
                </c:pt>
                <c:pt idx="5819">
                  <c:v>0.76094547899999998</c:v>
                </c:pt>
                <c:pt idx="5820">
                  <c:v>0.76195272599999997</c:v>
                </c:pt>
                <c:pt idx="5821">
                  <c:v>0.761902364</c:v>
                </c:pt>
                <c:pt idx="5822">
                  <c:v>0.76190488199999995</c:v>
                </c:pt>
                <c:pt idx="5823">
                  <c:v>0.76190475599999996</c:v>
                </c:pt>
                <c:pt idx="5824">
                  <c:v>0.76190476200000001</c:v>
                </c:pt>
                <c:pt idx="5825">
                  <c:v>0.76190476200000001</c:v>
                </c:pt>
                <c:pt idx="5826">
                  <c:v>0.73427944300000003</c:v>
                </c:pt>
                <c:pt idx="5827">
                  <c:v>0.74005157200000005</c:v>
                </c:pt>
                <c:pt idx="5828">
                  <c:v>0.416288667</c:v>
                </c:pt>
                <c:pt idx="5829">
                  <c:v>0.38018104899999999</c:v>
                </c:pt>
                <c:pt idx="5830">
                  <c:v>0.38018104899999999</c:v>
                </c:pt>
                <c:pt idx="5831">
                  <c:v>0.38018104899999999</c:v>
                </c:pt>
                <c:pt idx="5832">
                  <c:v>0.38018104899999999</c:v>
                </c:pt>
                <c:pt idx="5833">
                  <c:v>0.36531058</c:v>
                </c:pt>
                <c:pt idx="5834">
                  <c:v>0.36242607799999998</c:v>
                </c:pt>
                <c:pt idx="5835">
                  <c:v>0.36242607799999998</c:v>
                </c:pt>
                <c:pt idx="5836">
                  <c:v>0.67222199100000002</c:v>
                </c:pt>
                <c:pt idx="5837">
                  <c:v>0.76638890000000004</c:v>
                </c:pt>
                <c:pt idx="5838">
                  <c:v>0.76168055499999998</c:v>
                </c:pt>
                <c:pt idx="5839">
                  <c:v>0.76191597200000005</c:v>
                </c:pt>
                <c:pt idx="5840">
                  <c:v>0.761904201</c:v>
                </c:pt>
                <c:pt idx="5841">
                  <c:v>0.76190479</c:v>
                </c:pt>
                <c:pt idx="5842">
                  <c:v>0.76190476100000004</c:v>
                </c:pt>
                <c:pt idx="5843">
                  <c:v>0.76190476200000001</c:v>
                </c:pt>
                <c:pt idx="5844">
                  <c:v>0.76190476200000001</c:v>
                </c:pt>
                <c:pt idx="5845">
                  <c:v>0.76190476200000001</c:v>
                </c:pt>
                <c:pt idx="5846">
                  <c:v>0.76190476200000001</c:v>
                </c:pt>
                <c:pt idx="5847">
                  <c:v>0.76190476200000001</c:v>
                </c:pt>
                <c:pt idx="5848">
                  <c:v>0.76190476200000001</c:v>
                </c:pt>
                <c:pt idx="5849">
                  <c:v>0.76190476200000001</c:v>
                </c:pt>
                <c:pt idx="5850">
                  <c:v>0.76190476200000001</c:v>
                </c:pt>
                <c:pt idx="5851">
                  <c:v>0.76190476200000001</c:v>
                </c:pt>
                <c:pt idx="5852">
                  <c:v>0.76190476200000001</c:v>
                </c:pt>
                <c:pt idx="5853">
                  <c:v>0.76190476200000001</c:v>
                </c:pt>
                <c:pt idx="5854">
                  <c:v>0.76190476200000001</c:v>
                </c:pt>
                <c:pt idx="5855">
                  <c:v>0.76190476200000001</c:v>
                </c:pt>
                <c:pt idx="5856">
                  <c:v>0.76190476200000001</c:v>
                </c:pt>
                <c:pt idx="5857">
                  <c:v>0.76190476200000001</c:v>
                </c:pt>
                <c:pt idx="5858">
                  <c:v>0.76190476200000001</c:v>
                </c:pt>
                <c:pt idx="5859">
                  <c:v>0.76190476200000001</c:v>
                </c:pt>
                <c:pt idx="5860">
                  <c:v>0.76190476200000001</c:v>
                </c:pt>
                <c:pt idx="5861">
                  <c:v>0.76190476200000001</c:v>
                </c:pt>
                <c:pt idx="5862">
                  <c:v>0.76190476200000001</c:v>
                </c:pt>
                <c:pt idx="5863">
                  <c:v>0.76190476200000001</c:v>
                </c:pt>
                <c:pt idx="5864">
                  <c:v>0.76190476200000001</c:v>
                </c:pt>
                <c:pt idx="5865">
                  <c:v>0.76190476200000001</c:v>
                </c:pt>
                <c:pt idx="5866">
                  <c:v>0.76190476200000001</c:v>
                </c:pt>
                <c:pt idx="5867">
                  <c:v>0.76190476200000001</c:v>
                </c:pt>
                <c:pt idx="5868">
                  <c:v>0.76190476200000001</c:v>
                </c:pt>
                <c:pt idx="5869">
                  <c:v>0.76190476200000001</c:v>
                </c:pt>
                <c:pt idx="5870">
                  <c:v>0.76190476200000001</c:v>
                </c:pt>
                <c:pt idx="5871">
                  <c:v>0.76190476200000001</c:v>
                </c:pt>
                <c:pt idx="5872">
                  <c:v>0.76190476200000001</c:v>
                </c:pt>
                <c:pt idx="5873">
                  <c:v>0.76190476200000001</c:v>
                </c:pt>
                <c:pt idx="5874">
                  <c:v>0.76190476200000001</c:v>
                </c:pt>
                <c:pt idx="5875">
                  <c:v>0.76190476200000001</c:v>
                </c:pt>
                <c:pt idx="5876">
                  <c:v>0.76190476200000001</c:v>
                </c:pt>
                <c:pt idx="5877">
                  <c:v>0.76190476200000001</c:v>
                </c:pt>
                <c:pt idx="5878">
                  <c:v>0.47309215799999998</c:v>
                </c:pt>
                <c:pt idx="5879">
                  <c:v>0.40961956399999999</c:v>
                </c:pt>
                <c:pt idx="5880">
                  <c:v>0.37951902199999998</c:v>
                </c:pt>
                <c:pt idx="5881">
                  <c:v>0.59788067099999997</c:v>
                </c:pt>
                <c:pt idx="5882">
                  <c:v>0.77010596600000003</c:v>
                </c:pt>
                <c:pt idx="5883">
                  <c:v>0.76149470200000002</c:v>
                </c:pt>
                <c:pt idx="5884">
                  <c:v>0.76192526500000002</c:v>
                </c:pt>
                <c:pt idx="5885">
                  <c:v>0.76190373700000003</c:v>
                </c:pt>
                <c:pt idx="5886">
                  <c:v>0.76190481300000001</c:v>
                </c:pt>
                <c:pt idx="5887">
                  <c:v>0.76190475899999999</c:v>
                </c:pt>
                <c:pt idx="5888">
                  <c:v>0.76190476200000001</c:v>
                </c:pt>
                <c:pt idx="5889">
                  <c:v>0.76190476200000001</c:v>
                </c:pt>
                <c:pt idx="5890">
                  <c:v>0.76190476200000001</c:v>
                </c:pt>
                <c:pt idx="5891">
                  <c:v>0.76190476200000001</c:v>
                </c:pt>
                <c:pt idx="5892">
                  <c:v>0.76190476200000001</c:v>
                </c:pt>
                <c:pt idx="5893">
                  <c:v>0.76190476200000001</c:v>
                </c:pt>
                <c:pt idx="5894">
                  <c:v>0.76190476200000001</c:v>
                </c:pt>
                <c:pt idx="5895">
                  <c:v>0.76190476200000001</c:v>
                </c:pt>
                <c:pt idx="5896">
                  <c:v>0.76190476200000001</c:v>
                </c:pt>
                <c:pt idx="5897">
                  <c:v>0.76190476200000001</c:v>
                </c:pt>
                <c:pt idx="5898">
                  <c:v>0.76190476200000001</c:v>
                </c:pt>
                <c:pt idx="5899">
                  <c:v>0.76190476200000001</c:v>
                </c:pt>
                <c:pt idx="5900">
                  <c:v>0.76190476200000001</c:v>
                </c:pt>
                <c:pt idx="5901">
                  <c:v>0.76190476200000001</c:v>
                </c:pt>
                <c:pt idx="5902">
                  <c:v>0.76190476200000001</c:v>
                </c:pt>
                <c:pt idx="5903">
                  <c:v>0.76190476200000001</c:v>
                </c:pt>
                <c:pt idx="5904">
                  <c:v>0.76190476200000001</c:v>
                </c:pt>
                <c:pt idx="5905">
                  <c:v>0.76190476200000001</c:v>
                </c:pt>
                <c:pt idx="5906">
                  <c:v>0.76190476200000001</c:v>
                </c:pt>
                <c:pt idx="5907">
                  <c:v>0.76190476200000001</c:v>
                </c:pt>
                <c:pt idx="5908">
                  <c:v>0.76190476200000001</c:v>
                </c:pt>
                <c:pt idx="5909">
                  <c:v>0.76190476200000001</c:v>
                </c:pt>
                <c:pt idx="5910">
                  <c:v>0.76190476200000001</c:v>
                </c:pt>
                <c:pt idx="5911">
                  <c:v>0.76190476200000001</c:v>
                </c:pt>
                <c:pt idx="5912">
                  <c:v>0.76190476200000001</c:v>
                </c:pt>
                <c:pt idx="5913">
                  <c:v>0.76190476200000001</c:v>
                </c:pt>
                <c:pt idx="5914">
                  <c:v>0.76190476200000001</c:v>
                </c:pt>
                <c:pt idx="5915">
                  <c:v>0.76190476200000001</c:v>
                </c:pt>
                <c:pt idx="5916">
                  <c:v>0.76190476200000001</c:v>
                </c:pt>
                <c:pt idx="5917">
                  <c:v>0.76190476200000001</c:v>
                </c:pt>
                <c:pt idx="5918">
                  <c:v>0.76190476200000001</c:v>
                </c:pt>
                <c:pt idx="5919">
                  <c:v>0.76190476200000001</c:v>
                </c:pt>
                <c:pt idx="5920">
                  <c:v>0.76190476200000001</c:v>
                </c:pt>
                <c:pt idx="5921">
                  <c:v>0.76190476200000001</c:v>
                </c:pt>
                <c:pt idx="5922">
                  <c:v>0.76190476200000001</c:v>
                </c:pt>
                <c:pt idx="5923">
                  <c:v>0.76190476200000001</c:v>
                </c:pt>
                <c:pt idx="5924">
                  <c:v>0.76190476200000001</c:v>
                </c:pt>
                <c:pt idx="5925">
                  <c:v>0.76190476200000001</c:v>
                </c:pt>
                <c:pt idx="5926">
                  <c:v>0.76190476200000001</c:v>
                </c:pt>
                <c:pt idx="5927">
                  <c:v>0.76190476200000001</c:v>
                </c:pt>
                <c:pt idx="5928">
                  <c:v>0.76190476200000001</c:v>
                </c:pt>
                <c:pt idx="5929">
                  <c:v>0.697850729</c:v>
                </c:pt>
                <c:pt idx="5930">
                  <c:v>0.76510746399999996</c:v>
                </c:pt>
                <c:pt idx="5931">
                  <c:v>0.76174462700000001</c:v>
                </c:pt>
                <c:pt idx="5932">
                  <c:v>0.76191276900000005</c:v>
                </c:pt>
                <c:pt idx="5933">
                  <c:v>0.761904362</c:v>
                </c:pt>
                <c:pt idx="5934">
                  <c:v>0.761904782</c:v>
                </c:pt>
                <c:pt idx="5935">
                  <c:v>0.76190476100000004</c:v>
                </c:pt>
                <c:pt idx="5936">
                  <c:v>0.76190476200000001</c:v>
                </c:pt>
                <c:pt idx="5937">
                  <c:v>0.76190476200000001</c:v>
                </c:pt>
                <c:pt idx="5938">
                  <c:v>0.76190476200000001</c:v>
                </c:pt>
                <c:pt idx="5939">
                  <c:v>0.76190476200000001</c:v>
                </c:pt>
                <c:pt idx="5940">
                  <c:v>0.76190476200000001</c:v>
                </c:pt>
                <c:pt idx="5941">
                  <c:v>0.76190476200000001</c:v>
                </c:pt>
                <c:pt idx="5942">
                  <c:v>0.76190476200000001</c:v>
                </c:pt>
                <c:pt idx="5943">
                  <c:v>0.76190476200000001</c:v>
                </c:pt>
                <c:pt idx="5944">
                  <c:v>0.76190476200000001</c:v>
                </c:pt>
                <c:pt idx="5945">
                  <c:v>0.76190476200000001</c:v>
                </c:pt>
                <c:pt idx="5946">
                  <c:v>0.76190476200000001</c:v>
                </c:pt>
                <c:pt idx="5947">
                  <c:v>0.76190476200000001</c:v>
                </c:pt>
                <c:pt idx="5948">
                  <c:v>0.76190476200000001</c:v>
                </c:pt>
                <c:pt idx="5949">
                  <c:v>0.76190476200000001</c:v>
                </c:pt>
                <c:pt idx="5950">
                  <c:v>0.76190476200000001</c:v>
                </c:pt>
                <c:pt idx="5951">
                  <c:v>0.76190476200000001</c:v>
                </c:pt>
                <c:pt idx="5952">
                  <c:v>0.76190476200000001</c:v>
                </c:pt>
                <c:pt idx="5953">
                  <c:v>0.76190476200000001</c:v>
                </c:pt>
                <c:pt idx="5954">
                  <c:v>0.76190476200000001</c:v>
                </c:pt>
                <c:pt idx="5955">
                  <c:v>0.76190476200000001</c:v>
                </c:pt>
                <c:pt idx="5956">
                  <c:v>0.76190476200000001</c:v>
                </c:pt>
                <c:pt idx="5957">
                  <c:v>0.76190476200000001</c:v>
                </c:pt>
                <c:pt idx="5958">
                  <c:v>0.76190476200000001</c:v>
                </c:pt>
                <c:pt idx="5959">
                  <c:v>0.76190476200000001</c:v>
                </c:pt>
                <c:pt idx="5960">
                  <c:v>0.76190476200000001</c:v>
                </c:pt>
                <c:pt idx="5961">
                  <c:v>0.76190476200000001</c:v>
                </c:pt>
                <c:pt idx="5962">
                  <c:v>0.76190476200000001</c:v>
                </c:pt>
                <c:pt idx="5963">
                  <c:v>0.76190476200000001</c:v>
                </c:pt>
                <c:pt idx="5964">
                  <c:v>0.76190476200000001</c:v>
                </c:pt>
                <c:pt idx="5965">
                  <c:v>0.76190476200000001</c:v>
                </c:pt>
                <c:pt idx="5966">
                  <c:v>0.76190476200000001</c:v>
                </c:pt>
                <c:pt idx="5967">
                  <c:v>0.76190476200000001</c:v>
                </c:pt>
                <c:pt idx="5968">
                  <c:v>0.76190476200000001</c:v>
                </c:pt>
                <c:pt idx="5969">
                  <c:v>0.76190476200000001</c:v>
                </c:pt>
                <c:pt idx="5970">
                  <c:v>0.76190476200000001</c:v>
                </c:pt>
                <c:pt idx="5971">
                  <c:v>0.76190476200000001</c:v>
                </c:pt>
                <c:pt idx="5972">
                  <c:v>0.72046398199999995</c:v>
                </c:pt>
                <c:pt idx="5973">
                  <c:v>0.68360542099999999</c:v>
                </c:pt>
                <c:pt idx="5974">
                  <c:v>0.62253917199999997</c:v>
                </c:pt>
                <c:pt idx="5975">
                  <c:v>0.54934058500000005</c:v>
                </c:pt>
                <c:pt idx="5976">
                  <c:v>0.52814061999999995</c:v>
                </c:pt>
                <c:pt idx="5977">
                  <c:v>0.47341939700000002</c:v>
                </c:pt>
                <c:pt idx="5978">
                  <c:v>0.42736148099999999</c:v>
                </c:pt>
                <c:pt idx="5979">
                  <c:v>0.43346168099999999</c:v>
                </c:pt>
                <c:pt idx="5980">
                  <c:v>0.480015635</c:v>
                </c:pt>
                <c:pt idx="5981">
                  <c:v>0.53233051300000001</c:v>
                </c:pt>
                <c:pt idx="5982">
                  <c:v>0.644838676</c:v>
                </c:pt>
                <c:pt idx="5983">
                  <c:v>0.76775806599999996</c:v>
                </c:pt>
                <c:pt idx="5984">
                  <c:v>0.66571370900000004</c:v>
                </c:pt>
                <c:pt idx="5985">
                  <c:v>0.62864200400000003</c:v>
                </c:pt>
                <c:pt idx="5986">
                  <c:v>0.67910053400000003</c:v>
                </c:pt>
                <c:pt idx="5987">
                  <c:v>0.76604497299999996</c:v>
                </c:pt>
                <c:pt idx="5988">
                  <c:v>0.76169775100000003</c:v>
                </c:pt>
                <c:pt idx="5989">
                  <c:v>0.76191511199999995</c:v>
                </c:pt>
                <c:pt idx="5990">
                  <c:v>0.76190424400000001</c:v>
                </c:pt>
                <c:pt idx="5991">
                  <c:v>0.76190478800000005</c:v>
                </c:pt>
                <c:pt idx="5992">
                  <c:v>0.76190476100000004</c:v>
                </c:pt>
                <c:pt idx="5993">
                  <c:v>0.76190476200000001</c:v>
                </c:pt>
                <c:pt idx="5994">
                  <c:v>0.76190476200000001</c:v>
                </c:pt>
                <c:pt idx="5995">
                  <c:v>0.638335188</c:v>
                </c:pt>
                <c:pt idx="5996">
                  <c:v>0.40636149999999999</c:v>
                </c:pt>
                <c:pt idx="5997">
                  <c:v>0.37968192499999998</c:v>
                </c:pt>
                <c:pt idx="5998">
                  <c:v>0.47252469699999999</c:v>
                </c:pt>
                <c:pt idx="5999">
                  <c:v>0.62018650200000003</c:v>
                </c:pt>
                <c:pt idx="6000">
                  <c:v>0.76899067499999996</c:v>
                </c:pt>
                <c:pt idx="6001">
                  <c:v>0.76155046599999998</c:v>
                </c:pt>
                <c:pt idx="6002">
                  <c:v>0.68968261799999997</c:v>
                </c:pt>
                <c:pt idx="6003">
                  <c:v>0.708754361</c:v>
                </c:pt>
                <c:pt idx="6004">
                  <c:v>0.76456228199999998</c:v>
                </c:pt>
                <c:pt idx="6005">
                  <c:v>0.76177188600000001</c:v>
                </c:pt>
                <c:pt idx="6006">
                  <c:v>0.76191140599999996</c:v>
                </c:pt>
                <c:pt idx="6007">
                  <c:v>0.76190442999999997</c:v>
                </c:pt>
                <c:pt idx="6008">
                  <c:v>0.76190477899999998</c:v>
                </c:pt>
                <c:pt idx="6009">
                  <c:v>0.76190476100000004</c:v>
                </c:pt>
                <c:pt idx="6010">
                  <c:v>0.76190476200000001</c:v>
                </c:pt>
                <c:pt idx="6011">
                  <c:v>0.76190476200000001</c:v>
                </c:pt>
                <c:pt idx="6012">
                  <c:v>0.76190476200000001</c:v>
                </c:pt>
                <c:pt idx="6013">
                  <c:v>0.76190476200000001</c:v>
                </c:pt>
                <c:pt idx="6014">
                  <c:v>0.76190476200000001</c:v>
                </c:pt>
                <c:pt idx="6015">
                  <c:v>0.76190476200000001</c:v>
                </c:pt>
                <c:pt idx="6016">
                  <c:v>0.76190476200000001</c:v>
                </c:pt>
                <c:pt idx="6017">
                  <c:v>0.76190476200000001</c:v>
                </c:pt>
                <c:pt idx="6018">
                  <c:v>0.76190476200000001</c:v>
                </c:pt>
                <c:pt idx="6019">
                  <c:v>0.76190476200000001</c:v>
                </c:pt>
                <c:pt idx="6020">
                  <c:v>0.76190476200000001</c:v>
                </c:pt>
                <c:pt idx="6021">
                  <c:v>0.55420788700000001</c:v>
                </c:pt>
                <c:pt idx="6022">
                  <c:v>0.37263871599999998</c:v>
                </c:pt>
                <c:pt idx="6023">
                  <c:v>0.37263871599999998</c:v>
                </c:pt>
                <c:pt idx="6024">
                  <c:v>0.66381157300000004</c:v>
                </c:pt>
                <c:pt idx="6025">
                  <c:v>0.76680942100000005</c:v>
                </c:pt>
                <c:pt idx="6026">
                  <c:v>0.761659529</c:v>
                </c:pt>
                <c:pt idx="6027">
                  <c:v>0.76191702400000005</c:v>
                </c:pt>
                <c:pt idx="6028">
                  <c:v>0.76190414900000003</c:v>
                </c:pt>
                <c:pt idx="6029">
                  <c:v>0.76190479300000002</c:v>
                </c:pt>
                <c:pt idx="6030">
                  <c:v>0.76190475999999996</c:v>
                </c:pt>
                <c:pt idx="6031">
                  <c:v>0.76190476200000001</c:v>
                </c:pt>
                <c:pt idx="6032">
                  <c:v>0.76190476200000001</c:v>
                </c:pt>
                <c:pt idx="6033">
                  <c:v>0.76190476200000001</c:v>
                </c:pt>
                <c:pt idx="6034">
                  <c:v>0.76190476200000001</c:v>
                </c:pt>
                <c:pt idx="6035">
                  <c:v>0.76190476200000001</c:v>
                </c:pt>
                <c:pt idx="6036">
                  <c:v>0.76190476200000001</c:v>
                </c:pt>
                <c:pt idx="6037">
                  <c:v>0.76190476200000001</c:v>
                </c:pt>
                <c:pt idx="6038">
                  <c:v>0.76190476200000001</c:v>
                </c:pt>
                <c:pt idx="6039">
                  <c:v>0.76190476200000001</c:v>
                </c:pt>
                <c:pt idx="6040">
                  <c:v>0.76190476200000001</c:v>
                </c:pt>
                <c:pt idx="6041">
                  <c:v>0.76190476200000001</c:v>
                </c:pt>
                <c:pt idx="6042">
                  <c:v>0.76190476200000001</c:v>
                </c:pt>
                <c:pt idx="6043">
                  <c:v>0.55394365700000003</c:v>
                </c:pt>
                <c:pt idx="6044">
                  <c:v>0.37230281700000001</c:v>
                </c:pt>
                <c:pt idx="6045">
                  <c:v>0.37230281700000001</c:v>
                </c:pt>
                <c:pt idx="6046">
                  <c:v>0.37230281700000001</c:v>
                </c:pt>
                <c:pt idx="6047">
                  <c:v>0.37230281700000001</c:v>
                </c:pt>
                <c:pt idx="6048">
                  <c:v>0.37230281700000001</c:v>
                </c:pt>
                <c:pt idx="6049">
                  <c:v>0.36643042799999997</c:v>
                </c:pt>
                <c:pt idx="6050">
                  <c:v>0.36643042799999997</c:v>
                </c:pt>
                <c:pt idx="6051">
                  <c:v>0.49645934200000003</c:v>
                </c:pt>
                <c:pt idx="6052">
                  <c:v>0.77517703299999996</c:v>
                </c:pt>
                <c:pt idx="6053">
                  <c:v>0.76124114799999998</c:v>
                </c:pt>
                <c:pt idx="6054">
                  <c:v>0.66640655699999995</c:v>
                </c:pt>
                <c:pt idx="6055">
                  <c:v>0.67297771399999995</c:v>
                </c:pt>
                <c:pt idx="6056">
                  <c:v>0.766351114</c:v>
                </c:pt>
                <c:pt idx="6057">
                  <c:v>0.76168244399999996</c:v>
                </c:pt>
                <c:pt idx="6058">
                  <c:v>0.76191587800000005</c:v>
                </c:pt>
                <c:pt idx="6059">
                  <c:v>0.76190420599999997</c:v>
                </c:pt>
                <c:pt idx="6060">
                  <c:v>0.76190479</c:v>
                </c:pt>
                <c:pt idx="6061">
                  <c:v>0.76190476100000004</c:v>
                </c:pt>
                <c:pt idx="6062">
                  <c:v>0.76190476200000001</c:v>
                </c:pt>
                <c:pt idx="6063">
                  <c:v>0.76190476200000001</c:v>
                </c:pt>
                <c:pt idx="6064">
                  <c:v>0.76190476200000001</c:v>
                </c:pt>
                <c:pt idx="6065">
                  <c:v>0.76190476200000001</c:v>
                </c:pt>
                <c:pt idx="6066">
                  <c:v>0.76190476200000001</c:v>
                </c:pt>
                <c:pt idx="6067">
                  <c:v>0.76190476200000001</c:v>
                </c:pt>
                <c:pt idx="6068">
                  <c:v>0.76190476200000001</c:v>
                </c:pt>
                <c:pt idx="6069">
                  <c:v>0.76190476200000001</c:v>
                </c:pt>
                <c:pt idx="6070">
                  <c:v>0.76190476200000001</c:v>
                </c:pt>
                <c:pt idx="6071">
                  <c:v>0.76190476200000001</c:v>
                </c:pt>
                <c:pt idx="6072">
                  <c:v>0.76190476200000001</c:v>
                </c:pt>
                <c:pt idx="6073">
                  <c:v>0.76190476200000001</c:v>
                </c:pt>
                <c:pt idx="6074">
                  <c:v>0.76190476200000001</c:v>
                </c:pt>
                <c:pt idx="6075">
                  <c:v>0.76190476200000001</c:v>
                </c:pt>
                <c:pt idx="6076">
                  <c:v>0.76190476200000001</c:v>
                </c:pt>
                <c:pt idx="6077">
                  <c:v>0.76190476200000001</c:v>
                </c:pt>
                <c:pt idx="6078">
                  <c:v>0.76190476200000001</c:v>
                </c:pt>
                <c:pt idx="6079">
                  <c:v>0.76190476200000001</c:v>
                </c:pt>
                <c:pt idx="6080">
                  <c:v>0.76190476200000001</c:v>
                </c:pt>
                <c:pt idx="6081">
                  <c:v>0.76190476200000001</c:v>
                </c:pt>
                <c:pt idx="6082">
                  <c:v>0.76190476200000001</c:v>
                </c:pt>
                <c:pt idx="6083">
                  <c:v>0.76190476200000001</c:v>
                </c:pt>
                <c:pt idx="6084">
                  <c:v>0.76190476200000001</c:v>
                </c:pt>
                <c:pt idx="6085">
                  <c:v>0.76190476200000001</c:v>
                </c:pt>
                <c:pt idx="6086">
                  <c:v>0.76190476200000001</c:v>
                </c:pt>
                <c:pt idx="6087">
                  <c:v>0.76190476200000001</c:v>
                </c:pt>
                <c:pt idx="6088">
                  <c:v>0.76190476200000001</c:v>
                </c:pt>
                <c:pt idx="6089">
                  <c:v>0.76190476200000001</c:v>
                </c:pt>
                <c:pt idx="6090">
                  <c:v>0.76190476200000001</c:v>
                </c:pt>
                <c:pt idx="6091">
                  <c:v>0.76190476200000001</c:v>
                </c:pt>
                <c:pt idx="6092">
                  <c:v>0.76190476200000001</c:v>
                </c:pt>
                <c:pt idx="6093">
                  <c:v>0.76190476200000001</c:v>
                </c:pt>
                <c:pt idx="6094">
                  <c:v>0.76190476200000001</c:v>
                </c:pt>
                <c:pt idx="6095">
                  <c:v>0.76190476200000001</c:v>
                </c:pt>
                <c:pt idx="6096">
                  <c:v>0.76190476200000001</c:v>
                </c:pt>
                <c:pt idx="6097">
                  <c:v>0.76190476200000001</c:v>
                </c:pt>
                <c:pt idx="6098">
                  <c:v>0.76190476200000001</c:v>
                </c:pt>
                <c:pt idx="6099">
                  <c:v>0.76190476200000001</c:v>
                </c:pt>
                <c:pt idx="6100">
                  <c:v>0.76190476200000001</c:v>
                </c:pt>
                <c:pt idx="6101">
                  <c:v>0.76190476200000001</c:v>
                </c:pt>
                <c:pt idx="6102">
                  <c:v>0.76190476200000001</c:v>
                </c:pt>
                <c:pt idx="6103">
                  <c:v>0.76190476200000001</c:v>
                </c:pt>
                <c:pt idx="6104">
                  <c:v>0.76190476200000001</c:v>
                </c:pt>
                <c:pt idx="6105">
                  <c:v>0.76190476200000001</c:v>
                </c:pt>
                <c:pt idx="6106">
                  <c:v>0.76190476200000001</c:v>
                </c:pt>
                <c:pt idx="6107">
                  <c:v>0.76190476200000001</c:v>
                </c:pt>
                <c:pt idx="6108">
                  <c:v>0.76190476200000001</c:v>
                </c:pt>
                <c:pt idx="6109">
                  <c:v>0.76190476200000001</c:v>
                </c:pt>
                <c:pt idx="6110">
                  <c:v>0.76190476200000001</c:v>
                </c:pt>
                <c:pt idx="6111">
                  <c:v>0.76190476200000001</c:v>
                </c:pt>
                <c:pt idx="6112">
                  <c:v>0.76190476200000001</c:v>
                </c:pt>
                <c:pt idx="6113">
                  <c:v>0.76190476200000001</c:v>
                </c:pt>
                <c:pt idx="6114">
                  <c:v>0.76190476200000001</c:v>
                </c:pt>
                <c:pt idx="6115">
                  <c:v>0.76190476200000001</c:v>
                </c:pt>
                <c:pt idx="6116">
                  <c:v>0.76190476200000001</c:v>
                </c:pt>
                <c:pt idx="6117">
                  <c:v>0.76190476200000001</c:v>
                </c:pt>
                <c:pt idx="6118">
                  <c:v>0.76190476200000001</c:v>
                </c:pt>
                <c:pt idx="6119">
                  <c:v>0.76190476200000001</c:v>
                </c:pt>
                <c:pt idx="6120">
                  <c:v>0.76190476200000001</c:v>
                </c:pt>
                <c:pt idx="6121">
                  <c:v>0.76190476200000001</c:v>
                </c:pt>
                <c:pt idx="6122">
                  <c:v>0.76190476200000001</c:v>
                </c:pt>
                <c:pt idx="6123">
                  <c:v>0.76190476200000001</c:v>
                </c:pt>
                <c:pt idx="6124">
                  <c:v>0.76190476200000001</c:v>
                </c:pt>
                <c:pt idx="6125">
                  <c:v>0.76190476200000001</c:v>
                </c:pt>
                <c:pt idx="6126">
                  <c:v>0.76190476200000001</c:v>
                </c:pt>
                <c:pt idx="6127">
                  <c:v>0.76190476200000001</c:v>
                </c:pt>
                <c:pt idx="6128">
                  <c:v>0.76190476200000001</c:v>
                </c:pt>
                <c:pt idx="6129">
                  <c:v>0.76190476200000001</c:v>
                </c:pt>
                <c:pt idx="6130">
                  <c:v>0.76190476200000001</c:v>
                </c:pt>
                <c:pt idx="6131">
                  <c:v>0.76190476200000001</c:v>
                </c:pt>
                <c:pt idx="6132">
                  <c:v>0.76190476200000001</c:v>
                </c:pt>
                <c:pt idx="6133">
                  <c:v>0.76190476200000001</c:v>
                </c:pt>
                <c:pt idx="6134">
                  <c:v>0.76190476200000001</c:v>
                </c:pt>
                <c:pt idx="6135">
                  <c:v>0.76190476200000001</c:v>
                </c:pt>
                <c:pt idx="6136">
                  <c:v>0.76190476200000001</c:v>
                </c:pt>
                <c:pt idx="6137">
                  <c:v>0.76190476200000001</c:v>
                </c:pt>
                <c:pt idx="6138">
                  <c:v>0.76190476200000001</c:v>
                </c:pt>
                <c:pt idx="6139">
                  <c:v>0.76190476200000001</c:v>
                </c:pt>
                <c:pt idx="6140">
                  <c:v>0.57827757899999999</c:v>
                </c:pt>
                <c:pt idx="6141">
                  <c:v>0.516617192</c:v>
                </c:pt>
                <c:pt idx="6142">
                  <c:v>0.38441204499999998</c:v>
                </c:pt>
                <c:pt idx="6143">
                  <c:v>0.38441204499999998</c:v>
                </c:pt>
                <c:pt idx="6144">
                  <c:v>0.38441204499999998</c:v>
                </c:pt>
                <c:pt idx="6145">
                  <c:v>0.38441204499999998</c:v>
                </c:pt>
                <c:pt idx="6146">
                  <c:v>0.38441204499999998</c:v>
                </c:pt>
                <c:pt idx="6147">
                  <c:v>0.48751459000000003</c:v>
                </c:pt>
                <c:pt idx="6148">
                  <c:v>0.56255390500000002</c:v>
                </c:pt>
                <c:pt idx="6149">
                  <c:v>0.65347446099999995</c:v>
                </c:pt>
                <c:pt idx="6150">
                  <c:v>0.69974054900000004</c:v>
                </c:pt>
                <c:pt idx="6151">
                  <c:v>0.54455410000000004</c:v>
                </c:pt>
                <c:pt idx="6152">
                  <c:v>0.445859161</c:v>
                </c:pt>
                <c:pt idx="6153">
                  <c:v>0.37770704199999999</c:v>
                </c:pt>
                <c:pt idx="6154">
                  <c:v>0.37770704199999999</c:v>
                </c:pt>
                <c:pt idx="6155">
                  <c:v>0.42565618</c:v>
                </c:pt>
                <c:pt idx="6156">
                  <c:v>0.54503975800000004</c:v>
                </c:pt>
                <c:pt idx="6157">
                  <c:v>0.77274801199999998</c:v>
                </c:pt>
                <c:pt idx="6158">
                  <c:v>0.76136259900000003</c:v>
                </c:pt>
                <c:pt idx="6159">
                  <c:v>0.76193186999999996</c:v>
                </c:pt>
                <c:pt idx="6160">
                  <c:v>0.76190340599999995</c:v>
                </c:pt>
                <c:pt idx="6161">
                  <c:v>0.76190482999999998</c:v>
                </c:pt>
                <c:pt idx="6162">
                  <c:v>0.65780965400000002</c:v>
                </c:pt>
                <c:pt idx="6163">
                  <c:v>0.52289120099999997</c:v>
                </c:pt>
                <c:pt idx="6164">
                  <c:v>0.53282383099999997</c:v>
                </c:pt>
                <c:pt idx="6165">
                  <c:v>0.70418595100000003</c:v>
                </c:pt>
                <c:pt idx="6166">
                  <c:v>0.76479070199999999</c:v>
                </c:pt>
                <c:pt idx="6167">
                  <c:v>0.76176046500000005</c:v>
                </c:pt>
                <c:pt idx="6168">
                  <c:v>0.76191197700000002</c:v>
                </c:pt>
                <c:pt idx="6169">
                  <c:v>0.76190440100000001</c:v>
                </c:pt>
                <c:pt idx="6170">
                  <c:v>0.75267731500000001</c:v>
                </c:pt>
                <c:pt idx="6171">
                  <c:v>0.66873064199999999</c:v>
                </c:pt>
                <c:pt idx="6172">
                  <c:v>0.58234573999999995</c:v>
                </c:pt>
                <c:pt idx="6173">
                  <c:v>0.52309242099999997</c:v>
                </c:pt>
                <c:pt idx="6174">
                  <c:v>0.55791298600000006</c:v>
                </c:pt>
                <c:pt idx="6175">
                  <c:v>0.77210435099999997</c:v>
                </c:pt>
                <c:pt idx="6176">
                  <c:v>0.76139478199999999</c:v>
                </c:pt>
                <c:pt idx="6177">
                  <c:v>0.76193026100000005</c:v>
                </c:pt>
                <c:pt idx="6178">
                  <c:v>0.76190348699999999</c:v>
                </c:pt>
                <c:pt idx="6179">
                  <c:v>0.76190482599999998</c:v>
                </c:pt>
                <c:pt idx="6180">
                  <c:v>0.76190475899999999</c:v>
                </c:pt>
                <c:pt idx="6181">
                  <c:v>0.76190476200000001</c:v>
                </c:pt>
                <c:pt idx="6182">
                  <c:v>0.76190476200000001</c:v>
                </c:pt>
                <c:pt idx="6183">
                  <c:v>0.76190476200000001</c:v>
                </c:pt>
                <c:pt idx="6184">
                  <c:v>0.76190476200000001</c:v>
                </c:pt>
                <c:pt idx="6185">
                  <c:v>0.76190476200000001</c:v>
                </c:pt>
                <c:pt idx="6186">
                  <c:v>0.76190476200000001</c:v>
                </c:pt>
                <c:pt idx="6187">
                  <c:v>0.59263552399999997</c:v>
                </c:pt>
                <c:pt idx="6188">
                  <c:v>0.64575162399999997</c:v>
                </c:pt>
                <c:pt idx="6189">
                  <c:v>0.76519504299999996</c:v>
                </c:pt>
                <c:pt idx="6190">
                  <c:v>0.66890450199999996</c:v>
                </c:pt>
                <c:pt idx="6191">
                  <c:v>0.64880303399999995</c:v>
                </c:pt>
                <c:pt idx="6192">
                  <c:v>0.745616846</c:v>
                </c:pt>
                <c:pt idx="6193">
                  <c:v>0.76271915800000001</c:v>
                </c:pt>
                <c:pt idx="6194">
                  <c:v>0.73889884299999997</c:v>
                </c:pt>
                <c:pt idx="6195">
                  <c:v>0.76305505799999995</c:v>
                </c:pt>
                <c:pt idx="6196">
                  <c:v>0.75804940899999995</c:v>
                </c:pt>
                <c:pt idx="6197">
                  <c:v>0.67904844600000003</c:v>
                </c:pt>
                <c:pt idx="6198">
                  <c:v>0.69761183599999999</c:v>
                </c:pt>
                <c:pt idx="6199">
                  <c:v>0.74133917299999996</c:v>
                </c:pt>
                <c:pt idx="6200">
                  <c:v>0.76293304100000003</c:v>
                </c:pt>
                <c:pt idx="6201">
                  <c:v>0.76185334800000004</c:v>
                </c:pt>
                <c:pt idx="6202">
                  <c:v>0.76190733300000002</c:v>
                </c:pt>
                <c:pt idx="6203">
                  <c:v>0.761904633</c:v>
                </c:pt>
                <c:pt idx="6204">
                  <c:v>0.76190476799999995</c:v>
                </c:pt>
                <c:pt idx="6205">
                  <c:v>0.76190476200000001</c:v>
                </c:pt>
                <c:pt idx="6206">
                  <c:v>0.76190476200000001</c:v>
                </c:pt>
                <c:pt idx="6207">
                  <c:v>0.76190476200000001</c:v>
                </c:pt>
                <c:pt idx="6208">
                  <c:v>0.76190476200000001</c:v>
                </c:pt>
                <c:pt idx="6209">
                  <c:v>0.76190476200000001</c:v>
                </c:pt>
                <c:pt idx="6210">
                  <c:v>0.76190476200000001</c:v>
                </c:pt>
                <c:pt idx="6211">
                  <c:v>0.76190476200000001</c:v>
                </c:pt>
                <c:pt idx="6212">
                  <c:v>0.72300336799999998</c:v>
                </c:pt>
                <c:pt idx="6213">
                  <c:v>0.75888865500000002</c:v>
                </c:pt>
                <c:pt idx="6214">
                  <c:v>0.71033735499999995</c:v>
                </c:pt>
                <c:pt idx="6215">
                  <c:v>0.76247773299999999</c:v>
                </c:pt>
                <c:pt idx="6216">
                  <c:v>0.76187611300000002</c:v>
                </c:pt>
                <c:pt idx="6217">
                  <c:v>0.76190619400000004</c:v>
                </c:pt>
                <c:pt idx="6218">
                  <c:v>0.76190469000000005</c:v>
                </c:pt>
                <c:pt idx="6219">
                  <c:v>0.76190476500000004</c:v>
                </c:pt>
                <c:pt idx="6220">
                  <c:v>0.76190476200000001</c:v>
                </c:pt>
                <c:pt idx="6221">
                  <c:v>0.76190476200000001</c:v>
                </c:pt>
                <c:pt idx="6222">
                  <c:v>0.76190476200000001</c:v>
                </c:pt>
                <c:pt idx="6223">
                  <c:v>0.76190476200000001</c:v>
                </c:pt>
                <c:pt idx="6224">
                  <c:v>0.76190476200000001</c:v>
                </c:pt>
                <c:pt idx="6225">
                  <c:v>0.76190476200000001</c:v>
                </c:pt>
                <c:pt idx="6226">
                  <c:v>0.76190476200000001</c:v>
                </c:pt>
                <c:pt idx="6227">
                  <c:v>0.76190476200000001</c:v>
                </c:pt>
                <c:pt idx="6228">
                  <c:v>0.76190476200000001</c:v>
                </c:pt>
                <c:pt idx="6229">
                  <c:v>0.76190476200000001</c:v>
                </c:pt>
                <c:pt idx="6230">
                  <c:v>0.76190476200000001</c:v>
                </c:pt>
                <c:pt idx="6231">
                  <c:v>0.76190476200000001</c:v>
                </c:pt>
                <c:pt idx="6232">
                  <c:v>0.76190476200000001</c:v>
                </c:pt>
                <c:pt idx="6233">
                  <c:v>0.60244450500000002</c:v>
                </c:pt>
                <c:pt idx="6234">
                  <c:v>0.44394992900000002</c:v>
                </c:pt>
                <c:pt idx="6235">
                  <c:v>0.37780250399999998</c:v>
                </c:pt>
                <c:pt idx="6236">
                  <c:v>0.37780250399999998</c:v>
                </c:pt>
                <c:pt idx="6237">
                  <c:v>0.37780250399999998</c:v>
                </c:pt>
                <c:pt idx="6238">
                  <c:v>0.37780250399999998</c:v>
                </c:pt>
                <c:pt idx="6239">
                  <c:v>0.58831524599999996</c:v>
                </c:pt>
                <c:pt idx="6240">
                  <c:v>0.77058423799999998</c:v>
                </c:pt>
                <c:pt idx="6241">
                  <c:v>0.76147078800000001</c:v>
                </c:pt>
                <c:pt idx="6242">
                  <c:v>0.76192646100000005</c:v>
                </c:pt>
                <c:pt idx="6243">
                  <c:v>0.69824307799999996</c:v>
                </c:pt>
                <c:pt idx="6244">
                  <c:v>0.63974883900000001</c:v>
                </c:pt>
                <c:pt idx="6245">
                  <c:v>0.57575685899999995</c:v>
                </c:pt>
                <c:pt idx="6246">
                  <c:v>0.535373565</c:v>
                </c:pt>
                <c:pt idx="6247">
                  <c:v>0.64872334600000003</c:v>
                </c:pt>
                <c:pt idx="6248">
                  <c:v>0.76756383299999997</c:v>
                </c:pt>
                <c:pt idx="6249">
                  <c:v>0.76162180800000001</c:v>
                </c:pt>
                <c:pt idx="6250">
                  <c:v>0.76191891</c:v>
                </c:pt>
                <c:pt idx="6251">
                  <c:v>0.76190405500000002</c:v>
                </c:pt>
                <c:pt idx="6252">
                  <c:v>0.76190479700000002</c:v>
                </c:pt>
                <c:pt idx="6253">
                  <c:v>0.76190475999999996</c:v>
                </c:pt>
                <c:pt idx="6254">
                  <c:v>0.76190476200000001</c:v>
                </c:pt>
                <c:pt idx="6255">
                  <c:v>0.76190476200000001</c:v>
                </c:pt>
                <c:pt idx="6256">
                  <c:v>0.76190476200000001</c:v>
                </c:pt>
                <c:pt idx="6257">
                  <c:v>0.76190476200000001</c:v>
                </c:pt>
                <c:pt idx="6258">
                  <c:v>0.76190476200000001</c:v>
                </c:pt>
                <c:pt idx="6259">
                  <c:v>0.76190476200000001</c:v>
                </c:pt>
                <c:pt idx="6260">
                  <c:v>0.76190476200000001</c:v>
                </c:pt>
                <c:pt idx="6261">
                  <c:v>0.76190476200000001</c:v>
                </c:pt>
                <c:pt idx="6262">
                  <c:v>0.76190476200000001</c:v>
                </c:pt>
                <c:pt idx="6263">
                  <c:v>0.76190476200000001</c:v>
                </c:pt>
                <c:pt idx="6264">
                  <c:v>0.76190476200000001</c:v>
                </c:pt>
                <c:pt idx="6265">
                  <c:v>0.76190476200000001</c:v>
                </c:pt>
                <c:pt idx="6266">
                  <c:v>0.76190476200000001</c:v>
                </c:pt>
                <c:pt idx="6267">
                  <c:v>0.76190476200000001</c:v>
                </c:pt>
                <c:pt idx="6268">
                  <c:v>0.76190476200000001</c:v>
                </c:pt>
                <c:pt idx="6269">
                  <c:v>0.76190476200000001</c:v>
                </c:pt>
                <c:pt idx="6270">
                  <c:v>0.76190476200000001</c:v>
                </c:pt>
                <c:pt idx="6271">
                  <c:v>0.76190476200000001</c:v>
                </c:pt>
                <c:pt idx="6272">
                  <c:v>0.76190476200000001</c:v>
                </c:pt>
                <c:pt idx="6273">
                  <c:v>0.76190476200000001</c:v>
                </c:pt>
                <c:pt idx="6274">
                  <c:v>0.76190476200000001</c:v>
                </c:pt>
                <c:pt idx="6275">
                  <c:v>0.76190476200000001</c:v>
                </c:pt>
                <c:pt idx="6276">
                  <c:v>0.76190476200000001</c:v>
                </c:pt>
                <c:pt idx="6277">
                  <c:v>0.76190476200000001</c:v>
                </c:pt>
                <c:pt idx="6278">
                  <c:v>0.76190476200000001</c:v>
                </c:pt>
                <c:pt idx="6279">
                  <c:v>0.76190476200000001</c:v>
                </c:pt>
                <c:pt idx="6280">
                  <c:v>0.76190476200000001</c:v>
                </c:pt>
                <c:pt idx="6281">
                  <c:v>0.76190476200000001</c:v>
                </c:pt>
                <c:pt idx="6282">
                  <c:v>0.76190476200000001</c:v>
                </c:pt>
                <c:pt idx="6283">
                  <c:v>0.70841165399999995</c:v>
                </c:pt>
                <c:pt idx="6284">
                  <c:v>0.76457941699999998</c:v>
                </c:pt>
                <c:pt idx="6285">
                  <c:v>0.76177102900000004</c:v>
                </c:pt>
                <c:pt idx="6286">
                  <c:v>0.51064706000000004</c:v>
                </c:pt>
                <c:pt idx="6287">
                  <c:v>0.56753784900000004</c:v>
                </c:pt>
                <c:pt idx="6288">
                  <c:v>0.478584921</c:v>
                </c:pt>
                <c:pt idx="6289">
                  <c:v>0.41713457700000001</c:v>
                </c:pt>
                <c:pt idx="6290">
                  <c:v>0.39741156900000002</c:v>
                </c:pt>
                <c:pt idx="6291">
                  <c:v>0.39741156900000002</c:v>
                </c:pt>
                <c:pt idx="6292">
                  <c:v>0.49109827</c:v>
                </c:pt>
                <c:pt idx="6293">
                  <c:v>0.46775659800000002</c:v>
                </c:pt>
                <c:pt idx="6294">
                  <c:v>0.58369543000000002</c:v>
                </c:pt>
                <c:pt idx="6295">
                  <c:v>0.77081522899999999</c:v>
                </c:pt>
                <c:pt idx="6296">
                  <c:v>0.76145923900000001</c:v>
                </c:pt>
                <c:pt idx="6297">
                  <c:v>0.76192703799999995</c:v>
                </c:pt>
                <c:pt idx="6298">
                  <c:v>0.76190364799999999</c:v>
                </c:pt>
                <c:pt idx="6299">
                  <c:v>0.76190481799999998</c:v>
                </c:pt>
                <c:pt idx="6300">
                  <c:v>0.76190475899999999</c:v>
                </c:pt>
                <c:pt idx="6301">
                  <c:v>0.76190476200000001</c:v>
                </c:pt>
                <c:pt idx="6302">
                  <c:v>0.76190476200000001</c:v>
                </c:pt>
                <c:pt idx="6303">
                  <c:v>0.76190476200000001</c:v>
                </c:pt>
                <c:pt idx="6304">
                  <c:v>0.76190476200000001</c:v>
                </c:pt>
                <c:pt idx="6305">
                  <c:v>0.76190476200000001</c:v>
                </c:pt>
                <c:pt idx="6306">
                  <c:v>0.76190476200000001</c:v>
                </c:pt>
                <c:pt idx="6307">
                  <c:v>0.48074463200000001</c:v>
                </c:pt>
                <c:pt idx="6308">
                  <c:v>0.63843387200000001</c:v>
                </c:pt>
                <c:pt idx="6309">
                  <c:v>0.56729543999999998</c:v>
                </c:pt>
                <c:pt idx="6310">
                  <c:v>0.401467191</c:v>
                </c:pt>
                <c:pt idx="6311">
                  <c:v>0.37992663999999998</c:v>
                </c:pt>
                <c:pt idx="6312">
                  <c:v>0.37992663999999998</c:v>
                </c:pt>
                <c:pt idx="6313">
                  <c:v>0.54055390800000003</c:v>
                </c:pt>
                <c:pt idx="6314">
                  <c:v>0.77297230500000003</c:v>
                </c:pt>
                <c:pt idx="6315">
                  <c:v>0.76135138499999999</c:v>
                </c:pt>
                <c:pt idx="6316">
                  <c:v>0.76193243099999997</c:v>
                </c:pt>
                <c:pt idx="6317">
                  <c:v>0.76190337799999996</c:v>
                </c:pt>
                <c:pt idx="6318">
                  <c:v>0.76190483099999995</c:v>
                </c:pt>
                <c:pt idx="6319">
                  <c:v>0.76190475800000002</c:v>
                </c:pt>
                <c:pt idx="6320">
                  <c:v>0.76190476200000001</c:v>
                </c:pt>
                <c:pt idx="6321">
                  <c:v>0.76190476200000001</c:v>
                </c:pt>
                <c:pt idx="6322">
                  <c:v>0.76190476200000001</c:v>
                </c:pt>
                <c:pt idx="6323">
                  <c:v>0.76190476200000001</c:v>
                </c:pt>
                <c:pt idx="6324">
                  <c:v>0.76190476200000001</c:v>
                </c:pt>
                <c:pt idx="6325">
                  <c:v>0.76190476200000001</c:v>
                </c:pt>
                <c:pt idx="6326">
                  <c:v>0.76190476200000001</c:v>
                </c:pt>
                <c:pt idx="6327">
                  <c:v>0.76190476200000001</c:v>
                </c:pt>
                <c:pt idx="6328">
                  <c:v>0.76190476200000001</c:v>
                </c:pt>
                <c:pt idx="6329">
                  <c:v>0.76190476200000001</c:v>
                </c:pt>
                <c:pt idx="6330">
                  <c:v>0.76190476200000001</c:v>
                </c:pt>
                <c:pt idx="6331">
                  <c:v>0.56344053599999999</c:v>
                </c:pt>
                <c:pt idx="6332">
                  <c:v>0.37182797299999998</c:v>
                </c:pt>
                <c:pt idx="6333">
                  <c:v>0.37182797299999998</c:v>
                </c:pt>
                <c:pt idx="6334">
                  <c:v>0.37182797299999998</c:v>
                </c:pt>
                <c:pt idx="6335">
                  <c:v>0.42908571899999998</c:v>
                </c:pt>
                <c:pt idx="6336">
                  <c:v>0.41982350800000001</c:v>
                </c:pt>
                <c:pt idx="6337">
                  <c:v>0.74714693700000001</c:v>
                </c:pt>
                <c:pt idx="6338">
                  <c:v>0.762642653</c:v>
                </c:pt>
                <c:pt idx="6339">
                  <c:v>0.76186786699999998</c:v>
                </c:pt>
                <c:pt idx="6340">
                  <c:v>0.76190660700000001</c:v>
                </c:pt>
                <c:pt idx="6341">
                  <c:v>0.76190466999999995</c:v>
                </c:pt>
                <c:pt idx="6342">
                  <c:v>0.76190476699999998</c:v>
                </c:pt>
                <c:pt idx="6343">
                  <c:v>0.76190476200000001</c:v>
                </c:pt>
                <c:pt idx="6344">
                  <c:v>0.67659445100000004</c:v>
                </c:pt>
                <c:pt idx="6345">
                  <c:v>0.76617027699999996</c:v>
                </c:pt>
                <c:pt idx="6346">
                  <c:v>0.75635862600000003</c:v>
                </c:pt>
                <c:pt idx="6347">
                  <c:v>0.76218206899999996</c:v>
                </c:pt>
                <c:pt idx="6348">
                  <c:v>0.76189089700000001</c:v>
                </c:pt>
                <c:pt idx="6349">
                  <c:v>0.75894883999999996</c:v>
                </c:pt>
                <c:pt idx="6350">
                  <c:v>0.76205255800000005</c:v>
                </c:pt>
                <c:pt idx="6351">
                  <c:v>0.76189737199999996</c:v>
                </c:pt>
                <c:pt idx="6352">
                  <c:v>0.76190513100000001</c:v>
                </c:pt>
                <c:pt idx="6353">
                  <c:v>0.761904743</c:v>
                </c:pt>
                <c:pt idx="6354">
                  <c:v>0.76190476299999998</c:v>
                </c:pt>
                <c:pt idx="6355">
                  <c:v>0.76190476200000001</c:v>
                </c:pt>
                <c:pt idx="6356">
                  <c:v>0.55964645899999999</c:v>
                </c:pt>
                <c:pt idx="6357">
                  <c:v>0.37201767699999999</c:v>
                </c:pt>
                <c:pt idx="6358">
                  <c:v>0.463578663</c:v>
                </c:pt>
                <c:pt idx="6359">
                  <c:v>0.66999908399999997</c:v>
                </c:pt>
                <c:pt idx="6360">
                  <c:v>0.71469075599999998</c:v>
                </c:pt>
                <c:pt idx="6361">
                  <c:v>0.69979070099999996</c:v>
                </c:pt>
                <c:pt idx="6362">
                  <c:v>0.62144001199999999</c:v>
                </c:pt>
                <c:pt idx="6363">
                  <c:v>0.72727889999999995</c:v>
                </c:pt>
                <c:pt idx="6364">
                  <c:v>0.76363605499999998</c:v>
                </c:pt>
                <c:pt idx="6365">
                  <c:v>0.76181819699999997</c:v>
                </c:pt>
                <c:pt idx="6366">
                  <c:v>0.76190908999999996</c:v>
                </c:pt>
                <c:pt idx="6367">
                  <c:v>0.72027209000000003</c:v>
                </c:pt>
                <c:pt idx="6368">
                  <c:v>0.71738752800000005</c:v>
                </c:pt>
                <c:pt idx="6369">
                  <c:v>0.76413062399999998</c:v>
                </c:pt>
                <c:pt idx="6370">
                  <c:v>0.761793469</c:v>
                </c:pt>
                <c:pt idx="6371">
                  <c:v>0.76191032700000005</c:v>
                </c:pt>
                <c:pt idx="6372">
                  <c:v>0.76190448399999999</c:v>
                </c:pt>
                <c:pt idx="6373">
                  <c:v>0.76190477599999995</c:v>
                </c:pt>
                <c:pt idx="6374">
                  <c:v>0.76190476100000004</c:v>
                </c:pt>
                <c:pt idx="6375">
                  <c:v>0.71321395200000004</c:v>
                </c:pt>
                <c:pt idx="6376">
                  <c:v>0.764339302</c:v>
                </c:pt>
                <c:pt idx="6377">
                  <c:v>0.761783035</c:v>
                </c:pt>
                <c:pt idx="6378">
                  <c:v>0.76191084799999997</c:v>
                </c:pt>
                <c:pt idx="6379">
                  <c:v>0.76190445799999995</c:v>
                </c:pt>
                <c:pt idx="6380">
                  <c:v>0.76190477700000003</c:v>
                </c:pt>
                <c:pt idx="6381">
                  <c:v>0.76190476100000004</c:v>
                </c:pt>
                <c:pt idx="6382">
                  <c:v>0.76190476200000001</c:v>
                </c:pt>
                <c:pt idx="6383">
                  <c:v>0.76190476200000001</c:v>
                </c:pt>
                <c:pt idx="6384">
                  <c:v>0.76190476200000001</c:v>
                </c:pt>
                <c:pt idx="6385">
                  <c:v>0.76190476200000001</c:v>
                </c:pt>
                <c:pt idx="6386">
                  <c:v>0.76190476200000001</c:v>
                </c:pt>
                <c:pt idx="6387">
                  <c:v>0.76190476200000001</c:v>
                </c:pt>
                <c:pt idx="6388">
                  <c:v>0.76190476200000001</c:v>
                </c:pt>
                <c:pt idx="6389">
                  <c:v>0.76190476200000001</c:v>
                </c:pt>
                <c:pt idx="6390">
                  <c:v>0.76190476200000001</c:v>
                </c:pt>
                <c:pt idx="6391">
                  <c:v>0.76190476200000001</c:v>
                </c:pt>
                <c:pt idx="6392">
                  <c:v>0.76190476200000001</c:v>
                </c:pt>
                <c:pt idx="6393">
                  <c:v>0.76190476200000001</c:v>
                </c:pt>
                <c:pt idx="6394">
                  <c:v>0.76190476200000001</c:v>
                </c:pt>
                <c:pt idx="6395">
                  <c:v>0.76190476200000001</c:v>
                </c:pt>
                <c:pt idx="6396">
                  <c:v>0.76190476200000001</c:v>
                </c:pt>
                <c:pt idx="6397">
                  <c:v>0.76190476200000001</c:v>
                </c:pt>
                <c:pt idx="6398">
                  <c:v>0.76190476200000001</c:v>
                </c:pt>
                <c:pt idx="6399">
                  <c:v>0.76190476200000001</c:v>
                </c:pt>
                <c:pt idx="6400">
                  <c:v>0.76190476200000001</c:v>
                </c:pt>
                <c:pt idx="6401">
                  <c:v>0.76190476200000001</c:v>
                </c:pt>
                <c:pt idx="6402">
                  <c:v>0.76190476200000001</c:v>
                </c:pt>
                <c:pt idx="6403">
                  <c:v>0.76190476200000001</c:v>
                </c:pt>
                <c:pt idx="6404">
                  <c:v>0.44988955899999999</c:v>
                </c:pt>
                <c:pt idx="6405">
                  <c:v>0.37750552199999998</c:v>
                </c:pt>
                <c:pt idx="6406">
                  <c:v>0.37750552199999998</c:v>
                </c:pt>
                <c:pt idx="6407">
                  <c:v>0.386193711</c:v>
                </c:pt>
                <c:pt idx="6408">
                  <c:v>0.386193711</c:v>
                </c:pt>
                <c:pt idx="6409">
                  <c:v>0.386193711</c:v>
                </c:pt>
                <c:pt idx="6410">
                  <c:v>0.43851385300000001</c:v>
                </c:pt>
                <c:pt idx="6411">
                  <c:v>0.49790431299999999</c:v>
                </c:pt>
                <c:pt idx="6412">
                  <c:v>0.56332193799999997</c:v>
                </c:pt>
                <c:pt idx="6413">
                  <c:v>0.55505040100000003</c:v>
                </c:pt>
                <c:pt idx="6414">
                  <c:v>0.61989933900000005</c:v>
                </c:pt>
                <c:pt idx="6415">
                  <c:v>0.769005033</c:v>
                </c:pt>
                <c:pt idx="6416">
                  <c:v>0.76154974799999997</c:v>
                </c:pt>
                <c:pt idx="6417">
                  <c:v>0.76192251300000002</c:v>
                </c:pt>
                <c:pt idx="6418">
                  <c:v>0.76190387400000004</c:v>
                </c:pt>
                <c:pt idx="6419">
                  <c:v>0.76190480599999999</c:v>
                </c:pt>
                <c:pt idx="6420">
                  <c:v>0.76190475999999996</c:v>
                </c:pt>
                <c:pt idx="6421">
                  <c:v>0.76190476200000001</c:v>
                </c:pt>
                <c:pt idx="6422">
                  <c:v>0.76190476200000001</c:v>
                </c:pt>
                <c:pt idx="6423">
                  <c:v>0.76190476200000001</c:v>
                </c:pt>
                <c:pt idx="6424">
                  <c:v>0.76190476200000001</c:v>
                </c:pt>
                <c:pt idx="6425">
                  <c:v>0.76190476200000001</c:v>
                </c:pt>
                <c:pt idx="6426">
                  <c:v>0.76190476200000001</c:v>
                </c:pt>
                <c:pt idx="6427">
                  <c:v>0.76190476200000001</c:v>
                </c:pt>
                <c:pt idx="6428">
                  <c:v>0.68056218999999996</c:v>
                </c:pt>
                <c:pt idx="6429">
                  <c:v>0.68616485500000002</c:v>
                </c:pt>
                <c:pt idx="6430">
                  <c:v>0.575896674</c:v>
                </c:pt>
                <c:pt idx="6431">
                  <c:v>0.53600216700000003</c:v>
                </c:pt>
                <c:pt idx="6432">
                  <c:v>0.52911117900000004</c:v>
                </c:pt>
                <c:pt idx="6433">
                  <c:v>0.46987003799999999</c:v>
                </c:pt>
                <c:pt idx="6434">
                  <c:v>0.39185002800000002</c:v>
                </c:pt>
                <c:pt idx="6435">
                  <c:v>0.39185002800000002</c:v>
                </c:pt>
                <c:pt idx="6436">
                  <c:v>0.39185002800000002</c:v>
                </c:pt>
                <c:pt idx="6437">
                  <c:v>0.57752920900000004</c:v>
                </c:pt>
                <c:pt idx="6438">
                  <c:v>0.73375316700000004</c:v>
                </c:pt>
                <c:pt idx="6439">
                  <c:v>0.76331234199999998</c:v>
                </c:pt>
                <c:pt idx="6440">
                  <c:v>0.76183438299999995</c:v>
                </c:pt>
                <c:pt idx="6441">
                  <c:v>0.76190828099999997</c:v>
                </c:pt>
                <c:pt idx="6442">
                  <c:v>0.76190458599999999</c:v>
                </c:pt>
                <c:pt idx="6443">
                  <c:v>0.76190477099999998</c:v>
                </c:pt>
                <c:pt idx="6444">
                  <c:v>0.76190476100000004</c:v>
                </c:pt>
                <c:pt idx="6445">
                  <c:v>0.76190476200000001</c:v>
                </c:pt>
                <c:pt idx="6446">
                  <c:v>0.76190476200000001</c:v>
                </c:pt>
                <c:pt idx="6447">
                  <c:v>0.76190476200000001</c:v>
                </c:pt>
                <c:pt idx="6448">
                  <c:v>0.76190476200000001</c:v>
                </c:pt>
                <c:pt idx="6449">
                  <c:v>0.76190476200000001</c:v>
                </c:pt>
                <c:pt idx="6450">
                  <c:v>0.76190476200000001</c:v>
                </c:pt>
                <c:pt idx="6451">
                  <c:v>0.65682984099999997</c:v>
                </c:pt>
                <c:pt idx="6452">
                  <c:v>0.70133416299999995</c:v>
                </c:pt>
                <c:pt idx="6453">
                  <c:v>0.76493329200000004</c:v>
                </c:pt>
                <c:pt idx="6454">
                  <c:v>0.76175333499999998</c:v>
                </c:pt>
                <c:pt idx="6455">
                  <c:v>0.76191233300000005</c:v>
                </c:pt>
                <c:pt idx="6456">
                  <c:v>0.76190438299999996</c:v>
                </c:pt>
                <c:pt idx="6457">
                  <c:v>0.76190478100000003</c:v>
                </c:pt>
                <c:pt idx="6458">
                  <c:v>0.76190476100000004</c:v>
                </c:pt>
                <c:pt idx="6459">
                  <c:v>0.73772006700000003</c:v>
                </c:pt>
                <c:pt idx="6460">
                  <c:v>0.76311399700000004</c:v>
                </c:pt>
                <c:pt idx="6461">
                  <c:v>0.68597956500000001</c:v>
                </c:pt>
                <c:pt idx="6462">
                  <c:v>0.57408881099999998</c:v>
                </c:pt>
                <c:pt idx="6463">
                  <c:v>0.61544694</c:v>
                </c:pt>
                <c:pt idx="6464">
                  <c:v>0.76922765299999996</c:v>
                </c:pt>
                <c:pt idx="6465">
                  <c:v>0.70208020699999996</c:v>
                </c:pt>
                <c:pt idx="6466">
                  <c:v>0.76489598999999997</c:v>
                </c:pt>
                <c:pt idx="6467">
                  <c:v>0.76175520100000005</c:v>
                </c:pt>
                <c:pt idx="6468">
                  <c:v>0.76191224000000002</c:v>
                </c:pt>
                <c:pt idx="6469">
                  <c:v>0.76190438800000004</c:v>
                </c:pt>
                <c:pt idx="6470">
                  <c:v>0.76190478100000003</c:v>
                </c:pt>
                <c:pt idx="6471">
                  <c:v>0.76190476100000004</c:v>
                </c:pt>
                <c:pt idx="6472">
                  <c:v>0.76190476200000001</c:v>
                </c:pt>
                <c:pt idx="6473">
                  <c:v>0.76190476200000001</c:v>
                </c:pt>
                <c:pt idx="6474">
                  <c:v>0.76190476200000001</c:v>
                </c:pt>
                <c:pt idx="6475">
                  <c:v>0.76190476200000001</c:v>
                </c:pt>
                <c:pt idx="6476">
                  <c:v>0.76190476200000001</c:v>
                </c:pt>
                <c:pt idx="6477">
                  <c:v>0.76190476200000001</c:v>
                </c:pt>
                <c:pt idx="6478">
                  <c:v>0.76190476200000001</c:v>
                </c:pt>
                <c:pt idx="6479">
                  <c:v>0.76190476200000001</c:v>
                </c:pt>
                <c:pt idx="6480">
                  <c:v>0.76190476200000001</c:v>
                </c:pt>
                <c:pt idx="6481">
                  <c:v>0.76190476200000001</c:v>
                </c:pt>
                <c:pt idx="6482">
                  <c:v>0.76190476200000001</c:v>
                </c:pt>
                <c:pt idx="6483">
                  <c:v>0.76190476200000001</c:v>
                </c:pt>
                <c:pt idx="6484">
                  <c:v>0.74123301900000005</c:v>
                </c:pt>
                <c:pt idx="6485">
                  <c:v>0.69544288499999996</c:v>
                </c:pt>
                <c:pt idx="6486">
                  <c:v>0.60590889699999995</c:v>
                </c:pt>
                <c:pt idx="6487">
                  <c:v>0.71779115400000004</c:v>
                </c:pt>
                <c:pt idx="6488">
                  <c:v>0.764110442</c:v>
                </c:pt>
                <c:pt idx="6489">
                  <c:v>0.761794478</c:v>
                </c:pt>
                <c:pt idx="6490">
                  <c:v>0.75713558299999995</c:v>
                </c:pt>
                <c:pt idx="6491">
                  <c:v>0.76214322099999998</c:v>
                </c:pt>
                <c:pt idx="6492">
                  <c:v>0.76189283900000004</c:v>
                </c:pt>
                <c:pt idx="6493">
                  <c:v>0.76190535800000003</c:v>
                </c:pt>
                <c:pt idx="6494">
                  <c:v>0.76190473199999997</c:v>
                </c:pt>
                <c:pt idx="6495">
                  <c:v>0.76190476299999998</c:v>
                </c:pt>
                <c:pt idx="6496">
                  <c:v>0.76190476200000001</c:v>
                </c:pt>
                <c:pt idx="6497">
                  <c:v>0.76190476200000001</c:v>
                </c:pt>
                <c:pt idx="6498">
                  <c:v>0.76190476200000001</c:v>
                </c:pt>
                <c:pt idx="6499">
                  <c:v>0.64359698700000001</c:v>
                </c:pt>
                <c:pt idx="6500">
                  <c:v>0.66829196700000004</c:v>
                </c:pt>
                <c:pt idx="6501">
                  <c:v>0.63537070200000001</c:v>
                </c:pt>
                <c:pt idx="6502">
                  <c:v>0.76823146499999995</c:v>
                </c:pt>
                <c:pt idx="6503">
                  <c:v>0.76158842699999996</c:v>
                </c:pt>
                <c:pt idx="6504">
                  <c:v>0.76192057899999999</c:v>
                </c:pt>
                <c:pt idx="6505">
                  <c:v>0.68425112899999996</c:v>
                </c:pt>
                <c:pt idx="6506">
                  <c:v>0.76578744399999998</c:v>
                </c:pt>
                <c:pt idx="6507">
                  <c:v>0.73344497500000005</c:v>
                </c:pt>
                <c:pt idx="6508">
                  <c:v>0.66258435500000001</c:v>
                </c:pt>
                <c:pt idx="6509">
                  <c:v>0.58880655199999998</c:v>
                </c:pt>
                <c:pt idx="6510">
                  <c:v>0.49263222099999998</c:v>
                </c:pt>
                <c:pt idx="6511">
                  <c:v>0.56944255200000005</c:v>
                </c:pt>
                <c:pt idx="6512">
                  <c:v>0.77152787199999995</c:v>
                </c:pt>
                <c:pt idx="6513">
                  <c:v>0.76142360600000003</c:v>
                </c:pt>
                <c:pt idx="6514">
                  <c:v>0.76192881999999995</c:v>
                </c:pt>
                <c:pt idx="6515">
                  <c:v>0.76190355899999995</c:v>
                </c:pt>
                <c:pt idx="6516">
                  <c:v>0.76190482199999998</c:v>
                </c:pt>
                <c:pt idx="6517">
                  <c:v>0.76190475899999999</c:v>
                </c:pt>
                <c:pt idx="6518">
                  <c:v>0.76190476200000001</c:v>
                </c:pt>
                <c:pt idx="6519">
                  <c:v>0.76190476200000001</c:v>
                </c:pt>
                <c:pt idx="6520">
                  <c:v>0.76190476200000001</c:v>
                </c:pt>
                <c:pt idx="6521">
                  <c:v>0.76190476200000001</c:v>
                </c:pt>
                <c:pt idx="6522">
                  <c:v>0.76190476200000001</c:v>
                </c:pt>
                <c:pt idx="6523">
                  <c:v>0.72522916900000001</c:v>
                </c:pt>
                <c:pt idx="6524">
                  <c:v>0.76373854200000002</c:v>
                </c:pt>
                <c:pt idx="6525">
                  <c:v>0.56645894600000002</c:v>
                </c:pt>
                <c:pt idx="6526">
                  <c:v>0.44657792899999998</c:v>
                </c:pt>
                <c:pt idx="6527">
                  <c:v>0.37767110399999998</c:v>
                </c:pt>
                <c:pt idx="6528">
                  <c:v>0.37767110399999998</c:v>
                </c:pt>
                <c:pt idx="6529">
                  <c:v>0.37767110399999998</c:v>
                </c:pt>
                <c:pt idx="6530">
                  <c:v>0.47762953899999999</c:v>
                </c:pt>
                <c:pt idx="6531">
                  <c:v>0.61706917699999997</c:v>
                </c:pt>
                <c:pt idx="6532">
                  <c:v>0.76914654100000002</c:v>
                </c:pt>
                <c:pt idx="6533">
                  <c:v>0.751582309</c:v>
                </c:pt>
                <c:pt idx="6534">
                  <c:v>0.67029239200000001</c:v>
                </c:pt>
                <c:pt idx="6535">
                  <c:v>0.74727821000000005</c:v>
                </c:pt>
                <c:pt idx="6536">
                  <c:v>0.76263608999999999</c:v>
                </c:pt>
                <c:pt idx="6537">
                  <c:v>0.58952531600000002</c:v>
                </c:pt>
                <c:pt idx="6538">
                  <c:v>0.56242620700000001</c:v>
                </c:pt>
                <c:pt idx="6539">
                  <c:v>0.43145385600000002</c:v>
                </c:pt>
                <c:pt idx="6540">
                  <c:v>0.49603599999999998</c:v>
                </c:pt>
                <c:pt idx="6541">
                  <c:v>0.62339563200000003</c:v>
                </c:pt>
                <c:pt idx="6542">
                  <c:v>0.76883021799999995</c:v>
                </c:pt>
                <c:pt idx="6543">
                  <c:v>0.76155848900000001</c:v>
                </c:pt>
                <c:pt idx="6544">
                  <c:v>0.76192207599999995</c:v>
                </c:pt>
                <c:pt idx="6545">
                  <c:v>0.76190389599999997</c:v>
                </c:pt>
                <c:pt idx="6546">
                  <c:v>0.68695755700000005</c:v>
                </c:pt>
                <c:pt idx="6547">
                  <c:v>0.42605838200000001</c:v>
                </c:pt>
                <c:pt idx="6548">
                  <c:v>0.60522505900000001</c:v>
                </c:pt>
                <c:pt idx="6549">
                  <c:v>0.64837453599999995</c:v>
                </c:pt>
                <c:pt idx="6550">
                  <c:v>0.65487162700000001</c:v>
                </c:pt>
                <c:pt idx="6551">
                  <c:v>0.76725641899999997</c:v>
                </c:pt>
                <c:pt idx="6552">
                  <c:v>0.76163717900000005</c:v>
                </c:pt>
                <c:pt idx="6553">
                  <c:v>0.76191814099999999</c:v>
                </c:pt>
                <c:pt idx="6554">
                  <c:v>0.75021427399999996</c:v>
                </c:pt>
                <c:pt idx="6555">
                  <c:v>0.72721643899999999</c:v>
                </c:pt>
                <c:pt idx="6556">
                  <c:v>0.64640593999999996</c:v>
                </c:pt>
                <c:pt idx="6557">
                  <c:v>0.76767970299999999</c:v>
                </c:pt>
                <c:pt idx="6558">
                  <c:v>0.76161601499999998</c:v>
                </c:pt>
                <c:pt idx="6559">
                  <c:v>0.76191919900000005</c:v>
                </c:pt>
                <c:pt idx="6560">
                  <c:v>0.76190404</c:v>
                </c:pt>
                <c:pt idx="6561">
                  <c:v>0.76190479799999999</c:v>
                </c:pt>
                <c:pt idx="6562">
                  <c:v>0.76190475999999996</c:v>
                </c:pt>
                <c:pt idx="6563">
                  <c:v>0.76190476200000001</c:v>
                </c:pt>
                <c:pt idx="6564">
                  <c:v>0.76190476200000001</c:v>
                </c:pt>
                <c:pt idx="6565">
                  <c:v>0.76190476200000001</c:v>
                </c:pt>
                <c:pt idx="6566">
                  <c:v>0.76190476200000001</c:v>
                </c:pt>
                <c:pt idx="6567">
                  <c:v>0.76190476200000001</c:v>
                </c:pt>
                <c:pt idx="6568">
                  <c:v>0.76190476200000001</c:v>
                </c:pt>
                <c:pt idx="6569">
                  <c:v>0.76190476200000001</c:v>
                </c:pt>
                <c:pt idx="6570">
                  <c:v>0.76190476200000001</c:v>
                </c:pt>
                <c:pt idx="6571">
                  <c:v>0.76190476200000001</c:v>
                </c:pt>
                <c:pt idx="6572">
                  <c:v>0.53182940999999995</c:v>
                </c:pt>
                <c:pt idx="6573">
                  <c:v>0.37340852899999999</c:v>
                </c:pt>
                <c:pt idx="6574">
                  <c:v>0.37340852899999999</c:v>
                </c:pt>
                <c:pt idx="6575">
                  <c:v>0.37340852899999999</c:v>
                </c:pt>
                <c:pt idx="6576">
                  <c:v>0.37340852899999999</c:v>
                </c:pt>
                <c:pt idx="6577">
                  <c:v>0.37340852899999999</c:v>
                </c:pt>
                <c:pt idx="6578">
                  <c:v>0.37340852899999999</c:v>
                </c:pt>
                <c:pt idx="6579">
                  <c:v>0.419415855</c:v>
                </c:pt>
                <c:pt idx="6580">
                  <c:v>0.37902920699999998</c:v>
                </c:pt>
                <c:pt idx="6581">
                  <c:v>0.37902920699999998</c:v>
                </c:pt>
                <c:pt idx="6582">
                  <c:v>0.64715347400000001</c:v>
                </c:pt>
                <c:pt idx="6583">
                  <c:v>0.62392819899999996</c:v>
                </c:pt>
                <c:pt idx="6584">
                  <c:v>0.603861282</c:v>
                </c:pt>
                <c:pt idx="6585">
                  <c:v>0.76980693600000005</c:v>
                </c:pt>
                <c:pt idx="6586">
                  <c:v>0.76150965299999995</c:v>
                </c:pt>
                <c:pt idx="6587">
                  <c:v>0.76192451699999997</c:v>
                </c:pt>
                <c:pt idx="6588">
                  <c:v>0.76190377399999998</c:v>
                </c:pt>
                <c:pt idx="6589">
                  <c:v>0.76190481099999996</c:v>
                </c:pt>
                <c:pt idx="6590">
                  <c:v>0.76190475899999999</c:v>
                </c:pt>
                <c:pt idx="6591">
                  <c:v>0.76190476200000001</c:v>
                </c:pt>
                <c:pt idx="6592">
                  <c:v>0.76190476200000001</c:v>
                </c:pt>
                <c:pt idx="6593">
                  <c:v>0.76190476200000001</c:v>
                </c:pt>
                <c:pt idx="6594">
                  <c:v>0.76190476200000001</c:v>
                </c:pt>
                <c:pt idx="6595">
                  <c:v>0.76190476200000001</c:v>
                </c:pt>
                <c:pt idx="6596">
                  <c:v>0.47806890000000002</c:v>
                </c:pt>
                <c:pt idx="6597">
                  <c:v>0.51958129799999997</c:v>
                </c:pt>
                <c:pt idx="6598">
                  <c:v>0.374020935</c:v>
                </c:pt>
                <c:pt idx="6599">
                  <c:v>0.374020935</c:v>
                </c:pt>
                <c:pt idx="6600">
                  <c:v>0.374020935</c:v>
                </c:pt>
                <c:pt idx="6601">
                  <c:v>0.41335315299999997</c:v>
                </c:pt>
                <c:pt idx="6602">
                  <c:v>0.72092095899999997</c:v>
                </c:pt>
                <c:pt idx="6603">
                  <c:v>0.76395395200000005</c:v>
                </c:pt>
                <c:pt idx="6604">
                  <c:v>0.76180230199999999</c:v>
                </c:pt>
                <c:pt idx="6605">
                  <c:v>0.76190988500000001</c:v>
                </c:pt>
                <c:pt idx="6606">
                  <c:v>0.75229227799999998</c:v>
                </c:pt>
                <c:pt idx="6607">
                  <c:v>0.71746051799999999</c:v>
                </c:pt>
                <c:pt idx="6608">
                  <c:v>0.76412697399999996</c:v>
                </c:pt>
                <c:pt idx="6609">
                  <c:v>0.76179365099999996</c:v>
                </c:pt>
                <c:pt idx="6610">
                  <c:v>0.761910317</c:v>
                </c:pt>
                <c:pt idx="6611">
                  <c:v>0.76190448399999999</c:v>
                </c:pt>
                <c:pt idx="6612">
                  <c:v>0.76190477599999995</c:v>
                </c:pt>
                <c:pt idx="6613">
                  <c:v>0.76190476100000004</c:v>
                </c:pt>
                <c:pt idx="6614">
                  <c:v>0.76064109499999999</c:v>
                </c:pt>
                <c:pt idx="6615">
                  <c:v>0.76196794499999998</c:v>
                </c:pt>
                <c:pt idx="6616">
                  <c:v>0.72600936800000004</c:v>
                </c:pt>
                <c:pt idx="6617">
                  <c:v>0.62773352599999999</c:v>
                </c:pt>
                <c:pt idx="6618">
                  <c:v>0.47531370499999998</c:v>
                </c:pt>
                <c:pt idx="6619">
                  <c:v>0.37623431499999999</c:v>
                </c:pt>
                <c:pt idx="6620">
                  <c:v>0.37623431499999999</c:v>
                </c:pt>
                <c:pt idx="6621">
                  <c:v>0.37623431499999999</c:v>
                </c:pt>
                <c:pt idx="6622">
                  <c:v>0.49624599600000002</c:v>
                </c:pt>
                <c:pt idx="6623">
                  <c:v>0.67159683800000003</c:v>
                </c:pt>
                <c:pt idx="6624">
                  <c:v>0.76642015799999996</c:v>
                </c:pt>
                <c:pt idx="6625">
                  <c:v>0.761678992</c:v>
                </c:pt>
                <c:pt idx="6626">
                  <c:v>0.76191604999999996</c:v>
                </c:pt>
                <c:pt idx="6627">
                  <c:v>0.69747243999999997</c:v>
                </c:pt>
                <c:pt idx="6628">
                  <c:v>0.61234758700000003</c:v>
                </c:pt>
                <c:pt idx="6629">
                  <c:v>0.55352853300000004</c:v>
                </c:pt>
                <c:pt idx="6630">
                  <c:v>0.46246519000000003</c:v>
                </c:pt>
                <c:pt idx="6631">
                  <c:v>0.40955875000000003</c:v>
                </c:pt>
                <c:pt idx="6632">
                  <c:v>0.59025895699999997</c:v>
                </c:pt>
                <c:pt idx="6633">
                  <c:v>0.53724753999999997</c:v>
                </c:pt>
                <c:pt idx="6634">
                  <c:v>0.66577242000000003</c:v>
                </c:pt>
                <c:pt idx="6635">
                  <c:v>0.76671137899999997</c:v>
                </c:pt>
                <c:pt idx="6636">
                  <c:v>0.76166443100000003</c:v>
                </c:pt>
                <c:pt idx="6637">
                  <c:v>0.76191677800000002</c:v>
                </c:pt>
                <c:pt idx="6638">
                  <c:v>0.76190416100000002</c:v>
                </c:pt>
                <c:pt idx="6639">
                  <c:v>0.76190479200000005</c:v>
                </c:pt>
                <c:pt idx="6640">
                  <c:v>0.76190475999999996</c:v>
                </c:pt>
                <c:pt idx="6641">
                  <c:v>0.76190476200000001</c:v>
                </c:pt>
                <c:pt idx="6642">
                  <c:v>0.61586431900000005</c:v>
                </c:pt>
                <c:pt idx="6643">
                  <c:v>0.36920678400000001</c:v>
                </c:pt>
                <c:pt idx="6644">
                  <c:v>0.36920678400000001</c:v>
                </c:pt>
                <c:pt idx="6645">
                  <c:v>0.36920678400000001</c:v>
                </c:pt>
                <c:pt idx="6646">
                  <c:v>0.36920678400000001</c:v>
                </c:pt>
                <c:pt idx="6647">
                  <c:v>0.36920678400000001</c:v>
                </c:pt>
                <c:pt idx="6648">
                  <c:v>0.36920678400000001</c:v>
                </c:pt>
                <c:pt idx="6649">
                  <c:v>0.44726544200000001</c:v>
                </c:pt>
                <c:pt idx="6650">
                  <c:v>0.40896105700000002</c:v>
                </c:pt>
                <c:pt idx="6651">
                  <c:v>0.379551947</c:v>
                </c:pt>
                <c:pt idx="6652">
                  <c:v>0.379551947</c:v>
                </c:pt>
                <c:pt idx="6653">
                  <c:v>0.379551947</c:v>
                </c:pt>
                <c:pt idx="6654">
                  <c:v>0.379551947</c:v>
                </c:pt>
                <c:pt idx="6655">
                  <c:v>0.40858959500000003</c:v>
                </c:pt>
                <c:pt idx="6656">
                  <c:v>0.77957052000000004</c:v>
                </c:pt>
                <c:pt idx="6657">
                  <c:v>0.76102147399999998</c:v>
                </c:pt>
                <c:pt idx="6658">
                  <c:v>0.76194892599999997</c:v>
                </c:pt>
                <c:pt idx="6659">
                  <c:v>0.76190255399999995</c:v>
                </c:pt>
                <c:pt idx="6660">
                  <c:v>0.76190487200000001</c:v>
                </c:pt>
                <c:pt idx="6661">
                  <c:v>0.76190475599999996</c:v>
                </c:pt>
                <c:pt idx="6662">
                  <c:v>0.76190476200000001</c:v>
                </c:pt>
                <c:pt idx="6663">
                  <c:v>0.76190476200000001</c:v>
                </c:pt>
                <c:pt idx="6664">
                  <c:v>0.76190476200000001</c:v>
                </c:pt>
                <c:pt idx="6665">
                  <c:v>0.76190476200000001</c:v>
                </c:pt>
                <c:pt idx="6666">
                  <c:v>0.76190476200000001</c:v>
                </c:pt>
                <c:pt idx="6667">
                  <c:v>0.51894163000000004</c:v>
                </c:pt>
                <c:pt idx="6668">
                  <c:v>0.37405291899999998</c:v>
                </c:pt>
                <c:pt idx="6669">
                  <c:v>0.37405291899999998</c:v>
                </c:pt>
                <c:pt idx="6670">
                  <c:v>0.37405291899999998</c:v>
                </c:pt>
                <c:pt idx="6671">
                  <c:v>0.39452581599999997</c:v>
                </c:pt>
                <c:pt idx="6672">
                  <c:v>0.45094409800000002</c:v>
                </c:pt>
                <c:pt idx="6673">
                  <c:v>0.62556817300000001</c:v>
                </c:pt>
                <c:pt idx="6674">
                  <c:v>0.76718951199999996</c:v>
                </c:pt>
                <c:pt idx="6675">
                  <c:v>0.76164052400000004</c:v>
                </c:pt>
                <c:pt idx="6676">
                  <c:v>0.76191797400000005</c:v>
                </c:pt>
                <c:pt idx="6677">
                  <c:v>0.74962035999999999</c:v>
                </c:pt>
                <c:pt idx="6678">
                  <c:v>0.76251898200000001</c:v>
                </c:pt>
                <c:pt idx="6679">
                  <c:v>0.76187405100000005</c:v>
                </c:pt>
                <c:pt idx="6680">
                  <c:v>0.76190629700000001</c:v>
                </c:pt>
                <c:pt idx="6681">
                  <c:v>0.76190468499999997</c:v>
                </c:pt>
                <c:pt idx="6682">
                  <c:v>0.76190476600000001</c:v>
                </c:pt>
                <c:pt idx="6683">
                  <c:v>0.76190476200000001</c:v>
                </c:pt>
                <c:pt idx="6684">
                  <c:v>0.76190476200000001</c:v>
                </c:pt>
                <c:pt idx="6685">
                  <c:v>0.76190476200000001</c:v>
                </c:pt>
                <c:pt idx="6686">
                  <c:v>0.76190476200000001</c:v>
                </c:pt>
                <c:pt idx="6687">
                  <c:v>0.76190476200000001</c:v>
                </c:pt>
                <c:pt idx="6688">
                  <c:v>0.76190476200000001</c:v>
                </c:pt>
                <c:pt idx="6689">
                  <c:v>0.76190476200000001</c:v>
                </c:pt>
                <c:pt idx="6690">
                  <c:v>0.76190476200000001</c:v>
                </c:pt>
                <c:pt idx="6691">
                  <c:v>0.603776694</c:v>
                </c:pt>
                <c:pt idx="6692">
                  <c:v>0.369811165</c:v>
                </c:pt>
                <c:pt idx="6693">
                  <c:v>0.369811165</c:v>
                </c:pt>
                <c:pt idx="6694">
                  <c:v>0.369811165</c:v>
                </c:pt>
                <c:pt idx="6695">
                  <c:v>0.369811165</c:v>
                </c:pt>
                <c:pt idx="6696">
                  <c:v>0.368388775</c:v>
                </c:pt>
                <c:pt idx="6697">
                  <c:v>0.57013998899999996</c:v>
                </c:pt>
                <c:pt idx="6698">
                  <c:v>0.69475809499999996</c:v>
                </c:pt>
                <c:pt idx="6699">
                  <c:v>0.76526209499999998</c:v>
                </c:pt>
                <c:pt idx="6700">
                  <c:v>0.76173689499999997</c:v>
                </c:pt>
                <c:pt idx="6701">
                  <c:v>0.76191315500000001</c:v>
                </c:pt>
                <c:pt idx="6702">
                  <c:v>0.76190434200000001</c:v>
                </c:pt>
                <c:pt idx="6703">
                  <c:v>0.76190478299999997</c:v>
                </c:pt>
                <c:pt idx="6704">
                  <c:v>0.76190476100000004</c:v>
                </c:pt>
                <c:pt idx="6705">
                  <c:v>0.76190476200000001</c:v>
                </c:pt>
                <c:pt idx="6706">
                  <c:v>0.76190476200000001</c:v>
                </c:pt>
                <c:pt idx="6707">
                  <c:v>0.76190476200000001</c:v>
                </c:pt>
                <c:pt idx="6708">
                  <c:v>0.76190476200000001</c:v>
                </c:pt>
                <c:pt idx="6709">
                  <c:v>0.76190476200000001</c:v>
                </c:pt>
                <c:pt idx="6710">
                  <c:v>0.76190476200000001</c:v>
                </c:pt>
                <c:pt idx="6711">
                  <c:v>0.76190476200000001</c:v>
                </c:pt>
                <c:pt idx="6712">
                  <c:v>0.76190476200000001</c:v>
                </c:pt>
                <c:pt idx="6713">
                  <c:v>0.76190476200000001</c:v>
                </c:pt>
                <c:pt idx="6714">
                  <c:v>0.76190476200000001</c:v>
                </c:pt>
                <c:pt idx="6715">
                  <c:v>0.76190476200000001</c:v>
                </c:pt>
                <c:pt idx="6716">
                  <c:v>0.76190476200000001</c:v>
                </c:pt>
                <c:pt idx="6717">
                  <c:v>0.76190476200000001</c:v>
                </c:pt>
                <c:pt idx="6718">
                  <c:v>0.76190476200000001</c:v>
                </c:pt>
                <c:pt idx="6719">
                  <c:v>0.76190476200000001</c:v>
                </c:pt>
                <c:pt idx="6720">
                  <c:v>0.76190476200000001</c:v>
                </c:pt>
                <c:pt idx="6721">
                  <c:v>0.76190476200000001</c:v>
                </c:pt>
                <c:pt idx="6722">
                  <c:v>0.68405556700000003</c:v>
                </c:pt>
                <c:pt idx="6723">
                  <c:v>0.68567309200000004</c:v>
                </c:pt>
                <c:pt idx="6724">
                  <c:v>0.76571634499999996</c:v>
                </c:pt>
                <c:pt idx="6725">
                  <c:v>0.76171418300000004</c:v>
                </c:pt>
                <c:pt idx="6726">
                  <c:v>0.76191429099999997</c:v>
                </c:pt>
                <c:pt idx="6727">
                  <c:v>0.76190428499999996</c:v>
                </c:pt>
                <c:pt idx="6728">
                  <c:v>0.761904786</c:v>
                </c:pt>
                <c:pt idx="6729">
                  <c:v>0.76190476100000004</c:v>
                </c:pt>
                <c:pt idx="6730">
                  <c:v>0.76190476200000001</c:v>
                </c:pt>
                <c:pt idx="6731">
                  <c:v>0.76190476200000001</c:v>
                </c:pt>
                <c:pt idx="6732">
                  <c:v>0.76190476200000001</c:v>
                </c:pt>
                <c:pt idx="6733">
                  <c:v>0.76190476200000001</c:v>
                </c:pt>
                <c:pt idx="6734">
                  <c:v>0.76190476200000001</c:v>
                </c:pt>
                <c:pt idx="6735">
                  <c:v>0.76190476200000001</c:v>
                </c:pt>
                <c:pt idx="6736">
                  <c:v>0.76190476200000001</c:v>
                </c:pt>
                <c:pt idx="6737">
                  <c:v>0.76190476200000001</c:v>
                </c:pt>
                <c:pt idx="6738">
                  <c:v>0.76190476200000001</c:v>
                </c:pt>
                <c:pt idx="6739">
                  <c:v>0.76190476200000001</c:v>
                </c:pt>
                <c:pt idx="6740">
                  <c:v>0.76190476200000001</c:v>
                </c:pt>
                <c:pt idx="6741">
                  <c:v>0.76190476200000001</c:v>
                </c:pt>
                <c:pt idx="6742">
                  <c:v>0.76190476200000001</c:v>
                </c:pt>
                <c:pt idx="6743">
                  <c:v>0.76190476200000001</c:v>
                </c:pt>
                <c:pt idx="6744">
                  <c:v>0.76190476200000001</c:v>
                </c:pt>
                <c:pt idx="6745">
                  <c:v>0.76190476200000001</c:v>
                </c:pt>
                <c:pt idx="6746">
                  <c:v>0.76190476200000001</c:v>
                </c:pt>
                <c:pt idx="6747">
                  <c:v>0.76190476200000001</c:v>
                </c:pt>
                <c:pt idx="6748">
                  <c:v>0.76190476200000001</c:v>
                </c:pt>
                <c:pt idx="6749">
                  <c:v>0.76190476200000001</c:v>
                </c:pt>
                <c:pt idx="6750">
                  <c:v>0.76190476200000001</c:v>
                </c:pt>
                <c:pt idx="6751">
                  <c:v>0.76190476200000001</c:v>
                </c:pt>
                <c:pt idx="6752">
                  <c:v>0.72380215599999997</c:v>
                </c:pt>
                <c:pt idx="6753">
                  <c:v>0.76380989200000005</c:v>
                </c:pt>
                <c:pt idx="6754">
                  <c:v>0.761809505</c:v>
                </c:pt>
                <c:pt idx="6755">
                  <c:v>0.72929805599999997</c:v>
                </c:pt>
                <c:pt idx="6756">
                  <c:v>0.71202675400000004</c:v>
                </c:pt>
                <c:pt idx="6757">
                  <c:v>0.76439866199999995</c:v>
                </c:pt>
                <c:pt idx="6758">
                  <c:v>0.76178006700000001</c:v>
                </c:pt>
                <c:pt idx="6759">
                  <c:v>0.76191099699999998</c:v>
                </c:pt>
                <c:pt idx="6760">
                  <c:v>0.74950871799999996</c:v>
                </c:pt>
                <c:pt idx="6761">
                  <c:v>0.76252456400000002</c:v>
                </c:pt>
                <c:pt idx="6762">
                  <c:v>0.54529187499999998</c:v>
                </c:pt>
                <c:pt idx="6763">
                  <c:v>0.37273540599999999</c:v>
                </c:pt>
                <c:pt idx="6764">
                  <c:v>0.37273540599999999</c:v>
                </c:pt>
                <c:pt idx="6765">
                  <c:v>0.37273540599999999</c:v>
                </c:pt>
                <c:pt idx="6766">
                  <c:v>0.37273540599999999</c:v>
                </c:pt>
                <c:pt idx="6767">
                  <c:v>0.37273540599999999</c:v>
                </c:pt>
                <c:pt idx="6768">
                  <c:v>0.45062681700000001</c:v>
                </c:pt>
                <c:pt idx="6769">
                  <c:v>0.53907697200000004</c:v>
                </c:pt>
                <c:pt idx="6770">
                  <c:v>0.62642158000000003</c:v>
                </c:pt>
                <c:pt idx="6771">
                  <c:v>0.76867892100000001</c:v>
                </c:pt>
                <c:pt idx="6772">
                  <c:v>0.75931616800000001</c:v>
                </c:pt>
                <c:pt idx="6773">
                  <c:v>0.69017377199999996</c:v>
                </c:pt>
                <c:pt idx="6774">
                  <c:v>0.55359602100000005</c:v>
                </c:pt>
                <c:pt idx="6775">
                  <c:v>0.402131611</c:v>
                </c:pt>
                <c:pt idx="6776">
                  <c:v>0.37989341900000001</c:v>
                </c:pt>
                <c:pt idx="6777">
                  <c:v>0.37875919000000002</c:v>
                </c:pt>
                <c:pt idx="6778">
                  <c:v>0.482328537</c:v>
                </c:pt>
                <c:pt idx="6779">
                  <c:v>0.75413526399999997</c:v>
                </c:pt>
                <c:pt idx="6780">
                  <c:v>0.71202014000000002</c:v>
                </c:pt>
                <c:pt idx="6781">
                  <c:v>0.72647463400000001</c:v>
                </c:pt>
                <c:pt idx="6782">
                  <c:v>0.76367626799999999</c:v>
                </c:pt>
                <c:pt idx="6783">
                  <c:v>0.75962416799999999</c:v>
                </c:pt>
                <c:pt idx="6784">
                  <c:v>0.66302839599999996</c:v>
                </c:pt>
                <c:pt idx="6785">
                  <c:v>0.45984787799999999</c:v>
                </c:pt>
                <c:pt idx="6786">
                  <c:v>0.377007606</c:v>
                </c:pt>
                <c:pt idx="6787">
                  <c:v>0.377007606</c:v>
                </c:pt>
                <c:pt idx="6788">
                  <c:v>0.377007606</c:v>
                </c:pt>
                <c:pt idx="6789">
                  <c:v>0.377007606</c:v>
                </c:pt>
                <c:pt idx="6790">
                  <c:v>0.377007606</c:v>
                </c:pt>
                <c:pt idx="6791">
                  <c:v>0.41710651799999998</c:v>
                </c:pt>
                <c:pt idx="6792">
                  <c:v>0.37914467400000001</c:v>
                </c:pt>
                <c:pt idx="6793">
                  <c:v>0.54649061300000001</c:v>
                </c:pt>
                <c:pt idx="6794">
                  <c:v>0.56226250200000005</c:v>
                </c:pt>
                <c:pt idx="6795">
                  <c:v>0.54681846599999995</c:v>
                </c:pt>
                <c:pt idx="6796">
                  <c:v>0.77265907700000003</c:v>
                </c:pt>
                <c:pt idx="6797">
                  <c:v>0.76136704600000005</c:v>
                </c:pt>
                <c:pt idx="6798">
                  <c:v>0.76193164800000002</c:v>
                </c:pt>
                <c:pt idx="6799">
                  <c:v>0.76190341800000005</c:v>
                </c:pt>
                <c:pt idx="6800">
                  <c:v>0.76190482900000001</c:v>
                </c:pt>
                <c:pt idx="6801">
                  <c:v>0.76190475899999999</c:v>
                </c:pt>
                <c:pt idx="6802">
                  <c:v>0.76190476200000001</c:v>
                </c:pt>
                <c:pt idx="6803">
                  <c:v>0.76190476200000001</c:v>
                </c:pt>
                <c:pt idx="6804">
                  <c:v>0.76190476200000001</c:v>
                </c:pt>
                <c:pt idx="6805">
                  <c:v>0.76190476200000001</c:v>
                </c:pt>
                <c:pt idx="6806">
                  <c:v>0.76190476200000001</c:v>
                </c:pt>
                <c:pt idx="6807">
                  <c:v>0.76190476200000001</c:v>
                </c:pt>
                <c:pt idx="6808">
                  <c:v>0.76190476200000001</c:v>
                </c:pt>
                <c:pt idx="6809">
                  <c:v>0.76190476200000001</c:v>
                </c:pt>
                <c:pt idx="6810">
                  <c:v>0.76190476200000001</c:v>
                </c:pt>
                <c:pt idx="6811">
                  <c:v>0.66669244100000002</c:v>
                </c:pt>
                <c:pt idx="6812">
                  <c:v>0.46352428099999998</c:v>
                </c:pt>
                <c:pt idx="6813">
                  <c:v>0.37682378599999999</c:v>
                </c:pt>
                <c:pt idx="6814">
                  <c:v>0.37682378599999999</c:v>
                </c:pt>
                <c:pt idx="6815">
                  <c:v>0.37682378599999999</c:v>
                </c:pt>
                <c:pt idx="6816">
                  <c:v>0.36091422699999998</c:v>
                </c:pt>
                <c:pt idx="6817">
                  <c:v>0.40949743100000002</c:v>
                </c:pt>
                <c:pt idx="6818">
                  <c:v>0.73722975800000001</c:v>
                </c:pt>
                <c:pt idx="6819">
                  <c:v>0.76313851200000005</c:v>
                </c:pt>
                <c:pt idx="6820">
                  <c:v>0.76184307399999995</c:v>
                </c:pt>
                <c:pt idx="6821">
                  <c:v>0.76190784600000006</c:v>
                </c:pt>
                <c:pt idx="6822">
                  <c:v>0.76190460800000004</c:v>
                </c:pt>
                <c:pt idx="6823">
                  <c:v>0.76190477000000001</c:v>
                </c:pt>
                <c:pt idx="6824">
                  <c:v>0.76190476200000001</c:v>
                </c:pt>
                <c:pt idx="6825">
                  <c:v>0.74230955600000004</c:v>
                </c:pt>
                <c:pt idx="6826">
                  <c:v>0.56807036300000002</c:v>
                </c:pt>
                <c:pt idx="6827">
                  <c:v>0.56789961700000002</c:v>
                </c:pt>
                <c:pt idx="6828">
                  <c:v>0.771605019</c:v>
                </c:pt>
                <c:pt idx="6829">
                  <c:v>0.76141974899999998</c:v>
                </c:pt>
                <c:pt idx="6830">
                  <c:v>0.53018401000000004</c:v>
                </c:pt>
                <c:pt idx="6831">
                  <c:v>0.68651735599999997</c:v>
                </c:pt>
                <c:pt idx="6832">
                  <c:v>0.64806505599999997</c:v>
                </c:pt>
                <c:pt idx="6833">
                  <c:v>0.51701634900000004</c:v>
                </c:pt>
                <c:pt idx="6834">
                  <c:v>0.63242231199999999</c:v>
                </c:pt>
                <c:pt idx="6835">
                  <c:v>0.47925279300000001</c:v>
                </c:pt>
                <c:pt idx="6836">
                  <c:v>0.56114721999999995</c:v>
                </c:pt>
                <c:pt idx="6837">
                  <c:v>0.64083396100000001</c:v>
                </c:pt>
                <c:pt idx="6838">
                  <c:v>0.401373272</c:v>
                </c:pt>
                <c:pt idx="6839">
                  <c:v>0.37993133600000001</c:v>
                </c:pt>
                <c:pt idx="6840">
                  <c:v>0.37993133600000001</c:v>
                </c:pt>
                <c:pt idx="6841">
                  <c:v>0.39694763500000002</c:v>
                </c:pt>
                <c:pt idx="6842">
                  <c:v>0.68589145200000001</c:v>
                </c:pt>
                <c:pt idx="6843">
                  <c:v>0.76570542699999999</c:v>
                </c:pt>
                <c:pt idx="6844">
                  <c:v>0.76171472900000003</c:v>
                </c:pt>
                <c:pt idx="6845">
                  <c:v>0.76191426399999995</c:v>
                </c:pt>
                <c:pt idx="6846">
                  <c:v>0.76190428700000001</c:v>
                </c:pt>
                <c:pt idx="6847">
                  <c:v>0.761904786</c:v>
                </c:pt>
                <c:pt idx="6848">
                  <c:v>0.76190476100000004</c:v>
                </c:pt>
                <c:pt idx="6849">
                  <c:v>0.76190476200000001</c:v>
                </c:pt>
                <c:pt idx="6850">
                  <c:v>0.76190476200000001</c:v>
                </c:pt>
                <c:pt idx="6851">
                  <c:v>0.76190476200000001</c:v>
                </c:pt>
                <c:pt idx="6852">
                  <c:v>0.76190476200000001</c:v>
                </c:pt>
                <c:pt idx="6853">
                  <c:v>0.76190476200000001</c:v>
                </c:pt>
                <c:pt idx="6854">
                  <c:v>0.76190476200000001</c:v>
                </c:pt>
                <c:pt idx="6855">
                  <c:v>0.76190476200000001</c:v>
                </c:pt>
                <c:pt idx="6856">
                  <c:v>0.76190476200000001</c:v>
                </c:pt>
                <c:pt idx="6857">
                  <c:v>0.76190476200000001</c:v>
                </c:pt>
                <c:pt idx="6858">
                  <c:v>0.76190476200000001</c:v>
                </c:pt>
                <c:pt idx="6859">
                  <c:v>0.65788343199999999</c:v>
                </c:pt>
                <c:pt idx="6860">
                  <c:v>0.74749022300000001</c:v>
                </c:pt>
                <c:pt idx="6861">
                  <c:v>0.36262548900000002</c:v>
                </c:pt>
                <c:pt idx="6862">
                  <c:v>0.54911371399999998</c:v>
                </c:pt>
                <c:pt idx="6863">
                  <c:v>0.43622864900000002</c:v>
                </c:pt>
                <c:pt idx="6864">
                  <c:v>0.68575711299999997</c:v>
                </c:pt>
                <c:pt idx="6865">
                  <c:v>0.76571214399999998</c:v>
                </c:pt>
                <c:pt idx="6866">
                  <c:v>0.68578123400000002</c:v>
                </c:pt>
                <c:pt idx="6867">
                  <c:v>0.76571093800000001</c:v>
                </c:pt>
                <c:pt idx="6868">
                  <c:v>0.72834234799999997</c:v>
                </c:pt>
                <c:pt idx="6869">
                  <c:v>0.64442189800000005</c:v>
                </c:pt>
                <c:pt idx="6870">
                  <c:v>0.66570292399999997</c:v>
                </c:pt>
                <c:pt idx="6871">
                  <c:v>0.76671485399999995</c:v>
                </c:pt>
                <c:pt idx="6872">
                  <c:v>0.76166425699999996</c:v>
                </c:pt>
                <c:pt idx="6873">
                  <c:v>0.76191678699999998</c:v>
                </c:pt>
                <c:pt idx="6874">
                  <c:v>0.76190416100000002</c:v>
                </c:pt>
                <c:pt idx="6875">
                  <c:v>0.76190479200000005</c:v>
                </c:pt>
                <c:pt idx="6876">
                  <c:v>0.76190475999999996</c:v>
                </c:pt>
                <c:pt idx="6877">
                  <c:v>0.76190476200000001</c:v>
                </c:pt>
                <c:pt idx="6878">
                  <c:v>0.75889694900000004</c:v>
                </c:pt>
                <c:pt idx="6879">
                  <c:v>0.76205515300000004</c:v>
                </c:pt>
                <c:pt idx="6880">
                  <c:v>0.76189724199999997</c:v>
                </c:pt>
                <c:pt idx="6881">
                  <c:v>0.76190513800000004</c:v>
                </c:pt>
                <c:pt idx="6882">
                  <c:v>0.761904743</c:v>
                </c:pt>
                <c:pt idx="6883">
                  <c:v>0.76190476299999998</c:v>
                </c:pt>
                <c:pt idx="6884">
                  <c:v>0.76190476200000001</c:v>
                </c:pt>
                <c:pt idx="6885">
                  <c:v>0.76190476200000001</c:v>
                </c:pt>
                <c:pt idx="6886">
                  <c:v>0.76190476200000001</c:v>
                </c:pt>
                <c:pt idx="6887">
                  <c:v>0.49601778899999999</c:v>
                </c:pt>
                <c:pt idx="6888">
                  <c:v>0.57026281899999998</c:v>
                </c:pt>
                <c:pt idx="6889">
                  <c:v>0.71732285100000004</c:v>
                </c:pt>
                <c:pt idx="6890">
                  <c:v>0.76413385700000003</c:v>
                </c:pt>
                <c:pt idx="6891">
                  <c:v>0.76179330700000003</c:v>
                </c:pt>
                <c:pt idx="6892">
                  <c:v>0.76191033500000005</c:v>
                </c:pt>
                <c:pt idx="6893">
                  <c:v>0.76190448300000002</c:v>
                </c:pt>
                <c:pt idx="6894">
                  <c:v>0.76190477599999995</c:v>
                </c:pt>
                <c:pt idx="6895">
                  <c:v>0.76190476100000004</c:v>
                </c:pt>
                <c:pt idx="6896">
                  <c:v>0.76190476200000001</c:v>
                </c:pt>
                <c:pt idx="6897">
                  <c:v>0.76190476200000001</c:v>
                </c:pt>
                <c:pt idx="6898">
                  <c:v>0.76190476200000001</c:v>
                </c:pt>
                <c:pt idx="6899">
                  <c:v>0.76190476200000001</c:v>
                </c:pt>
                <c:pt idx="6900">
                  <c:v>0.76190476200000001</c:v>
                </c:pt>
                <c:pt idx="6901">
                  <c:v>0.76190476200000001</c:v>
                </c:pt>
                <c:pt idx="6902">
                  <c:v>0.76190476200000001</c:v>
                </c:pt>
                <c:pt idx="6903">
                  <c:v>0.76190476200000001</c:v>
                </c:pt>
                <c:pt idx="6904">
                  <c:v>0.73610349500000005</c:v>
                </c:pt>
                <c:pt idx="6905">
                  <c:v>0.76319482500000002</c:v>
                </c:pt>
                <c:pt idx="6906">
                  <c:v>0.76184025899999996</c:v>
                </c:pt>
                <c:pt idx="6907">
                  <c:v>0.76190798699999995</c:v>
                </c:pt>
                <c:pt idx="6908">
                  <c:v>0.76190460100000001</c:v>
                </c:pt>
                <c:pt idx="6909">
                  <c:v>0.54216726199999998</c:v>
                </c:pt>
                <c:pt idx="6910">
                  <c:v>0.372891637</c:v>
                </c:pt>
                <c:pt idx="6911">
                  <c:v>0.372891637</c:v>
                </c:pt>
                <c:pt idx="6912">
                  <c:v>0.372891637</c:v>
                </c:pt>
                <c:pt idx="6913">
                  <c:v>0.53526061800000002</c:v>
                </c:pt>
                <c:pt idx="6914">
                  <c:v>0.77323696900000005</c:v>
                </c:pt>
                <c:pt idx="6915">
                  <c:v>0.76133815199999999</c:v>
                </c:pt>
                <c:pt idx="6916">
                  <c:v>0.76193309200000003</c:v>
                </c:pt>
                <c:pt idx="6917">
                  <c:v>0.73460683100000002</c:v>
                </c:pt>
                <c:pt idx="6918">
                  <c:v>0.75745959399999996</c:v>
                </c:pt>
                <c:pt idx="6919">
                  <c:v>0.71060580299999998</c:v>
                </c:pt>
                <c:pt idx="6920">
                  <c:v>0.76446970999999997</c:v>
                </c:pt>
                <c:pt idx="6921">
                  <c:v>0.76177651499999999</c:v>
                </c:pt>
                <c:pt idx="6922">
                  <c:v>0.76191117399999997</c:v>
                </c:pt>
                <c:pt idx="6923">
                  <c:v>0.76190444099999999</c:v>
                </c:pt>
                <c:pt idx="6924">
                  <c:v>0.761904778</c:v>
                </c:pt>
                <c:pt idx="6925">
                  <c:v>0.76190476100000004</c:v>
                </c:pt>
                <c:pt idx="6926">
                  <c:v>0.76190476200000001</c:v>
                </c:pt>
                <c:pt idx="6927">
                  <c:v>0.76190476200000001</c:v>
                </c:pt>
                <c:pt idx="6928">
                  <c:v>0.76190476200000001</c:v>
                </c:pt>
                <c:pt idx="6929">
                  <c:v>0.76190476200000001</c:v>
                </c:pt>
                <c:pt idx="6930">
                  <c:v>0.76190476200000001</c:v>
                </c:pt>
                <c:pt idx="6931">
                  <c:v>0.76190476200000001</c:v>
                </c:pt>
                <c:pt idx="6932">
                  <c:v>0.76190476200000001</c:v>
                </c:pt>
                <c:pt idx="6933">
                  <c:v>0.76190476200000001</c:v>
                </c:pt>
                <c:pt idx="6934">
                  <c:v>0.76190476200000001</c:v>
                </c:pt>
                <c:pt idx="6935">
                  <c:v>0.75658561000000002</c:v>
                </c:pt>
                <c:pt idx="6936">
                  <c:v>0.762170719</c:v>
                </c:pt>
                <c:pt idx="6937">
                  <c:v>0.76189146399999996</c:v>
                </c:pt>
                <c:pt idx="6938">
                  <c:v>0.69123442099999999</c:v>
                </c:pt>
                <c:pt idx="6939">
                  <c:v>0.61302703800000002</c:v>
                </c:pt>
                <c:pt idx="6940">
                  <c:v>0.53767331699999998</c:v>
                </c:pt>
                <c:pt idx="6941">
                  <c:v>0.45379903399999999</c:v>
                </c:pt>
                <c:pt idx="6942">
                  <c:v>0.60701208900000003</c:v>
                </c:pt>
                <c:pt idx="6943">
                  <c:v>0.76964939600000004</c:v>
                </c:pt>
                <c:pt idx="6944">
                  <c:v>0.76151753</c:v>
                </c:pt>
                <c:pt idx="6945">
                  <c:v>0.76192412300000001</c:v>
                </c:pt>
                <c:pt idx="6946">
                  <c:v>0.76190379399999997</c:v>
                </c:pt>
                <c:pt idx="6947">
                  <c:v>0.76190480999999999</c:v>
                </c:pt>
                <c:pt idx="6948">
                  <c:v>0.76190475899999999</c:v>
                </c:pt>
                <c:pt idx="6949">
                  <c:v>0.76190476200000001</c:v>
                </c:pt>
                <c:pt idx="6950">
                  <c:v>0.76190476200000001</c:v>
                </c:pt>
                <c:pt idx="6951">
                  <c:v>0.76190476200000001</c:v>
                </c:pt>
                <c:pt idx="6952">
                  <c:v>0.76190476200000001</c:v>
                </c:pt>
                <c:pt idx="6953">
                  <c:v>0.76190476200000001</c:v>
                </c:pt>
                <c:pt idx="6954">
                  <c:v>0.76190476200000001</c:v>
                </c:pt>
                <c:pt idx="6955">
                  <c:v>0.76190476200000001</c:v>
                </c:pt>
                <c:pt idx="6956">
                  <c:v>0.76190476200000001</c:v>
                </c:pt>
                <c:pt idx="6957">
                  <c:v>0.68351840900000005</c:v>
                </c:pt>
                <c:pt idx="6958">
                  <c:v>0.76582408000000002</c:v>
                </c:pt>
                <c:pt idx="6959">
                  <c:v>0.76170879599999997</c:v>
                </c:pt>
                <c:pt idx="6960">
                  <c:v>0.76191456000000002</c:v>
                </c:pt>
                <c:pt idx="6961">
                  <c:v>0.76190427199999999</c:v>
                </c:pt>
                <c:pt idx="6962">
                  <c:v>0.761904786</c:v>
                </c:pt>
                <c:pt idx="6963">
                  <c:v>0.76190476100000004</c:v>
                </c:pt>
                <c:pt idx="6964">
                  <c:v>0.76190476200000001</c:v>
                </c:pt>
                <c:pt idx="6965">
                  <c:v>0.76190476200000001</c:v>
                </c:pt>
                <c:pt idx="6966">
                  <c:v>0.76190476200000001</c:v>
                </c:pt>
                <c:pt idx="6967">
                  <c:v>0.76190476200000001</c:v>
                </c:pt>
                <c:pt idx="6968">
                  <c:v>0.76190476200000001</c:v>
                </c:pt>
                <c:pt idx="6969">
                  <c:v>0.76190476200000001</c:v>
                </c:pt>
                <c:pt idx="6970">
                  <c:v>0.76190476200000001</c:v>
                </c:pt>
                <c:pt idx="6971">
                  <c:v>0.76190476200000001</c:v>
                </c:pt>
                <c:pt idx="6972">
                  <c:v>0.76190476200000001</c:v>
                </c:pt>
                <c:pt idx="6973">
                  <c:v>0.76190476200000001</c:v>
                </c:pt>
                <c:pt idx="6974">
                  <c:v>0.76190476200000001</c:v>
                </c:pt>
                <c:pt idx="6975">
                  <c:v>0.76190476200000001</c:v>
                </c:pt>
                <c:pt idx="6976">
                  <c:v>0.76190476200000001</c:v>
                </c:pt>
                <c:pt idx="6977">
                  <c:v>0.76190476200000001</c:v>
                </c:pt>
                <c:pt idx="6978">
                  <c:v>0.76190476200000001</c:v>
                </c:pt>
                <c:pt idx="6979">
                  <c:v>0.67997532699999996</c:v>
                </c:pt>
                <c:pt idx="6980">
                  <c:v>0.76600123399999998</c:v>
                </c:pt>
                <c:pt idx="6981">
                  <c:v>0.76169993800000002</c:v>
                </c:pt>
                <c:pt idx="6982">
                  <c:v>0.76191500300000004</c:v>
                </c:pt>
                <c:pt idx="6983">
                  <c:v>0.76190424999999995</c:v>
                </c:pt>
                <c:pt idx="6984">
                  <c:v>0.76190478800000005</c:v>
                </c:pt>
                <c:pt idx="6985">
                  <c:v>0.76190476100000004</c:v>
                </c:pt>
                <c:pt idx="6986">
                  <c:v>0.73768187299999999</c:v>
                </c:pt>
                <c:pt idx="6987">
                  <c:v>0.63223184499999996</c:v>
                </c:pt>
                <c:pt idx="6988">
                  <c:v>0.76838840799999997</c:v>
                </c:pt>
                <c:pt idx="6989">
                  <c:v>0.76158057999999995</c:v>
                </c:pt>
                <c:pt idx="6990">
                  <c:v>0.74719205700000002</c:v>
                </c:pt>
                <c:pt idx="6991">
                  <c:v>0.61487487399999996</c:v>
                </c:pt>
                <c:pt idx="6992">
                  <c:v>0.71812894000000005</c:v>
                </c:pt>
                <c:pt idx="6993">
                  <c:v>0.75151032600000001</c:v>
                </c:pt>
                <c:pt idx="6994">
                  <c:v>0.76242448399999996</c:v>
                </c:pt>
                <c:pt idx="6995">
                  <c:v>0.76187877599999998</c:v>
                </c:pt>
                <c:pt idx="6996">
                  <c:v>0.76190606100000002</c:v>
                </c:pt>
                <c:pt idx="6997">
                  <c:v>0.76190469699999996</c:v>
                </c:pt>
                <c:pt idx="6998">
                  <c:v>0.76190476500000004</c:v>
                </c:pt>
                <c:pt idx="6999">
                  <c:v>0.76190476200000001</c:v>
                </c:pt>
                <c:pt idx="7000">
                  <c:v>0.76190476200000001</c:v>
                </c:pt>
                <c:pt idx="7001">
                  <c:v>0.76190476200000001</c:v>
                </c:pt>
                <c:pt idx="7002">
                  <c:v>0.76190476200000001</c:v>
                </c:pt>
                <c:pt idx="7003">
                  <c:v>0.76190476200000001</c:v>
                </c:pt>
                <c:pt idx="7004">
                  <c:v>0.69471946299999998</c:v>
                </c:pt>
                <c:pt idx="7005">
                  <c:v>0.76526402699999996</c:v>
                </c:pt>
                <c:pt idx="7006">
                  <c:v>0.76173679900000002</c:v>
                </c:pt>
                <c:pt idx="7007">
                  <c:v>0.76191315999999998</c:v>
                </c:pt>
                <c:pt idx="7008">
                  <c:v>0.76190434200000001</c:v>
                </c:pt>
                <c:pt idx="7009">
                  <c:v>0.76190478299999997</c:v>
                </c:pt>
                <c:pt idx="7010">
                  <c:v>0.72232266300000003</c:v>
                </c:pt>
                <c:pt idx="7011">
                  <c:v>0.76388386699999999</c:v>
                </c:pt>
                <c:pt idx="7012">
                  <c:v>0.761805807</c:v>
                </c:pt>
                <c:pt idx="7013">
                  <c:v>0.76190970999999996</c:v>
                </c:pt>
                <c:pt idx="7014">
                  <c:v>0.761904515</c:v>
                </c:pt>
                <c:pt idx="7015">
                  <c:v>0.76190477400000001</c:v>
                </c:pt>
                <c:pt idx="7016">
                  <c:v>0.72329011300000001</c:v>
                </c:pt>
                <c:pt idx="7017">
                  <c:v>0.76383549399999995</c:v>
                </c:pt>
                <c:pt idx="7018">
                  <c:v>0.76180822500000001</c:v>
                </c:pt>
                <c:pt idx="7019">
                  <c:v>0.76190958900000005</c:v>
                </c:pt>
                <c:pt idx="7020">
                  <c:v>0.76190452099999995</c:v>
                </c:pt>
                <c:pt idx="7021">
                  <c:v>0.63939864700000004</c:v>
                </c:pt>
                <c:pt idx="7022">
                  <c:v>0.435413367</c:v>
                </c:pt>
                <c:pt idx="7023">
                  <c:v>0.37822933199999997</c:v>
                </c:pt>
                <c:pt idx="7024">
                  <c:v>0.37822933199999997</c:v>
                </c:pt>
                <c:pt idx="7025">
                  <c:v>0.39771893400000002</c:v>
                </c:pt>
                <c:pt idx="7026">
                  <c:v>0.59744436499999998</c:v>
                </c:pt>
                <c:pt idx="7027">
                  <c:v>0.77012778199999998</c:v>
                </c:pt>
                <c:pt idx="7028">
                  <c:v>0.48804543500000003</c:v>
                </c:pt>
                <c:pt idx="7029">
                  <c:v>0.37559772800000002</c:v>
                </c:pt>
                <c:pt idx="7030">
                  <c:v>0.37559772800000002</c:v>
                </c:pt>
                <c:pt idx="7031">
                  <c:v>0.57152566299999996</c:v>
                </c:pt>
                <c:pt idx="7032">
                  <c:v>0.77142371700000001</c:v>
                </c:pt>
                <c:pt idx="7033">
                  <c:v>0.76142881399999995</c:v>
                </c:pt>
                <c:pt idx="7034">
                  <c:v>0.75208109300000003</c:v>
                </c:pt>
                <c:pt idx="7035">
                  <c:v>0.76239594499999996</c:v>
                </c:pt>
                <c:pt idx="7036">
                  <c:v>0.76188020300000003</c:v>
                </c:pt>
                <c:pt idx="7037">
                  <c:v>0.76190599000000003</c:v>
                </c:pt>
                <c:pt idx="7038">
                  <c:v>0.76190470099999996</c:v>
                </c:pt>
                <c:pt idx="7039">
                  <c:v>0.76190476500000004</c:v>
                </c:pt>
                <c:pt idx="7040">
                  <c:v>0.76190476200000001</c:v>
                </c:pt>
                <c:pt idx="7041">
                  <c:v>0.76190476200000001</c:v>
                </c:pt>
                <c:pt idx="7042">
                  <c:v>0.76190476200000001</c:v>
                </c:pt>
                <c:pt idx="7043">
                  <c:v>0.76190476200000001</c:v>
                </c:pt>
                <c:pt idx="7044">
                  <c:v>0.76190476200000001</c:v>
                </c:pt>
                <c:pt idx="7045">
                  <c:v>0.76190476200000001</c:v>
                </c:pt>
                <c:pt idx="7046">
                  <c:v>0.76190476200000001</c:v>
                </c:pt>
                <c:pt idx="7047">
                  <c:v>0.76190476200000001</c:v>
                </c:pt>
                <c:pt idx="7048">
                  <c:v>0.76190476200000001</c:v>
                </c:pt>
                <c:pt idx="7049">
                  <c:v>0.76190476200000001</c:v>
                </c:pt>
                <c:pt idx="7050">
                  <c:v>0.57280368999999998</c:v>
                </c:pt>
                <c:pt idx="7051">
                  <c:v>0.61244604000000002</c:v>
                </c:pt>
                <c:pt idx="7052">
                  <c:v>0.60378843900000001</c:v>
                </c:pt>
                <c:pt idx="7053">
                  <c:v>0.369810578</c:v>
                </c:pt>
                <c:pt idx="7054">
                  <c:v>0.369810578</c:v>
                </c:pt>
                <c:pt idx="7055">
                  <c:v>0.369810578</c:v>
                </c:pt>
                <c:pt idx="7056">
                  <c:v>0.56960973599999998</c:v>
                </c:pt>
                <c:pt idx="7057">
                  <c:v>0.77151951299999999</c:v>
                </c:pt>
                <c:pt idx="7058">
                  <c:v>0.72613787500000004</c:v>
                </c:pt>
                <c:pt idx="7059">
                  <c:v>0.62871505599999999</c:v>
                </c:pt>
                <c:pt idx="7060">
                  <c:v>0.54841009699999999</c:v>
                </c:pt>
                <c:pt idx="7061">
                  <c:v>0.48347968800000002</c:v>
                </c:pt>
                <c:pt idx="7062">
                  <c:v>0.400105975</c:v>
                </c:pt>
                <c:pt idx="7063">
                  <c:v>0.582008462</c:v>
                </c:pt>
                <c:pt idx="7064">
                  <c:v>0.770899577</c:v>
                </c:pt>
                <c:pt idx="7065">
                  <c:v>0.76145502099999995</c:v>
                </c:pt>
                <c:pt idx="7066">
                  <c:v>0.76192724899999997</c:v>
                </c:pt>
                <c:pt idx="7067">
                  <c:v>0.76190363800000005</c:v>
                </c:pt>
                <c:pt idx="7068">
                  <c:v>0.76190481799999998</c:v>
                </c:pt>
                <c:pt idx="7069">
                  <c:v>0.76190475899999999</c:v>
                </c:pt>
                <c:pt idx="7070">
                  <c:v>0.76190476200000001</c:v>
                </c:pt>
                <c:pt idx="7071">
                  <c:v>0.76190476200000001</c:v>
                </c:pt>
                <c:pt idx="7072">
                  <c:v>0.76190476200000001</c:v>
                </c:pt>
                <c:pt idx="7073">
                  <c:v>0.76190476200000001</c:v>
                </c:pt>
                <c:pt idx="7074">
                  <c:v>0.76190476200000001</c:v>
                </c:pt>
                <c:pt idx="7075">
                  <c:v>0.76190476200000001</c:v>
                </c:pt>
                <c:pt idx="7076">
                  <c:v>0.76190476200000001</c:v>
                </c:pt>
                <c:pt idx="7077">
                  <c:v>0.76190476200000001</c:v>
                </c:pt>
                <c:pt idx="7078">
                  <c:v>0.76190476200000001</c:v>
                </c:pt>
                <c:pt idx="7079">
                  <c:v>0.76190476200000001</c:v>
                </c:pt>
                <c:pt idx="7080">
                  <c:v>0.73082945399999999</c:v>
                </c:pt>
                <c:pt idx="7081">
                  <c:v>0.76345852700000005</c:v>
                </c:pt>
                <c:pt idx="7082">
                  <c:v>0.76182707400000005</c:v>
                </c:pt>
                <c:pt idx="7083">
                  <c:v>0.76190864599999997</c:v>
                </c:pt>
                <c:pt idx="7084">
                  <c:v>0.76190456799999995</c:v>
                </c:pt>
                <c:pt idx="7085">
                  <c:v>0.76190477199999995</c:v>
                </c:pt>
                <c:pt idx="7086">
                  <c:v>0.76190476100000004</c:v>
                </c:pt>
                <c:pt idx="7087">
                  <c:v>0.76190476200000001</c:v>
                </c:pt>
                <c:pt idx="7088">
                  <c:v>0.76190476200000001</c:v>
                </c:pt>
                <c:pt idx="7089">
                  <c:v>0.76190476200000001</c:v>
                </c:pt>
                <c:pt idx="7090">
                  <c:v>0.76190476200000001</c:v>
                </c:pt>
                <c:pt idx="7091">
                  <c:v>0.76190476200000001</c:v>
                </c:pt>
                <c:pt idx="7092">
                  <c:v>0.76190476200000001</c:v>
                </c:pt>
                <c:pt idx="7093">
                  <c:v>0.76190476200000001</c:v>
                </c:pt>
                <c:pt idx="7094">
                  <c:v>0.76190476200000001</c:v>
                </c:pt>
                <c:pt idx="7095">
                  <c:v>0.76190476200000001</c:v>
                </c:pt>
                <c:pt idx="7096">
                  <c:v>0.76190476200000001</c:v>
                </c:pt>
                <c:pt idx="7097">
                  <c:v>0.76190476200000001</c:v>
                </c:pt>
                <c:pt idx="7098">
                  <c:v>0.76190476200000001</c:v>
                </c:pt>
                <c:pt idx="7099">
                  <c:v>0.73326744300000002</c:v>
                </c:pt>
                <c:pt idx="7100">
                  <c:v>0.76333662800000002</c:v>
                </c:pt>
                <c:pt idx="7101">
                  <c:v>0.76183316899999998</c:v>
                </c:pt>
                <c:pt idx="7102">
                  <c:v>0.76190834200000002</c:v>
                </c:pt>
                <c:pt idx="7103">
                  <c:v>0.76190458299999997</c:v>
                </c:pt>
                <c:pt idx="7104">
                  <c:v>0.76190477099999998</c:v>
                </c:pt>
                <c:pt idx="7105">
                  <c:v>0.76190476100000004</c:v>
                </c:pt>
                <c:pt idx="7106">
                  <c:v>0.76190476200000001</c:v>
                </c:pt>
                <c:pt idx="7107">
                  <c:v>0.68387795900000004</c:v>
                </c:pt>
                <c:pt idx="7108">
                  <c:v>0.76580610199999999</c:v>
                </c:pt>
                <c:pt idx="7109">
                  <c:v>0.76170969499999996</c:v>
                </c:pt>
                <c:pt idx="7110">
                  <c:v>0.69332477800000003</c:v>
                </c:pt>
                <c:pt idx="7111">
                  <c:v>0.73721312500000002</c:v>
                </c:pt>
                <c:pt idx="7112">
                  <c:v>0.76313934400000005</c:v>
                </c:pt>
                <c:pt idx="7113">
                  <c:v>0.70512825599999995</c:v>
                </c:pt>
                <c:pt idx="7114">
                  <c:v>0.54217981900000001</c:v>
                </c:pt>
                <c:pt idx="7115">
                  <c:v>0.62115716200000004</c:v>
                </c:pt>
                <c:pt idx="7116">
                  <c:v>0.768942142</c:v>
                </c:pt>
                <c:pt idx="7117">
                  <c:v>0.72807573000000003</c:v>
                </c:pt>
                <c:pt idx="7118">
                  <c:v>0.76359621300000002</c:v>
                </c:pt>
                <c:pt idx="7119">
                  <c:v>0.76182018900000004</c:v>
                </c:pt>
                <c:pt idx="7120">
                  <c:v>0.76190899099999998</c:v>
                </c:pt>
                <c:pt idx="7121">
                  <c:v>0.76190455000000001</c:v>
                </c:pt>
                <c:pt idx="7122">
                  <c:v>0.76190477199999995</c:v>
                </c:pt>
                <c:pt idx="7123">
                  <c:v>0.59570306699999998</c:v>
                </c:pt>
                <c:pt idx="7124">
                  <c:v>0.37021484700000001</c:v>
                </c:pt>
                <c:pt idx="7125">
                  <c:v>0.37021484700000001</c:v>
                </c:pt>
                <c:pt idx="7126">
                  <c:v>0.37021484700000001</c:v>
                </c:pt>
                <c:pt idx="7127">
                  <c:v>0.37021484700000001</c:v>
                </c:pt>
                <c:pt idx="7128">
                  <c:v>0.37021484700000001</c:v>
                </c:pt>
                <c:pt idx="7129">
                  <c:v>0.56734922099999996</c:v>
                </c:pt>
                <c:pt idx="7130">
                  <c:v>0.77163253899999995</c:v>
                </c:pt>
                <c:pt idx="7131">
                  <c:v>0.76141837300000004</c:v>
                </c:pt>
                <c:pt idx="7132">
                  <c:v>0.76192908100000001</c:v>
                </c:pt>
                <c:pt idx="7133">
                  <c:v>0.76190354599999999</c:v>
                </c:pt>
                <c:pt idx="7134">
                  <c:v>0.76190482299999995</c:v>
                </c:pt>
                <c:pt idx="7135">
                  <c:v>0.76190475899999999</c:v>
                </c:pt>
                <c:pt idx="7136">
                  <c:v>0.76190476200000001</c:v>
                </c:pt>
                <c:pt idx="7137">
                  <c:v>0.76190476200000001</c:v>
                </c:pt>
                <c:pt idx="7138">
                  <c:v>0.76190476200000001</c:v>
                </c:pt>
                <c:pt idx="7139">
                  <c:v>0.76190476200000001</c:v>
                </c:pt>
                <c:pt idx="7140">
                  <c:v>0.76190476200000001</c:v>
                </c:pt>
                <c:pt idx="7141">
                  <c:v>0.76190476200000001</c:v>
                </c:pt>
                <c:pt idx="7142">
                  <c:v>0.76190476200000001</c:v>
                </c:pt>
                <c:pt idx="7143">
                  <c:v>0.76190476200000001</c:v>
                </c:pt>
                <c:pt idx="7144">
                  <c:v>0.76190476200000001</c:v>
                </c:pt>
                <c:pt idx="7145">
                  <c:v>0.76190476200000001</c:v>
                </c:pt>
                <c:pt idx="7146">
                  <c:v>0.76190476200000001</c:v>
                </c:pt>
                <c:pt idx="7147">
                  <c:v>0.63938563500000001</c:v>
                </c:pt>
                <c:pt idx="7148">
                  <c:v>0.76098106099999996</c:v>
                </c:pt>
                <c:pt idx="7149">
                  <c:v>0.76195094699999999</c:v>
                </c:pt>
                <c:pt idx="7150">
                  <c:v>0.76190245300000004</c:v>
                </c:pt>
                <c:pt idx="7151">
                  <c:v>0.76190487699999998</c:v>
                </c:pt>
                <c:pt idx="7152">
                  <c:v>0.76190475599999996</c:v>
                </c:pt>
                <c:pt idx="7153">
                  <c:v>0.76190476200000001</c:v>
                </c:pt>
                <c:pt idx="7154">
                  <c:v>0.76190476200000001</c:v>
                </c:pt>
                <c:pt idx="7155">
                  <c:v>0.76190476200000001</c:v>
                </c:pt>
                <c:pt idx="7156">
                  <c:v>0.76190476200000001</c:v>
                </c:pt>
                <c:pt idx="7157">
                  <c:v>0.76190476200000001</c:v>
                </c:pt>
                <c:pt idx="7158">
                  <c:v>0.76190476200000001</c:v>
                </c:pt>
                <c:pt idx="7159">
                  <c:v>0.76190476200000001</c:v>
                </c:pt>
                <c:pt idx="7160">
                  <c:v>0.76190476200000001</c:v>
                </c:pt>
                <c:pt idx="7161">
                  <c:v>0.76190476200000001</c:v>
                </c:pt>
                <c:pt idx="7162">
                  <c:v>0.76190476200000001</c:v>
                </c:pt>
                <c:pt idx="7163">
                  <c:v>0.76190476200000001</c:v>
                </c:pt>
                <c:pt idx="7164">
                  <c:v>0.76190476200000001</c:v>
                </c:pt>
                <c:pt idx="7165">
                  <c:v>0.76190476200000001</c:v>
                </c:pt>
                <c:pt idx="7166">
                  <c:v>0.76190476200000001</c:v>
                </c:pt>
                <c:pt idx="7167">
                  <c:v>0.76190476200000001</c:v>
                </c:pt>
                <c:pt idx="7168">
                  <c:v>0.76190476200000001</c:v>
                </c:pt>
                <c:pt idx="7169">
                  <c:v>0.76190476200000001</c:v>
                </c:pt>
                <c:pt idx="7170">
                  <c:v>0.76190476200000001</c:v>
                </c:pt>
                <c:pt idx="7171">
                  <c:v>0.76190476200000001</c:v>
                </c:pt>
                <c:pt idx="7172">
                  <c:v>0.76190476200000001</c:v>
                </c:pt>
                <c:pt idx="7173">
                  <c:v>0.76190476200000001</c:v>
                </c:pt>
                <c:pt idx="7174">
                  <c:v>0.74139616799999997</c:v>
                </c:pt>
                <c:pt idx="7175">
                  <c:v>0.48795766600000001</c:v>
                </c:pt>
                <c:pt idx="7176">
                  <c:v>0.41176206399999998</c:v>
                </c:pt>
                <c:pt idx="7177">
                  <c:v>0.39935490099999998</c:v>
                </c:pt>
                <c:pt idx="7178">
                  <c:v>0.40117628</c:v>
                </c:pt>
                <c:pt idx="7179">
                  <c:v>0.72239602300000005</c:v>
                </c:pt>
                <c:pt idx="7180">
                  <c:v>0.76388019900000004</c:v>
                </c:pt>
                <c:pt idx="7181">
                  <c:v>0.76180599000000004</c:v>
                </c:pt>
                <c:pt idx="7182">
                  <c:v>0.76190970000000002</c:v>
                </c:pt>
                <c:pt idx="7183">
                  <c:v>0.761904515</c:v>
                </c:pt>
                <c:pt idx="7184">
                  <c:v>0.76190477400000001</c:v>
                </c:pt>
                <c:pt idx="7185">
                  <c:v>0.76190476100000004</c:v>
                </c:pt>
                <c:pt idx="7186">
                  <c:v>0.76190476200000001</c:v>
                </c:pt>
                <c:pt idx="7187">
                  <c:v>0.76190476200000001</c:v>
                </c:pt>
                <c:pt idx="7188">
                  <c:v>0.76190476200000001</c:v>
                </c:pt>
                <c:pt idx="7189">
                  <c:v>0.76190476200000001</c:v>
                </c:pt>
                <c:pt idx="7190">
                  <c:v>0.76190476200000001</c:v>
                </c:pt>
                <c:pt idx="7191">
                  <c:v>0.76190476200000001</c:v>
                </c:pt>
                <c:pt idx="7192">
                  <c:v>0.76190476200000001</c:v>
                </c:pt>
                <c:pt idx="7193">
                  <c:v>0.76190476200000001</c:v>
                </c:pt>
                <c:pt idx="7194">
                  <c:v>0.76190476200000001</c:v>
                </c:pt>
                <c:pt idx="7195">
                  <c:v>0.76190476200000001</c:v>
                </c:pt>
                <c:pt idx="7196">
                  <c:v>0.76190476200000001</c:v>
                </c:pt>
                <c:pt idx="7197">
                  <c:v>0.76190476200000001</c:v>
                </c:pt>
                <c:pt idx="7198">
                  <c:v>0.76190476200000001</c:v>
                </c:pt>
                <c:pt idx="7199">
                  <c:v>0.63483436100000001</c:v>
                </c:pt>
                <c:pt idx="7200">
                  <c:v>0.76825828200000001</c:v>
                </c:pt>
                <c:pt idx="7201">
                  <c:v>0.76158708600000002</c:v>
                </c:pt>
                <c:pt idx="7202">
                  <c:v>0.76192064599999998</c:v>
                </c:pt>
                <c:pt idx="7203">
                  <c:v>0.76190396800000004</c:v>
                </c:pt>
                <c:pt idx="7204">
                  <c:v>0.76190480199999999</c:v>
                </c:pt>
                <c:pt idx="7205">
                  <c:v>0.76190475999999996</c:v>
                </c:pt>
                <c:pt idx="7206">
                  <c:v>0.76190476200000001</c:v>
                </c:pt>
                <c:pt idx="7207">
                  <c:v>0.76190476200000001</c:v>
                </c:pt>
                <c:pt idx="7208">
                  <c:v>0.76190476200000001</c:v>
                </c:pt>
                <c:pt idx="7209">
                  <c:v>0.76190476200000001</c:v>
                </c:pt>
                <c:pt idx="7210">
                  <c:v>0.76190476200000001</c:v>
                </c:pt>
                <c:pt idx="7211">
                  <c:v>0.76190476200000001</c:v>
                </c:pt>
                <c:pt idx="7212">
                  <c:v>0.76190476200000001</c:v>
                </c:pt>
                <c:pt idx="7213">
                  <c:v>0.76190476200000001</c:v>
                </c:pt>
                <c:pt idx="7214">
                  <c:v>0.76190476200000001</c:v>
                </c:pt>
                <c:pt idx="7215">
                  <c:v>0.76190476200000001</c:v>
                </c:pt>
                <c:pt idx="7216">
                  <c:v>0.76190476200000001</c:v>
                </c:pt>
                <c:pt idx="7217">
                  <c:v>0.76190476200000001</c:v>
                </c:pt>
                <c:pt idx="7218">
                  <c:v>0.56133027199999996</c:v>
                </c:pt>
                <c:pt idx="7219">
                  <c:v>0.37193348599999998</c:v>
                </c:pt>
                <c:pt idx="7220">
                  <c:v>0.36845488700000001</c:v>
                </c:pt>
                <c:pt idx="7221">
                  <c:v>0.36845488700000001</c:v>
                </c:pt>
                <c:pt idx="7222">
                  <c:v>0.36845488700000001</c:v>
                </c:pt>
                <c:pt idx="7223">
                  <c:v>0.36845488700000001</c:v>
                </c:pt>
                <c:pt idx="7224">
                  <c:v>0.36845488700000001</c:v>
                </c:pt>
                <c:pt idx="7225">
                  <c:v>0.36845488700000001</c:v>
                </c:pt>
                <c:pt idx="7226">
                  <c:v>0.36845488700000001</c:v>
                </c:pt>
                <c:pt idx="7227">
                  <c:v>0.36845488700000001</c:v>
                </c:pt>
                <c:pt idx="7228">
                  <c:v>0.36845488700000001</c:v>
                </c:pt>
                <c:pt idx="7229">
                  <c:v>0.36845488700000001</c:v>
                </c:pt>
                <c:pt idx="7230">
                  <c:v>0.48407798499999999</c:v>
                </c:pt>
                <c:pt idx="7231">
                  <c:v>0.69773068100000002</c:v>
                </c:pt>
                <c:pt idx="7232">
                  <c:v>0.76511346599999996</c:v>
                </c:pt>
                <c:pt idx="7233">
                  <c:v>0.76174432700000005</c:v>
                </c:pt>
                <c:pt idx="7234">
                  <c:v>0.76191278399999995</c:v>
                </c:pt>
                <c:pt idx="7235">
                  <c:v>0.76190436100000003</c:v>
                </c:pt>
                <c:pt idx="7236">
                  <c:v>0.761904782</c:v>
                </c:pt>
                <c:pt idx="7237">
                  <c:v>0.76190476100000004</c:v>
                </c:pt>
                <c:pt idx="7238">
                  <c:v>0.76190476200000001</c:v>
                </c:pt>
                <c:pt idx="7239">
                  <c:v>0.76190476200000001</c:v>
                </c:pt>
                <c:pt idx="7240">
                  <c:v>0.76190476200000001</c:v>
                </c:pt>
                <c:pt idx="7241">
                  <c:v>0.76190476200000001</c:v>
                </c:pt>
                <c:pt idx="7242">
                  <c:v>0.76190476200000001</c:v>
                </c:pt>
                <c:pt idx="7243">
                  <c:v>0.69177746500000004</c:v>
                </c:pt>
                <c:pt idx="7244">
                  <c:v>0.76541112700000002</c:v>
                </c:pt>
                <c:pt idx="7245">
                  <c:v>0.76172944399999998</c:v>
                </c:pt>
                <c:pt idx="7246">
                  <c:v>0.76191352800000001</c:v>
                </c:pt>
                <c:pt idx="7247">
                  <c:v>0.67293119899999998</c:v>
                </c:pt>
                <c:pt idx="7248">
                  <c:v>0.76635344000000005</c:v>
                </c:pt>
                <c:pt idx="7249">
                  <c:v>0.65954366399999997</c:v>
                </c:pt>
                <c:pt idx="7250">
                  <c:v>0.58517727799999997</c:v>
                </c:pt>
                <c:pt idx="7251">
                  <c:v>0.48714482999999997</c:v>
                </c:pt>
                <c:pt idx="7252">
                  <c:v>0.42573947000000001</c:v>
                </c:pt>
                <c:pt idx="7253">
                  <c:v>0.464881883</c:v>
                </c:pt>
                <c:pt idx="7254">
                  <c:v>0.776755906</c:v>
                </c:pt>
                <c:pt idx="7255">
                  <c:v>0.76116220499999998</c:v>
                </c:pt>
                <c:pt idx="7256">
                  <c:v>0.76194189000000001</c:v>
                </c:pt>
                <c:pt idx="7257">
                  <c:v>0.76190290599999999</c:v>
                </c:pt>
                <c:pt idx="7258">
                  <c:v>0.76190485500000005</c:v>
                </c:pt>
                <c:pt idx="7259">
                  <c:v>0.76190475700000004</c:v>
                </c:pt>
                <c:pt idx="7260">
                  <c:v>0.76190476200000001</c:v>
                </c:pt>
                <c:pt idx="7261">
                  <c:v>0.76190476200000001</c:v>
                </c:pt>
                <c:pt idx="7262">
                  <c:v>0.76190476200000001</c:v>
                </c:pt>
                <c:pt idx="7263">
                  <c:v>0.76190476200000001</c:v>
                </c:pt>
                <c:pt idx="7264">
                  <c:v>0.76190476200000001</c:v>
                </c:pt>
                <c:pt idx="7265">
                  <c:v>0.76190476200000001</c:v>
                </c:pt>
                <c:pt idx="7266">
                  <c:v>0.60929477799999998</c:v>
                </c:pt>
                <c:pt idx="7267">
                  <c:v>0.56360974699999999</c:v>
                </c:pt>
                <c:pt idx="7268">
                  <c:v>0.74982662899999997</c:v>
                </c:pt>
                <c:pt idx="7269">
                  <c:v>0.76250866900000003</c:v>
                </c:pt>
                <c:pt idx="7270">
                  <c:v>0.761874567</c:v>
                </c:pt>
                <c:pt idx="7271">
                  <c:v>0.69168417800000004</c:v>
                </c:pt>
                <c:pt idx="7272">
                  <c:v>0.76541579100000001</c:v>
                </c:pt>
                <c:pt idx="7273">
                  <c:v>0.76172921000000005</c:v>
                </c:pt>
                <c:pt idx="7274">
                  <c:v>0.76191353900000003</c:v>
                </c:pt>
                <c:pt idx="7275">
                  <c:v>0.76190432299999999</c:v>
                </c:pt>
                <c:pt idx="7276">
                  <c:v>0.76190478399999995</c:v>
                </c:pt>
                <c:pt idx="7277">
                  <c:v>0.72663051099999998</c:v>
                </c:pt>
                <c:pt idx="7278">
                  <c:v>0.76366847400000004</c:v>
                </c:pt>
                <c:pt idx="7279">
                  <c:v>0.76181657599999997</c:v>
                </c:pt>
                <c:pt idx="7280">
                  <c:v>0.761909171</c:v>
                </c:pt>
                <c:pt idx="7281">
                  <c:v>0.76190454100000005</c:v>
                </c:pt>
                <c:pt idx="7282">
                  <c:v>0.76190477300000004</c:v>
                </c:pt>
                <c:pt idx="7283">
                  <c:v>0.76190476100000004</c:v>
                </c:pt>
                <c:pt idx="7284">
                  <c:v>0.76190476200000001</c:v>
                </c:pt>
                <c:pt idx="7285">
                  <c:v>0.76190476200000001</c:v>
                </c:pt>
                <c:pt idx="7286">
                  <c:v>0.76190476200000001</c:v>
                </c:pt>
                <c:pt idx="7287">
                  <c:v>0.76190476200000001</c:v>
                </c:pt>
                <c:pt idx="7288">
                  <c:v>0.76190476200000001</c:v>
                </c:pt>
                <c:pt idx="7289">
                  <c:v>0.76190476200000001</c:v>
                </c:pt>
                <c:pt idx="7290">
                  <c:v>0.74693676600000003</c:v>
                </c:pt>
                <c:pt idx="7291">
                  <c:v>0.48329788499999998</c:v>
                </c:pt>
                <c:pt idx="7292">
                  <c:v>0.37583510599999997</c:v>
                </c:pt>
                <c:pt idx="7293">
                  <c:v>0.37583510599999997</c:v>
                </c:pt>
                <c:pt idx="7294">
                  <c:v>0.37583510599999997</c:v>
                </c:pt>
                <c:pt idx="7295">
                  <c:v>0.37583510599999997</c:v>
                </c:pt>
                <c:pt idx="7296">
                  <c:v>0.37583510599999997</c:v>
                </c:pt>
                <c:pt idx="7297">
                  <c:v>0.50117397399999997</c:v>
                </c:pt>
                <c:pt idx="7298">
                  <c:v>0.598877777</c:v>
                </c:pt>
                <c:pt idx="7299">
                  <c:v>0.77005611100000004</c:v>
                </c:pt>
                <c:pt idx="7300">
                  <c:v>0.76149719400000004</c:v>
                </c:pt>
                <c:pt idx="7301">
                  <c:v>0.76192514</c:v>
                </c:pt>
                <c:pt idx="7302">
                  <c:v>0.76190374299999997</c:v>
                </c:pt>
                <c:pt idx="7303">
                  <c:v>0.72358708199999999</c:v>
                </c:pt>
                <c:pt idx="7304">
                  <c:v>0.64615206000000003</c:v>
                </c:pt>
                <c:pt idx="7305">
                  <c:v>0.52637182900000001</c:v>
                </c:pt>
                <c:pt idx="7306">
                  <c:v>0.50194181800000004</c:v>
                </c:pt>
                <c:pt idx="7307">
                  <c:v>0.55951591099999998</c:v>
                </c:pt>
                <c:pt idx="7308">
                  <c:v>0.60090169999999998</c:v>
                </c:pt>
                <c:pt idx="7309">
                  <c:v>0.72015649000000004</c:v>
                </c:pt>
                <c:pt idx="7310">
                  <c:v>0.65953347699999998</c:v>
                </c:pt>
                <c:pt idx="7311">
                  <c:v>0.58559187400000001</c:v>
                </c:pt>
                <c:pt idx="7312">
                  <c:v>0.75721042500000002</c:v>
                </c:pt>
                <c:pt idx="7313">
                  <c:v>0.76213947900000001</c:v>
                </c:pt>
                <c:pt idx="7314">
                  <c:v>0.76189302599999997</c:v>
                </c:pt>
                <c:pt idx="7315">
                  <c:v>0.69755650999999996</c:v>
                </c:pt>
                <c:pt idx="7316">
                  <c:v>0.36512217499999999</c:v>
                </c:pt>
                <c:pt idx="7317">
                  <c:v>0.36512217499999999</c:v>
                </c:pt>
                <c:pt idx="7318">
                  <c:v>0.36512217499999999</c:v>
                </c:pt>
                <c:pt idx="7319">
                  <c:v>0.36512217499999999</c:v>
                </c:pt>
                <c:pt idx="7320">
                  <c:v>0.36512217499999999</c:v>
                </c:pt>
                <c:pt idx="7321">
                  <c:v>0.36512217499999999</c:v>
                </c:pt>
                <c:pt idx="7322">
                  <c:v>0.36512217499999999</c:v>
                </c:pt>
                <c:pt idx="7323">
                  <c:v>0.36512217499999999</c:v>
                </c:pt>
                <c:pt idx="7324">
                  <c:v>0.36512217499999999</c:v>
                </c:pt>
                <c:pt idx="7325">
                  <c:v>0.36512217499999999</c:v>
                </c:pt>
                <c:pt idx="7326">
                  <c:v>0.36512217499999999</c:v>
                </c:pt>
                <c:pt idx="7327">
                  <c:v>0.36512217499999999</c:v>
                </c:pt>
                <c:pt idx="7328">
                  <c:v>0.41104829700000001</c:v>
                </c:pt>
                <c:pt idx="7329">
                  <c:v>0.440054416</c:v>
                </c:pt>
                <c:pt idx="7330">
                  <c:v>0.69517383499999996</c:v>
                </c:pt>
                <c:pt idx="7331">
                  <c:v>0.76524130800000001</c:v>
                </c:pt>
                <c:pt idx="7332">
                  <c:v>0.76173793499999998</c:v>
                </c:pt>
                <c:pt idx="7333">
                  <c:v>0.76191310300000004</c:v>
                </c:pt>
                <c:pt idx="7334">
                  <c:v>0.76190434500000004</c:v>
                </c:pt>
                <c:pt idx="7335">
                  <c:v>0.76190478299999997</c:v>
                </c:pt>
                <c:pt idx="7336">
                  <c:v>0.76190476100000004</c:v>
                </c:pt>
                <c:pt idx="7337">
                  <c:v>0.73205176500000002</c:v>
                </c:pt>
                <c:pt idx="7338">
                  <c:v>0.763397412</c:v>
                </c:pt>
                <c:pt idx="7339">
                  <c:v>0.72815214800000005</c:v>
                </c:pt>
                <c:pt idx="7340">
                  <c:v>0.76359239300000004</c:v>
                </c:pt>
                <c:pt idx="7341">
                  <c:v>0.76182037999999996</c:v>
                </c:pt>
                <c:pt idx="7342">
                  <c:v>0.62116871200000001</c:v>
                </c:pt>
                <c:pt idx="7343">
                  <c:v>0.49291105699999999</c:v>
                </c:pt>
                <c:pt idx="7344">
                  <c:v>0.387127259</c:v>
                </c:pt>
                <c:pt idx="7345">
                  <c:v>0.387127259</c:v>
                </c:pt>
                <c:pt idx="7346">
                  <c:v>0.422438857</c:v>
                </c:pt>
                <c:pt idx="7347">
                  <c:v>0.62804674000000005</c:v>
                </c:pt>
                <c:pt idx="7348">
                  <c:v>0.592986809</c:v>
                </c:pt>
                <c:pt idx="7349">
                  <c:v>0.76091823599999997</c:v>
                </c:pt>
                <c:pt idx="7350">
                  <c:v>0.66061893999999999</c:v>
                </c:pt>
                <c:pt idx="7351">
                  <c:v>0.60015923000000004</c:v>
                </c:pt>
                <c:pt idx="7352">
                  <c:v>0.76999203900000002</c:v>
                </c:pt>
                <c:pt idx="7353">
                  <c:v>0.76150039800000002</c:v>
                </c:pt>
                <c:pt idx="7354">
                  <c:v>0.75974609800000004</c:v>
                </c:pt>
                <c:pt idx="7355">
                  <c:v>0.71336340200000004</c:v>
                </c:pt>
                <c:pt idx="7356">
                  <c:v>0.55717242300000003</c:v>
                </c:pt>
                <c:pt idx="7357">
                  <c:v>0.45272776399999998</c:v>
                </c:pt>
                <c:pt idx="7358">
                  <c:v>0.48716812900000001</c:v>
                </c:pt>
                <c:pt idx="7359">
                  <c:v>0.50419393099999998</c:v>
                </c:pt>
                <c:pt idx="7360">
                  <c:v>0.40530298300000001</c:v>
                </c:pt>
                <c:pt idx="7361">
                  <c:v>0.37973485099999998</c:v>
                </c:pt>
                <c:pt idx="7362">
                  <c:v>0.37973485099999998</c:v>
                </c:pt>
                <c:pt idx="7363">
                  <c:v>0.37973485099999998</c:v>
                </c:pt>
                <c:pt idx="7364">
                  <c:v>0.37973485099999998</c:v>
                </c:pt>
                <c:pt idx="7365">
                  <c:v>0.37973485099999998</c:v>
                </c:pt>
                <c:pt idx="7366">
                  <c:v>0.37973485099999998</c:v>
                </c:pt>
                <c:pt idx="7367">
                  <c:v>0.42567702600000001</c:v>
                </c:pt>
                <c:pt idx="7368">
                  <c:v>0.378716149</c:v>
                </c:pt>
                <c:pt idx="7369">
                  <c:v>0.378716149</c:v>
                </c:pt>
                <c:pt idx="7370">
                  <c:v>0.48994016299999998</c:v>
                </c:pt>
                <c:pt idx="7371">
                  <c:v>0.45705243299999998</c:v>
                </c:pt>
                <c:pt idx="7372">
                  <c:v>0.75624103799999998</c:v>
                </c:pt>
                <c:pt idx="7373">
                  <c:v>0.762187948</c:v>
                </c:pt>
                <c:pt idx="7374">
                  <c:v>0.761890603</c:v>
                </c:pt>
                <c:pt idx="7375">
                  <c:v>0.74156059799999996</c:v>
                </c:pt>
                <c:pt idx="7376">
                  <c:v>0.57025956</c:v>
                </c:pt>
                <c:pt idx="7377">
                  <c:v>0.75240313299999995</c:v>
                </c:pt>
                <c:pt idx="7378">
                  <c:v>0.76237984299999995</c:v>
                </c:pt>
                <c:pt idx="7379">
                  <c:v>0.76188100800000003</c:v>
                </c:pt>
                <c:pt idx="7380">
                  <c:v>0.76190595000000005</c:v>
                </c:pt>
                <c:pt idx="7381">
                  <c:v>0.76190470300000002</c:v>
                </c:pt>
                <c:pt idx="7382">
                  <c:v>0.76190476500000004</c:v>
                </c:pt>
                <c:pt idx="7383">
                  <c:v>0.76190476200000001</c:v>
                </c:pt>
                <c:pt idx="7384">
                  <c:v>0.76190476200000001</c:v>
                </c:pt>
                <c:pt idx="7385">
                  <c:v>0.76190476200000001</c:v>
                </c:pt>
                <c:pt idx="7386">
                  <c:v>0.64599603900000002</c:v>
                </c:pt>
                <c:pt idx="7387">
                  <c:v>0.66520203300000003</c:v>
                </c:pt>
                <c:pt idx="7388">
                  <c:v>0.56442847200000001</c:v>
                </c:pt>
                <c:pt idx="7389">
                  <c:v>0.52770479800000003</c:v>
                </c:pt>
                <c:pt idx="7390">
                  <c:v>0.37361475999999999</c:v>
                </c:pt>
                <c:pt idx="7391">
                  <c:v>0.37361475999999999</c:v>
                </c:pt>
                <c:pt idx="7392">
                  <c:v>0.42566964099999999</c:v>
                </c:pt>
                <c:pt idx="7393">
                  <c:v>0.50513482399999998</c:v>
                </c:pt>
                <c:pt idx="7394">
                  <c:v>0.48193353900000002</c:v>
                </c:pt>
                <c:pt idx="7395">
                  <c:v>0.45268150400000001</c:v>
                </c:pt>
                <c:pt idx="7396">
                  <c:v>0.45964134099999998</c:v>
                </c:pt>
                <c:pt idx="7397">
                  <c:v>0.454743974</c:v>
                </c:pt>
                <c:pt idx="7398">
                  <c:v>0.43703053400000003</c:v>
                </c:pt>
                <c:pt idx="7399">
                  <c:v>0.37814847299999998</c:v>
                </c:pt>
                <c:pt idx="7400">
                  <c:v>0.37814847299999998</c:v>
                </c:pt>
                <c:pt idx="7401">
                  <c:v>0.37814847299999998</c:v>
                </c:pt>
                <c:pt idx="7402">
                  <c:v>0.45739233400000001</c:v>
                </c:pt>
                <c:pt idx="7403">
                  <c:v>0.77713038300000004</c:v>
                </c:pt>
                <c:pt idx="7404">
                  <c:v>0.76114348099999996</c:v>
                </c:pt>
                <c:pt idx="7405">
                  <c:v>0.76194282599999996</c:v>
                </c:pt>
                <c:pt idx="7406">
                  <c:v>0.76190285899999999</c:v>
                </c:pt>
                <c:pt idx="7407">
                  <c:v>0.76190485699999999</c:v>
                </c:pt>
                <c:pt idx="7408">
                  <c:v>0.76190475700000004</c:v>
                </c:pt>
                <c:pt idx="7409">
                  <c:v>0.75257281899999995</c:v>
                </c:pt>
                <c:pt idx="7410">
                  <c:v>0.61516704700000002</c:v>
                </c:pt>
                <c:pt idx="7411">
                  <c:v>0.36924164799999998</c:v>
                </c:pt>
                <c:pt idx="7412">
                  <c:v>0.40456088499999998</c:v>
                </c:pt>
                <c:pt idx="7413">
                  <c:v>0.37977195600000002</c:v>
                </c:pt>
                <c:pt idx="7414">
                  <c:v>0.37977195600000002</c:v>
                </c:pt>
                <c:pt idx="7415">
                  <c:v>0.37977195600000002</c:v>
                </c:pt>
                <c:pt idx="7416">
                  <c:v>0.37977195600000002</c:v>
                </c:pt>
                <c:pt idx="7417">
                  <c:v>0.36868754100000001</c:v>
                </c:pt>
                <c:pt idx="7418">
                  <c:v>0.66024535299999998</c:v>
                </c:pt>
                <c:pt idx="7419">
                  <c:v>0.61678084600000005</c:v>
                </c:pt>
                <c:pt idx="7420">
                  <c:v>0.62713261600000003</c:v>
                </c:pt>
                <c:pt idx="7421">
                  <c:v>0.551161291</c:v>
                </c:pt>
                <c:pt idx="7422">
                  <c:v>0.69365904</c:v>
                </c:pt>
                <c:pt idx="7423">
                  <c:v>0.54054970499999999</c:v>
                </c:pt>
                <c:pt idx="7424">
                  <c:v>0.57285705200000003</c:v>
                </c:pt>
                <c:pt idx="7425">
                  <c:v>0.77135714700000002</c:v>
                </c:pt>
                <c:pt idx="7426">
                  <c:v>0.76143214299999995</c:v>
                </c:pt>
                <c:pt idx="7427">
                  <c:v>0.76192839300000004</c:v>
                </c:pt>
                <c:pt idx="7428">
                  <c:v>0.76190358000000002</c:v>
                </c:pt>
                <c:pt idx="7429">
                  <c:v>0.76190482100000001</c:v>
                </c:pt>
                <c:pt idx="7430">
                  <c:v>0.76190475899999999</c:v>
                </c:pt>
                <c:pt idx="7431">
                  <c:v>0.76190476200000001</c:v>
                </c:pt>
                <c:pt idx="7432">
                  <c:v>0.76190476200000001</c:v>
                </c:pt>
                <c:pt idx="7433">
                  <c:v>0.52319523700000004</c:v>
                </c:pt>
                <c:pt idx="7434">
                  <c:v>0.58953594399999998</c:v>
                </c:pt>
                <c:pt idx="7435">
                  <c:v>0.64904571300000002</c:v>
                </c:pt>
                <c:pt idx="7436">
                  <c:v>0.76754771399999999</c:v>
                </c:pt>
                <c:pt idx="7437">
                  <c:v>0.56540348399999996</c:v>
                </c:pt>
                <c:pt idx="7438">
                  <c:v>0.70238180100000003</c:v>
                </c:pt>
                <c:pt idx="7439">
                  <c:v>0.58050962500000003</c:v>
                </c:pt>
                <c:pt idx="7440">
                  <c:v>0.50264094800000003</c:v>
                </c:pt>
                <c:pt idx="7441">
                  <c:v>0.46456603600000002</c:v>
                </c:pt>
                <c:pt idx="7442">
                  <c:v>0.71656452299999995</c:v>
                </c:pt>
                <c:pt idx="7443">
                  <c:v>0.76417177400000003</c:v>
                </c:pt>
                <c:pt idx="7444">
                  <c:v>0.76179141100000003</c:v>
                </c:pt>
                <c:pt idx="7445">
                  <c:v>0.76191042899999994</c:v>
                </c:pt>
                <c:pt idx="7446">
                  <c:v>0.76190447900000002</c:v>
                </c:pt>
                <c:pt idx="7447">
                  <c:v>0.76190477599999995</c:v>
                </c:pt>
                <c:pt idx="7448">
                  <c:v>0.76190476100000004</c:v>
                </c:pt>
                <c:pt idx="7449">
                  <c:v>0.76190476200000001</c:v>
                </c:pt>
                <c:pt idx="7450">
                  <c:v>0.76190476200000001</c:v>
                </c:pt>
                <c:pt idx="7451">
                  <c:v>0.76190476200000001</c:v>
                </c:pt>
                <c:pt idx="7452">
                  <c:v>0.76190476200000001</c:v>
                </c:pt>
                <c:pt idx="7453">
                  <c:v>0.76190476200000001</c:v>
                </c:pt>
                <c:pt idx="7454">
                  <c:v>0.76190476200000001</c:v>
                </c:pt>
                <c:pt idx="7455">
                  <c:v>0.76190476200000001</c:v>
                </c:pt>
                <c:pt idx="7456">
                  <c:v>0.76190476200000001</c:v>
                </c:pt>
                <c:pt idx="7457">
                  <c:v>0.76190476200000001</c:v>
                </c:pt>
                <c:pt idx="7458">
                  <c:v>0.76190476200000001</c:v>
                </c:pt>
                <c:pt idx="7459">
                  <c:v>0.76190476200000001</c:v>
                </c:pt>
                <c:pt idx="7460">
                  <c:v>0.76190476200000001</c:v>
                </c:pt>
                <c:pt idx="7461">
                  <c:v>0.76190476200000001</c:v>
                </c:pt>
                <c:pt idx="7462">
                  <c:v>0.76190476200000001</c:v>
                </c:pt>
                <c:pt idx="7463">
                  <c:v>0.76190476200000001</c:v>
                </c:pt>
                <c:pt idx="7464">
                  <c:v>0.76190476200000001</c:v>
                </c:pt>
                <c:pt idx="7465">
                  <c:v>0.76190476200000001</c:v>
                </c:pt>
                <c:pt idx="7466">
                  <c:v>0.76190476200000001</c:v>
                </c:pt>
                <c:pt idx="7467">
                  <c:v>0.745090539</c:v>
                </c:pt>
                <c:pt idx="7468">
                  <c:v>0.76274547299999995</c:v>
                </c:pt>
                <c:pt idx="7469">
                  <c:v>0.76186272600000005</c:v>
                </c:pt>
                <c:pt idx="7470">
                  <c:v>0.76190686399999996</c:v>
                </c:pt>
                <c:pt idx="7471">
                  <c:v>0.76190465699999999</c:v>
                </c:pt>
                <c:pt idx="7472">
                  <c:v>0.76190476699999998</c:v>
                </c:pt>
                <c:pt idx="7473">
                  <c:v>0.76190476200000001</c:v>
                </c:pt>
                <c:pt idx="7474">
                  <c:v>0.76190476200000001</c:v>
                </c:pt>
                <c:pt idx="7475">
                  <c:v>0.76190476200000001</c:v>
                </c:pt>
                <c:pt idx="7476">
                  <c:v>0.76190476200000001</c:v>
                </c:pt>
                <c:pt idx="7477">
                  <c:v>0.76190476200000001</c:v>
                </c:pt>
                <c:pt idx="7478">
                  <c:v>0.76190476200000001</c:v>
                </c:pt>
                <c:pt idx="7479">
                  <c:v>0.76190476200000001</c:v>
                </c:pt>
                <c:pt idx="7480">
                  <c:v>0.76190476200000001</c:v>
                </c:pt>
                <c:pt idx="7481">
                  <c:v>0.76190476200000001</c:v>
                </c:pt>
                <c:pt idx="7482">
                  <c:v>0.76190476200000001</c:v>
                </c:pt>
                <c:pt idx="7483">
                  <c:v>0.36190476199999999</c:v>
                </c:pt>
                <c:pt idx="7484">
                  <c:v>0.36190476199999999</c:v>
                </c:pt>
                <c:pt idx="7485">
                  <c:v>0.34554005700000001</c:v>
                </c:pt>
                <c:pt idx="7486">
                  <c:v>0.34554005700000001</c:v>
                </c:pt>
                <c:pt idx="7487">
                  <c:v>0.34554005700000001</c:v>
                </c:pt>
                <c:pt idx="7488">
                  <c:v>0.34554005700000001</c:v>
                </c:pt>
                <c:pt idx="7489">
                  <c:v>0.36292750800000001</c:v>
                </c:pt>
                <c:pt idx="7490">
                  <c:v>0.34517277699999999</c:v>
                </c:pt>
                <c:pt idx="7491">
                  <c:v>0.34517277699999999</c:v>
                </c:pt>
                <c:pt idx="7492">
                  <c:v>0.39864761700000001</c:v>
                </c:pt>
                <c:pt idx="7493">
                  <c:v>0.72787114399999997</c:v>
                </c:pt>
                <c:pt idx="7494">
                  <c:v>0.76360644300000002</c:v>
                </c:pt>
                <c:pt idx="7495">
                  <c:v>0.76181967799999994</c:v>
                </c:pt>
                <c:pt idx="7496">
                  <c:v>0.76190901600000005</c:v>
                </c:pt>
                <c:pt idx="7497">
                  <c:v>0.76190454900000004</c:v>
                </c:pt>
                <c:pt idx="7498">
                  <c:v>0.59037921000000004</c:v>
                </c:pt>
                <c:pt idx="7499">
                  <c:v>0.53919942099999996</c:v>
                </c:pt>
                <c:pt idx="7500">
                  <c:v>0.59300170399999996</c:v>
                </c:pt>
                <c:pt idx="7501">
                  <c:v>0.77034991500000005</c:v>
                </c:pt>
                <c:pt idx="7502">
                  <c:v>0.76148250399999995</c:v>
                </c:pt>
                <c:pt idx="7503">
                  <c:v>0.76192587499999997</c:v>
                </c:pt>
                <c:pt idx="7504">
                  <c:v>0.52989590799999997</c:v>
                </c:pt>
                <c:pt idx="7505">
                  <c:v>0.59599778800000003</c:v>
                </c:pt>
                <c:pt idx="7506">
                  <c:v>0.67506615400000003</c:v>
                </c:pt>
                <c:pt idx="7507">
                  <c:v>0.46644801899999999</c:v>
                </c:pt>
                <c:pt idx="7508">
                  <c:v>0.37667759899999997</c:v>
                </c:pt>
                <c:pt idx="7509">
                  <c:v>0.37667759899999997</c:v>
                </c:pt>
                <c:pt idx="7510">
                  <c:v>0.37667759899999997</c:v>
                </c:pt>
                <c:pt idx="7511">
                  <c:v>0.41487120199999999</c:v>
                </c:pt>
                <c:pt idx="7512">
                  <c:v>0.64436957399999995</c:v>
                </c:pt>
                <c:pt idx="7513">
                  <c:v>0.74509812799999997</c:v>
                </c:pt>
                <c:pt idx="7514">
                  <c:v>0.73121540600000001</c:v>
                </c:pt>
                <c:pt idx="7515">
                  <c:v>0.68073749400000005</c:v>
                </c:pt>
                <c:pt idx="7516">
                  <c:v>0.637433731</c:v>
                </c:pt>
                <c:pt idx="7517">
                  <c:v>0.75839682100000005</c:v>
                </c:pt>
                <c:pt idx="7518">
                  <c:v>0.76208015900000003</c:v>
                </c:pt>
                <c:pt idx="7519">
                  <c:v>0.76189599200000002</c:v>
                </c:pt>
                <c:pt idx="7520">
                  <c:v>0.76190519999999995</c:v>
                </c:pt>
                <c:pt idx="7521">
                  <c:v>0.76190473999999997</c:v>
                </c:pt>
                <c:pt idx="7522">
                  <c:v>0.76190476299999998</c:v>
                </c:pt>
                <c:pt idx="7523">
                  <c:v>0.76190476200000001</c:v>
                </c:pt>
                <c:pt idx="7524">
                  <c:v>0.76190476200000001</c:v>
                </c:pt>
                <c:pt idx="7525">
                  <c:v>0.76190476200000001</c:v>
                </c:pt>
                <c:pt idx="7526">
                  <c:v>0.76190476200000001</c:v>
                </c:pt>
                <c:pt idx="7527">
                  <c:v>0.76190476200000001</c:v>
                </c:pt>
                <c:pt idx="7528">
                  <c:v>0.76190476200000001</c:v>
                </c:pt>
                <c:pt idx="7529">
                  <c:v>0.76190476200000001</c:v>
                </c:pt>
                <c:pt idx="7530">
                  <c:v>0.444546039</c:v>
                </c:pt>
                <c:pt idx="7531">
                  <c:v>0.37777269800000002</c:v>
                </c:pt>
                <c:pt idx="7532">
                  <c:v>0.46264964800000002</c:v>
                </c:pt>
                <c:pt idx="7533">
                  <c:v>0.37686751800000001</c:v>
                </c:pt>
                <c:pt idx="7534">
                  <c:v>0.509979717</c:v>
                </c:pt>
                <c:pt idx="7535">
                  <c:v>0.652572543</c:v>
                </c:pt>
                <c:pt idx="7536">
                  <c:v>0.76737137300000002</c:v>
                </c:pt>
                <c:pt idx="7537">
                  <c:v>0.66766538600000003</c:v>
                </c:pt>
                <c:pt idx="7538">
                  <c:v>0.58214358099999997</c:v>
                </c:pt>
                <c:pt idx="7539">
                  <c:v>0.504792452</c:v>
                </c:pt>
                <c:pt idx="7540">
                  <c:v>0.44062202099999997</c:v>
                </c:pt>
                <c:pt idx="7541">
                  <c:v>0.37796889900000002</c:v>
                </c:pt>
                <c:pt idx="7542">
                  <c:v>0.69914606700000004</c:v>
                </c:pt>
                <c:pt idx="7543">
                  <c:v>0.76504269700000005</c:v>
                </c:pt>
                <c:pt idx="7544">
                  <c:v>0.76174786500000002</c:v>
                </c:pt>
                <c:pt idx="7545">
                  <c:v>0.76191260699999996</c:v>
                </c:pt>
                <c:pt idx="7546">
                  <c:v>0.76190437</c:v>
                </c:pt>
                <c:pt idx="7547">
                  <c:v>0.761904782</c:v>
                </c:pt>
                <c:pt idx="7548">
                  <c:v>0.76190476100000004</c:v>
                </c:pt>
                <c:pt idx="7549">
                  <c:v>0.76190476200000001</c:v>
                </c:pt>
                <c:pt idx="7550">
                  <c:v>0.76190476200000001</c:v>
                </c:pt>
                <c:pt idx="7551">
                  <c:v>0.76190476200000001</c:v>
                </c:pt>
                <c:pt idx="7552">
                  <c:v>0.76190476200000001</c:v>
                </c:pt>
                <c:pt idx="7553">
                  <c:v>0.65048134199999996</c:v>
                </c:pt>
                <c:pt idx="7554">
                  <c:v>0.39294233000000001</c:v>
                </c:pt>
                <c:pt idx="7555">
                  <c:v>0.39294233000000001</c:v>
                </c:pt>
                <c:pt idx="7556">
                  <c:v>0.39294233000000001</c:v>
                </c:pt>
                <c:pt idx="7557">
                  <c:v>0.39294233000000001</c:v>
                </c:pt>
                <c:pt idx="7558">
                  <c:v>0.39294233000000001</c:v>
                </c:pt>
                <c:pt idx="7559">
                  <c:v>0.58090449600000005</c:v>
                </c:pt>
                <c:pt idx="7560">
                  <c:v>0.77095477499999998</c:v>
                </c:pt>
                <c:pt idx="7561">
                  <c:v>0.76145226099999996</c:v>
                </c:pt>
                <c:pt idx="7562">
                  <c:v>0.76192738699999996</c:v>
                </c:pt>
                <c:pt idx="7563">
                  <c:v>0.76190363100000003</c:v>
                </c:pt>
                <c:pt idx="7564">
                  <c:v>0.76190481799999998</c:v>
                </c:pt>
                <c:pt idx="7565">
                  <c:v>0.76190475899999999</c:v>
                </c:pt>
                <c:pt idx="7566">
                  <c:v>0.76190476200000001</c:v>
                </c:pt>
                <c:pt idx="7567">
                  <c:v>0.76190476200000001</c:v>
                </c:pt>
                <c:pt idx="7568">
                  <c:v>0.76190476200000001</c:v>
                </c:pt>
                <c:pt idx="7569">
                  <c:v>0.76190476200000001</c:v>
                </c:pt>
                <c:pt idx="7570">
                  <c:v>0.76190476200000001</c:v>
                </c:pt>
                <c:pt idx="7571">
                  <c:v>0.76190476200000001</c:v>
                </c:pt>
                <c:pt idx="7572">
                  <c:v>0.76190476200000001</c:v>
                </c:pt>
                <c:pt idx="7573">
                  <c:v>0.76190476200000001</c:v>
                </c:pt>
                <c:pt idx="7574">
                  <c:v>0.76190476200000001</c:v>
                </c:pt>
                <c:pt idx="7575">
                  <c:v>0.76190476200000001</c:v>
                </c:pt>
                <c:pt idx="7576">
                  <c:v>0.76190476200000001</c:v>
                </c:pt>
                <c:pt idx="7577">
                  <c:v>0.76190476200000001</c:v>
                </c:pt>
                <c:pt idx="7578">
                  <c:v>0.76190476200000001</c:v>
                </c:pt>
                <c:pt idx="7579">
                  <c:v>0.76190476200000001</c:v>
                </c:pt>
                <c:pt idx="7580">
                  <c:v>0.76190476200000001</c:v>
                </c:pt>
                <c:pt idx="7581">
                  <c:v>0.76190476200000001</c:v>
                </c:pt>
                <c:pt idx="7582">
                  <c:v>0.76190476200000001</c:v>
                </c:pt>
                <c:pt idx="7583">
                  <c:v>0.76190476200000001</c:v>
                </c:pt>
                <c:pt idx="7584">
                  <c:v>0.76190476200000001</c:v>
                </c:pt>
                <c:pt idx="7585">
                  <c:v>0.76190476200000001</c:v>
                </c:pt>
                <c:pt idx="7586">
                  <c:v>0.76190476200000001</c:v>
                </c:pt>
                <c:pt idx="7587">
                  <c:v>0.76190476200000001</c:v>
                </c:pt>
                <c:pt idx="7588">
                  <c:v>0.76190476200000001</c:v>
                </c:pt>
                <c:pt idx="7589">
                  <c:v>0.76190476200000001</c:v>
                </c:pt>
                <c:pt idx="7590">
                  <c:v>0.76190476200000001</c:v>
                </c:pt>
                <c:pt idx="7591">
                  <c:v>0.76190476200000001</c:v>
                </c:pt>
                <c:pt idx="7592">
                  <c:v>0.76190476200000001</c:v>
                </c:pt>
                <c:pt idx="7593">
                  <c:v>0.76190476200000001</c:v>
                </c:pt>
                <c:pt idx="7594">
                  <c:v>0.76190476200000001</c:v>
                </c:pt>
                <c:pt idx="7595">
                  <c:v>0.76190476200000001</c:v>
                </c:pt>
                <c:pt idx="7596">
                  <c:v>0.76190476200000001</c:v>
                </c:pt>
                <c:pt idx="7597">
                  <c:v>0.76190476200000001</c:v>
                </c:pt>
                <c:pt idx="7598">
                  <c:v>0.76190476200000001</c:v>
                </c:pt>
                <c:pt idx="7599">
                  <c:v>0.76190476200000001</c:v>
                </c:pt>
                <c:pt idx="7600">
                  <c:v>0.76190476200000001</c:v>
                </c:pt>
                <c:pt idx="7601">
                  <c:v>0.75570629199999995</c:v>
                </c:pt>
                <c:pt idx="7602">
                  <c:v>0.67192911300000002</c:v>
                </c:pt>
                <c:pt idx="7603">
                  <c:v>0.50920491499999998</c:v>
                </c:pt>
                <c:pt idx="7604">
                  <c:v>0.374539754</c:v>
                </c:pt>
                <c:pt idx="7605">
                  <c:v>0.374539754</c:v>
                </c:pt>
                <c:pt idx="7606">
                  <c:v>0.374539754</c:v>
                </c:pt>
                <c:pt idx="7607">
                  <c:v>0.374539754</c:v>
                </c:pt>
                <c:pt idx="7608">
                  <c:v>0.374539754</c:v>
                </c:pt>
                <c:pt idx="7609">
                  <c:v>0.35920232800000002</c:v>
                </c:pt>
                <c:pt idx="7610">
                  <c:v>0.44115737199999999</c:v>
                </c:pt>
                <c:pt idx="7611">
                  <c:v>0.73553798500000001</c:v>
                </c:pt>
                <c:pt idx="7612">
                  <c:v>0.69647065100000005</c:v>
                </c:pt>
                <c:pt idx="7613">
                  <c:v>0.688920109</c:v>
                </c:pt>
                <c:pt idx="7614">
                  <c:v>0.61041775600000003</c:v>
                </c:pt>
                <c:pt idx="7615">
                  <c:v>0.48975278900000002</c:v>
                </c:pt>
                <c:pt idx="7616">
                  <c:v>0.65838720799999995</c:v>
                </c:pt>
                <c:pt idx="7617">
                  <c:v>0.65963734600000001</c:v>
                </c:pt>
                <c:pt idx="7618">
                  <c:v>0.76701813299999999</c:v>
                </c:pt>
                <c:pt idx="7619">
                  <c:v>0.76164909300000005</c:v>
                </c:pt>
                <c:pt idx="7620">
                  <c:v>0.76191754499999997</c:v>
                </c:pt>
                <c:pt idx="7621">
                  <c:v>0.76190412299999999</c:v>
                </c:pt>
                <c:pt idx="7622">
                  <c:v>0.761904794</c:v>
                </c:pt>
                <c:pt idx="7623">
                  <c:v>0.76190475999999996</c:v>
                </c:pt>
                <c:pt idx="7624">
                  <c:v>0.76190476200000001</c:v>
                </c:pt>
                <c:pt idx="7625">
                  <c:v>0.76190476200000001</c:v>
                </c:pt>
                <c:pt idx="7626">
                  <c:v>0.76190476200000001</c:v>
                </c:pt>
                <c:pt idx="7627">
                  <c:v>0.76190476200000001</c:v>
                </c:pt>
                <c:pt idx="7628">
                  <c:v>0.76190476200000001</c:v>
                </c:pt>
                <c:pt idx="7629">
                  <c:v>0.76190476200000001</c:v>
                </c:pt>
                <c:pt idx="7630">
                  <c:v>0.76190476200000001</c:v>
                </c:pt>
                <c:pt idx="7631">
                  <c:v>0.76190476200000001</c:v>
                </c:pt>
                <c:pt idx="7632">
                  <c:v>0.76190476200000001</c:v>
                </c:pt>
                <c:pt idx="7633">
                  <c:v>0.76190476200000001</c:v>
                </c:pt>
                <c:pt idx="7634">
                  <c:v>0.76190476200000001</c:v>
                </c:pt>
                <c:pt idx="7635">
                  <c:v>0.76190476200000001</c:v>
                </c:pt>
                <c:pt idx="7636">
                  <c:v>0.76190476200000001</c:v>
                </c:pt>
                <c:pt idx="7637">
                  <c:v>0.76190476200000001</c:v>
                </c:pt>
                <c:pt idx="7638">
                  <c:v>0.76190476200000001</c:v>
                </c:pt>
                <c:pt idx="7639">
                  <c:v>0.76190476200000001</c:v>
                </c:pt>
                <c:pt idx="7640">
                  <c:v>0.76190476200000001</c:v>
                </c:pt>
                <c:pt idx="7641">
                  <c:v>0.76190476200000001</c:v>
                </c:pt>
                <c:pt idx="7642">
                  <c:v>0.76190476200000001</c:v>
                </c:pt>
                <c:pt idx="7643">
                  <c:v>0.76190476200000001</c:v>
                </c:pt>
                <c:pt idx="7644">
                  <c:v>0.76190476200000001</c:v>
                </c:pt>
                <c:pt idx="7645">
                  <c:v>0.76190476200000001</c:v>
                </c:pt>
                <c:pt idx="7646">
                  <c:v>0.76190476200000001</c:v>
                </c:pt>
                <c:pt idx="7647">
                  <c:v>0.76190476200000001</c:v>
                </c:pt>
                <c:pt idx="7648">
                  <c:v>0.76190476200000001</c:v>
                </c:pt>
                <c:pt idx="7649">
                  <c:v>0.73788196100000003</c:v>
                </c:pt>
                <c:pt idx="7650">
                  <c:v>0.76310590199999995</c:v>
                </c:pt>
                <c:pt idx="7651">
                  <c:v>0.61898147800000003</c:v>
                </c:pt>
                <c:pt idx="7652">
                  <c:v>0.69865828100000005</c:v>
                </c:pt>
                <c:pt idx="7653">
                  <c:v>0.76506708599999995</c:v>
                </c:pt>
                <c:pt idx="7654">
                  <c:v>0.76174664599999997</c:v>
                </c:pt>
                <c:pt idx="7655">
                  <c:v>0.76191266800000002</c:v>
                </c:pt>
                <c:pt idx="7656">
                  <c:v>0.76190436699999997</c:v>
                </c:pt>
                <c:pt idx="7657">
                  <c:v>0.761904782</c:v>
                </c:pt>
                <c:pt idx="7658">
                  <c:v>0.76190476100000004</c:v>
                </c:pt>
                <c:pt idx="7659">
                  <c:v>0.76190476200000001</c:v>
                </c:pt>
                <c:pt idx="7660">
                  <c:v>0.76190476200000001</c:v>
                </c:pt>
                <c:pt idx="7661">
                  <c:v>0.76190476200000001</c:v>
                </c:pt>
                <c:pt idx="7662">
                  <c:v>0.76190476200000001</c:v>
                </c:pt>
                <c:pt idx="7663">
                  <c:v>0.76190476200000001</c:v>
                </c:pt>
                <c:pt idx="7664">
                  <c:v>0.76190476200000001</c:v>
                </c:pt>
                <c:pt idx="7665">
                  <c:v>0.76190476200000001</c:v>
                </c:pt>
                <c:pt idx="7666">
                  <c:v>0.76190476200000001</c:v>
                </c:pt>
                <c:pt idx="7667">
                  <c:v>0.76190476200000001</c:v>
                </c:pt>
                <c:pt idx="7668">
                  <c:v>0.76190476200000001</c:v>
                </c:pt>
                <c:pt idx="7669">
                  <c:v>0.76190476200000001</c:v>
                </c:pt>
                <c:pt idx="7670">
                  <c:v>0.76190476200000001</c:v>
                </c:pt>
                <c:pt idx="7671">
                  <c:v>0.76190476200000001</c:v>
                </c:pt>
                <c:pt idx="7672">
                  <c:v>0.76190476200000001</c:v>
                </c:pt>
                <c:pt idx="7673">
                  <c:v>0.76190476200000001</c:v>
                </c:pt>
                <c:pt idx="7674">
                  <c:v>0.58296925600000005</c:v>
                </c:pt>
                <c:pt idx="7675">
                  <c:v>0.67779659400000003</c:v>
                </c:pt>
                <c:pt idx="7676">
                  <c:v>0.59979278199999997</c:v>
                </c:pt>
                <c:pt idx="7677">
                  <c:v>0.37001036100000001</c:v>
                </c:pt>
                <c:pt idx="7678">
                  <c:v>0.37001036100000001</c:v>
                </c:pt>
                <c:pt idx="7679">
                  <c:v>0.37604526999999999</c:v>
                </c:pt>
                <c:pt idx="7680">
                  <c:v>0.67894114500000002</c:v>
                </c:pt>
                <c:pt idx="7681">
                  <c:v>0.73147205800000004</c:v>
                </c:pt>
                <c:pt idx="7682">
                  <c:v>0.68144857800000003</c:v>
                </c:pt>
                <c:pt idx="7683">
                  <c:v>0.59315015699999996</c:v>
                </c:pt>
                <c:pt idx="7684">
                  <c:v>0.55585826199999999</c:v>
                </c:pt>
                <c:pt idx="7685">
                  <c:v>0.48190097599999998</c:v>
                </c:pt>
                <c:pt idx="7686">
                  <c:v>0.57551207299999996</c:v>
                </c:pt>
                <c:pt idx="7687">
                  <c:v>0.49863619799999997</c:v>
                </c:pt>
                <c:pt idx="7688">
                  <c:v>0.37506819000000002</c:v>
                </c:pt>
                <c:pt idx="7689">
                  <c:v>0.68017862200000001</c:v>
                </c:pt>
                <c:pt idx="7690">
                  <c:v>0.76599106900000002</c:v>
                </c:pt>
                <c:pt idx="7691">
                  <c:v>0.76170044699999995</c:v>
                </c:pt>
                <c:pt idx="7692">
                  <c:v>0.76191497799999996</c:v>
                </c:pt>
                <c:pt idx="7693">
                  <c:v>0.76190425100000003</c:v>
                </c:pt>
                <c:pt idx="7694">
                  <c:v>0.76190478699999997</c:v>
                </c:pt>
                <c:pt idx="7695">
                  <c:v>0.76190476100000004</c:v>
                </c:pt>
                <c:pt idx="7696">
                  <c:v>0.76190476200000001</c:v>
                </c:pt>
                <c:pt idx="7697">
                  <c:v>0.76190476200000001</c:v>
                </c:pt>
                <c:pt idx="7698">
                  <c:v>0.55417558600000005</c:v>
                </c:pt>
                <c:pt idx="7699">
                  <c:v>0.37229122100000001</c:v>
                </c:pt>
                <c:pt idx="7700">
                  <c:v>0.37229122100000001</c:v>
                </c:pt>
                <c:pt idx="7701">
                  <c:v>0.37229122100000001</c:v>
                </c:pt>
                <c:pt idx="7702">
                  <c:v>0.37229122100000001</c:v>
                </c:pt>
                <c:pt idx="7703">
                  <c:v>0.37229122100000001</c:v>
                </c:pt>
                <c:pt idx="7704">
                  <c:v>0.37229122100000001</c:v>
                </c:pt>
                <c:pt idx="7705">
                  <c:v>0.361489381</c:v>
                </c:pt>
                <c:pt idx="7706">
                  <c:v>0.361489381</c:v>
                </c:pt>
                <c:pt idx="7707">
                  <c:v>0.361489381</c:v>
                </c:pt>
                <c:pt idx="7708">
                  <c:v>0.34440998299999998</c:v>
                </c:pt>
                <c:pt idx="7709">
                  <c:v>0.34440998299999998</c:v>
                </c:pt>
                <c:pt idx="7710">
                  <c:v>0.34440998299999998</c:v>
                </c:pt>
                <c:pt idx="7711">
                  <c:v>0.34440998299999998</c:v>
                </c:pt>
                <c:pt idx="7712">
                  <c:v>0.34440998299999998</c:v>
                </c:pt>
                <c:pt idx="7713">
                  <c:v>0.35446369799999999</c:v>
                </c:pt>
                <c:pt idx="7714">
                  <c:v>0.47771485000000002</c:v>
                </c:pt>
                <c:pt idx="7715">
                  <c:v>0.74941625300000003</c:v>
                </c:pt>
                <c:pt idx="7716">
                  <c:v>0.76252918700000005</c:v>
                </c:pt>
                <c:pt idx="7717">
                  <c:v>0.76187354100000004</c:v>
                </c:pt>
                <c:pt idx="7718">
                  <c:v>0.76190632300000005</c:v>
                </c:pt>
                <c:pt idx="7719">
                  <c:v>0.761904684</c:v>
                </c:pt>
                <c:pt idx="7720">
                  <c:v>0.76190476600000001</c:v>
                </c:pt>
                <c:pt idx="7721">
                  <c:v>0.76190476200000001</c:v>
                </c:pt>
                <c:pt idx="7722">
                  <c:v>0.69394323099999999</c:v>
                </c:pt>
                <c:pt idx="7723">
                  <c:v>0.399771602</c:v>
                </c:pt>
                <c:pt idx="7724">
                  <c:v>0.399771602</c:v>
                </c:pt>
                <c:pt idx="7725">
                  <c:v>0.57710013999999998</c:v>
                </c:pt>
                <c:pt idx="7726">
                  <c:v>0.63367169000000001</c:v>
                </c:pt>
                <c:pt idx="7727">
                  <c:v>0.768316416</c:v>
                </c:pt>
                <c:pt idx="7728">
                  <c:v>0.76158417899999997</c:v>
                </c:pt>
                <c:pt idx="7729">
                  <c:v>0.76192079099999999</c:v>
                </c:pt>
                <c:pt idx="7730">
                  <c:v>0.76190396000000005</c:v>
                </c:pt>
                <c:pt idx="7731">
                  <c:v>0.76190480199999999</c:v>
                </c:pt>
                <c:pt idx="7732">
                  <c:v>0.76190475999999996</c:v>
                </c:pt>
                <c:pt idx="7733">
                  <c:v>0.76190476200000001</c:v>
                </c:pt>
                <c:pt idx="7734">
                  <c:v>0.712253519</c:v>
                </c:pt>
                <c:pt idx="7735">
                  <c:v>0.76438732399999998</c:v>
                </c:pt>
                <c:pt idx="7736">
                  <c:v>0.53337298600000005</c:v>
                </c:pt>
                <c:pt idx="7737">
                  <c:v>0.77333135099999994</c:v>
                </c:pt>
                <c:pt idx="7738">
                  <c:v>0.76133343200000003</c:v>
                </c:pt>
                <c:pt idx="7739">
                  <c:v>0.76193332800000002</c:v>
                </c:pt>
                <c:pt idx="7740">
                  <c:v>0.76190333399999999</c:v>
                </c:pt>
                <c:pt idx="7741">
                  <c:v>0.761904833</c:v>
                </c:pt>
                <c:pt idx="7742">
                  <c:v>0.76190475800000002</c:v>
                </c:pt>
                <c:pt idx="7743">
                  <c:v>0.76190476200000001</c:v>
                </c:pt>
                <c:pt idx="7744">
                  <c:v>0.76190476200000001</c:v>
                </c:pt>
                <c:pt idx="7745">
                  <c:v>0.76190476200000001</c:v>
                </c:pt>
                <c:pt idx="7746">
                  <c:v>0.65949387100000001</c:v>
                </c:pt>
                <c:pt idx="7747">
                  <c:v>0.367025306</c:v>
                </c:pt>
                <c:pt idx="7748">
                  <c:v>0.367025306</c:v>
                </c:pt>
                <c:pt idx="7749">
                  <c:v>0.367025306</c:v>
                </c:pt>
                <c:pt idx="7750">
                  <c:v>0.367025306</c:v>
                </c:pt>
                <c:pt idx="7751">
                  <c:v>0.367025306</c:v>
                </c:pt>
                <c:pt idx="7752">
                  <c:v>0.367025306</c:v>
                </c:pt>
                <c:pt idx="7753">
                  <c:v>0.367025306</c:v>
                </c:pt>
                <c:pt idx="7754">
                  <c:v>0.367025306</c:v>
                </c:pt>
                <c:pt idx="7755">
                  <c:v>0.367025306</c:v>
                </c:pt>
                <c:pt idx="7756">
                  <c:v>0.367025306</c:v>
                </c:pt>
                <c:pt idx="7757">
                  <c:v>0.35405516799999998</c:v>
                </c:pt>
                <c:pt idx="7758">
                  <c:v>0.35405516799999998</c:v>
                </c:pt>
                <c:pt idx="7759">
                  <c:v>0.62331104199999998</c:v>
                </c:pt>
                <c:pt idx="7760">
                  <c:v>0.61307815700000001</c:v>
                </c:pt>
                <c:pt idx="7761">
                  <c:v>0.76934609200000004</c:v>
                </c:pt>
                <c:pt idx="7762">
                  <c:v>0.76153269499999998</c:v>
                </c:pt>
                <c:pt idx="7763">
                  <c:v>0.76192336500000002</c:v>
                </c:pt>
                <c:pt idx="7764">
                  <c:v>0.761903832</c:v>
                </c:pt>
                <c:pt idx="7765">
                  <c:v>0.76190480800000004</c:v>
                </c:pt>
                <c:pt idx="7766">
                  <c:v>0.76190475999999996</c:v>
                </c:pt>
                <c:pt idx="7767">
                  <c:v>0.76190476200000001</c:v>
                </c:pt>
                <c:pt idx="7768">
                  <c:v>0.76190476200000001</c:v>
                </c:pt>
                <c:pt idx="7769">
                  <c:v>0.51189563999999999</c:v>
                </c:pt>
                <c:pt idx="7770">
                  <c:v>0.63999640499999999</c:v>
                </c:pt>
                <c:pt idx="7771">
                  <c:v>0.695786554</c:v>
                </c:pt>
                <c:pt idx="7772">
                  <c:v>0.76521067200000004</c:v>
                </c:pt>
                <c:pt idx="7773">
                  <c:v>0.76173946599999998</c:v>
                </c:pt>
                <c:pt idx="7774">
                  <c:v>0.47743385500000002</c:v>
                </c:pt>
                <c:pt idx="7775">
                  <c:v>0.50986609900000002</c:v>
                </c:pt>
                <c:pt idx="7776">
                  <c:v>0.374506695</c:v>
                </c:pt>
                <c:pt idx="7777">
                  <c:v>0.40977066699999998</c:v>
                </c:pt>
                <c:pt idx="7778">
                  <c:v>0.37951146699999999</c:v>
                </c:pt>
                <c:pt idx="7779">
                  <c:v>0.37951146699999999</c:v>
                </c:pt>
                <c:pt idx="7780">
                  <c:v>0.56761541500000001</c:v>
                </c:pt>
                <c:pt idx="7781">
                  <c:v>0.77161922900000002</c:v>
                </c:pt>
                <c:pt idx="7782">
                  <c:v>0.76141903899999996</c:v>
                </c:pt>
                <c:pt idx="7783">
                  <c:v>0.76192904800000005</c:v>
                </c:pt>
                <c:pt idx="7784">
                  <c:v>0.57791714199999999</c:v>
                </c:pt>
                <c:pt idx="7785">
                  <c:v>0.77110414299999996</c:v>
                </c:pt>
                <c:pt idx="7786">
                  <c:v>0.76144479300000001</c:v>
                </c:pt>
                <c:pt idx="7787">
                  <c:v>0.76192775999999995</c:v>
                </c:pt>
                <c:pt idx="7788">
                  <c:v>0.76190361200000001</c:v>
                </c:pt>
                <c:pt idx="7789">
                  <c:v>0.76190481899999996</c:v>
                </c:pt>
                <c:pt idx="7790">
                  <c:v>0.76190475899999999</c:v>
                </c:pt>
                <c:pt idx="7791">
                  <c:v>0.76190476200000001</c:v>
                </c:pt>
                <c:pt idx="7792">
                  <c:v>0.76190476200000001</c:v>
                </c:pt>
                <c:pt idx="7793">
                  <c:v>0.54771795300000004</c:v>
                </c:pt>
                <c:pt idx="7794">
                  <c:v>0.38563557700000001</c:v>
                </c:pt>
                <c:pt idx="7795">
                  <c:v>0.38563557700000001</c:v>
                </c:pt>
                <c:pt idx="7796">
                  <c:v>0.38563557700000001</c:v>
                </c:pt>
                <c:pt idx="7797">
                  <c:v>0.38563557700000001</c:v>
                </c:pt>
                <c:pt idx="7798">
                  <c:v>0.38563557700000001</c:v>
                </c:pt>
                <c:pt idx="7799">
                  <c:v>0.38563557700000001</c:v>
                </c:pt>
                <c:pt idx="7800">
                  <c:v>0.65978215600000001</c:v>
                </c:pt>
                <c:pt idx="7801">
                  <c:v>0.55439020800000005</c:v>
                </c:pt>
                <c:pt idx="7802">
                  <c:v>0.63812778699999995</c:v>
                </c:pt>
                <c:pt idx="7803">
                  <c:v>0.55003138500000004</c:v>
                </c:pt>
                <c:pt idx="7804">
                  <c:v>0.554286151</c:v>
                </c:pt>
                <c:pt idx="7805">
                  <c:v>0.456216711</c:v>
                </c:pt>
                <c:pt idx="7806">
                  <c:v>0.53227159400000001</c:v>
                </c:pt>
                <c:pt idx="7807">
                  <c:v>0.52581165399999996</c:v>
                </c:pt>
                <c:pt idx="7808">
                  <c:v>0.37370941699999999</c:v>
                </c:pt>
                <c:pt idx="7809">
                  <c:v>0.37370941699999999</c:v>
                </c:pt>
                <c:pt idx="7810">
                  <c:v>0.48175023099999997</c:v>
                </c:pt>
                <c:pt idx="7811">
                  <c:v>0.77591248800000001</c:v>
                </c:pt>
                <c:pt idx="7812">
                  <c:v>0.76120437600000002</c:v>
                </c:pt>
                <c:pt idx="7813">
                  <c:v>0.76193978100000004</c:v>
                </c:pt>
                <c:pt idx="7814">
                  <c:v>0.76190301100000002</c:v>
                </c:pt>
                <c:pt idx="7815">
                  <c:v>0.761904849</c:v>
                </c:pt>
                <c:pt idx="7816">
                  <c:v>0.76190475800000002</c:v>
                </c:pt>
                <c:pt idx="7817">
                  <c:v>0.56607122099999996</c:v>
                </c:pt>
                <c:pt idx="7818">
                  <c:v>0.37169643899999999</c:v>
                </c:pt>
                <c:pt idx="7819">
                  <c:v>0.37169643899999999</c:v>
                </c:pt>
                <c:pt idx="7820">
                  <c:v>0.37169643899999999</c:v>
                </c:pt>
                <c:pt idx="7821">
                  <c:v>0.37169643899999999</c:v>
                </c:pt>
                <c:pt idx="7822">
                  <c:v>0.37169643899999999</c:v>
                </c:pt>
                <c:pt idx="7823">
                  <c:v>0.46923200900000001</c:v>
                </c:pt>
                <c:pt idx="7824">
                  <c:v>0.70435636999999995</c:v>
                </c:pt>
                <c:pt idx="7825">
                  <c:v>0.76478218099999995</c:v>
                </c:pt>
                <c:pt idx="7826">
                  <c:v>0.761760891</c:v>
                </c:pt>
                <c:pt idx="7827">
                  <c:v>0.76191195499999997</c:v>
                </c:pt>
                <c:pt idx="7828">
                  <c:v>0.76190440199999998</c:v>
                </c:pt>
                <c:pt idx="7829">
                  <c:v>0.76190477999999995</c:v>
                </c:pt>
                <c:pt idx="7830">
                  <c:v>0.76190476100000004</c:v>
                </c:pt>
                <c:pt idx="7831">
                  <c:v>0.76190476200000001</c:v>
                </c:pt>
                <c:pt idx="7832">
                  <c:v>0.52772302000000004</c:v>
                </c:pt>
                <c:pt idx="7833">
                  <c:v>0.54697616999999998</c:v>
                </c:pt>
                <c:pt idx="7834">
                  <c:v>0.716473676</c:v>
                </c:pt>
                <c:pt idx="7835">
                  <c:v>0.76417631600000002</c:v>
                </c:pt>
                <c:pt idx="7836">
                  <c:v>0.76179118400000001</c:v>
                </c:pt>
                <c:pt idx="7837">
                  <c:v>0.76191044100000005</c:v>
                </c:pt>
                <c:pt idx="7838">
                  <c:v>0.76190447800000005</c:v>
                </c:pt>
                <c:pt idx="7839">
                  <c:v>0.76190477599999995</c:v>
                </c:pt>
                <c:pt idx="7840">
                  <c:v>0.76190476100000004</c:v>
                </c:pt>
                <c:pt idx="7841">
                  <c:v>0.65247082099999998</c:v>
                </c:pt>
                <c:pt idx="7842">
                  <c:v>0.41983573800000001</c:v>
                </c:pt>
                <c:pt idx="7843">
                  <c:v>0.37900821299999998</c:v>
                </c:pt>
                <c:pt idx="7844">
                  <c:v>0.37900821299999998</c:v>
                </c:pt>
                <c:pt idx="7845">
                  <c:v>0.37900821299999998</c:v>
                </c:pt>
                <c:pt idx="7846">
                  <c:v>0.37900821299999998</c:v>
                </c:pt>
                <c:pt idx="7847">
                  <c:v>0.37900821299999998</c:v>
                </c:pt>
                <c:pt idx="7848">
                  <c:v>0.37900821299999998</c:v>
                </c:pt>
                <c:pt idx="7849">
                  <c:v>0.69609691600000001</c:v>
                </c:pt>
                <c:pt idx="7850">
                  <c:v>0.76519515400000004</c:v>
                </c:pt>
                <c:pt idx="7851">
                  <c:v>0.76174024200000001</c:v>
                </c:pt>
                <c:pt idx="7852">
                  <c:v>0.76191298799999996</c:v>
                </c:pt>
                <c:pt idx="7853">
                  <c:v>0.75534327400000001</c:v>
                </c:pt>
                <c:pt idx="7854">
                  <c:v>0.76223283600000002</c:v>
                </c:pt>
                <c:pt idx="7855">
                  <c:v>0.76188835799999999</c:v>
                </c:pt>
                <c:pt idx="7856">
                  <c:v>0.76190558200000003</c:v>
                </c:pt>
                <c:pt idx="7857">
                  <c:v>0.76190472099999995</c:v>
                </c:pt>
                <c:pt idx="7858">
                  <c:v>0.76190476399999996</c:v>
                </c:pt>
                <c:pt idx="7859">
                  <c:v>0.76190476200000001</c:v>
                </c:pt>
                <c:pt idx="7860">
                  <c:v>0.76190476200000001</c:v>
                </c:pt>
                <c:pt idx="7861">
                  <c:v>0.76190476200000001</c:v>
                </c:pt>
                <c:pt idx="7862">
                  <c:v>0.76190476200000001</c:v>
                </c:pt>
                <c:pt idx="7863">
                  <c:v>0.76190476200000001</c:v>
                </c:pt>
                <c:pt idx="7864">
                  <c:v>0.76190476200000001</c:v>
                </c:pt>
                <c:pt idx="7865">
                  <c:v>0.46960474499999999</c:v>
                </c:pt>
                <c:pt idx="7866">
                  <c:v>0.37651976300000001</c:v>
                </c:pt>
                <c:pt idx="7867">
                  <c:v>0.37651976300000001</c:v>
                </c:pt>
                <c:pt idx="7868">
                  <c:v>0.51945060499999995</c:v>
                </c:pt>
                <c:pt idx="7869">
                  <c:v>0.62416537599999999</c:v>
                </c:pt>
                <c:pt idx="7870">
                  <c:v>0.73737475900000005</c:v>
                </c:pt>
                <c:pt idx="7871">
                  <c:v>0.76313126200000003</c:v>
                </c:pt>
                <c:pt idx="7872">
                  <c:v>0.76184343700000001</c:v>
                </c:pt>
                <c:pt idx="7873">
                  <c:v>0.76190782800000001</c:v>
                </c:pt>
                <c:pt idx="7874">
                  <c:v>0.76190460900000001</c:v>
                </c:pt>
                <c:pt idx="7875">
                  <c:v>0.76190477000000001</c:v>
                </c:pt>
                <c:pt idx="7876">
                  <c:v>0.76190476200000001</c:v>
                </c:pt>
                <c:pt idx="7877">
                  <c:v>0.76190476200000001</c:v>
                </c:pt>
                <c:pt idx="7878">
                  <c:v>0.76190476200000001</c:v>
                </c:pt>
                <c:pt idx="7879">
                  <c:v>0.76190476200000001</c:v>
                </c:pt>
                <c:pt idx="7880">
                  <c:v>0.76190476200000001</c:v>
                </c:pt>
                <c:pt idx="7881">
                  <c:v>0.76190476200000001</c:v>
                </c:pt>
                <c:pt idx="7882">
                  <c:v>0.76190476200000001</c:v>
                </c:pt>
                <c:pt idx="7883">
                  <c:v>0.76190476200000001</c:v>
                </c:pt>
                <c:pt idx="7884">
                  <c:v>0.76190476200000001</c:v>
                </c:pt>
                <c:pt idx="7885">
                  <c:v>0.76190476200000001</c:v>
                </c:pt>
                <c:pt idx="7886">
                  <c:v>0.76190476200000001</c:v>
                </c:pt>
                <c:pt idx="7887">
                  <c:v>0.76190476200000001</c:v>
                </c:pt>
                <c:pt idx="7888">
                  <c:v>0.76190476200000001</c:v>
                </c:pt>
                <c:pt idx="7889">
                  <c:v>0.76190476200000001</c:v>
                </c:pt>
                <c:pt idx="7890">
                  <c:v>0.72061150299999999</c:v>
                </c:pt>
                <c:pt idx="7891">
                  <c:v>0.48360761000000002</c:v>
                </c:pt>
                <c:pt idx="7892">
                  <c:v>0.37581962000000002</c:v>
                </c:pt>
                <c:pt idx="7893">
                  <c:v>0.37581962000000002</c:v>
                </c:pt>
                <c:pt idx="7894">
                  <c:v>0.37581962000000002</c:v>
                </c:pt>
                <c:pt idx="7895">
                  <c:v>0.37581962000000002</c:v>
                </c:pt>
                <c:pt idx="7896">
                  <c:v>0.36828896</c:v>
                </c:pt>
                <c:pt idx="7897">
                  <c:v>0.36828896</c:v>
                </c:pt>
                <c:pt idx="7898">
                  <c:v>0.57665728699999996</c:v>
                </c:pt>
                <c:pt idx="7899">
                  <c:v>0.77116713599999998</c:v>
                </c:pt>
                <c:pt idx="7900">
                  <c:v>0.75988468200000003</c:v>
                </c:pt>
                <c:pt idx="7901">
                  <c:v>0.73409421799999997</c:v>
                </c:pt>
                <c:pt idx="7902">
                  <c:v>0.63520072500000002</c:v>
                </c:pt>
                <c:pt idx="7903">
                  <c:v>0.55840462800000001</c:v>
                </c:pt>
                <c:pt idx="7904">
                  <c:v>0.44115510099999999</c:v>
                </c:pt>
                <c:pt idx="7905">
                  <c:v>0.61117269100000005</c:v>
                </c:pt>
                <c:pt idx="7906">
                  <c:v>0.76944136500000004</c:v>
                </c:pt>
                <c:pt idx="7907">
                  <c:v>0.76152793200000002</c:v>
                </c:pt>
                <c:pt idx="7908">
                  <c:v>0.76192360299999995</c:v>
                </c:pt>
                <c:pt idx="7909">
                  <c:v>0.76190382000000001</c:v>
                </c:pt>
                <c:pt idx="7910">
                  <c:v>0.76190480900000002</c:v>
                </c:pt>
                <c:pt idx="7911">
                  <c:v>0.76190475999999996</c:v>
                </c:pt>
                <c:pt idx="7912">
                  <c:v>0.56419940800000001</c:v>
                </c:pt>
                <c:pt idx="7913">
                  <c:v>0.48792818999999998</c:v>
                </c:pt>
                <c:pt idx="7914">
                  <c:v>0.67207646899999995</c:v>
                </c:pt>
                <c:pt idx="7915">
                  <c:v>0.76639617699999996</c:v>
                </c:pt>
                <c:pt idx="7916">
                  <c:v>0.76168019099999995</c:v>
                </c:pt>
                <c:pt idx="7917">
                  <c:v>0.76191598999999999</c:v>
                </c:pt>
                <c:pt idx="7918">
                  <c:v>0.76190420000000003</c:v>
                </c:pt>
                <c:pt idx="7919">
                  <c:v>0.76190479</c:v>
                </c:pt>
                <c:pt idx="7920">
                  <c:v>0.76190476100000004</c:v>
                </c:pt>
                <c:pt idx="7921">
                  <c:v>0.76190476200000001</c:v>
                </c:pt>
                <c:pt idx="7922">
                  <c:v>0.76190476200000001</c:v>
                </c:pt>
                <c:pt idx="7923">
                  <c:v>0.74634853499999998</c:v>
                </c:pt>
                <c:pt idx="7924">
                  <c:v>0.76268257299999997</c:v>
                </c:pt>
                <c:pt idx="7925">
                  <c:v>0.70446935099999997</c:v>
                </c:pt>
                <c:pt idx="7926">
                  <c:v>0.76477653199999995</c:v>
                </c:pt>
                <c:pt idx="7927">
                  <c:v>0.76176117300000001</c:v>
                </c:pt>
                <c:pt idx="7928">
                  <c:v>0.76191194100000004</c:v>
                </c:pt>
                <c:pt idx="7929">
                  <c:v>0.55117824400000004</c:v>
                </c:pt>
                <c:pt idx="7930">
                  <c:v>0.53490689499999999</c:v>
                </c:pt>
                <c:pt idx="7931">
                  <c:v>0.447292356</c:v>
                </c:pt>
                <c:pt idx="7932">
                  <c:v>0.41620154799999998</c:v>
                </c:pt>
                <c:pt idx="7933">
                  <c:v>0.51373382000000001</c:v>
                </c:pt>
                <c:pt idx="7934">
                  <c:v>0.45557060100000002</c:v>
                </c:pt>
                <c:pt idx="7935">
                  <c:v>0.435195889</c:v>
                </c:pt>
                <c:pt idx="7936">
                  <c:v>0.39376709199999999</c:v>
                </c:pt>
                <c:pt idx="7937">
                  <c:v>0.45893192300000002</c:v>
                </c:pt>
                <c:pt idx="7938">
                  <c:v>0.39445628999999999</c:v>
                </c:pt>
                <c:pt idx="7939">
                  <c:v>0.39445628999999999</c:v>
                </c:pt>
                <c:pt idx="7940">
                  <c:v>0.39445628999999999</c:v>
                </c:pt>
                <c:pt idx="7941">
                  <c:v>0.39445628999999999</c:v>
                </c:pt>
                <c:pt idx="7942">
                  <c:v>0.39445628999999999</c:v>
                </c:pt>
                <c:pt idx="7943">
                  <c:v>0.39445628999999999</c:v>
                </c:pt>
                <c:pt idx="7944">
                  <c:v>0.38594888199999999</c:v>
                </c:pt>
                <c:pt idx="7945">
                  <c:v>0.38594888199999999</c:v>
                </c:pt>
                <c:pt idx="7946">
                  <c:v>0.70873253300000005</c:v>
                </c:pt>
                <c:pt idx="7947">
                  <c:v>0.76456337299999999</c:v>
                </c:pt>
                <c:pt idx="7948">
                  <c:v>0.76177183100000001</c:v>
                </c:pt>
                <c:pt idx="7949">
                  <c:v>0.70235616999999995</c:v>
                </c:pt>
                <c:pt idx="7950">
                  <c:v>0.76488219199999996</c:v>
                </c:pt>
                <c:pt idx="7951">
                  <c:v>0.76175588999999999</c:v>
                </c:pt>
                <c:pt idx="7952">
                  <c:v>0.76191220500000001</c:v>
                </c:pt>
                <c:pt idx="7953">
                  <c:v>0.76190438999999999</c:v>
                </c:pt>
                <c:pt idx="7954">
                  <c:v>0.76190478100000003</c:v>
                </c:pt>
                <c:pt idx="7955">
                  <c:v>0.76190476100000004</c:v>
                </c:pt>
                <c:pt idx="7956">
                  <c:v>0.76190476200000001</c:v>
                </c:pt>
                <c:pt idx="7957">
                  <c:v>0.76190476200000001</c:v>
                </c:pt>
                <c:pt idx="7958">
                  <c:v>0.76190476200000001</c:v>
                </c:pt>
                <c:pt idx="7959">
                  <c:v>0.76190476200000001</c:v>
                </c:pt>
                <c:pt idx="7960">
                  <c:v>0.73527767799999999</c:v>
                </c:pt>
                <c:pt idx="7961">
                  <c:v>0.53743706800000002</c:v>
                </c:pt>
                <c:pt idx="7962">
                  <c:v>0.48010099299999998</c:v>
                </c:pt>
                <c:pt idx="7963">
                  <c:v>0.46952002399999998</c:v>
                </c:pt>
                <c:pt idx="7964">
                  <c:v>0.47215026999999998</c:v>
                </c:pt>
                <c:pt idx="7965">
                  <c:v>0.57952011000000003</c:v>
                </c:pt>
                <c:pt idx="7966">
                  <c:v>0.71004700300000001</c:v>
                </c:pt>
                <c:pt idx="7967">
                  <c:v>0.76449765000000003</c:v>
                </c:pt>
                <c:pt idx="7968">
                  <c:v>0.76177511799999997</c:v>
                </c:pt>
                <c:pt idx="7969">
                  <c:v>0.76191124399999999</c:v>
                </c:pt>
                <c:pt idx="7970">
                  <c:v>0.76190443799999996</c:v>
                </c:pt>
                <c:pt idx="7971">
                  <c:v>0.761904778</c:v>
                </c:pt>
                <c:pt idx="7972">
                  <c:v>0.76190476100000004</c:v>
                </c:pt>
                <c:pt idx="7973">
                  <c:v>0.76190476200000001</c:v>
                </c:pt>
                <c:pt idx="7974">
                  <c:v>0.76190476200000001</c:v>
                </c:pt>
                <c:pt idx="7975">
                  <c:v>0.69877361199999999</c:v>
                </c:pt>
                <c:pt idx="7976">
                  <c:v>0.41802312899999999</c:v>
                </c:pt>
                <c:pt idx="7977">
                  <c:v>0.55180398200000003</c:v>
                </c:pt>
                <c:pt idx="7978">
                  <c:v>0.77240980100000001</c:v>
                </c:pt>
                <c:pt idx="7979">
                  <c:v>0.76137951000000004</c:v>
                </c:pt>
                <c:pt idx="7980">
                  <c:v>0.76193102499999998</c:v>
                </c:pt>
                <c:pt idx="7981">
                  <c:v>0.76190344899999995</c:v>
                </c:pt>
                <c:pt idx="7982">
                  <c:v>0.76190482800000003</c:v>
                </c:pt>
                <c:pt idx="7983">
                  <c:v>0.76190475899999999</c:v>
                </c:pt>
                <c:pt idx="7984">
                  <c:v>0.62700695399999995</c:v>
                </c:pt>
                <c:pt idx="7985">
                  <c:v>0.47068312499999998</c:v>
                </c:pt>
                <c:pt idx="7986">
                  <c:v>0.37646584399999999</c:v>
                </c:pt>
                <c:pt idx="7987">
                  <c:v>0.37646584399999999</c:v>
                </c:pt>
                <c:pt idx="7988">
                  <c:v>0.37646584399999999</c:v>
                </c:pt>
                <c:pt idx="7989">
                  <c:v>0.37646584399999999</c:v>
                </c:pt>
                <c:pt idx="7990">
                  <c:v>0.37646584399999999</c:v>
                </c:pt>
                <c:pt idx="7991">
                  <c:v>0.55902350899999997</c:v>
                </c:pt>
                <c:pt idx="7992">
                  <c:v>0.77204882500000005</c:v>
                </c:pt>
                <c:pt idx="7993">
                  <c:v>0.76139755899999995</c:v>
                </c:pt>
                <c:pt idx="7994">
                  <c:v>0.76193012199999999</c:v>
                </c:pt>
                <c:pt idx="7995">
                  <c:v>0.76190349400000001</c:v>
                </c:pt>
                <c:pt idx="7996">
                  <c:v>0.76190482500000001</c:v>
                </c:pt>
                <c:pt idx="7997">
                  <c:v>0.76190475899999999</c:v>
                </c:pt>
                <c:pt idx="7998">
                  <c:v>0.76190476200000001</c:v>
                </c:pt>
                <c:pt idx="7999">
                  <c:v>0.76190476200000001</c:v>
                </c:pt>
                <c:pt idx="8000">
                  <c:v>0.76190476200000001</c:v>
                </c:pt>
                <c:pt idx="8001">
                  <c:v>0.76190476200000001</c:v>
                </c:pt>
                <c:pt idx="8002">
                  <c:v>0.76190476200000001</c:v>
                </c:pt>
                <c:pt idx="8003">
                  <c:v>0.76190476200000001</c:v>
                </c:pt>
                <c:pt idx="8004">
                  <c:v>0.76190476200000001</c:v>
                </c:pt>
                <c:pt idx="8005">
                  <c:v>0.76190476200000001</c:v>
                </c:pt>
                <c:pt idx="8006">
                  <c:v>0.72710894999999998</c:v>
                </c:pt>
                <c:pt idx="8007">
                  <c:v>0.76364455200000003</c:v>
                </c:pt>
                <c:pt idx="8008">
                  <c:v>0.63332144400000001</c:v>
                </c:pt>
                <c:pt idx="8009">
                  <c:v>0.768333928</c:v>
                </c:pt>
                <c:pt idx="8010">
                  <c:v>0.59601779399999999</c:v>
                </c:pt>
                <c:pt idx="8011">
                  <c:v>0.66236840500000005</c:v>
                </c:pt>
                <c:pt idx="8012">
                  <c:v>0.75650621299999998</c:v>
                </c:pt>
                <c:pt idx="8013">
                  <c:v>0.76217468899999996</c:v>
                </c:pt>
                <c:pt idx="8014">
                  <c:v>0.76189126600000001</c:v>
                </c:pt>
                <c:pt idx="8015">
                  <c:v>0.76190543700000002</c:v>
                </c:pt>
                <c:pt idx="8016">
                  <c:v>0.76190472799999998</c:v>
                </c:pt>
                <c:pt idx="8017">
                  <c:v>0.76190476399999996</c:v>
                </c:pt>
                <c:pt idx="8018">
                  <c:v>0.76190476200000001</c:v>
                </c:pt>
                <c:pt idx="8019">
                  <c:v>0.76190476200000001</c:v>
                </c:pt>
                <c:pt idx="8020">
                  <c:v>0.76190476200000001</c:v>
                </c:pt>
                <c:pt idx="8021">
                  <c:v>0.76190476200000001</c:v>
                </c:pt>
                <c:pt idx="8022">
                  <c:v>0.76190476200000001</c:v>
                </c:pt>
                <c:pt idx="8023">
                  <c:v>0.76190476200000001</c:v>
                </c:pt>
                <c:pt idx="8024">
                  <c:v>0.76190476200000001</c:v>
                </c:pt>
                <c:pt idx="8025">
                  <c:v>0.76190476200000001</c:v>
                </c:pt>
                <c:pt idx="8026">
                  <c:v>0.76190476200000001</c:v>
                </c:pt>
                <c:pt idx="8027">
                  <c:v>0.76190476200000001</c:v>
                </c:pt>
                <c:pt idx="8028">
                  <c:v>0.76190476200000001</c:v>
                </c:pt>
                <c:pt idx="8029">
                  <c:v>0.76190476200000001</c:v>
                </c:pt>
                <c:pt idx="8030">
                  <c:v>0.76190476200000001</c:v>
                </c:pt>
                <c:pt idx="8031">
                  <c:v>0.76190476200000001</c:v>
                </c:pt>
                <c:pt idx="8032">
                  <c:v>0.76190476200000001</c:v>
                </c:pt>
                <c:pt idx="8033">
                  <c:v>0.76190476200000001</c:v>
                </c:pt>
                <c:pt idx="8034">
                  <c:v>0.76190476200000001</c:v>
                </c:pt>
                <c:pt idx="8035">
                  <c:v>0.735975516</c:v>
                </c:pt>
                <c:pt idx="8036">
                  <c:v>0.76320122400000001</c:v>
                </c:pt>
                <c:pt idx="8037">
                  <c:v>0.76183993900000002</c:v>
                </c:pt>
                <c:pt idx="8038">
                  <c:v>0.58842218700000004</c:v>
                </c:pt>
                <c:pt idx="8039">
                  <c:v>0.745424105</c:v>
                </c:pt>
                <c:pt idx="8040">
                  <c:v>0.70033807100000001</c:v>
                </c:pt>
                <c:pt idx="8041">
                  <c:v>0.76498309600000003</c:v>
                </c:pt>
                <c:pt idx="8042">
                  <c:v>0.76175084500000001</c:v>
                </c:pt>
                <c:pt idx="8043">
                  <c:v>0.76191245799999996</c:v>
                </c:pt>
                <c:pt idx="8044">
                  <c:v>0.76190437700000002</c:v>
                </c:pt>
                <c:pt idx="8045">
                  <c:v>0.76190478100000003</c:v>
                </c:pt>
                <c:pt idx="8046">
                  <c:v>0.76190476100000004</c:v>
                </c:pt>
                <c:pt idx="8047">
                  <c:v>0.76190476200000001</c:v>
                </c:pt>
                <c:pt idx="8048">
                  <c:v>0.76190476200000001</c:v>
                </c:pt>
                <c:pt idx="8049">
                  <c:v>0.76190476200000001</c:v>
                </c:pt>
                <c:pt idx="8050">
                  <c:v>0.76190476200000001</c:v>
                </c:pt>
                <c:pt idx="8051">
                  <c:v>0.76190476200000001</c:v>
                </c:pt>
                <c:pt idx="8052">
                  <c:v>0.76190476200000001</c:v>
                </c:pt>
                <c:pt idx="8053">
                  <c:v>0.76190476200000001</c:v>
                </c:pt>
                <c:pt idx="8054">
                  <c:v>0.76190476200000001</c:v>
                </c:pt>
                <c:pt idx="8055">
                  <c:v>0.76190476200000001</c:v>
                </c:pt>
                <c:pt idx="8056">
                  <c:v>0.76190476200000001</c:v>
                </c:pt>
                <c:pt idx="8057">
                  <c:v>0.76190476200000001</c:v>
                </c:pt>
                <c:pt idx="8058">
                  <c:v>0.76190476200000001</c:v>
                </c:pt>
                <c:pt idx="8059">
                  <c:v>0.76190476200000001</c:v>
                </c:pt>
                <c:pt idx="8060">
                  <c:v>0.76190476200000001</c:v>
                </c:pt>
                <c:pt idx="8061">
                  <c:v>0.76190476200000001</c:v>
                </c:pt>
                <c:pt idx="8062">
                  <c:v>0.76190476200000001</c:v>
                </c:pt>
                <c:pt idx="8063">
                  <c:v>0.76190476200000001</c:v>
                </c:pt>
                <c:pt idx="8064">
                  <c:v>0.76190476200000001</c:v>
                </c:pt>
                <c:pt idx="8065">
                  <c:v>0.76190476200000001</c:v>
                </c:pt>
                <c:pt idx="8066">
                  <c:v>0.76190476200000001</c:v>
                </c:pt>
                <c:pt idx="8067">
                  <c:v>0.76190476200000001</c:v>
                </c:pt>
                <c:pt idx="8068">
                  <c:v>0.76190476200000001</c:v>
                </c:pt>
                <c:pt idx="8069">
                  <c:v>0.76190476200000001</c:v>
                </c:pt>
                <c:pt idx="8070">
                  <c:v>0.76190476200000001</c:v>
                </c:pt>
                <c:pt idx="8071">
                  <c:v>0.76190476200000001</c:v>
                </c:pt>
                <c:pt idx="8072">
                  <c:v>0.76190476200000001</c:v>
                </c:pt>
                <c:pt idx="8073">
                  <c:v>0.76190476200000001</c:v>
                </c:pt>
                <c:pt idx="8074">
                  <c:v>0.76190476200000001</c:v>
                </c:pt>
                <c:pt idx="8075">
                  <c:v>0.76190476200000001</c:v>
                </c:pt>
                <c:pt idx="8076">
                  <c:v>0.76190476200000001</c:v>
                </c:pt>
                <c:pt idx="8077">
                  <c:v>0.76190476200000001</c:v>
                </c:pt>
                <c:pt idx="8078">
                  <c:v>0.76190476200000001</c:v>
                </c:pt>
                <c:pt idx="8079">
                  <c:v>0.71389290900000002</c:v>
                </c:pt>
                <c:pt idx="8080">
                  <c:v>0.58430952800000002</c:v>
                </c:pt>
                <c:pt idx="8081">
                  <c:v>0.41064599000000002</c:v>
                </c:pt>
                <c:pt idx="8082">
                  <c:v>0.37946770099999999</c:v>
                </c:pt>
                <c:pt idx="8083">
                  <c:v>0.37946770099999999</c:v>
                </c:pt>
                <c:pt idx="8084">
                  <c:v>0.37946770099999999</c:v>
                </c:pt>
                <c:pt idx="8085">
                  <c:v>0.45679618300000002</c:v>
                </c:pt>
                <c:pt idx="8086">
                  <c:v>0.54428151599999997</c:v>
                </c:pt>
                <c:pt idx="8087">
                  <c:v>0.70951299700000003</c:v>
                </c:pt>
                <c:pt idx="8088">
                  <c:v>0.76452434999999996</c:v>
                </c:pt>
                <c:pt idx="8089">
                  <c:v>0.76177378200000001</c:v>
                </c:pt>
                <c:pt idx="8090">
                  <c:v>0.76191131099999998</c:v>
                </c:pt>
                <c:pt idx="8091">
                  <c:v>0.76190443399999996</c:v>
                </c:pt>
                <c:pt idx="8092">
                  <c:v>0.761904778</c:v>
                </c:pt>
                <c:pt idx="8093">
                  <c:v>0.76190476100000004</c:v>
                </c:pt>
                <c:pt idx="8094">
                  <c:v>0.76190476200000001</c:v>
                </c:pt>
                <c:pt idx="8095">
                  <c:v>0.76190476200000001</c:v>
                </c:pt>
                <c:pt idx="8096">
                  <c:v>0.76190476200000001</c:v>
                </c:pt>
                <c:pt idx="8097">
                  <c:v>0.76190476200000001</c:v>
                </c:pt>
                <c:pt idx="8098">
                  <c:v>0.76190476200000001</c:v>
                </c:pt>
                <c:pt idx="8099">
                  <c:v>0.76190476200000001</c:v>
                </c:pt>
                <c:pt idx="8100">
                  <c:v>0.76190476200000001</c:v>
                </c:pt>
                <c:pt idx="8101">
                  <c:v>0.76190476200000001</c:v>
                </c:pt>
                <c:pt idx="8102">
                  <c:v>0.76190476200000001</c:v>
                </c:pt>
                <c:pt idx="8103">
                  <c:v>0.76190476200000001</c:v>
                </c:pt>
                <c:pt idx="8104">
                  <c:v>0.76190476200000001</c:v>
                </c:pt>
                <c:pt idx="8105">
                  <c:v>0.70966144099999995</c:v>
                </c:pt>
                <c:pt idx="8106">
                  <c:v>0.40062755900000002</c:v>
                </c:pt>
                <c:pt idx="8107">
                  <c:v>0.37996862199999998</c:v>
                </c:pt>
                <c:pt idx="8108">
                  <c:v>0.54361649499999998</c:v>
                </c:pt>
                <c:pt idx="8109">
                  <c:v>0.59871486699999998</c:v>
                </c:pt>
                <c:pt idx="8110">
                  <c:v>0.66556529399999997</c:v>
                </c:pt>
                <c:pt idx="8111">
                  <c:v>0.38850165199999998</c:v>
                </c:pt>
                <c:pt idx="8112">
                  <c:v>0.38850165199999998</c:v>
                </c:pt>
                <c:pt idx="8113">
                  <c:v>0.38850165199999998</c:v>
                </c:pt>
                <c:pt idx="8114">
                  <c:v>0.38850165199999998</c:v>
                </c:pt>
                <c:pt idx="8115">
                  <c:v>0.37271522800000001</c:v>
                </c:pt>
                <c:pt idx="8116">
                  <c:v>0.37606105699999998</c:v>
                </c:pt>
                <c:pt idx="8117">
                  <c:v>0.37606105699999998</c:v>
                </c:pt>
                <c:pt idx="8118">
                  <c:v>0.37606105699999998</c:v>
                </c:pt>
                <c:pt idx="8119">
                  <c:v>0.37606105699999998</c:v>
                </c:pt>
                <c:pt idx="8120">
                  <c:v>0.50509495999999998</c:v>
                </c:pt>
                <c:pt idx="8121">
                  <c:v>0.63693172899999995</c:v>
                </c:pt>
                <c:pt idx="8122">
                  <c:v>0.66282173300000002</c:v>
                </c:pt>
                <c:pt idx="8123">
                  <c:v>0.71930433999999999</c:v>
                </c:pt>
                <c:pt idx="8124">
                  <c:v>0.76403478300000005</c:v>
                </c:pt>
                <c:pt idx="8125">
                  <c:v>0.70186384499999999</c:v>
                </c:pt>
                <c:pt idx="8126">
                  <c:v>0.76490680799999999</c:v>
                </c:pt>
                <c:pt idx="8127">
                  <c:v>0.76175466000000003</c:v>
                </c:pt>
                <c:pt idx="8128">
                  <c:v>0.68881187099999996</c:v>
                </c:pt>
                <c:pt idx="8129">
                  <c:v>0.54866304300000002</c:v>
                </c:pt>
                <c:pt idx="8130">
                  <c:v>0.44640482799999998</c:v>
                </c:pt>
                <c:pt idx="8131">
                  <c:v>0.377679759</c:v>
                </c:pt>
                <c:pt idx="8132">
                  <c:v>0.377679759</c:v>
                </c:pt>
                <c:pt idx="8133">
                  <c:v>0.377679759</c:v>
                </c:pt>
                <c:pt idx="8134">
                  <c:v>0.377679759</c:v>
                </c:pt>
                <c:pt idx="8135">
                  <c:v>0.377679759</c:v>
                </c:pt>
                <c:pt idx="8136">
                  <c:v>0.46718748799999998</c:v>
                </c:pt>
                <c:pt idx="8137">
                  <c:v>0.77664062599999995</c:v>
                </c:pt>
                <c:pt idx="8138">
                  <c:v>0.76116796900000006</c:v>
                </c:pt>
                <c:pt idx="8139">
                  <c:v>0.76194160200000005</c:v>
                </c:pt>
                <c:pt idx="8140">
                  <c:v>0.76190292000000004</c:v>
                </c:pt>
                <c:pt idx="8141">
                  <c:v>0.69990685900000005</c:v>
                </c:pt>
                <c:pt idx="8142">
                  <c:v>0.76500465699999998</c:v>
                </c:pt>
                <c:pt idx="8143">
                  <c:v>0.76174976699999997</c:v>
                </c:pt>
                <c:pt idx="8144">
                  <c:v>0.76191251199999999</c:v>
                </c:pt>
                <c:pt idx="8145">
                  <c:v>0.761904374</c:v>
                </c:pt>
                <c:pt idx="8146">
                  <c:v>0.76190478100000003</c:v>
                </c:pt>
                <c:pt idx="8147">
                  <c:v>0.76190476100000004</c:v>
                </c:pt>
                <c:pt idx="8148">
                  <c:v>0.76190476200000001</c:v>
                </c:pt>
                <c:pt idx="8149">
                  <c:v>0.76190476200000001</c:v>
                </c:pt>
                <c:pt idx="8150">
                  <c:v>0.76190476200000001</c:v>
                </c:pt>
                <c:pt idx="8151">
                  <c:v>0.76190476200000001</c:v>
                </c:pt>
                <c:pt idx="8152">
                  <c:v>0.76190476200000001</c:v>
                </c:pt>
                <c:pt idx="8153">
                  <c:v>0.76190476200000001</c:v>
                </c:pt>
                <c:pt idx="8154">
                  <c:v>0.53851931099999995</c:v>
                </c:pt>
                <c:pt idx="8155">
                  <c:v>0.57391010899999995</c:v>
                </c:pt>
                <c:pt idx="8156">
                  <c:v>0.67195132999999996</c:v>
                </c:pt>
                <c:pt idx="8157">
                  <c:v>0.70741365099999998</c:v>
                </c:pt>
                <c:pt idx="8158">
                  <c:v>0.70349915699999999</c:v>
                </c:pt>
                <c:pt idx="8159">
                  <c:v>0.76482504200000001</c:v>
                </c:pt>
                <c:pt idx="8160">
                  <c:v>0.76175874799999999</c:v>
                </c:pt>
                <c:pt idx="8161">
                  <c:v>0.76191206300000003</c:v>
                </c:pt>
                <c:pt idx="8162">
                  <c:v>0.76190439700000001</c:v>
                </c:pt>
                <c:pt idx="8163">
                  <c:v>0.76190477999999995</c:v>
                </c:pt>
                <c:pt idx="8164">
                  <c:v>0.76190476100000004</c:v>
                </c:pt>
                <c:pt idx="8165">
                  <c:v>0.76190476200000001</c:v>
                </c:pt>
                <c:pt idx="8166">
                  <c:v>0.76190476200000001</c:v>
                </c:pt>
                <c:pt idx="8167">
                  <c:v>0.76190476200000001</c:v>
                </c:pt>
                <c:pt idx="8168">
                  <c:v>0.76190476200000001</c:v>
                </c:pt>
                <c:pt idx="8169">
                  <c:v>0.76190476200000001</c:v>
                </c:pt>
                <c:pt idx="8170">
                  <c:v>0.76190476200000001</c:v>
                </c:pt>
                <c:pt idx="8171">
                  <c:v>0.76190476200000001</c:v>
                </c:pt>
                <c:pt idx="8172">
                  <c:v>0.76190476200000001</c:v>
                </c:pt>
                <c:pt idx="8173">
                  <c:v>0.76190476200000001</c:v>
                </c:pt>
                <c:pt idx="8174">
                  <c:v>0.76190476200000001</c:v>
                </c:pt>
                <c:pt idx="8175">
                  <c:v>0.76190476200000001</c:v>
                </c:pt>
                <c:pt idx="8176">
                  <c:v>0.76190476200000001</c:v>
                </c:pt>
                <c:pt idx="8177">
                  <c:v>0.76190476200000001</c:v>
                </c:pt>
                <c:pt idx="8178">
                  <c:v>0.76190476200000001</c:v>
                </c:pt>
                <c:pt idx="8179">
                  <c:v>0.43514763400000001</c:v>
                </c:pt>
                <c:pt idx="8180">
                  <c:v>0.37824261799999997</c:v>
                </c:pt>
                <c:pt idx="8181">
                  <c:v>0.37824261799999997</c:v>
                </c:pt>
                <c:pt idx="8182">
                  <c:v>0.37824261799999997</c:v>
                </c:pt>
                <c:pt idx="8183">
                  <c:v>0.53418224700000005</c:v>
                </c:pt>
                <c:pt idx="8184">
                  <c:v>0.76023380399999996</c:v>
                </c:pt>
                <c:pt idx="8185">
                  <c:v>0.76198831</c:v>
                </c:pt>
                <c:pt idx="8186">
                  <c:v>0.76190058500000002</c:v>
                </c:pt>
                <c:pt idx="8187">
                  <c:v>0.76190497099999999</c:v>
                </c:pt>
                <c:pt idx="8188">
                  <c:v>0.76190475099999999</c:v>
                </c:pt>
                <c:pt idx="8189">
                  <c:v>0.76190476200000001</c:v>
                </c:pt>
                <c:pt idx="8190">
                  <c:v>0.76190476200000001</c:v>
                </c:pt>
                <c:pt idx="8191">
                  <c:v>0.76190476200000001</c:v>
                </c:pt>
                <c:pt idx="8192">
                  <c:v>0.76190476200000001</c:v>
                </c:pt>
                <c:pt idx="8193">
                  <c:v>0.76190476200000001</c:v>
                </c:pt>
                <c:pt idx="8194">
                  <c:v>0.76190476200000001</c:v>
                </c:pt>
                <c:pt idx="8195">
                  <c:v>0.76190476200000001</c:v>
                </c:pt>
                <c:pt idx="8196">
                  <c:v>0.76190476200000001</c:v>
                </c:pt>
                <c:pt idx="8197">
                  <c:v>0.76190476200000001</c:v>
                </c:pt>
                <c:pt idx="8198">
                  <c:v>0.76190476200000001</c:v>
                </c:pt>
                <c:pt idx="8199">
                  <c:v>0.76190476200000001</c:v>
                </c:pt>
                <c:pt idx="8200">
                  <c:v>0.76190476200000001</c:v>
                </c:pt>
                <c:pt idx="8201">
                  <c:v>0.76190476200000001</c:v>
                </c:pt>
                <c:pt idx="8202">
                  <c:v>0.76190476200000001</c:v>
                </c:pt>
                <c:pt idx="8203">
                  <c:v>0.76190476200000001</c:v>
                </c:pt>
                <c:pt idx="8204">
                  <c:v>0.76190476200000001</c:v>
                </c:pt>
                <c:pt idx="8205">
                  <c:v>0.76190476200000001</c:v>
                </c:pt>
                <c:pt idx="8206">
                  <c:v>0.48230994900000002</c:v>
                </c:pt>
                <c:pt idx="8207">
                  <c:v>0.62714731999999995</c:v>
                </c:pt>
                <c:pt idx="8208">
                  <c:v>0.76864263399999999</c:v>
                </c:pt>
                <c:pt idx="8209">
                  <c:v>0.76156786799999998</c:v>
                </c:pt>
                <c:pt idx="8210">
                  <c:v>0.761921607</c:v>
                </c:pt>
                <c:pt idx="8211">
                  <c:v>0.76190391999999996</c:v>
                </c:pt>
                <c:pt idx="8212">
                  <c:v>0.76190480400000005</c:v>
                </c:pt>
                <c:pt idx="8213">
                  <c:v>0.76190475999999996</c:v>
                </c:pt>
                <c:pt idx="8214">
                  <c:v>0.76190476200000001</c:v>
                </c:pt>
                <c:pt idx="8215">
                  <c:v>0.76190476200000001</c:v>
                </c:pt>
                <c:pt idx="8216">
                  <c:v>0.76190476200000001</c:v>
                </c:pt>
                <c:pt idx="8217">
                  <c:v>0.76190476200000001</c:v>
                </c:pt>
                <c:pt idx="8218">
                  <c:v>0.76190476200000001</c:v>
                </c:pt>
                <c:pt idx="8219">
                  <c:v>0.76190476200000001</c:v>
                </c:pt>
                <c:pt idx="8220">
                  <c:v>0.76190476200000001</c:v>
                </c:pt>
                <c:pt idx="8221">
                  <c:v>0.76190476200000001</c:v>
                </c:pt>
                <c:pt idx="8222">
                  <c:v>0.76190476200000001</c:v>
                </c:pt>
                <c:pt idx="8223">
                  <c:v>0.76190476200000001</c:v>
                </c:pt>
                <c:pt idx="8224">
                  <c:v>0.76190476200000001</c:v>
                </c:pt>
                <c:pt idx="8225">
                  <c:v>0.76190476200000001</c:v>
                </c:pt>
                <c:pt idx="8226">
                  <c:v>0.76190476200000001</c:v>
                </c:pt>
                <c:pt idx="8227">
                  <c:v>0.76190476200000001</c:v>
                </c:pt>
                <c:pt idx="8228">
                  <c:v>0.76190476200000001</c:v>
                </c:pt>
                <c:pt idx="8229">
                  <c:v>0.76190476200000001</c:v>
                </c:pt>
                <c:pt idx="8230">
                  <c:v>0.65037328999999999</c:v>
                </c:pt>
                <c:pt idx="8231">
                  <c:v>0.76748133600000001</c:v>
                </c:pt>
                <c:pt idx="8232">
                  <c:v>0.76162593300000003</c:v>
                </c:pt>
                <c:pt idx="8233">
                  <c:v>0.76191870299999997</c:v>
                </c:pt>
                <c:pt idx="8234">
                  <c:v>0.76190406499999996</c:v>
                </c:pt>
                <c:pt idx="8235">
                  <c:v>0.76190479700000002</c:v>
                </c:pt>
                <c:pt idx="8236">
                  <c:v>0.76190475999999996</c:v>
                </c:pt>
                <c:pt idx="8237">
                  <c:v>0.76190476200000001</c:v>
                </c:pt>
                <c:pt idx="8238">
                  <c:v>0.76190476200000001</c:v>
                </c:pt>
                <c:pt idx="8239">
                  <c:v>0.76190476200000001</c:v>
                </c:pt>
                <c:pt idx="8240">
                  <c:v>0.76190476200000001</c:v>
                </c:pt>
                <c:pt idx="8241">
                  <c:v>0.76190476200000001</c:v>
                </c:pt>
                <c:pt idx="8242">
                  <c:v>0.76190476200000001</c:v>
                </c:pt>
                <c:pt idx="8243">
                  <c:v>0.65828469099999998</c:v>
                </c:pt>
                <c:pt idx="8244">
                  <c:v>0.76708576500000003</c:v>
                </c:pt>
                <c:pt idx="8245">
                  <c:v>0.76164571199999997</c:v>
                </c:pt>
                <c:pt idx="8246">
                  <c:v>0.76191771399999997</c:v>
                </c:pt>
                <c:pt idx="8247">
                  <c:v>0.76190411400000002</c:v>
                </c:pt>
                <c:pt idx="8248">
                  <c:v>0.761904794</c:v>
                </c:pt>
                <c:pt idx="8249">
                  <c:v>0.76190475999999996</c:v>
                </c:pt>
                <c:pt idx="8250">
                  <c:v>0.76190476200000001</c:v>
                </c:pt>
                <c:pt idx="8251">
                  <c:v>0.76190476200000001</c:v>
                </c:pt>
                <c:pt idx="8252">
                  <c:v>0.76190476200000001</c:v>
                </c:pt>
                <c:pt idx="8253">
                  <c:v>0.76190476200000001</c:v>
                </c:pt>
                <c:pt idx="8254">
                  <c:v>0.76190476200000001</c:v>
                </c:pt>
                <c:pt idx="8255">
                  <c:v>0.76190476200000001</c:v>
                </c:pt>
                <c:pt idx="8256">
                  <c:v>0.76190476200000001</c:v>
                </c:pt>
                <c:pt idx="8257">
                  <c:v>0.76190476200000001</c:v>
                </c:pt>
                <c:pt idx="8258">
                  <c:v>0.76190476200000001</c:v>
                </c:pt>
                <c:pt idx="8259">
                  <c:v>0.76190476200000001</c:v>
                </c:pt>
                <c:pt idx="8260">
                  <c:v>0.76190476200000001</c:v>
                </c:pt>
                <c:pt idx="8261">
                  <c:v>0.76190476200000001</c:v>
                </c:pt>
                <c:pt idx="8262">
                  <c:v>0.76190476200000001</c:v>
                </c:pt>
                <c:pt idx="8263">
                  <c:v>0.76190476200000001</c:v>
                </c:pt>
                <c:pt idx="8264">
                  <c:v>0.76190476200000001</c:v>
                </c:pt>
                <c:pt idx="8265">
                  <c:v>0.76190476200000001</c:v>
                </c:pt>
                <c:pt idx="8266">
                  <c:v>0.76190476200000001</c:v>
                </c:pt>
                <c:pt idx="8267">
                  <c:v>0.62216675600000004</c:v>
                </c:pt>
                <c:pt idx="8268">
                  <c:v>0.76889166200000003</c:v>
                </c:pt>
                <c:pt idx="8269">
                  <c:v>0.76155541699999996</c:v>
                </c:pt>
                <c:pt idx="8270">
                  <c:v>0.76192222899999995</c:v>
                </c:pt>
                <c:pt idx="8271">
                  <c:v>0.76190388899999995</c:v>
                </c:pt>
                <c:pt idx="8272">
                  <c:v>0.76190480599999999</c:v>
                </c:pt>
                <c:pt idx="8273">
                  <c:v>0.76190475999999996</c:v>
                </c:pt>
                <c:pt idx="8274">
                  <c:v>0.76190476200000001</c:v>
                </c:pt>
                <c:pt idx="8275">
                  <c:v>0.62018575300000001</c:v>
                </c:pt>
                <c:pt idx="8276">
                  <c:v>0.368990712</c:v>
                </c:pt>
                <c:pt idx="8277">
                  <c:v>0.368990712</c:v>
                </c:pt>
                <c:pt idx="8278">
                  <c:v>0.368990712</c:v>
                </c:pt>
                <c:pt idx="8279">
                  <c:v>0.368990712</c:v>
                </c:pt>
                <c:pt idx="8280">
                  <c:v>0.54374112799999996</c:v>
                </c:pt>
                <c:pt idx="8281">
                  <c:v>0.75825234200000002</c:v>
                </c:pt>
                <c:pt idx="8282">
                  <c:v>0.75513475900000004</c:v>
                </c:pt>
                <c:pt idx="8283">
                  <c:v>0.76224326200000003</c:v>
                </c:pt>
                <c:pt idx="8284">
                  <c:v>0.68489914699999999</c:v>
                </c:pt>
                <c:pt idx="8285">
                  <c:v>0.60124047899999999</c:v>
                </c:pt>
                <c:pt idx="8286">
                  <c:v>0.51737814900000001</c:v>
                </c:pt>
                <c:pt idx="8287">
                  <c:v>0.45651453600000003</c:v>
                </c:pt>
                <c:pt idx="8288">
                  <c:v>0.377174273</c:v>
                </c:pt>
                <c:pt idx="8289">
                  <c:v>0.377174273</c:v>
                </c:pt>
                <c:pt idx="8290">
                  <c:v>0.377174273</c:v>
                </c:pt>
                <c:pt idx="8291">
                  <c:v>0.377174273</c:v>
                </c:pt>
                <c:pt idx="8292">
                  <c:v>0.45739866899999998</c:v>
                </c:pt>
                <c:pt idx="8293">
                  <c:v>0.58232853100000004</c:v>
                </c:pt>
                <c:pt idx="8294">
                  <c:v>0.72848320099999997</c:v>
                </c:pt>
                <c:pt idx="8295">
                  <c:v>0.71219067000000003</c:v>
                </c:pt>
                <c:pt idx="8296">
                  <c:v>0.71342257499999995</c:v>
                </c:pt>
                <c:pt idx="8297">
                  <c:v>0.47891460400000002</c:v>
                </c:pt>
                <c:pt idx="8298">
                  <c:v>0.37605427000000002</c:v>
                </c:pt>
                <c:pt idx="8299">
                  <c:v>0.37605427000000002</c:v>
                </c:pt>
                <c:pt idx="8300">
                  <c:v>0.37605427000000002</c:v>
                </c:pt>
                <c:pt idx="8301">
                  <c:v>0.36059255099999998</c:v>
                </c:pt>
                <c:pt idx="8302">
                  <c:v>0.50741852899999995</c:v>
                </c:pt>
                <c:pt idx="8303">
                  <c:v>0.37462907400000001</c:v>
                </c:pt>
                <c:pt idx="8304">
                  <c:v>0.37462907400000001</c:v>
                </c:pt>
                <c:pt idx="8305">
                  <c:v>0.72833211799999997</c:v>
                </c:pt>
                <c:pt idx="8306">
                  <c:v>0.76358339399999997</c:v>
                </c:pt>
                <c:pt idx="8307">
                  <c:v>0.76182083</c:v>
                </c:pt>
                <c:pt idx="8308">
                  <c:v>0.76190895800000003</c:v>
                </c:pt>
                <c:pt idx="8309">
                  <c:v>0.76190455199999996</c:v>
                </c:pt>
                <c:pt idx="8310">
                  <c:v>0.76190477199999995</c:v>
                </c:pt>
                <c:pt idx="8311">
                  <c:v>0.76190476100000004</c:v>
                </c:pt>
                <c:pt idx="8312">
                  <c:v>0.60784362599999997</c:v>
                </c:pt>
                <c:pt idx="8313">
                  <c:v>0.52753498700000001</c:v>
                </c:pt>
                <c:pt idx="8314">
                  <c:v>0.64011475600000001</c:v>
                </c:pt>
                <c:pt idx="8315">
                  <c:v>0.54169721000000004</c:v>
                </c:pt>
                <c:pt idx="8316">
                  <c:v>0.41514282400000002</c:v>
                </c:pt>
                <c:pt idx="8317">
                  <c:v>0.442873672</c:v>
                </c:pt>
                <c:pt idx="8318">
                  <c:v>0.56510576899999998</c:v>
                </c:pt>
                <c:pt idx="8319">
                  <c:v>0.77174471200000005</c:v>
                </c:pt>
                <c:pt idx="8320">
                  <c:v>0.76141276400000002</c:v>
                </c:pt>
                <c:pt idx="8321">
                  <c:v>0.76192936200000005</c:v>
                </c:pt>
                <c:pt idx="8322">
                  <c:v>0.61624038199999998</c:v>
                </c:pt>
                <c:pt idx="8323">
                  <c:v>0.50345046400000004</c:v>
                </c:pt>
                <c:pt idx="8324">
                  <c:v>0.62913295700000005</c:v>
                </c:pt>
                <c:pt idx="8325">
                  <c:v>0.69742296999999998</c:v>
                </c:pt>
                <c:pt idx="8326">
                  <c:v>0.76512885200000003</c:v>
                </c:pt>
                <c:pt idx="8327">
                  <c:v>0.76174355699999996</c:v>
                </c:pt>
                <c:pt idx="8328">
                  <c:v>0.76191282199999999</c:v>
                </c:pt>
                <c:pt idx="8329">
                  <c:v>0.76190435899999998</c:v>
                </c:pt>
                <c:pt idx="8330">
                  <c:v>0.761904782</c:v>
                </c:pt>
                <c:pt idx="8331">
                  <c:v>0.76190476100000004</c:v>
                </c:pt>
                <c:pt idx="8332">
                  <c:v>0.76190476200000001</c:v>
                </c:pt>
                <c:pt idx="8333">
                  <c:v>0.76190476200000001</c:v>
                </c:pt>
                <c:pt idx="8334">
                  <c:v>0.76190476200000001</c:v>
                </c:pt>
                <c:pt idx="8335">
                  <c:v>0.55087148900000005</c:v>
                </c:pt>
                <c:pt idx="8336">
                  <c:v>0.65057500800000001</c:v>
                </c:pt>
                <c:pt idx="8337">
                  <c:v>0.76747125000000005</c:v>
                </c:pt>
                <c:pt idx="8338">
                  <c:v>0.76162643799999996</c:v>
                </c:pt>
                <c:pt idx="8339">
                  <c:v>0.76191867800000002</c:v>
                </c:pt>
                <c:pt idx="8340">
                  <c:v>0.76190406600000005</c:v>
                </c:pt>
                <c:pt idx="8341">
                  <c:v>0.76190479700000002</c:v>
                </c:pt>
                <c:pt idx="8342">
                  <c:v>0.76190475999999996</c:v>
                </c:pt>
                <c:pt idx="8343">
                  <c:v>0.76190476200000001</c:v>
                </c:pt>
                <c:pt idx="8344">
                  <c:v>0.76190476200000001</c:v>
                </c:pt>
                <c:pt idx="8345">
                  <c:v>0.56524300500000002</c:v>
                </c:pt>
                <c:pt idx="8346">
                  <c:v>0.37173784999999998</c:v>
                </c:pt>
                <c:pt idx="8347">
                  <c:v>0.37173784999999998</c:v>
                </c:pt>
                <c:pt idx="8348">
                  <c:v>0.37173784999999998</c:v>
                </c:pt>
                <c:pt idx="8349">
                  <c:v>0.37173784999999998</c:v>
                </c:pt>
                <c:pt idx="8350">
                  <c:v>0.37173784999999998</c:v>
                </c:pt>
                <c:pt idx="8351">
                  <c:v>0.37173784999999998</c:v>
                </c:pt>
                <c:pt idx="8352">
                  <c:v>0.37173784999999998</c:v>
                </c:pt>
                <c:pt idx="8353">
                  <c:v>0.62967991800000001</c:v>
                </c:pt>
                <c:pt idx="8354">
                  <c:v>0.552386665</c:v>
                </c:pt>
                <c:pt idx="8355">
                  <c:v>0.77238066699999997</c:v>
                </c:pt>
                <c:pt idx="8356">
                  <c:v>0.76138096700000002</c:v>
                </c:pt>
                <c:pt idx="8357">
                  <c:v>0.76193095200000005</c:v>
                </c:pt>
                <c:pt idx="8358">
                  <c:v>0.76190345199999998</c:v>
                </c:pt>
                <c:pt idx="8359">
                  <c:v>0.76190482699999995</c:v>
                </c:pt>
                <c:pt idx="8360">
                  <c:v>0.76190475899999999</c:v>
                </c:pt>
                <c:pt idx="8361">
                  <c:v>0.76190476200000001</c:v>
                </c:pt>
                <c:pt idx="8362">
                  <c:v>0.76190476200000001</c:v>
                </c:pt>
                <c:pt idx="8363">
                  <c:v>0.76190476200000001</c:v>
                </c:pt>
                <c:pt idx="8364">
                  <c:v>0.76190476200000001</c:v>
                </c:pt>
                <c:pt idx="8365">
                  <c:v>0.76190476200000001</c:v>
                </c:pt>
                <c:pt idx="8366">
                  <c:v>0.76190476200000001</c:v>
                </c:pt>
                <c:pt idx="8367">
                  <c:v>0.76190476200000001</c:v>
                </c:pt>
                <c:pt idx="8368">
                  <c:v>0.76190476200000001</c:v>
                </c:pt>
                <c:pt idx="8369">
                  <c:v>0.76190476200000001</c:v>
                </c:pt>
                <c:pt idx="8370">
                  <c:v>0.76190476200000001</c:v>
                </c:pt>
                <c:pt idx="8371">
                  <c:v>0.76190476200000001</c:v>
                </c:pt>
                <c:pt idx="8372">
                  <c:v>0.76190476200000001</c:v>
                </c:pt>
                <c:pt idx="8373">
                  <c:v>0.76190476200000001</c:v>
                </c:pt>
                <c:pt idx="8374">
                  <c:v>0.76190476200000001</c:v>
                </c:pt>
                <c:pt idx="8375">
                  <c:v>0.76190476200000001</c:v>
                </c:pt>
                <c:pt idx="8376">
                  <c:v>0.76190476200000001</c:v>
                </c:pt>
                <c:pt idx="8377">
                  <c:v>0.76190476200000001</c:v>
                </c:pt>
                <c:pt idx="8378">
                  <c:v>0.76190476200000001</c:v>
                </c:pt>
                <c:pt idx="8379">
                  <c:v>0.76190476200000001</c:v>
                </c:pt>
                <c:pt idx="8380">
                  <c:v>0.76190476200000001</c:v>
                </c:pt>
                <c:pt idx="8381">
                  <c:v>0.76190476200000001</c:v>
                </c:pt>
                <c:pt idx="8382">
                  <c:v>0.76190476200000001</c:v>
                </c:pt>
                <c:pt idx="8383">
                  <c:v>0.76190476200000001</c:v>
                </c:pt>
                <c:pt idx="8384">
                  <c:v>0.76190476200000001</c:v>
                </c:pt>
                <c:pt idx="8385">
                  <c:v>0.76190476200000001</c:v>
                </c:pt>
                <c:pt idx="8386">
                  <c:v>0.76190476200000001</c:v>
                </c:pt>
                <c:pt idx="8387">
                  <c:v>0.76190476200000001</c:v>
                </c:pt>
                <c:pt idx="8388">
                  <c:v>0.76190476200000001</c:v>
                </c:pt>
                <c:pt idx="8389">
                  <c:v>0.76190476200000001</c:v>
                </c:pt>
                <c:pt idx="8390">
                  <c:v>0.76190476200000001</c:v>
                </c:pt>
                <c:pt idx="8391">
                  <c:v>0.76190476200000001</c:v>
                </c:pt>
                <c:pt idx="8392">
                  <c:v>0.76190476200000001</c:v>
                </c:pt>
                <c:pt idx="8393">
                  <c:v>0.76190476200000001</c:v>
                </c:pt>
                <c:pt idx="8394">
                  <c:v>0.76190476200000001</c:v>
                </c:pt>
                <c:pt idx="8395">
                  <c:v>0.76190476200000001</c:v>
                </c:pt>
                <c:pt idx="8396">
                  <c:v>0.76190476200000001</c:v>
                </c:pt>
                <c:pt idx="8397">
                  <c:v>0.76190476200000001</c:v>
                </c:pt>
                <c:pt idx="8398">
                  <c:v>0.76190476200000001</c:v>
                </c:pt>
                <c:pt idx="8399">
                  <c:v>0.76190476200000001</c:v>
                </c:pt>
                <c:pt idx="8400">
                  <c:v>0.72921599999999998</c:v>
                </c:pt>
                <c:pt idx="8401">
                  <c:v>0.64100023900000003</c:v>
                </c:pt>
                <c:pt idx="8402">
                  <c:v>0.62221715799999999</c:v>
                </c:pt>
                <c:pt idx="8403">
                  <c:v>0.57004042099999996</c:v>
                </c:pt>
                <c:pt idx="8404">
                  <c:v>0.71524903100000004</c:v>
                </c:pt>
                <c:pt idx="8405">
                  <c:v>0.76423754799999999</c:v>
                </c:pt>
                <c:pt idx="8406">
                  <c:v>0.76178812299999998</c:v>
                </c:pt>
                <c:pt idx="8407">
                  <c:v>0.76191059400000005</c:v>
                </c:pt>
                <c:pt idx="8408">
                  <c:v>0.76190446999999994</c:v>
                </c:pt>
                <c:pt idx="8409">
                  <c:v>0.76190477599999995</c:v>
                </c:pt>
                <c:pt idx="8410">
                  <c:v>0.76190476100000004</c:v>
                </c:pt>
                <c:pt idx="8411">
                  <c:v>0.76190476200000001</c:v>
                </c:pt>
                <c:pt idx="8412">
                  <c:v>0.76190476200000001</c:v>
                </c:pt>
                <c:pt idx="8413">
                  <c:v>0.76190476200000001</c:v>
                </c:pt>
                <c:pt idx="8414">
                  <c:v>0.76190476200000001</c:v>
                </c:pt>
                <c:pt idx="8415">
                  <c:v>0.76190476200000001</c:v>
                </c:pt>
                <c:pt idx="8416">
                  <c:v>0.76190476200000001</c:v>
                </c:pt>
                <c:pt idx="8417">
                  <c:v>0.76190476200000001</c:v>
                </c:pt>
                <c:pt idx="8418">
                  <c:v>0.76190476200000001</c:v>
                </c:pt>
                <c:pt idx="8419">
                  <c:v>0.76190476200000001</c:v>
                </c:pt>
                <c:pt idx="8420">
                  <c:v>0.76190476200000001</c:v>
                </c:pt>
                <c:pt idx="8421">
                  <c:v>0.76190476200000001</c:v>
                </c:pt>
                <c:pt idx="8422">
                  <c:v>0.76190476200000001</c:v>
                </c:pt>
                <c:pt idx="8423">
                  <c:v>0.76190476200000001</c:v>
                </c:pt>
                <c:pt idx="8424">
                  <c:v>0.76190476200000001</c:v>
                </c:pt>
                <c:pt idx="8425">
                  <c:v>0.76190476200000001</c:v>
                </c:pt>
                <c:pt idx="8426">
                  <c:v>0.76190476200000001</c:v>
                </c:pt>
                <c:pt idx="8427">
                  <c:v>0.76190476200000001</c:v>
                </c:pt>
                <c:pt idx="8428">
                  <c:v>0.76190476200000001</c:v>
                </c:pt>
                <c:pt idx="8429">
                  <c:v>0.76190476200000001</c:v>
                </c:pt>
                <c:pt idx="8430">
                  <c:v>0.76190476200000001</c:v>
                </c:pt>
                <c:pt idx="8431">
                  <c:v>0.76190476200000001</c:v>
                </c:pt>
                <c:pt idx="8432">
                  <c:v>0.76190476200000001</c:v>
                </c:pt>
                <c:pt idx="8433">
                  <c:v>0.76190476200000001</c:v>
                </c:pt>
                <c:pt idx="8434">
                  <c:v>0.76190476200000001</c:v>
                </c:pt>
                <c:pt idx="8435">
                  <c:v>0.76190476200000001</c:v>
                </c:pt>
                <c:pt idx="8436">
                  <c:v>0.76190476200000001</c:v>
                </c:pt>
                <c:pt idx="8437">
                  <c:v>0.76190476200000001</c:v>
                </c:pt>
                <c:pt idx="8438">
                  <c:v>0.76190476200000001</c:v>
                </c:pt>
                <c:pt idx="8439">
                  <c:v>0.76190476200000001</c:v>
                </c:pt>
                <c:pt idx="8440">
                  <c:v>0.76190476200000001</c:v>
                </c:pt>
                <c:pt idx="8441">
                  <c:v>0.710183169</c:v>
                </c:pt>
                <c:pt idx="8442">
                  <c:v>0.57608859400000001</c:v>
                </c:pt>
                <c:pt idx="8443">
                  <c:v>0.37119556999999997</c:v>
                </c:pt>
                <c:pt idx="8444">
                  <c:v>0.37119556999999997</c:v>
                </c:pt>
                <c:pt idx="8445">
                  <c:v>0.37119556999999997</c:v>
                </c:pt>
                <c:pt idx="8446">
                  <c:v>0.37119556999999997</c:v>
                </c:pt>
                <c:pt idx="8447">
                  <c:v>0.37119556999999997</c:v>
                </c:pt>
                <c:pt idx="8448">
                  <c:v>0.37119556999999997</c:v>
                </c:pt>
                <c:pt idx="8449">
                  <c:v>0.37119556999999997</c:v>
                </c:pt>
                <c:pt idx="8450">
                  <c:v>0.41545348999999998</c:v>
                </c:pt>
                <c:pt idx="8451">
                  <c:v>0.379227325</c:v>
                </c:pt>
                <c:pt idx="8452">
                  <c:v>0.483425304</c:v>
                </c:pt>
                <c:pt idx="8453">
                  <c:v>0.39536252900000002</c:v>
                </c:pt>
                <c:pt idx="8454">
                  <c:v>0.39536252900000002</c:v>
                </c:pt>
                <c:pt idx="8455">
                  <c:v>0.39536252900000002</c:v>
                </c:pt>
                <c:pt idx="8456">
                  <c:v>0.39536252900000002</c:v>
                </c:pt>
                <c:pt idx="8457">
                  <c:v>0.39536252900000002</c:v>
                </c:pt>
                <c:pt idx="8458">
                  <c:v>0.39536252900000002</c:v>
                </c:pt>
                <c:pt idx="8459">
                  <c:v>0.39536252900000002</c:v>
                </c:pt>
                <c:pt idx="8460">
                  <c:v>0.39536252900000002</c:v>
                </c:pt>
                <c:pt idx="8461">
                  <c:v>0.38847802399999998</c:v>
                </c:pt>
                <c:pt idx="8462">
                  <c:v>0.38847802399999998</c:v>
                </c:pt>
                <c:pt idx="8463">
                  <c:v>0.38847802399999998</c:v>
                </c:pt>
                <c:pt idx="8464">
                  <c:v>0.38847802399999998</c:v>
                </c:pt>
                <c:pt idx="8465">
                  <c:v>0.607438056</c:v>
                </c:pt>
                <c:pt idx="8466">
                  <c:v>0.74520678600000001</c:v>
                </c:pt>
                <c:pt idx="8467">
                  <c:v>0.76273966100000001</c:v>
                </c:pt>
                <c:pt idx="8468">
                  <c:v>0.76186301700000003</c:v>
                </c:pt>
                <c:pt idx="8469">
                  <c:v>0.62909961700000006</c:v>
                </c:pt>
                <c:pt idx="8470">
                  <c:v>0.500233594</c:v>
                </c:pt>
                <c:pt idx="8471">
                  <c:v>0.37498831999999999</c:v>
                </c:pt>
                <c:pt idx="8472">
                  <c:v>0.37498831999999999</c:v>
                </c:pt>
                <c:pt idx="8473">
                  <c:v>0.37498831999999999</c:v>
                </c:pt>
                <c:pt idx="8474">
                  <c:v>0.46022341</c:v>
                </c:pt>
                <c:pt idx="8475">
                  <c:v>0.484329536</c:v>
                </c:pt>
                <c:pt idx="8476">
                  <c:v>0.511789155</c:v>
                </c:pt>
                <c:pt idx="8477">
                  <c:v>0.45956182200000001</c:v>
                </c:pt>
                <c:pt idx="8478">
                  <c:v>0.468837106</c:v>
                </c:pt>
                <c:pt idx="8479">
                  <c:v>0.53089784200000001</c:v>
                </c:pt>
                <c:pt idx="8480">
                  <c:v>0.72559298800000005</c:v>
                </c:pt>
                <c:pt idx="8481">
                  <c:v>0.76372035100000002</c:v>
                </c:pt>
                <c:pt idx="8482">
                  <c:v>0.76181398199999995</c:v>
                </c:pt>
                <c:pt idx="8483">
                  <c:v>0.76190930099999998</c:v>
                </c:pt>
                <c:pt idx="8484">
                  <c:v>0.76190453499999999</c:v>
                </c:pt>
                <c:pt idx="8485">
                  <c:v>0.76190477300000004</c:v>
                </c:pt>
                <c:pt idx="8486">
                  <c:v>0.76190476100000004</c:v>
                </c:pt>
                <c:pt idx="8487">
                  <c:v>0.76190476200000001</c:v>
                </c:pt>
                <c:pt idx="8488">
                  <c:v>0.76190476200000001</c:v>
                </c:pt>
                <c:pt idx="8489">
                  <c:v>0.76190476200000001</c:v>
                </c:pt>
                <c:pt idx="8490">
                  <c:v>0.76190476200000001</c:v>
                </c:pt>
                <c:pt idx="8491">
                  <c:v>0.62089076200000004</c:v>
                </c:pt>
                <c:pt idx="8492">
                  <c:v>0.69503151600000002</c:v>
                </c:pt>
                <c:pt idx="8493">
                  <c:v>0.52598949100000003</c:v>
                </c:pt>
                <c:pt idx="8494">
                  <c:v>0.37370052500000001</c:v>
                </c:pt>
                <c:pt idx="8495">
                  <c:v>0.61545140200000004</c:v>
                </c:pt>
                <c:pt idx="8496">
                  <c:v>0.48222446299999999</c:v>
                </c:pt>
                <c:pt idx="8497">
                  <c:v>0.56707119500000003</c:v>
                </c:pt>
                <c:pt idx="8498">
                  <c:v>0.77164644000000004</c:v>
                </c:pt>
                <c:pt idx="8499">
                  <c:v>0.73166990600000004</c:v>
                </c:pt>
                <c:pt idx="8500">
                  <c:v>0.65470041599999995</c:v>
                </c:pt>
                <c:pt idx="8501">
                  <c:v>0.58562900299999998</c:v>
                </c:pt>
                <c:pt idx="8502">
                  <c:v>0.70100400600000001</c:v>
                </c:pt>
                <c:pt idx="8503">
                  <c:v>0.76494980000000001</c:v>
                </c:pt>
                <c:pt idx="8504">
                  <c:v>0.68283400000000005</c:v>
                </c:pt>
                <c:pt idx="8505">
                  <c:v>0.76585829999999999</c:v>
                </c:pt>
                <c:pt idx="8506">
                  <c:v>0.76170708499999995</c:v>
                </c:pt>
                <c:pt idx="8507">
                  <c:v>0.76191464600000003</c:v>
                </c:pt>
                <c:pt idx="8508">
                  <c:v>0.761904268</c:v>
                </c:pt>
                <c:pt idx="8509">
                  <c:v>0.76190478699999997</c:v>
                </c:pt>
                <c:pt idx="8510">
                  <c:v>0.76190476100000004</c:v>
                </c:pt>
                <c:pt idx="8511">
                  <c:v>0.76190476200000001</c:v>
                </c:pt>
                <c:pt idx="8512">
                  <c:v>0.76190476200000001</c:v>
                </c:pt>
                <c:pt idx="8513">
                  <c:v>0.76190476200000001</c:v>
                </c:pt>
                <c:pt idx="8514">
                  <c:v>0.57531813799999998</c:v>
                </c:pt>
                <c:pt idx="8515">
                  <c:v>0.37123409299999999</c:v>
                </c:pt>
                <c:pt idx="8516">
                  <c:v>0.35845459600000001</c:v>
                </c:pt>
                <c:pt idx="8517">
                  <c:v>0.35845459600000001</c:v>
                </c:pt>
                <c:pt idx="8518">
                  <c:v>0.35845459600000001</c:v>
                </c:pt>
                <c:pt idx="8519">
                  <c:v>0.55469289399999999</c:v>
                </c:pt>
                <c:pt idx="8520">
                  <c:v>0.77226535500000004</c:v>
                </c:pt>
                <c:pt idx="8521">
                  <c:v>0.76138673199999996</c:v>
                </c:pt>
                <c:pt idx="8522">
                  <c:v>0.76193066300000001</c:v>
                </c:pt>
                <c:pt idx="8523">
                  <c:v>0.761903467</c:v>
                </c:pt>
                <c:pt idx="8524">
                  <c:v>0.76190482699999995</c:v>
                </c:pt>
                <c:pt idx="8525">
                  <c:v>0.72674930800000004</c:v>
                </c:pt>
                <c:pt idx="8526">
                  <c:v>0.76366253500000003</c:v>
                </c:pt>
                <c:pt idx="8527">
                  <c:v>0.76181687300000001</c:v>
                </c:pt>
                <c:pt idx="8528">
                  <c:v>0.74848014399999996</c:v>
                </c:pt>
                <c:pt idx="8529">
                  <c:v>0.76257599300000001</c:v>
                </c:pt>
                <c:pt idx="8530">
                  <c:v>0.76187119999999997</c:v>
                </c:pt>
                <c:pt idx="8531">
                  <c:v>0.76190643999999996</c:v>
                </c:pt>
                <c:pt idx="8532">
                  <c:v>0.76190467799999995</c:v>
                </c:pt>
                <c:pt idx="8533">
                  <c:v>0.76190476600000001</c:v>
                </c:pt>
                <c:pt idx="8534">
                  <c:v>0.76190476200000001</c:v>
                </c:pt>
                <c:pt idx="8535">
                  <c:v>0.76190476200000001</c:v>
                </c:pt>
                <c:pt idx="8536">
                  <c:v>0.76190476200000001</c:v>
                </c:pt>
                <c:pt idx="8537">
                  <c:v>0.50077066000000003</c:v>
                </c:pt>
                <c:pt idx="8538">
                  <c:v>0.37496146699999999</c:v>
                </c:pt>
                <c:pt idx="8539">
                  <c:v>0.57064586500000003</c:v>
                </c:pt>
                <c:pt idx="8540">
                  <c:v>0.72090494000000005</c:v>
                </c:pt>
                <c:pt idx="8541">
                  <c:v>0.76395475300000004</c:v>
                </c:pt>
                <c:pt idx="8542">
                  <c:v>0.74708620999999997</c:v>
                </c:pt>
                <c:pt idx="8543">
                  <c:v>0.61265651300000001</c:v>
                </c:pt>
                <c:pt idx="8544">
                  <c:v>0.47365942900000002</c:v>
                </c:pt>
                <c:pt idx="8545">
                  <c:v>0.402257109</c:v>
                </c:pt>
                <c:pt idx="8546">
                  <c:v>0.38261042499999998</c:v>
                </c:pt>
                <c:pt idx="8547">
                  <c:v>0.44238261200000001</c:v>
                </c:pt>
                <c:pt idx="8548">
                  <c:v>0.76625812299999996</c:v>
                </c:pt>
                <c:pt idx="8549">
                  <c:v>0.76168709400000001</c:v>
                </c:pt>
                <c:pt idx="8550">
                  <c:v>0.76191564499999997</c:v>
                </c:pt>
                <c:pt idx="8551">
                  <c:v>0.76190421799999997</c:v>
                </c:pt>
                <c:pt idx="8552">
                  <c:v>0.76190478900000003</c:v>
                </c:pt>
                <c:pt idx="8553">
                  <c:v>0.53028219899999995</c:v>
                </c:pt>
                <c:pt idx="8554">
                  <c:v>0.66268858900000005</c:v>
                </c:pt>
                <c:pt idx="8555">
                  <c:v>0.76686557099999997</c:v>
                </c:pt>
                <c:pt idx="8556">
                  <c:v>0.76165672100000004</c:v>
                </c:pt>
                <c:pt idx="8557">
                  <c:v>0.76191716399999998</c:v>
                </c:pt>
                <c:pt idx="8558">
                  <c:v>0.76190414200000001</c:v>
                </c:pt>
                <c:pt idx="8559">
                  <c:v>0.76190479300000002</c:v>
                </c:pt>
                <c:pt idx="8560">
                  <c:v>0.76190475999999996</c:v>
                </c:pt>
                <c:pt idx="8561">
                  <c:v>0.76190476200000001</c:v>
                </c:pt>
                <c:pt idx="8562">
                  <c:v>0.76190476200000001</c:v>
                </c:pt>
                <c:pt idx="8563">
                  <c:v>0.76190476200000001</c:v>
                </c:pt>
                <c:pt idx="8564">
                  <c:v>0.76190476200000001</c:v>
                </c:pt>
                <c:pt idx="8565">
                  <c:v>0.76190476200000001</c:v>
                </c:pt>
                <c:pt idx="8566">
                  <c:v>0.50152328000000002</c:v>
                </c:pt>
                <c:pt idx="8567">
                  <c:v>0.698392613</c:v>
                </c:pt>
                <c:pt idx="8568">
                  <c:v>0.76508036899999998</c:v>
                </c:pt>
                <c:pt idx="8569">
                  <c:v>0.76174598199999999</c:v>
                </c:pt>
                <c:pt idx="8570">
                  <c:v>0.76191270099999997</c:v>
                </c:pt>
                <c:pt idx="8571">
                  <c:v>0.76190436500000003</c:v>
                </c:pt>
                <c:pt idx="8572">
                  <c:v>0.761904782</c:v>
                </c:pt>
                <c:pt idx="8573">
                  <c:v>0.76190476100000004</c:v>
                </c:pt>
                <c:pt idx="8574">
                  <c:v>0.76190476200000001</c:v>
                </c:pt>
                <c:pt idx="8575">
                  <c:v>0.76190476200000001</c:v>
                </c:pt>
                <c:pt idx="8576">
                  <c:v>0.76190476200000001</c:v>
                </c:pt>
                <c:pt idx="8577">
                  <c:v>0.76190476200000001</c:v>
                </c:pt>
                <c:pt idx="8578">
                  <c:v>0.76190476200000001</c:v>
                </c:pt>
                <c:pt idx="8579">
                  <c:v>0.76190476200000001</c:v>
                </c:pt>
                <c:pt idx="8580">
                  <c:v>0.76190476200000001</c:v>
                </c:pt>
                <c:pt idx="8581">
                  <c:v>0.76190476200000001</c:v>
                </c:pt>
                <c:pt idx="8582">
                  <c:v>0.76190476200000001</c:v>
                </c:pt>
                <c:pt idx="8583">
                  <c:v>0.76190476200000001</c:v>
                </c:pt>
                <c:pt idx="8584">
                  <c:v>0.76190476200000001</c:v>
                </c:pt>
                <c:pt idx="8585">
                  <c:v>0.465216142</c:v>
                </c:pt>
                <c:pt idx="8586">
                  <c:v>0.37673919300000003</c:v>
                </c:pt>
                <c:pt idx="8587">
                  <c:v>0.37673919300000003</c:v>
                </c:pt>
                <c:pt idx="8588">
                  <c:v>0.37673919300000003</c:v>
                </c:pt>
                <c:pt idx="8589">
                  <c:v>0.37673919300000003</c:v>
                </c:pt>
                <c:pt idx="8590">
                  <c:v>0.37673919300000003</c:v>
                </c:pt>
                <c:pt idx="8591">
                  <c:v>0.37673919300000003</c:v>
                </c:pt>
                <c:pt idx="8592">
                  <c:v>0.37673919300000003</c:v>
                </c:pt>
                <c:pt idx="8593">
                  <c:v>0.37673919300000003</c:v>
                </c:pt>
                <c:pt idx="8594">
                  <c:v>0.63170134499999997</c:v>
                </c:pt>
                <c:pt idx="8595">
                  <c:v>0.76841493299999997</c:v>
                </c:pt>
                <c:pt idx="8596">
                  <c:v>0.76157925299999996</c:v>
                </c:pt>
                <c:pt idx="8597">
                  <c:v>0.76192103700000002</c:v>
                </c:pt>
                <c:pt idx="8598">
                  <c:v>0.76190394800000005</c:v>
                </c:pt>
                <c:pt idx="8599">
                  <c:v>0.65889532100000003</c:v>
                </c:pt>
                <c:pt idx="8600">
                  <c:v>0.439313116</c:v>
                </c:pt>
                <c:pt idx="8601">
                  <c:v>0.37803434400000002</c:v>
                </c:pt>
                <c:pt idx="8602">
                  <c:v>0.37803434400000002</c:v>
                </c:pt>
                <c:pt idx="8603">
                  <c:v>0.57396605999999994</c:v>
                </c:pt>
                <c:pt idx="8604">
                  <c:v>0.56502539200000002</c:v>
                </c:pt>
                <c:pt idx="8605">
                  <c:v>0.46577732300000002</c:v>
                </c:pt>
                <c:pt idx="8606">
                  <c:v>0.376711134</c:v>
                </c:pt>
                <c:pt idx="8607">
                  <c:v>0.376711134</c:v>
                </c:pt>
                <c:pt idx="8608">
                  <c:v>0.376711134</c:v>
                </c:pt>
                <c:pt idx="8609">
                  <c:v>0.376711134</c:v>
                </c:pt>
                <c:pt idx="8610">
                  <c:v>0.42828493499999998</c:v>
                </c:pt>
                <c:pt idx="8611">
                  <c:v>0.64529805500000004</c:v>
                </c:pt>
                <c:pt idx="8612">
                  <c:v>0.396371745</c:v>
                </c:pt>
                <c:pt idx="8613">
                  <c:v>0.396371745</c:v>
                </c:pt>
                <c:pt idx="8614">
                  <c:v>0.48398849799999999</c:v>
                </c:pt>
                <c:pt idx="8615">
                  <c:v>0.37580057500000003</c:v>
                </c:pt>
                <c:pt idx="8616">
                  <c:v>0.57697837200000002</c:v>
                </c:pt>
                <c:pt idx="8617">
                  <c:v>0.67296892100000005</c:v>
                </c:pt>
                <c:pt idx="8618">
                  <c:v>0.76635155399999999</c:v>
                </c:pt>
                <c:pt idx="8619">
                  <c:v>0.76168242200000003</c:v>
                </c:pt>
                <c:pt idx="8620">
                  <c:v>0.76191587900000002</c:v>
                </c:pt>
                <c:pt idx="8621">
                  <c:v>0.76190420599999997</c:v>
                </c:pt>
                <c:pt idx="8622">
                  <c:v>0.76190479</c:v>
                </c:pt>
                <c:pt idx="8623">
                  <c:v>0.76190476100000004</c:v>
                </c:pt>
                <c:pt idx="8624">
                  <c:v>0.76190476200000001</c:v>
                </c:pt>
                <c:pt idx="8625">
                  <c:v>0.76190476200000001</c:v>
                </c:pt>
                <c:pt idx="8626">
                  <c:v>0.76190476200000001</c:v>
                </c:pt>
                <c:pt idx="8627">
                  <c:v>0.76190476200000001</c:v>
                </c:pt>
                <c:pt idx="8628">
                  <c:v>0.63739117899999997</c:v>
                </c:pt>
                <c:pt idx="8629">
                  <c:v>0.76813044100000005</c:v>
                </c:pt>
                <c:pt idx="8630">
                  <c:v>0.76159347799999999</c:v>
                </c:pt>
                <c:pt idx="8631">
                  <c:v>0.76192032600000004</c:v>
                </c:pt>
                <c:pt idx="8632">
                  <c:v>0.69509614900000005</c:v>
                </c:pt>
                <c:pt idx="8633">
                  <c:v>0.49288626800000002</c:v>
                </c:pt>
                <c:pt idx="8634">
                  <c:v>0.37535568699999999</c:v>
                </c:pt>
                <c:pt idx="8635">
                  <c:v>0.37535568699999999</c:v>
                </c:pt>
                <c:pt idx="8636">
                  <c:v>0.37535568699999999</c:v>
                </c:pt>
                <c:pt idx="8637">
                  <c:v>0.60406482399999994</c:v>
                </c:pt>
                <c:pt idx="8638">
                  <c:v>0.703949779</c:v>
                </c:pt>
                <c:pt idx="8639">
                  <c:v>0.52763143899999998</c:v>
                </c:pt>
                <c:pt idx="8640">
                  <c:v>0.77361842800000002</c:v>
                </c:pt>
                <c:pt idx="8641">
                  <c:v>0.76131907899999995</c:v>
                </c:pt>
                <c:pt idx="8642">
                  <c:v>0.76193404600000003</c:v>
                </c:pt>
                <c:pt idx="8643">
                  <c:v>0.76190329800000001</c:v>
                </c:pt>
                <c:pt idx="8644">
                  <c:v>0.76190483499999995</c:v>
                </c:pt>
                <c:pt idx="8645">
                  <c:v>0.76190475800000002</c:v>
                </c:pt>
                <c:pt idx="8646">
                  <c:v>0.76190476200000001</c:v>
                </c:pt>
                <c:pt idx="8647">
                  <c:v>0.76190476200000001</c:v>
                </c:pt>
                <c:pt idx="8648">
                  <c:v>0.63215608999999995</c:v>
                </c:pt>
                <c:pt idx="8649">
                  <c:v>0.768392195</c:v>
                </c:pt>
                <c:pt idx="8650">
                  <c:v>0.76158039</c:v>
                </c:pt>
                <c:pt idx="8651">
                  <c:v>0.76192097999999997</c:v>
                </c:pt>
                <c:pt idx="8652">
                  <c:v>0.76190395099999997</c:v>
                </c:pt>
                <c:pt idx="8653">
                  <c:v>0.76190480199999999</c:v>
                </c:pt>
                <c:pt idx="8654">
                  <c:v>0.76190475999999996</c:v>
                </c:pt>
                <c:pt idx="8655">
                  <c:v>0.76190476200000001</c:v>
                </c:pt>
                <c:pt idx="8656">
                  <c:v>0.76190476200000001</c:v>
                </c:pt>
                <c:pt idx="8657">
                  <c:v>0.46623620599999999</c:v>
                </c:pt>
                <c:pt idx="8658">
                  <c:v>0.52714856499999996</c:v>
                </c:pt>
                <c:pt idx="8659">
                  <c:v>0.58900282900000001</c:v>
                </c:pt>
                <c:pt idx="8660">
                  <c:v>0.57114218100000003</c:v>
                </c:pt>
                <c:pt idx="8661">
                  <c:v>0.371442891</c:v>
                </c:pt>
                <c:pt idx="8662">
                  <c:v>0.371442891</c:v>
                </c:pt>
                <c:pt idx="8663">
                  <c:v>0.371442891</c:v>
                </c:pt>
                <c:pt idx="8664">
                  <c:v>0.45483942300000002</c:v>
                </c:pt>
                <c:pt idx="8665">
                  <c:v>0.58546324299999997</c:v>
                </c:pt>
                <c:pt idx="8666">
                  <c:v>0.534709875</c:v>
                </c:pt>
                <c:pt idx="8667">
                  <c:v>0.474333542</c:v>
                </c:pt>
                <c:pt idx="8668">
                  <c:v>0.41824888900000001</c:v>
                </c:pt>
                <c:pt idx="8669">
                  <c:v>0.54048710300000002</c:v>
                </c:pt>
                <c:pt idx="8670">
                  <c:v>0.46443437799999998</c:v>
                </c:pt>
                <c:pt idx="8671">
                  <c:v>0.37677828099999999</c:v>
                </c:pt>
                <c:pt idx="8672">
                  <c:v>0.37677828099999999</c:v>
                </c:pt>
                <c:pt idx="8673">
                  <c:v>0.56977768100000004</c:v>
                </c:pt>
                <c:pt idx="8674">
                  <c:v>0.75709170800000003</c:v>
                </c:pt>
                <c:pt idx="8675">
                  <c:v>0.76214541499999999</c:v>
                </c:pt>
                <c:pt idx="8676">
                  <c:v>0.76189272900000005</c:v>
                </c:pt>
                <c:pt idx="8677">
                  <c:v>0.76190536399999997</c:v>
                </c:pt>
                <c:pt idx="8678">
                  <c:v>0.76190473199999997</c:v>
                </c:pt>
                <c:pt idx="8679">
                  <c:v>0.76190476299999998</c:v>
                </c:pt>
                <c:pt idx="8680">
                  <c:v>0.76190476200000001</c:v>
                </c:pt>
                <c:pt idx="8681">
                  <c:v>0.76190476200000001</c:v>
                </c:pt>
                <c:pt idx="8682">
                  <c:v>0.76190476200000001</c:v>
                </c:pt>
                <c:pt idx="8683">
                  <c:v>0.76190476200000001</c:v>
                </c:pt>
                <c:pt idx="8684">
                  <c:v>0.76190476200000001</c:v>
                </c:pt>
                <c:pt idx="8685">
                  <c:v>0.76190476200000001</c:v>
                </c:pt>
                <c:pt idx="8686">
                  <c:v>0.76190476200000001</c:v>
                </c:pt>
                <c:pt idx="8687">
                  <c:v>0.71851222999999997</c:v>
                </c:pt>
                <c:pt idx="8688">
                  <c:v>0.76407438900000002</c:v>
                </c:pt>
                <c:pt idx="8689">
                  <c:v>0.76179628099999996</c:v>
                </c:pt>
                <c:pt idx="8690">
                  <c:v>0.76191018600000004</c:v>
                </c:pt>
                <c:pt idx="8691">
                  <c:v>0.76190449100000002</c:v>
                </c:pt>
                <c:pt idx="8692">
                  <c:v>0.76190477499999998</c:v>
                </c:pt>
                <c:pt idx="8693">
                  <c:v>0.76190476100000004</c:v>
                </c:pt>
                <c:pt idx="8694">
                  <c:v>0.76190476200000001</c:v>
                </c:pt>
                <c:pt idx="8695">
                  <c:v>0.73288273800000003</c:v>
                </c:pt>
                <c:pt idx="8696">
                  <c:v>0.732673774</c:v>
                </c:pt>
                <c:pt idx="8697">
                  <c:v>0.76336631099999996</c:v>
                </c:pt>
                <c:pt idx="8698">
                  <c:v>0.76183168400000001</c:v>
                </c:pt>
                <c:pt idx="8699">
                  <c:v>0.76190841600000003</c:v>
                </c:pt>
                <c:pt idx="8700">
                  <c:v>0.76190457899999997</c:v>
                </c:pt>
                <c:pt idx="8701">
                  <c:v>0.72959283600000002</c:v>
                </c:pt>
                <c:pt idx="8702">
                  <c:v>0.71305185500000001</c:v>
                </c:pt>
                <c:pt idx="8703">
                  <c:v>0.76434740700000003</c:v>
                </c:pt>
                <c:pt idx="8704">
                  <c:v>0.62028564500000005</c:v>
                </c:pt>
                <c:pt idx="8705">
                  <c:v>0.41059195500000001</c:v>
                </c:pt>
                <c:pt idx="8706">
                  <c:v>0.37947040199999998</c:v>
                </c:pt>
                <c:pt idx="8707">
                  <c:v>0.37947040199999998</c:v>
                </c:pt>
                <c:pt idx="8708">
                  <c:v>0.37947040199999998</c:v>
                </c:pt>
                <c:pt idx="8709">
                  <c:v>0.37947040199999998</c:v>
                </c:pt>
                <c:pt idx="8710">
                  <c:v>0.37947040199999998</c:v>
                </c:pt>
                <c:pt idx="8711">
                  <c:v>0.37947040199999998</c:v>
                </c:pt>
                <c:pt idx="8712">
                  <c:v>0.37947040199999998</c:v>
                </c:pt>
                <c:pt idx="8713">
                  <c:v>0.37947040199999998</c:v>
                </c:pt>
                <c:pt idx="8714">
                  <c:v>0.58154419499999999</c:v>
                </c:pt>
                <c:pt idx="8715">
                  <c:v>0.77092278999999997</c:v>
                </c:pt>
                <c:pt idx="8716">
                  <c:v>0.76145386000000004</c:v>
                </c:pt>
                <c:pt idx="8717">
                  <c:v>0.761927307</c:v>
                </c:pt>
                <c:pt idx="8718">
                  <c:v>0.76190363500000002</c:v>
                </c:pt>
                <c:pt idx="8719">
                  <c:v>0.67410575699999997</c:v>
                </c:pt>
                <c:pt idx="8720">
                  <c:v>0.76629471199999999</c:v>
                </c:pt>
                <c:pt idx="8721">
                  <c:v>0.76168526400000003</c:v>
                </c:pt>
                <c:pt idx="8722">
                  <c:v>0.76191573700000004</c:v>
                </c:pt>
                <c:pt idx="8723">
                  <c:v>0.761904213</c:v>
                </c:pt>
                <c:pt idx="8724">
                  <c:v>0.76190478900000003</c:v>
                </c:pt>
                <c:pt idx="8725">
                  <c:v>0.76190476100000004</c:v>
                </c:pt>
                <c:pt idx="8726">
                  <c:v>0.76190476200000001</c:v>
                </c:pt>
                <c:pt idx="8727">
                  <c:v>0.76190476200000001</c:v>
                </c:pt>
                <c:pt idx="8728">
                  <c:v>0.76190476200000001</c:v>
                </c:pt>
                <c:pt idx="8729">
                  <c:v>0.49992241399999998</c:v>
                </c:pt>
                <c:pt idx="8730">
                  <c:v>0.37500387899999998</c:v>
                </c:pt>
                <c:pt idx="8731">
                  <c:v>0.37500387899999998</c:v>
                </c:pt>
                <c:pt idx="8732">
                  <c:v>0.37500387899999998</c:v>
                </c:pt>
                <c:pt idx="8733">
                  <c:v>0.37500387899999998</c:v>
                </c:pt>
                <c:pt idx="8734">
                  <c:v>0.37500387899999998</c:v>
                </c:pt>
                <c:pt idx="8735">
                  <c:v>0.37500387899999998</c:v>
                </c:pt>
                <c:pt idx="8736">
                  <c:v>0.37500387899999998</c:v>
                </c:pt>
                <c:pt idx="8737">
                  <c:v>0.37500387899999998</c:v>
                </c:pt>
                <c:pt idx="8738">
                  <c:v>0.68003022800000001</c:v>
                </c:pt>
                <c:pt idx="8739">
                  <c:v>0.765998489</c:v>
                </c:pt>
                <c:pt idx="8740">
                  <c:v>0.761700076</c:v>
                </c:pt>
                <c:pt idx="8741">
                  <c:v>0.76191499600000001</c:v>
                </c:pt>
                <c:pt idx="8742">
                  <c:v>0.76190424999999995</c:v>
                </c:pt>
                <c:pt idx="8743">
                  <c:v>0.70361019000000002</c:v>
                </c:pt>
                <c:pt idx="8744">
                  <c:v>0.49640804399999999</c:v>
                </c:pt>
                <c:pt idx="8745">
                  <c:v>0.61457956899999999</c:v>
                </c:pt>
                <c:pt idx="8746">
                  <c:v>0.76927102199999997</c:v>
                </c:pt>
                <c:pt idx="8747">
                  <c:v>0.76153644899999995</c:v>
                </c:pt>
                <c:pt idx="8748">
                  <c:v>0.76192317799999998</c:v>
                </c:pt>
                <c:pt idx="8749">
                  <c:v>0.76190384099999997</c:v>
                </c:pt>
                <c:pt idx="8750">
                  <c:v>0.76190480800000004</c:v>
                </c:pt>
                <c:pt idx="8751">
                  <c:v>0.76190475999999996</c:v>
                </c:pt>
                <c:pt idx="8752">
                  <c:v>0.76190476200000001</c:v>
                </c:pt>
                <c:pt idx="8753">
                  <c:v>0.76190476200000001</c:v>
                </c:pt>
                <c:pt idx="8754">
                  <c:v>0.76190476200000001</c:v>
                </c:pt>
                <c:pt idx="8755">
                  <c:v>0.76190476200000001</c:v>
                </c:pt>
                <c:pt idx="8756">
                  <c:v>0.76190476200000001</c:v>
                </c:pt>
                <c:pt idx="8757">
                  <c:v>0.48056837200000002</c:v>
                </c:pt>
                <c:pt idx="8758">
                  <c:v>0.375971581</c:v>
                </c:pt>
                <c:pt idx="8759">
                  <c:v>0.375971581</c:v>
                </c:pt>
              </c:numCache>
            </c:numRef>
          </c:yVal>
          <c:smooth val="0"/>
          <c:extLst>
            <c:ext xmlns:c16="http://schemas.microsoft.com/office/drawing/2014/chart" uri="{C3380CC4-5D6E-409C-BE32-E72D297353CC}">
              <c16:uniqueId val="{00000000-142E-44A8-977F-B6D3D2B837F1}"/>
            </c:ext>
          </c:extLst>
        </c:ser>
        <c:dLbls>
          <c:showLegendKey val="0"/>
          <c:showVal val="0"/>
          <c:showCatName val="0"/>
          <c:showSerName val="0"/>
          <c:showPercent val="0"/>
          <c:showBubbleSize val="0"/>
        </c:dLbls>
        <c:axId val="393695855"/>
        <c:axId val="393697295"/>
      </c:scatterChart>
      <c:valAx>
        <c:axId val="393695855"/>
        <c:scaling>
          <c:orientation val="minMax"/>
          <c:max val="8761"/>
          <c:min val="0"/>
        </c:scaling>
        <c:delete val="0"/>
        <c:axPos val="b"/>
        <c:majorGridlines>
          <c:spPr>
            <a:ln w="9525" cap="flat" cmpd="sng" algn="ctr">
              <a:solidFill>
                <a:schemeClr val="dk1">
                  <a:lumMod val="15000"/>
                  <a:lumOff val="85000"/>
                </a:schemeClr>
              </a:solidFill>
              <a:round/>
            </a:ln>
            <a:effectLst/>
          </c:spPr>
        </c:majorGridlines>
        <c:title>
          <c:tx>
            <c:rich>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r>
                  <a:rPr lang="en-CA" sz="1000">
                    <a:latin typeface="Times New Roman" panose="02020603050405020304" pitchFamily="18" charset="0"/>
                    <a:cs typeface="Times New Roman" panose="02020603050405020304" pitchFamily="18" charset="0"/>
                  </a:rPr>
                  <a:t>Time (hours)</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title>
        <c:majorTickMark val="none"/>
        <c:minorTickMark val="none"/>
        <c:tickLblPos val="nextTo"/>
        <c:spPr>
          <a:noFill/>
          <a:ln w="9525" cap="rnd">
            <a:solidFill>
              <a:schemeClr val="dk1">
                <a:lumMod val="20000"/>
                <a:lumOff val="80000"/>
              </a:schemeClr>
            </a:solidFill>
            <a:round/>
          </a:ln>
          <a:effectLst/>
        </c:spPr>
        <c:txPr>
          <a:bodyPr rot="-60000000" spcFirstLastPara="1" vertOverflow="ellipsis" vert="horz" wrap="square" anchor="ctr" anchorCtr="1"/>
          <a:lstStyle/>
          <a:p>
            <a:pPr>
              <a:defRPr sz="900" b="0" i="0" u="none" strike="noStrike" kern="1200" spc="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3697295"/>
        <c:crosses val="autoZero"/>
        <c:crossBetween val="midCat"/>
      </c:valAx>
      <c:valAx>
        <c:axId val="393697295"/>
        <c:scaling>
          <c:orientation val="minMax"/>
        </c:scaling>
        <c:delete val="0"/>
        <c:axPos val="l"/>
        <c:majorGridlines>
          <c:spPr>
            <a:ln w="9525" cap="flat" cmpd="sng" algn="ctr">
              <a:solidFill>
                <a:schemeClr val="dk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r>
                  <a:rPr lang="en-CA" sz="1000">
                    <a:latin typeface="Times New Roman" panose="02020603050405020304" pitchFamily="18" charset="0"/>
                    <a:cs typeface="Times New Roman" panose="02020603050405020304" pitchFamily="18" charset="0"/>
                  </a:rPr>
                  <a:t>SOC</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rnd">
            <a:solidFill>
              <a:schemeClr val="dk1">
                <a:lumMod val="25000"/>
                <a:lumOff val="75000"/>
              </a:schemeClr>
            </a:solidFill>
            <a:round/>
          </a:ln>
          <a:effectLst/>
        </c:spPr>
        <c:txPr>
          <a:bodyPr rot="-60000000" spcFirstLastPara="1" vertOverflow="ellipsis" vert="horz" wrap="square" anchor="ctr" anchorCtr="1"/>
          <a:lstStyle/>
          <a:p>
            <a:pPr>
              <a:defRPr sz="900" b="0" i="0" u="none" strike="noStrike" kern="1200" spc="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3695855"/>
        <c:crosses val="autoZero"/>
        <c:crossBetween val="midCat"/>
      </c:valAx>
      <c:spPr>
        <a:gradFill>
          <a:gsLst>
            <a:gs pos="100000">
              <a:schemeClr val="lt1">
                <a:lumMod val="95000"/>
              </a:schemeClr>
            </a:gs>
            <a:gs pos="0">
              <a:schemeClr val="lt1">
                <a:alpha val="0"/>
              </a:schemeClr>
            </a:gs>
          </a:gsLst>
          <a:lin ang="5400000" scaled="0"/>
        </a:gra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Charging and Discharging</a:t>
            </a:r>
            <a:r>
              <a:rPr lang="en-CA" baseline="0">
                <a:latin typeface="Times New Roman" panose="02020603050405020304" pitchFamily="18" charset="0"/>
                <a:cs typeface="Times New Roman" panose="02020603050405020304" pitchFamily="18" charset="0"/>
              </a:rPr>
              <a:t> Power - Li-ion</a:t>
            </a:r>
            <a:endParaRPr lang="en-CA">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CA"/>
        </a:p>
      </c:txPr>
    </c:title>
    <c:autoTitleDeleted val="0"/>
    <c:plotArea>
      <c:layout/>
      <c:barChart>
        <c:barDir val="col"/>
        <c:grouping val="clustered"/>
        <c:varyColors val="0"/>
        <c:ser>
          <c:idx val="0"/>
          <c:order val="0"/>
          <c:tx>
            <c:strRef>
              <c:f>battery_management_results!$A$1</c:f>
              <c:strCache>
                <c:ptCount val="1"/>
                <c:pt idx="0">
                  <c:v>Charging Power</c:v>
                </c:pt>
              </c:strCache>
            </c:strRef>
          </c:tx>
          <c:spPr>
            <a:solidFill>
              <a:schemeClr val="accent1"/>
            </a:solidFill>
            <a:ln>
              <a:noFill/>
            </a:ln>
            <a:effectLst/>
          </c:spPr>
          <c:invertIfNegative val="0"/>
          <c:val>
            <c:numRef>
              <c:f>battery_management_results!$A$2:$A$8761</c:f>
              <c:numCache>
                <c:formatCode>General</c:formatCode>
                <c:ptCount val="8760"/>
                <c:pt idx="0">
                  <c:v>16.104690000000002</c:v>
                </c:pt>
                <c:pt idx="1">
                  <c:v>2.3118072220000001</c:v>
                </c:pt>
                <c:pt idx="2">
                  <c:v>8.5067971060000005</c:v>
                </c:pt>
                <c:pt idx="3">
                  <c:v>2.5132329360000001</c:v>
                </c:pt>
                <c:pt idx="4">
                  <c:v>0.80961722199999997</c:v>
                </c:pt>
                <c:pt idx="5">
                  <c:v>0</c:v>
                </c:pt>
                <c:pt idx="6">
                  <c:v>0</c:v>
                </c:pt>
                <c:pt idx="7">
                  <c:v>4.0058971059999999</c:v>
                </c:pt>
                <c:pt idx="8">
                  <c:v>16.073461699999999</c:v>
                </c:pt>
                <c:pt idx="9">
                  <c:v>21.443455749999998</c:v>
                </c:pt>
                <c:pt idx="10">
                  <c:v>7.2521550039999996</c:v>
                </c:pt>
                <c:pt idx="11">
                  <c:v>4.3363396180000002</c:v>
                </c:pt>
                <c:pt idx="12">
                  <c:v>4.4821303879999999</c:v>
                </c:pt>
                <c:pt idx="13">
                  <c:v>4.4748408489999996</c:v>
                </c:pt>
                <c:pt idx="14">
                  <c:v>3.2448123720000002</c:v>
                </c:pt>
                <c:pt idx="15">
                  <c:v>0</c:v>
                </c:pt>
                <c:pt idx="16">
                  <c:v>0</c:v>
                </c:pt>
                <c:pt idx="17">
                  <c:v>0</c:v>
                </c:pt>
                <c:pt idx="18">
                  <c:v>0</c:v>
                </c:pt>
                <c:pt idx="19">
                  <c:v>0</c:v>
                </c:pt>
                <c:pt idx="20">
                  <c:v>0</c:v>
                </c:pt>
                <c:pt idx="21">
                  <c:v>0</c:v>
                </c:pt>
                <c:pt idx="22">
                  <c:v>0</c:v>
                </c:pt>
                <c:pt idx="23">
                  <c:v>0</c:v>
                </c:pt>
                <c:pt idx="24">
                  <c:v>0</c:v>
                </c:pt>
                <c:pt idx="25">
                  <c:v>0.20047973699999999</c:v>
                </c:pt>
                <c:pt idx="26">
                  <c:v>17.18721</c:v>
                </c:pt>
                <c:pt idx="27">
                  <c:v>15.276870000000001</c:v>
                </c:pt>
                <c:pt idx="28">
                  <c:v>16.439489999999999</c:v>
                </c:pt>
                <c:pt idx="29">
                  <c:v>15.311159999999999</c:v>
                </c:pt>
                <c:pt idx="30">
                  <c:v>11.98815447</c:v>
                </c:pt>
                <c:pt idx="31">
                  <c:v>7.2435553590000001</c:v>
                </c:pt>
                <c:pt idx="32">
                  <c:v>0</c:v>
                </c:pt>
                <c:pt idx="33">
                  <c:v>1.4082905059999999</c:v>
                </c:pt>
                <c:pt idx="34">
                  <c:v>18.44072615</c:v>
                </c:pt>
                <c:pt idx="35">
                  <c:v>5.4302501369999998</c:v>
                </c:pt>
                <c:pt idx="36">
                  <c:v>3.5767901370000001</c:v>
                </c:pt>
                <c:pt idx="37">
                  <c:v>0</c:v>
                </c:pt>
                <c:pt idx="38">
                  <c:v>2.8456392560000001</c:v>
                </c:pt>
                <c:pt idx="39">
                  <c:v>9.3437687</c:v>
                </c:pt>
                <c:pt idx="40">
                  <c:v>6.4979069919999999</c:v>
                </c:pt>
                <c:pt idx="41">
                  <c:v>6.4357199999999999</c:v>
                </c:pt>
                <c:pt idx="42">
                  <c:v>6.623667449</c:v>
                </c:pt>
                <c:pt idx="43">
                  <c:v>0</c:v>
                </c:pt>
                <c:pt idx="44">
                  <c:v>0</c:v>
                </c:pt>
                <c:pt idx="45">
                  <c:v>0</c:v>
                </c:pt>
                <c:pt idx="46">
                  <c:v>0</c:v>
                </c:pt>
                <c:pt idx="47">
                  <c:v>2.4797600640000002</c:v>
                </c:pt>
                <c:pt idx="48">
                  <c:v>15.357419999999999</c:v>
                </c:pt>
                <c:pt idx="49">
                  <c:v>16.06653</c:v>
                </c:pt>
                <c:pt idx="50">
                  <c:v>15.940709999999999</c:v>
                </c:pt>
                <c:pt idx="51">
                  <c:v>8.6792149199999997</c:v>
                </c:pt>
                <c:pt idx="52">
                  <c:v>2.8350139599999999</c:v>
                </c:pt>
                <c:pt idx="53">
                  <c:v>0</c:v>
                </c:pt>
                <c:pt idx="54">
                  <c:v>4.5882935999999999E-2</c:v>
                </c:pt>
                <c:pt idx="55">
                  <c:v>0</c:v>
                </c:pt>
                <c:pt idx="56">
                  <c:v>0</c:v>
                </c:pt>
                <c:pt idx="57">
                  <c:v>5.9608124269999996</c:v>
                </c:pt>
                <c:pt idx="58">
                  <c:v>0</c:v>
                </c:pt>
                <c:pt idx="59">
                  <c:v>1.068848877</c:v>
                </c:pt>
                <c:pt idx="60">
                  <c:v>5.8095087489999999</c:v>
                </c:pt>
                <c:pt idx="61">
                  <c:v>22.26842444</c:v>
                </c:pt>
                <c:pt idx="62">
                  <c:v>15.79317646</c:v>
                </c:pt>
                <c:pt idx="63">
                  <c:v>5.2711947309999996</c:v>
                </c:pt>
                <c:pt idx="64">
                  <c:v>0</c:v>
                </c:pt>
                <c:pt idx="65">
                  <c:v>0</c:v>
                </c:pt>
                <c:pt idx="66">
                  <c:v>0</c:v>
                </c:pt>
                <c:pt idx="67">
                  <c:v>3.7487653590000001</c:v>
                </c:pt>
                <c:pt idx="68">
                  <c:v>3.5787599999999999</c:v>
                </c:pt>
                <c:pt idx="69">
                  <c:v>0</c:v>
                </c:pt>
                <c:pt idx="70">
                  <c:v>0</c:v>
                </c:pt>
                <c:pt idx="71">
                  <c:v>0</c:v>
                </c:pt>
                <c:pt idx="72">
                  <c:v>0</c:v>
                </c:pt>
                <c:pt idx="73">
                  <c:v>15.10839</c:v>
                </c:pt>
                <c:pt idx="74">
                  <c:v>15.26418</c:v>
                </c:pt>
                <c:pt idx="75">
                  <c:v>16.054110000000001</c:v>
                </c:pt>
                <c:pt idx="76">
                  <c:v>16.25085</c:v>
                </c:pt>
                <c:pt idx="77">
                  <c:v>14.689439999999999</c:v>
                </c:pt>
                <c:pt idx="78">
                  <c:v>11.672639999999999</c:v>
                </c:pt>
                <c:pt idx="79">
                  <c:v>9.2826423550000001</c:v>
                </c:pt>
                <c:pt idx="80">
                  <c:v>4.2348152509999997</c:v>
                </c:pt>
                <c:pt idx="81">
                  <c:v>0</c:v>
                </c:pt>
                <c:pt idx="82">
                  <c:v>7.6423244730000004</c:v>
                </c:pt>
                <c:pt idx="83">
                  <c:v>6.3726858789999996</c:v>
                </c:pt>
                <c:pt idx="84">
                  <c:v>4.380313074</c:v>
                </c:pt>
                <c:pt idx="85">
                  <c:v>4.4799317150000002</c:v>
                </c:pt>
                <c:pt idx="86">
                  <c:v>4.4749507829999997</c:v>
                </c:pt>
                <c:pt idx="87">
                  <c:v>2.2733856139999999</c:v>
                </c:pt>
                <c:pt idx="88">
                  <c:v>6.6770015919999999</c:v>
                </c:pt>
                <c:pt idx="89">
                  <c:v>4.3650972890000004</c:v>
                </c:pt>
                <c:pt idx="90">
                  <c:v>0</c:v>
                </c:pt>
                <c:pt idx="91">
                  <c:v>0</c:v>
                </c:pt>
                <c:pt idx="92">
                  <c:v>0</c:v>
                </c:pt>
                <c:pt idx="93">
                  <c:v>0</c:v>
                </c:pt>
                <c:pt idx="94">
                  <c:v>0</c:v>
                </c:pt>
                <c:pt idx="95">
                  <c:v>12.44628</c:v>
                </c:pt>
                <c:pt idx="96">
                  <c:v>16.946212500000001</c:v>
                </c:pt>
                <c:pt idx="97">
                  <c:v>7.547699905</c:v>
                </c:pt>
                <c:pt idx="98">
                  <c:v>0</c:v>
                </c:pt>
                <c:pt idx="99">
                  <c:v>0</c:v>
                </c:pt>
                <c:pt idx="100">
                  <c:v>2.1827487959999998</c:v>
                </c:pt>
                <c:pt idx="101">
                  <c:v>0</c:v>
                </c:pt>
                <c:pt idx="102">
                  <c:v>0</c:v>
                </c:pt>
                <c:pt idx="103">
                  <c:v>0</c:v>
                </c:pt>
                <c:pt idx="104">
                  <c:v>0</c:v>
                </c:pt>
                <c:pt idx="105">
                  <c:v>10.038798870000001</c:v>
                </c:pt>
                <c:pt idx="106">
                  <c:v>11.685349690000001</c:v>
                </c:pt>
                <c:pt idx="107">
                  <c:v>13.920405819999999</c:v>
                </c:pt>
                <c:pt idx="108">
                  <c:v>15.360861030000001</c:v>
                </c:pt>
                <c:pt idx="109">
                  <c:v>10.48755164</c:v>
                </c:pt>
                <c:pt idx="110">
                  <c:v>11.41193152</c:v>
                </c:pt>
                <c:pt idx="111">
                  <c:v>5.6285362699999997</c:v>
                </c:pt>
                <c:pt idx="112">
                  <c:v>10.04487387</c:v>
                </c:pt>
                <c:pt idx="113">
                  <c:v>0</c:v>
                </c:pt>
                <c:pt idx="114">
                  <c:v>0</c:v>
                </c:pt>
                <c:pt idx="115">
                  <c:v>0</c:v>
                </c:pt>
                <c:pt idx="116">
                  <c:v>0</c:v>
                </c:pt>
                <c:pt idx="117">
                  <c:v>10.336522499999999</c:v>
                </c:pt>
                <c:pt idx="118">
                  <c:v>9.0919147710000008</c:v>
                </c:pt>
                <c:pt idx="119">
                  <c:v>12.8531925</c:v>
                </c:pt>
                <c:pt idx="120">
                  <c:v>13.5392426</c:v>
                </c:pt>
                <c:pt idx="121">
                  <c:v>0.79611442899999996</c:v>
                </c:pt>
                <c:pt idx="122">
                  <c:v>1.5813459569999999</c:v>
                </c:pt>
                <c:pt idx="123">
                  <c:v>5.6198380160000001</c:v>
                </c:pt>
                <c:pt idx="124">
                  <c:v>0</c:v>
                </c:pt>
                <c:pt idx="125">
                  <c:v>2.2636968359999998</c:v>
                </c:pt>
                <c:pt idx="126">
                  <c:v>0</c:v>
                </c:pt>
                <c:pt idx="127">
                  <c:v>0</c:v>
                </c:pt>
                <c:pt idx="128">
                  <c:v>20.38589503</c:v>
                </c:pt>
                <c:pt idx="129">
                  <c:v>24.404278730000001</c:v>
                </c:pt>
                <c:pt idx="130">
                  <c:v>4.780896255</c:v>
                </c:pt>
                <c:pt idx="131">
                  <c:v>4.4599025560000003</c:v>
                </c:pt>
                <c:pt idx="132">
                  <c:v>4.4759522409999999</c:v>
                </c:pt>
                <c:pt idx="133">
                  <c:v>4.4751497560000004</c:v>
                </c:pt>
                <c:pt idx="134">
                  <c:v>4.4751898810000004</c:v>
                </c:pt>
                <c:pt idx="135">
                  <c:v>4.4751878740000004</c:v>
                </c:pt>
                <c:pt idx="136">
                  <c:v>4.4751879749999999</c:v>
                </c:pt>
                <c:pt idx="137">
                  <c:v>0</c:v>
                </c:pt>
                <c:pt idx="138">
                  <c:v>0</c:v>
                </c:pt>
                <c:pt idx="139">
                  <c:v>0</c:v>
                </c:pt>
                <c:pt idx="140">
                  <c:v>0</c:v>
                </c:pt>
                <c:pt idx="141">
                  <c:v>1.7127871059999999</c:v>
                </c:pt>
                <c:pt idx="142">
                  <c:v>0</c:v>
                </c:pt>
                <c:pt idx="143">
                  <c:v>0</c:v>
                </c:pt>
                <c:pt idx="144">
                  <c:v>9.1693742080000007</c:v>
                </c:pt>
                <c:pt idx="145">
                  <c:v>1.1237291570000001</c:v>
                </c:pt>
                <c:pt idx="146">
                  <c:v>0</c:v>
                </c:pt>
                <c:pt idx="147">
                  <c:v>1.357009157</c:v>
                </c:pt>
                <c:pt idx="148">
                  <c:v>16.114229999999999</c:v>
                </c:pt>
                <c:pt idx="149">
                  <c:v>6.7753950090000004</c:v>
                </c:pt>
                <c:pt idx="150">
                  <c:v>9.3499156999999999E-2</c:v>
                </c:pt>
                <c:pt idx="151">
                  <c:v>0.60237075299999998</c:v>
                </c:pt>
                <c:pt idx="152">
                  <c:v>0.87613023199999995</c:v>
                </c:pt>
                <c:pt idx="153">
                  <c:v>12.482534319999999</c:v>
                </c:pt>
                <c:pt idx="154">
                  <c:v>10.807956259999999</c:v>
                </c:pt>
                <c:pt idx="155">
                  <c:v>14.160069439999999</c:v>
                </c:pt>
                <c:pt idx="156">
                  <c:v>17.191998309999999</c:v>
                </c:pt>
                <c:pt idx="157">
                  <c:v>8.8281844550000006</c:v>
                </c:pt>
                <c:pt idx="158">
                  <c:v>4.2575381459999999</c:v>
                </c:pt>
                <c:pt idx="159">
                  <c:v>4.4860704609999997</c:v>
                </c:pt>
                <c:pt idx="160">
                  <c:v>4.4746438450000001</c:v>
                </c:pt>
                <c:pt idx="161">
                  <c:v>4.4752151759999999</c:v>
                </c:pt>
                <c:pt idx="162">
                  <c:v>4.4751866099999997</c:v>
                </c:pt>
                <c:pt idx="163">
                  <c:v>4.4751880379999998</c:v>
                </c:pt>
                <c:pt idx="164">
                  <c:v>4.4751879670000001</c:v>
                </c:pt>
                <c:pt idx="165">
                  <c:v>4.4751879700000003</c:v>
                </c:pt>
                <c:pt idx="166">
                  <c:v>4.4751879700000003</c:v>
                </c:pt>
                <c:pt idx="167">
                  <c:v>4.4751879700000003</c:v>
                </c:pt>
                <c:pt idx="168">
                  <c:v>4.4751879700000003</c:v>
                </c:pt>
                <c:pt idx="169">
                  <c:v>4.4751879700000003</c:v>
                </c:pt>
                <c:pt idx="170">
                  <c:v>4.4751879700000003</c:v>
                </c:pt>
                <c:pt idx="171">
                  <c:v>4.4751879700000003</c:v>
                </c:pt>
                <c:pt idx="172">
                  <c:v>4.4751879700000003</c:v>
                </c:pt>
                <c:pt idx="173">
                  <c:v>4.4751879700000003</c:v>
                </c:pt>
                <c:pt idx="174">
                  <c:v>4.4751879700000003</c:v>
                </c:pt>
                <c:pt idx="175">
                  <c:v>0</c:v>
                </c:pt>
                <c:pt idx="176">
                  <c:v>14.2569473</c:v>
                </c:pt>
                <c:pt idx="177">
                  <c:v>3.9861000039999999</c:v>
                </c:pt>
                <c:pt idx="178">
                  <c:v>3.3818127969999998</c:v>
                </c:pt>
                <c:pt idx="179">
                  <c:v>5.5917948209999997</c:v>
                </c:pt>
                <c:pt idx="180">
                  <c:v>4.4193576270000001</c:v>
                </c:pt>
                <c:pt idx="181">
                  <c:v>4.4779794869999998</c:v>
                </c:pt>
                <c:pt idx="182">
                  <c:v>4.4750483939999999</c:v>
                </c:pt>
                <c:pt idx="183">
                  <c:v>4.4751949489999996</c:v>
                </c:pt>
                <c:pt idx="184">
                  <c:v>0</c:v>
                </c:pt>
                <c:pt idx="185">
                  <c:v>7.7508900000000001</c:v>
                </c:pt>
                <c:pt idx="186">
                  <c:v>0</c:v>
                </c:pt>
                <c:pt idx="187">
                  <c:v>3.3427799999999999</c:v>
                </c:pt>
                <c:pt idx="188">
                  <c:v>0</c:v>
                </c:pt>
                <c:pt idx="189">
                  <c:v>5.9752799999999997</c:v>
                </c:pt>
                <c:pt idx="190">
                  <c:v>3.099145359</c:v>
                </c:pt>
                <c:pt idx="191">
                  <c:v>0</c:v>
                </c:pt>
                <c:pt idx="192">
                  <c:v>0</c:v>
                </c:pt>
                <c:pt idx="193">
                  <c:v>0</c:v>
                </c:pt>
                <c:pt idx="194">
                  <c:v>0</c:v>
                </c:pt>
                <c:pt idx="195">
                  <c:v>0</c:v>
                </c:pt>
                <c:pt idx="196">
                  <c:v>0.37356879599999998</c:v>
                </c:pt>
                <c:pt idx="197">
                  <c:v>14.070683539999999</c:v>
                </c:pt>
                <c:pt idx="198">
                  <c:v>8.5624373210000009</c:v>
                </c:pt>
                <c:pt idx="199">
                  <c:v>8.8440300000000001</c:v>
                </c:pt>
                <c:pt idx="200">
                  <c:v>3.6701279090000001</c:v>
                </c:pt>
                <c:pt idx="201">
                  <c:v>6.1098792839999998</c:v>
                </c:pt>
                <c:pt idx="202">
                  <c:v>0</c:v>
                </c:pt>
                <c:pt idx="203">
                  <c:v>0</c:v>
                </c:pt>
                <c:pt idx="204">
                  <c:v>0</c:v>
                </c:pt>
                <c:pt idx="205">
                  <c:v>2.8992592859999999</c:v>
                </c:pt>
                <c:pt idx="206">
                  <c:v>0</c:v>
                </c:pt>
                <c:pt idx="207">
                  <c:v>0</c:v>
                </c:pt>
                <c:pt idx="208">
                  <c:v>5.2375121389999997</c:v>
                </c:pt>
                <c:pt idx="209">
                  <c:v>7.2508499999999998</c:v>
                </c:pt>
                <c:pt idx="210">
                  <c:v>0</c:v>
                </c:pt>
                <c:pt idx="211">
                  <c:v>0</c:v>
                </c:pt>
                <c:pt idx="212">
                  <c:v>0</c:v>
                </c:pt>
                <c:pt idx="213">
                  <c:v>0</c:v>
                </c:pt>
                <c:pt idx="214">
                  <c:v>0</c:v>
                </c:pt>
                <c:pt idx="215">
                  <c:v>3.0067217799999999</c:v>
                </c:pt>
                <c:pt idx="216">
                  <c:v>0.358069737</c:v>
                </c:pt>
                <c:pt idx="217">
                  <c:v>3.6847939599999999</c:v>
                </c:pt>
                <c:pt idx="218">
                  <c:v>0.55356442900000002</c:v>
                </c:pt>
                <c:pt idx="219">
                  <c:v>0</c:v>
                </c:pt>
                <c:pt idx="220">
                  <c:v>0</c:v>
                </c:pt>
                <c:pt idx="221">
                  <c:v>0</c:v>
                </c:pt>
                <c:pt idx="222">
                  <c:v>6.7002476519999998</c:v>
                </c:pt>
                <c:pt idx="223">
                  <c:v>3.7674017800000001</c:v>
                </c:pt>
                <c:pt idx="224">
                  <c:v>18.958369990000001</c:v>
                </c:pt>
                <c:pt idx="225">
                  <c:v>32.872837029999999</c:v>
                </c:pt>
                <c:pt idx="226">
                  <c:v>20.762462719999998</c:v>
                </c:pt>
                <c:pt idx="227">
                  <c:v>11.87473353</c:v>
                </c:pt>
                <c:pt idx="228">
                  <c:v>4.105210692</c:v>
                </c:pt>
                <c:pt idx="229">
                  <c:v>4.493686834</c:v>
                </c:pt>
                <c:pt idx="230">
                  <c:v>0</c:v>
                </c:pt>
                <c:pt idx="231">
                  <c:v>7.9067579500000003</c:v>
                </c:pt>
                <c:pt idx="232">
                  <c:v>0</c:v>
                </c:pt>
                <c:pt idx="233">
                  <c:v>0</c:v>
                </c:pt>
                <c:pt idx="234">
                  <c:v>0</c:v>
                </c:pt>
                <c:pt idx="235">
                  <c:v>0</c:v>
                </c:pt>
                <c:pt idx="236">
                  <c:v>0</c:v>
                </c:pt>
                <c:pt idx="237">
                  <c:v>0</c:v>
                </c:pt>
                <c:pt idx="238">
                  <c:v>0</c:v>
                </c:pt>
                <c:pt idx="239">
                  <c:v>0</c:v>
                </c:pt>
                <c:pt idx="240">
                  <c:v>0.96541312499999998</c:v>
                </c:pt>
                <c:pt idx="241">
                  <c:v>2.4930328620000002</c:v>
                </c:pt>
                <c:pt idx="242">
                  <c:v>6.7793960609999999</c:v>
                </c:pt>
                <c:pt idx="243">
                  <c:v>2.983147749</c:v>
                </c:pt>
                <c:pt idx="244">
                  <c:v>11.88882078</c:v>
                </c:pt>
                <c:pt idx="245">
                  <c:v>0</c:v>
                </c:pt>
                <c:pt idx="246">
                  <c:v>7.4811773209999997</c:v>
                </c:pt>
                <c:pt idx="247">
                  <c:v>0</c:v>
                </c:pt>
                <c:pt idx="248">
                  <c:v>0</c:v>
                </c:pt>
                <c:pt idx="249">
                  <c:v>9.9840797000000006</c:v>
                </c:pt>
                <c:pt idx="250">
                  <c:v>20.172602909999998</c:v>
                </c:pt>
                <c:pt idx="251">
                  <c:v>21.213121950000001</c:v>
                </c:pt>
                <c:pt idx="252">
                  <c:v>16.974008779999998</c:v>
                </c:pt>
                <c:pt idx="253">
                  <c:v>13.85241478</c:v>
                </c:pt>
                <c:pt idx="254">
                  <c:v>4.0063266290000001</c:v>
                </c:pt>
                <c:pt idx="255">
                  <c:v>4.498631037</c:v>
                </c:pt>
                <c:pt idx="256">
                  <c:v>4.4740158169999997</c:v>
                </c:pt>
                <c:pt idx="257">
                  <c:v>0</c:v>
                </c:pt>
                <c:pt idx="258">
                  <c:v>2.5286400000000002</c:v>
                </c:pt>
                <c:pt idx="259">
                  <c:v>3.4012799999999999</c:v>
                </c:pt>
                <c:pt idx="260">
                  <c:v>3.2919299999999998</c:v>
                </c:pt>
                <c:pt idx="261">
                  <c:v>7.6216499999999998</c:v>
                </c:pt>
                <c:pt idx="262">
                  <c:v>9.7882200000000008</c:v>
                </c:pt>
                <c:pt idx="263">
                  <c:v>4.356795505</c:v>
                </c:pt>
                <c:pt idx="264">
                  <c:v>4.4811075929999999</c:v>
                </c:pt>
                <c:pt idx="265">
                  <c:v>4.4748919889999996</c:v>
                </c:pt>
                <c:pt idx="266">
                  <c:v>4.475202769</c:v>
                </c:pt>
                <c:pt idx="267">
                  <c:v>0</c:v>
                </c:pt>
                <c:pt idx="268">
                  <c:v>4.0793656460000003</c:v>
                </c:pt>
                <c:pt idx="269">
                  <c:v>0</c:v>
                </c:pt>
                <c:pt idx="270">
                  <c:v>0</c:v>
                </c:pt>
                <c:pt idx="271">
                  <c:v>0</c:v>
                </c:pt>
                <c:pt idx="272">
                  <c:v>2.293419412</c:v>
                </c:pt>
                <c:pt idx="273">
                  <c:v>0</c:v>
                </c:pt>
                <c:pt idx="274">
                  <c:v>14.97008237</c:v>
                </c:pt>
                <c:pt idx="275">
                  <c:v>0</c:v>
                </c:pt>
                <c:pt idx="276">
                  <c:v>0</c:v>
                </c:pt>
                <c:pt idx="277">
                  <c:v>9.5237021950000003</c:v>
                </c:pt>
                <c:pt idx="278">
                  <c:v>13.379338450000001</c:v>
                </c:pt>
                <c:pt idx="279">
                  <c:v>0</c:v>
                </c:pt>
                <c:pt idx="280">
                  <c:v>0</c:v>
                </c:pt>
                <c:pt idx="281">
                  <c:v>0</c:v>
                </c:pt>
                <c:pt idx="282">
                  <c:v>0</c:v>
                </c:pt>
                <c:pt idx="283">
                  <c:v>0</c:v>
                </c:pt>
                <c:pt idx="284">
                  <c:v>0</c:v>
                </c:pt>
                <c:pt idx="285">
                  <c:v>0</c:v>
                </c:pt>
                <c:pt idx="286">
                  <c:v>0</c:v>
                </c:pt>
                <c:pt idx="287">
                  <c:v>0</c:v>
                </c:pt>
                <c:pt idx="288">
                  <c:v>7.1566340860000004</c:v>
                </c:pt>
                <c:pt idx="289">
                  <c:v>0.633652832</c:v>
                </c:pt>
                <c:pt idx="290">
                  <c:v>15.54992356</c:v>
                </c:pt>
                <c:pt idx="291">
                  <c:v>1.307252554</c:v>
                </c:pt>
                <c:pt idx="292">
                  <c:v>5.0162793360000002</c:v>
                </c:pt>
                <c:pt idx="293">
                  <c:v>1.6365175540000001</c:v>
                </c:pt>
                <c:pt idx="294">
                  <c:v>1.8632942800000001</c:v>
                </c:pt>
                <c:pt idx="295">
                  <c:v>0</c:v>
                </c:pt>
                <c:pt idx="296">
                  <c:v>0</c:v>
                </c:pt>
                <c:pt idx="297">
                  <c:v>7.7838552290000003</c:v>
                </c:pt>
                <c:pt idx="298">
                  <c:v>13.960943309999999</c:v>
                </c:pt>
                <c:pt idx="299">
                  <c:v>19.999863879999999</c:v>
                </c:pt>
                <c:pt idx="300">
                  <c:v>5.3845600459999998</c:v>
                </c:pt>
                <c:pt idx="301">
                  <c:v>14.10944001</c:v>
                </c:pt>
                <c:pt idx="302">
                  <c:v>10.3447201</c:v>
                </c:pt>
                <c:pt idx="303">
                  <c:v>17.55957094</c:v>
                </c:pt>
                <c:pt idx="304">
                  <c:v>4.0593373320000001</c:v>
                </c:pt>
                <c:pt idx="305">
                  <c:v>0</c:v>
                </c:pt>
                <c:pt idx="306">
                  <c:v>0</c:v>
                </c:pt>
                <c:pt idx="307">
                  <c:v>0</c:v>
                </c:pt>
                <c:pt idx="308">
                  <c:v>0</c:v>
                </c:pt>
                <c:pt idx="309">
                  <c:v>0</c:v>
                </c:pt>
                <c:pt idx="310">
                  <c:v>0</c:v>
                </c:pt>
                <c:pt idx="311">
                  <c:v>2.97792178</c:v>
                </c:pt>
                <c:pt idx="312">
                  <c:v>10.73069536</c:v>
                </c:pt>
                <c:pt idx="313">
                  <c:v>12.48906509</c:v>
                </c:pt>
                <c:pt idx="314">
                  <c:v>15.85674</c:v>
                </c:pt>
                <c:pt idx="315">
                  <c:v>7.0097417799999997</c:v>
                </c:pt>
                <c:pt idx="316">
                  <c:v>15.55333313</c:v>
                </c:pt>
                <c:pt idx="317">
                  <c:v>15.716722499999999</c:v>
                </c:pt>
                <c:pt idx="318">
                  <c:v>11.766982499999999</c:v>
                </c:pt>
                <c:pt idx="319">
                  <c:v>10.08659813</c:v>
                </c:pt>
                <c:pt idx="320">
                  <c:v>4.8152720330000003</c:v>
                </c:pt>
                <c:pt idx="321">
                  <c:v>4.4581837670000004</c:v>
                </c:pt>
                <c:pt idx="322">
                  <c:v>4.4760381799999998</c:v>
                </c:pt>
                <c:pt idx="323">
                  <c:v>4.4751454590000002</c:v>
                </c:pt>
                <c:pt idx="324">
                  <c:v>4.4751900950000003</c:v>
                </c:pt>
                <c:pt idx="325">
                  <c:v>4.4751878639999996</c:v>
                </c:pt>
                <c:pt idx="326">
                  <c:v>4.4751879749999999</c:v>
                </c:pt>
                <c:pt idx="327">
                  <c:v>4.4751879700000003</c:v>
                </c:pt>
                <c:pt idx="328">
                  <c:v>4.4751879700000003</c:v>
                </c:pt>
                <c:pt idx="329">
                  <c:v>4.4751879700000003</c:v>
                </c:pt>
                <c:pt idx="330">
                  <c:v>4.4751879700000003</c:v>
                </c:pt>
                <c:pt idx="331">
                  <c:v>4.4751879700000003</c:v>
                </c:pt>
                <c:pt idx="332">
                  <c:v>2.49858</c:v>
                </c:pt>
                <c:pt idx="333">
                  <c:v>1.6848281249999999</c:v>
                </c:pt>
                <c:pt idx="334">
                  <c:v>7.0563824999999998</c:v>
                </c:pt>
                <c:pt idx="335">
                  <c:v>6.3287239849999999</c:v>
                </c:pt>
                <c:pt idx="336">
                  <c:v>4.3825111689999998</c:v>
                </c:pt>
                <c:pt idx="337">
                  <c:v>4.4798218099999998</c:v>
                </c:pt>
                <c:pt idx="338">
                  <c:v>4.4749562779999996</c:v>
                </c:pt>
                <c:pt idx="339">
                  <c:v>4.4751995549999997</c:v>
                </c:pt>
                <c:pt idx="340">
                  <c:v>4.4751873910000004</c:v>
                </c:pt>
                <c:pt idx="341">
                  <c:v>4.4751879990000001</c:v>
                </c:pt>
                <c:pt idx="342">
                  <c:v>4.4751879680000002</c:v>
                </c:pt>
                <c:pt idx="343">
                  <c:v>4.4751879700000003</c:v>
                </c:pt>
                <c:pt idx="344">
                  <c:v>4.4751879700000003</c:v>
                </c:pt>
                <c:pt idx="345">
                  <c:v>4.4751879700000003</c:v>
                </c:pt>
                <c:pt idx="346">
                  <c:v>4.4751879700000003</c:v>
                </c:pt>
                <c:pt idx="347">
                  <c:v>4.4751879700000003</c:v>
                </c:pt>
                <c:pt idx="348">
                  <c:v>4.4751879700000003</c:v>
                </c:pt>
                <c:pt idx="349">
                  <c:v>4.4751879700000003</c:v>
                </c:pt>
                <c:pt idx="350">
                  <c:v>4.4751879700000003</c:v>
                </c:pt>
                <c:pt idx="351">
                  <c:v>4.4751879700000003</c:v>
                </c:pt>
                <c:pt idx="352">
                  <c:v>4.4751879700000003</c:v>
                </c:pt>
                <c:pt idx="353">
                  <c:v>4.4751879700000003</c:v>
                </c:pt>
                <c:pt idx="354">
                  <c:v>4.4751879700000003</c:v>
                </c:pt>
                <c:pt idx="355">
                  <c:v>2.43099</c:v>
                </c:pt>
                <c:pt idx="356">
                  <c:v>4.0916699999999997</c:v>
                </c:pt>
                <c:pt idx="357">
                  <c:v>4.9492765519999997</c:v>
                </c:pt>
                <c:pt idx="358">
                  <c:v>2.8944871060000001</c:v>
                </c:pt>
                <c:pt idx="359">
                  <c:v>0</c:v>
                </c:pt>
                <c:pt idx="360">
                  <c:v>14.317466550000001</c:v>
                </c:pt>
                <c:pt idx="361">
                  <c:v>7.4402616799999999</c:v>
                </c:pt>
                <c:pt idx="362">
                  <c:v>1.2223544289999999</c:v>
                </c:pt>
                <c:pt idx="363">
                  <c:v>7.5871805090000004</c:v>
                </c:pt>
                <c:pt idx="364">
                  <c:v>4.3195883430000004</c:v>
                </c:pt>
                <c:pt idx="365">
                  <c:v>4.482967951</c:v>
                </c:pt>
                <c:pt idx="366">
                  <c:v>4.4747989710000002</c:v>
                </c:pt>
                <c:pt idx="367">
                  <c:v>4.4752074200000003</c:v>
                </c:pt>
                <c:pt idx="368">
                  <c:v>4.4751869969999998</c:v>
                </c:pt>
                <c:pt idx="369">
                  <c:v>4.475188019</c:v>
                </c:pt>
                <c:pt idx="370">
                  <c:v>4.4751879670000001</c:v>
                </c:pt>
                <c:pt idx="371">
                  <c:v>4.4751879700000003</c:v>
                </c:pt>
                <c:pt idx="372">
                  <c:v>4.4751879700000003</c:v>
                </c:pt>
                <c:pt idx="373">
                  <c:v>4.4751879700000003</c:v>
                </c:pt>
                <c:pt idx="374">
                  <c:v>4.4751879700000003</c:v>
                </c:pt>
                <c:pt idx="375">
                  <c:v>4.4751879700000003</c:v>
                </c:pt>
                <c:pt idx="376">
                  <c:v>4.4751879700000003</c:v>
                </c:pt>
                <c:pt idx="377">
                  <c:v>4.4751879700000003</c:v>
                </c:pt>
                <c:pt idx="378">
                  <c:v>4.4751879700000003</c:v>
                </c:pt>
                <c:pt idx="379">
                  <c:v>4.4751879700000003</c:v>
                </c:pt>
                <c:pt idx="380">
                  <c:v>4.4751879700000003</c:v>
                </c:pt>
                <c:pt idx="381">
                  <c:v>4.4751879700000003</c:v>
                </c:pt>
                <c:pt idx="382">
                  <c:v>4.4751879700000003</c:v>
                </c:pt>
                <c:pt idx="383">
                  <c:v>0</c:v>
                </c:pt>
                <c:pt idx="384">
                  <c:v>5.5365664600000004</c:v>
                </c:pt>
                <c:pt idx="385">
                  <c:v>0.731431316</c:v>
                </c:pt>
                <c:pt idx="386">
                  <c:v>7.8443024980000002</c:v>
                </c:pt>
                <c:pt idx="387">
                  <c:v>8.117935245</c:v>
                </c:pt>
                <c:pt idx="388">
                  <c:v>4.2930506060000004</c:v>
                </c:pt>
                <c:pt idx="389">
                  <c:v>4.4842948380000003</c:v>
                </c:pt>
                <c:pt idx="390">
                  <c:v>0</c:v>
                </c:pt>
                <c:pt idx="391">
                  <c:v>5.6205299049999997</c:v>
                </c:pt>
                <c:pt idx="392">
                  <c:v>0</c:v>
                </c:pt>
                <c:pt idx="393">
                  <c:v>0</c:v>
                </c:pt>
                <c:pt idx="394">
                  <c:v>0</c:v>
                </c:pt>
                <c:pt idx="395">
                  <c:v>0</c:v>
                </c:pt>
                <c:pt idx="396">
                  <c:v>13.733311970000001</c:v>
                </c:pt>
                <c:pt idx="397">
                  <c:v>1.655231525</c:v>
                </c:pt>
                <c:pt idx="398">
                  <c:v>7.8450685629999999</c:v>
                </c:pt>
                <c:pt idx="399">
                  <c:v>15.303520839999999</c:v>
                </c:pt>
                <c:pt idx="400">
                  <c:v>13.509708310000001</c:v>
                </c:pt>
                <c:pt idx="401">
                  <c:v>0</c:v>
                </c:pt>
                <c:pt idx="402">
                  <c:v>7.3978425000000003</c:v>
                </c:pt>
                <c:pt idx="403">
                  <c:v>6.6478781250000001</c:v>
                </c:pt>
                <c:pt idx="404">
                  <c:v>4.7848072019999996</c:v>
                </c:pt>
                <c:pt idx="405">
                  <c:v>4.4597070079999996</c:v>
                </c:pt>
                <c:pt idx="406">
                  <c:v>4.4759620179999997</c:v>
                </c:pt>
                <c:pt idx="407">
                  <c:v>4.475149268</c:v>
                </c:pt>
                <c:pt idx="408">
                  <c:v>4.4751899049999997</c:v>
                </c:pt>
                <c:pt idx="409">
                  <c:v>4.4751878730000003</c:v>
                </c:pt>
                <c:pt idx="410">
                  <c:v>4.4751879749999999</c:v>
                </c:pt>
                <c:pt idx="411">
                  <c:v>4.4751879700000003</c:v>
                </c:pt>
                <c:pt idx="412">
                  <c:v>4.4751879700000003</c:v>
                </c:pt>
                <c:pt idx="413">
                  <c:v>4.4751879700000003</c:v>
                </c:pt>
                <c:pt idx="414">
                  <c:v>4.4751879700000003</c:v>
                </c:pt>
                <c:pt idx="415">
                  <c:v>4.4751879700000003</c:v>
                </c:pt>
                <c:pt idx="416">
                  <c:v>4.4751879700000003</c:v>
                </c:pt>
                <c:pt idx="417">
                  <c:v>4.4751879700000003</c:v>
                </c:pt>
                <c:pt idx="418">
                  <c:v>4.4751879700000003</c:v>
                </c:pt>
                <c:pt idx="419">
                  <c:v>4.4751879700000003</c:v>
                </c:pt>
                <c:pt idx="420">
                  <c:v>4.4751879700000003</c:v>
                </c:pt>
                <c:pt idx="421">
                  <c:v>4.4751879700000003</c:v>
                </c:pt>
                <c:pt idx="422">
                  <c:v>4.4751879700000003</c:v>
                </c:pt>
                <c:pt idx="423">
                  <c:v>4.4751879700000003</c:v>
                </c:pt>
                <c:pt idx="424">
                  <c:v>4.4751879700000003</c:v>
                </c:pt>
                <c:pt idx="425">
                  <c:v>2.063233125</c:v>
                </c:pt>
                <c:pt idx="426">
                  <c:v>6.8871428149999998</c:v>
                </c:pt>
                <c:pt idx="427">
                  <c:v>4.3545902280000002</c:v>
                </c:pt>
                <c:pt idx="428">
                  <c:v>4.4539200000000001</c:v>
                </c:pt>
                <c:pt idx="429">
                  <c:v>0</c:v>
                </c:pt>
                <c:pt idx="430">
                  <c:v>0</c:v>
                </c:pt>
                <c:pt idx="431">
                  <c:v>12.98565</c:v>
                </c:pt>
                <c:pt idx="432">
                  <c:v>7.6254331549999996</c:v>
                </c:pt>
                <c:pt idx="433">
                  <c:v>7.1313862180000003</c:v>
                </c:pt>
                <c:pt idx="434">
                  <c:v>8.328783155</c:v>
                </c:pt>
                <c:pt idx="435">
                  <c:v>8.9894449200000004</c:v>
                </c:pt>
                <c:pt idx="436">
                  <c:v>6.1584823469999996</c:v>
                </c:pt>
                <c:pt idx="437">
                  <c:v>0</c:v>
                </c:pt>
                <c:pt idx="438">
                  <c:v>11.73578988</c:v>
                </c:pt>
                <c:pt idx="439">
                  <c:v>4.1121578740000002</c:v>
                </c:pt>
                <c:pt idx="440">
                  <c:v>4.493339475</c:v>
                </c:pt>
                <c:pt idx="441">
                  <c:v>4.4742803950000001</c:v>
                </c:pt>
                <c:pt idx="442">
                  <c:v>4.4752333489999998</c:v>
                </c:pt>
                <c:pt idx="443">
                  <c:v>4.475185701</c:v>
                </c:pt>
                <c:pt idx="444">
                  <c:v>4.4751880829999999</c:v>
                </c:pt>
                <c:pt idx="445">
                  <c:v>4.4751879639999999</c:v>
                </c:pt>
                <c:pt idx="446">
                  <c:v>4.4751879700000003</c:v>
                </c:pt>
                <c:pt idx="447">
                  <c:v>4.4751879700000003</c:v>
                </c:pt>
                <c:pt idx="448">
                  <c:v>4.4751879700000003</c:v>
                </c:pt>
                <c:pt idx="449">
                  <c:v>0</c:v>
                </c:pt>
                <c:pt idx="450">
                  <c:v>0</c:v>
                </c:pt>
                <c:pt idx="451">
                  <c:v>0</c:v>
                </c:pt>
                <c:pt idx="452">
                  <c:v>0</c:v>
                </c:pt>
                <c:pt idx="453">
                  <c:v>0</c:v>
                </c:pt>
                <c:pt idx="454">
                  <c:v>0</c:v>
                </c:pt>
                <c:pt idx="455">
                  <c:v>10.171530000000001</c:v>
                </c:pt>
                <c:pt idx="456">
                  <c:v>0.79827442900000001</c:v>
                </c:pt>
                <c:pt idx="457">
                  <c:v>0.46433462399999997</c:v>
                </c:pt>
                <c:pt idx="458">
                  <c:v>0.61152879599999999</c:v>
                </c:pt>
                <c:pt idx="459">
                  <c:v>0</c:v>
                </c:pt>
                <c:pt idx="460">
                  <c:v>1.048388796</c:v>
                </c:pt>
                <c:pt idx="461">
                  <c:v>2.5773351999999999E-2</c:v>
                </c:pt>
                <c:pt idx="462">
                  <c:v>5.5630253109999996</c:v>
                </c:pt>
                <c:pt idx="463">
                  <c:v>0</c:v>
                </c:pt>
                <c:pt idx="464">
                  <c:v>19.195540009999998</c:v>
                </c:pt>
                <c:pt idx="465">
                  <c:v>24.042828230000001</c:v>
                </c:pt>
                <c:pt idx="466">
                  <c:v>19.21996004</c:v>
                </c:pt>
                <c:pt idx="467">
                  <c:v>11.128835609999999</c:v>
                </c:pt>
                <c:pt idx="468">
                  <c:v>4.1425055879999997</c:v>
                </c:pt>
                <c:pt idx="469">
                  <c:v>4.4918220890000002</c:v>
                </c:pt>
                <c:pt idx="470">
                  <c:v>4.4743562639999999</c:v>
                </c:pt>
                <c:pt idx="471">
                  <c:v>4.4752295550000003</c:v>
                </c:pt>
                <c:pt idx="472">
                  <c:v>4.4751858909999997</c:v>
                </c:pt>
                <c:pt idx="473">
                  <c:v>0</c:v>
                </c:pt>
                <c:pt idx="474">
                  <c:v>0</c:v>
                </c:pt>
                <c:pt idx="475">
                  <c:v>0</c:v>
                </c:pt>
                <c:pt idx="476">
                  <c:v>0</c:v>
                </c:pt>
                <c:pt idx="477">
                  <c:v>0</c:v>
                </c:pt>
                <c:pt idx="478">
                  <c:v>0</c:v>
                </c:pt>
                <c:pt idx="479">
                  <c:v>2.6663080159999999</c:v>
                </c:pt>
                <c:pt idx="480">
                  <c:v>0</c:v>
                </c:pt>
                <c:pt idx="481">
                  <c:v>4.6823324980000001</c:v>
                </c:pt>
                <c:pt idx="482">
                  <c:v>5.0235781460000002</c:v>
                </c:pt>
                <c:pt idx="483">
                  <c:v>16.858642499999998</c:v>
                </c:pt>
                <c:pt idx="484">
                  <c:v>16.558920000000001</c:v>
                </c:pt>
                <c:pt idx="485">
                  <c:v>17.237863130000001</c:v>
                </c:pt>
                <c:pt idx="486">
                  <c:v>15.3917325</c:v>
                </c:pt>
                <c:pt idx="487">
                  <c:v>12.910528129999999</c:v>
                </c:pt>
                <c:pt idx="488">
                  <c:v>0</c:v>
                </c:pt>
                <c:pt idx="489">
                  <c:v>0</c:v>
                </c:pt>
                <c:pt idx="490">
                  <c:v>19.84201097</c:v>
                </c:pt>
                <c:pt idx="491">
                  <c:v>1.168399556</c:v>
                </c:pt>
                <c:pt idx="492">
                  <c:v>0</c:v>
                </c:pt>
                <c:pt idx="493">
                  <c:v>0</c:v>
                </c:pt>
                <c:pt idx="494">
                  <c:v>13.276434139999999</c:v>
                </c:pt>
                <c:pt idx="495">
                  <c:v>0</c:v>
                </c:pt>
                <c:pt idx="496">
                  <c:v>0</c:v>
                </c:pt>
                <c:pt idx="497">
                  <c:v>0</c:v>
                </c:pt>
                <c:pt idx="498">
                  <c:v>0</c:v>
                </c:pt>
                <c:pt idx="499">
                  <c:v>0</c:v>
                </c:pt>
                <c:pt idx="500">
                  <c:v>0.66423934299999998</c:v>
                </c:pt>
                <c:pt idx="501">
                  <c:v>8.9685000000000006</c:v>
                </c:pt>
                <c:pt idx="502">
                  <c:v>11.322613130000001</c:v>
                </c:pt>
                <c:pt idx="503">
                  <c:v>9.6261253589999995</c:v>
                </c:pt>
                <c:pt idx="504">
                  <c:v>10.10200805</c:v>
                </c:pt>
                <c:pt idx="505">
                  <c:v>16.48780313</c:v>
                </c:pt>
                <c:pt idx="506">
                  <c:v>13.92644166</c:v>
                </c:pt>
                <c:pt idx="507">
                  <c:v>8.7652547280000004</c:v>
                </c:pt>
                <c:pt idx="508">
                  <c:v>4.2606846320000002</c:v>
                </c:pt>
                <c:pt idx="509">
                  <c:v>4.4859131369999998</c:v>
                </c:pt>
                <c:pt idx="510">
                  <c:v>4.474651712</c:v>
                </c:pt>
                <c:pt idx="511">
                  <c:v>4.4752147830000002</c:v>
                </c:pt>
                <c:pt idx="512">
                  <c:v>4.4751866290000004</c:v>
                </c:pt>
                <c:pt idx="513">
                  <c:v>4.4751880369999997</c:v>
                </c:pt>
                <c:pt idx="514">
                  <c:v>4.4751879670000001</c:v>
                </c:pt>
                <c:pt idx="515">
                  <c:v>4.4751879700000003</c:v>
                </c:pt>
                <c:pt idx="516">
                  <c:v>4.4751879700000003</c:v>
                </c:pt>
                <c:pt idx="517">
                  <c:v>4.4751879700000003</c:v>
                </c:pt>
                <c:pt idx="518">
                  <c:v>4.4751879700000003</c:v>
                </c:pt>
                <c:pt idx="519">
                  <c:v>4.4751879700000003</c:v>
                </c:pt>
                <c:pt idx="520">
                  <c:v>4.4751879700000003</c:v>
                </c:pt>
                <c:pt idx="521">
                  <c:v>4.4751879700000003</c:v>
                </c:pt>
                <c:pt idx="522">
                  <c:v>0.50534999999999997</c:v>
                </c:pt>
                <c:pt idx="523">
                  <c:v>8.4450259400000007</c:v>
                </c:pt>
                <c:pt idx="524">
                  <c:v>0</c:v>
                </c:pt>
                <c:pt idx="525">
                  <c:v>4.426948125</c:v>
                </c:pt>
                <c:pt idx="526">
                  <c:v>8.8666503960000007</c:v>
                </c:pt>
                <c:pt idx="527">
                  <c:v>6.7068433169999997</c:v>
                </c:pt>
                <c:pt idx="528">
                  <c:v>4.3636052029999997</c:v>
                </c:pt>
                <c:pt idx="529">
                  <c:v>4.4807671080000002</c:v>
                </c:pt>
                <c:pt idx="530">
                  <c:v>4.4749090130000004</c:v>
                </c:pt>
                <c:pt idx="531">
                  <c:v>4.4752019179999998</c:v>
                </c:pt>
                <c:pt idx="532">
                  <c:v>4.4751872730000004</c:v>
                </c:pt>
                <c:pt idx="533">
                  <c:v>4.4751880049999997</c:v>
                </c:pt>
                <c:pt idx="534">
                  <c:v>4.4751879680000002</c:v>
                </c:pt>
                <c:pt idx="535">
                  <c:v>4.4751879700000003</c:v>
                </c:pt>
                <c:pt idx="536">
                  <c:v>4.4751879700000003</c:v>
                </c:pt>
                <c:pt idx="537">
                  <c:v>4.4751879700000003</c:v>
                </c:pt>
                <c:pt idx="538">
                  <c:v>4.4751879700000003</c:v>
                </c:pt>
                <c:pt idx="539">
                  <c:v>4.4751879700000003</c:v>
                </c:pt>
                <c:pt idx="540">
                  <c:v>4.4751879700000003</c:v>
                </c:pt>
                <c:pt idx="541">
                  <c:v>4.4751879700000003</c:v>
                </c:pt>
                <c:pt idx="542">
                  <c:v>4.4751879700000003</c:v>
                </c:pt>
                <c:pt idx="543">
                  <c:v>4.4751879700000003</c:v>
                </c:pt>
                <c:pt idx="544">
                  <c:v>4.4751879700000003</c:v>
                </c:pt>
                <c:pt idx="545">
                  <c:v>4.21328777</c:v>
                </c:pt>
                <c:pt idx="546">
                  <c:v>4.7370881699999998</c:v>
                </c:pt>
                <c:pt idx="547">
                  <c:v>3.1562965520000001</c:v>
                </c:pt>
                <c:pt idx="548">
                  <c:v>0</c:v>
                </c:pt>
                <c:pt idx="549">
                  <c:v>0</c:v>
                </c:pt>
                <c:pt idx="550">
                  <c:v>0</c:v>
                </c:pt>
                <c:pt idx="551">
                  <c:v>11.471220000000001</c:v>
                </c:pt>
                <c:pt idx="552">
                  <c:v>15.834059999999999</c:v>
                </c:pt>
                <c:pt idx="553">
                  <c:v>9.4926571059999993</c:v>
                </c:pt>
                <c:pt idx="554">
                  <c:v>11.582413730000001</c:v>
                </c:pt>
                <c:pt idx="555">
                  <c:v>3.204199902</c:v>
                </c:pt>
                <c:pt idx="556">
                  <c:v>0</c:v>
                </c:pt>
                <c:pt idx="557">
                  <c:v>0</c:v>
                </c:pt>
                <c:pt idx="558">
                  <c:v>0</c:v>
                </c:pt>
                <c:pt idx="559">
                  <c:v>0</c:v>
                </c:pt>
                <c:pt idx="560">
                  <c:v>0</c:v>
                </c:pt>
                <c:pt idx="561">
                  <c:v>0</c:v>
                </c:pt>
                <c:pt idx="562">
                  <c:v>0</c:v>
                </c:pt>
                <c:pt idx="563">
                  <c:v>13.867993520000001</c:v>
                </c:pt>
                <c:pt idx="564">
                  <c:v>4.0248909729999998</c:v>
                </c:pt>
                <c:pt idx="565">
                  <c:v>20.26740268</c:v>
                </c:pt>
                <c:pt idx="566">
                  <c:v>18.36472916</c:v>
                </c:pt>
                <c:pt idx="567">
                  <c:v>7.3363312839999999</c:v>
                </c:pt>
                <c:pt idx="568">
                  <c:v>0</c:v>
                </c:pt>
                <c:pt idx="569">
                  <c:v>0</c:v>
                </c:pt>
                <c:pt idx="570">
                  <c:v>3.5855100000000002</c:v>
                </c:pt>
                <c:pt idx="571">
                  <c:v>5.6344500000000002</c:v>
                </c:pt>
                <c:pt idx="572">
                  <c:v>5.9994899999999998</c:v>
                </c:pt>
                <c:pt idx="573">
                  <c:v>5.9422499999999996</c:v>
                </c:pt>
                <c:pt idx="574">
                  <c:v>7.90245</c:v>
                </c:pt>
                <c:pt idx="575">
                  <c:v>15.35436</c:v>
                </c:pt>
                <c:pt idx="576">
                  <c:v>8.6527112949999996</c:v>
                </c:pt>
                <c:pt idx="577">
                  <c:v>4.2663118039999999</c:v>
                </c:pt>
                <c:pt idx="578">
                  <c:v>4.4856317780000001</c:v>
                </c:pt>
                <c:pt idx="579">
                  <c:v>4.8394429000000003E-2</c:v>
                </c:pt>
                <c:pt idx="580">
                  <c:v>0.32962976599999999</c:v>
                </c:pt>
                <c:pt idx="581">
                  <c:v>3.3316456460000001</c:v>
                </c:pt>
                <c:pt idx="582">
                  <c:v>9.5542477699999999</c:v>
                </c:pt>
                <c:pt idx="583">
                  <c:v>8.0188564410000005</c:v>
                </c:pt>
                <c:pt idx="584">
                  <c:v>4.2980045459999996</c:v>
                </c:pt>
                <c:pt idx="585">
                  <c:v>4.4840471409999996</c:v>
                </c:pt>
                <c:pt idx="586">
                  <c:v>4.4747450110000004</c:v>
                </c:pt>
                <c:pt idx="587">
                  <c:v>4.4752101179999997</c:v>
                </c:pt>
                <c:pt idx="588">
                  <c:v>4.4751868630000002</c:v>
                </c:pt>
                <c:pt idx="589">
                  <c:v>0</c:v>
                </c:pt>
                <c:pt idx="590">
                  <c:v>2.649588064</c:v>
                </c:pt>
                <c:pt idx="591">
                  <c:v>0</c:v>
                </c:pt>
                <c:pt idx="592">
                  <c:v>3.0952391239999999</c:v>
                </c:pt>
                <c:pt idx="593">
                  <c:v>11.95804905</c:v>
                </c:pt>
                <c:pt idx="594">
                  <c:v>9.0522655850000007</c:v>
                </c:pt>
                <c:pt idx="595">
                  <c:v>4.2463340890000003</c:v>
                </c:pt>
                <c:pt idx="596">
                  <c:v>4.4866306639999998</c:v>
                </c:pt>
                <c:pt idx="597">
                  <c:v>4.4746158349999998</c:v>
                </c:pt>
                <c:pt idx="598">
                  <c:v>4.4752165770000003</c:v>
                </c:pt>
                <c:pt idx="599">
                  <c:v>4.4751865400000002</c:v>
                </c:pt>
                <c:pt idx="600">
                  <c:v>4.475188041</c:v>
                </c:pt>
                <c:pt idx="601">
                  <c:v>4.475187966</c:v>
                </c:pt>
                <c:pt idx="602">
                  <c:v>4.4751879700000003</c:v>
                </c:pt>
                <c:pt idx="603">
                  <c:v>4.4751879700000003</c:v>
                </c:pt>
                <c:pt idx="604">
                  <c:v>0</c:v>
                </c:pt>
                <c:pt idx="605">
                  <c:v>1.138028796</c:v>
                </c:pt>
                <c:pt idx="606">
                  <c:v>0</c:v>
                </c:pt>
                <c:pt idx="607">
                  <c:v>0</c:v>
                </c:pt>
                <c:pt idx="608">
                  <c:v>0</c:v>
                </c:pt>
                <c:pt idx="609">
                  <c:v>0</c:v>
                </c:pt>
                <c:pt idx="610">
                  <c:v>0</c:v>
                </c:pt>
                <c:pt idx="611">
                  <c:v>21.556149560000001</c:v>
                </c:pt>
                <c:pt idx="612">
                  <c:v>22.905659920000002</c:v>
                </c:pt>
                <c:pt idx="613">
                  <c:v>12.75723213</c:v>
                </c:pt>
                <c:pt idx="614">
                  <c:v>4.0610857620000003</c:v>
                </c:pt>
                <c:pt idx="615">
                  <c:v>4.4958930800000001</c:v>
                </c:pt>
                <c:pt idx="616">
                  <c:v>0</c:v>
                </c:pt>
                <c:pt idx="617">
                  <c:v>0</c:v>
                </c:pt>
                <c:pt idx="618">
                  <c:v>0</c:v>
                </c:pt>
                <c:pt idx="619">
                  <c:v>0</c:v>
                </c:pt>
                <c:pt idx="620">
                  <c:v>0</c:v>
                </c:pt>
                <c:pt idx="621">
                  <c:v>7.3676700000000004</c:v>
                </c:pt>
                <c:pt idx="622">
                  <c:v>7.0053299999999998</c:v>
                </c:pt>
                <c:pt idx="623">
                  <c:v>12.932639999999999</c:v>
                </c:pt>
                <c:pt idx="624">
                  <c:v>15.32124</c:v>
                </c:pt>
                <c:pt idx="625">
                  <c:v>16.247520000000002</c:v>
                </c:pt>
                <c:pt idx="626">
                  <c:v>7.173412796</c:v>
                </c:pt>
                <c:pt idx="627">
                  <c:v>4.3402767290000002</c:v>
                </c:pt>
                <c:pt idx="628">
                  <c:v>4.4819335320000002</c:v>
                </c:pt>
                <c:pt idx="629">
                  <c:v>4.4748506920000004</c:v>
                </c:pt>
                <c:pt idx="630">
                  <c:v>4.4752048340000004</c:v>
                </c:pt>
                <c:pt idx="631">
                  <c:v>0</c:v>
                </c:pt>
                <c:pt idx="632">
                  <c:v>14.132991029999999</c:v>
                </c:pt>
                <c:pt idx="633">
                  <c:v>0.89024751899999999</c:v>
                </c:pt>
                <c:pt idx="634">
                  <c:v>0</c:v>
                </c:pt>
                <c:pt idx="635">
                  <c:v>0</c:v>
                </c:pt>
                <c:pt idx="636">
                  <c:v>4.3084738170000003</c:v>
                </c:pt>
                <c:pt idx="637">
                  <c:v>0</c:v>
                </c:pt>
                <c:pt idx="638">
                  <c:v>7.9015117449999996</c:v>
                </c:pt>
                <c:pt idx="639">
                  <c:v>25.7079339</c:v>
                </c:pt>
                <c:pt idx="640">
                  <c:v>3.4135506740000001</c:v>
                </c:pt>
                <c:pt idx="641">
                  <c:v>4.5282698349999997</c:v>
                </c:pt>
                <c:pt idx="642">
                  <c:v>0.473574208</c:v>
                </c:pt>
                <c:pt idx="643">
                  <c:v>4.2605087E-2</c:v>
                </c:pt>
                <c:pt idx="644">
                  <c:v>0</c:v>
                </c:pt>
                <c:pt idx="645">
                  <c:v>0</c:v>
                </c:pt>
                <c:pt idx="646">
                  <c:v>0</c:v>
                </c:pt>
                <c:pt idx="647">
                  <c:v>12.32330544</c:v>
                </c:pt>
                <c:pt idx="648">
                  <c:v>6.015320064</c:v>
                </c:pt>
                <c:pt idx="649">
                  <c:v>5.2764624000000003E-2</c:v>
                </c:pt>
                <c:pt idx="650">
                  <c:v>0</c:v>
                </c:pt>
                <c:pt idx="651">
                  <c:v>0</c:v>
                </c:pt>
                <c:pt idx="652">
                  <c:v>3.0889999019999999</c:v>
                </c:pt>
                <c:pt idx="653">
                  <c:v>15.33564</c:v>
                </c:pt>
                <c:pt idx="654">
                  <c:v>12.328373539999999</c:v>
                </c:pt>
                <c:pt idx="655">
                  <c:v>0.38538937299999998</c:v>
                </c:pt>
                <c:pt idx="656">
                  <c:v>0</c:v>
                </c:pt>
                <c:pt idx="657">
                  <c:v>31.485540870000001</c:v>
                </c:pt>
                <c:pt idx="658">
                  <c:v>6.6432872439999997</c:v>
                </c:pt>
                <c:pt idx="659">
                  <c:v>4.3667830060000004</c:v>
                </c:pt>
                <c:pt idx="660">
                  <c:v>4.4806082180000004</c:v>
                </c:pt>
                <c:pt idx="661">
                  <c:v>4.4749169579999997</c:v>
                </c:pt>
                <c:pt idx="662">
                  <c:v>4.4752015209999998</c:v>
                </c:pt>
                <c:pt idx="663">
                  <c:v>4.4751872920000002</c:v>
                </c:pt>
                <c:pt idx="664">
                  <c:v>4.4751880039999996</c:v>
                </c:pt>
                <c:pt idx="665">
                  <c:v>0</c:v>
                </c:pt>
                <c:pt idx="666">
                  <c:v>8.2717754390000007</c:v>
                </c:pt>
                <c:pt idx="667">
                  <c:v>8.7099299999999999</c:v>
                </c:pt>
                <c:pt idx="668">
                  <c:v>0</c:v>
                </c:pt>
                <c:pt idx="669">
                  <c:v>0</c:v>
                </c:pt>
                <c:pt idx="670">
                  <c:v>0</c:v>
                </c:pt>
                <c:pt idx="671">
                  <c:v>4.0781600640000004</c:v>
                </c:pt>
                <c:pt idx="672">
                  <c:v>0</c:v>
                </c:pt>
                <c:pt idx="673">
                  <c:v>1.5991872220000001</c:v>
                </c:pt>
                <c:pt idx="674">
                  <c:v>2.8316899019999999</c:v>
                </c:pt>
                <c:pt idx="675">
                  <c:v>3.8770929359999999</c:v>
                </c:pt>
                <c:pt idx="676">
                  <c:v>0</c:v>
                </c:pt>
                <c:pt idx="677">
                  <c:v>2.0443272220000002</c:v>
                </c:pt>
                <c:pt idx="678">
                  <c:v>0</c:v>
                </c:pt>
                <c:pt idx="679">
                  <c:v>9.5088600000000003</c:v>
                </c:pt>
                <c:pt idx="680">
                  <c:v>28.385671510000002</c:v>
                </c:pt>
                <c:pt idx="681">
                  <c:v>30.292098530000001</c:v>
                </c:pt>
                <c:pt idx="682">
                  <c:v>3.1843424420000002</c:v>
                </c:pt>
                <c:pt idx="683">
                  <c:v>4.5397302460000004</c:v>
                </c:pt>
                <c:pt idx="684">
                  <c:v>4.4719608559999999</c:v>
                </c:pt>
                <c:pt idx="685">
                  <c:v>4.4753493259999999</c:v>
                </c:pt>
                <c:pt idx="686">
                  <c:v>4.4751799019999998</c:v>
                </c:pt>
                <c:pt idx="687">
                  <c:v>4.4751883729999999</c:v>
                </c:pt>
                <c:pt idx="688">
                  <c:v>4.4751879499999996</c:v>
                </c:pt>
                <c:pt idx="689">
                  <c:v>0</c:v>
                </c:pt>
                <c:pt idx="690">
                  <c:v>0</c:v>
                </c:pt>
                <c:pt idx="691">
                  <c:v>6.50007</c:v>
                </c:pt>
                <c:pt idx="692">
                  <c:v>8.3024100000000001</c:v>
                </c:pt>
                <c:pt idx="693">
                  <c:v>8.3134920000000001E-2</c:v>
                </c:pt>
                <c:pt idx="694">
                  <c:v>7.7941799999999999</c:v>
                </c:pt>
                <c:pt idx="695">
                  <c:v>13.789440000000001</c:v>
                </c:pt>
                <c:pt idx="696">
                  <c:v>8.5545070869999993</c:v>
                </c:pt>
                <c:pt idx="697">
                  <c:v>4.2712220140000001</c:v>
                </c:pt>
                <c:pt idx="698">
                  <c:v>4.4853862680000001</c:v>
                </c:pt>
                <c:pt idx="699">
                  <c:v>4.474678055</c:v>
                </c:pt>
                <c:pt idx="700">
                  <c:v>4.4752134659999996</c:v>
                </c:pt>
                <c:pt idx="701">
                  <c:v>4.4751866949999997</c:v>
                </c:pt>
                <c:pt idx="702">
                  <c:v>0</c:v>
                </c:pt>
                <c:pt idx="703">
                  <c:v>3.7857950869999999</c:v>
                </c:pt>
                <c:pt idx="704">
                  <c:v>17.049146319999998</c:v>
                </c:pt>
                <c:pt idx="705">
                  <c:v>3.846490052</c:v>
                </c:pt>
                <c:pt idx="706">
                  <c:v>4.5066228659999998</c:v>
                </c:pt>
                <c:pt idx="707">
                  <c:v>4.4736162249999998</c:v>
                </c:pt>
                <c:pt idx="708">
                  <c:v>4.4752665570000003</c:v>
                </c:pt>
                <c:pt idx="709">
                  <c:v>4.4751840410000003</c:v>
                </c:pt>
                <c:pt idx="710">
                  <c:v>4.4751881659999997</c:v>
                </c:pt>
                <c:pt idx="711">
                  <c:v>4.4751879600000004</c:v>
                </c:pt>
                <c:pt idx="712">
                  <c:v>4.4751879700000003</c:v>
                </c:pt>
                <c:pt idx="713">
                  <c:v>0</c:v>
                </c:pt>
                <c:pt idx="714">
                  <c:v>0</c:v>
                </c:pt>
                <c:pt idx="715">
                  <c:v>1.8871199999999999</c:v>
                </c:pt>
                <c:pt idx="716">
                  <c:v>0</c:v>
                </c:pt>
                <c:pt idx="717">
                  <c:v>6.4851299999999998</c:v>
                </c:pt>
                <c:pt idx="718">
                  <c:v>0</c:v>
                </c:pt>
                <c:pt idx="719">
                  <c:v>0</c:v>
                </c:pt>
                <c:pt idx="720">
                  <c:v>2.4289872219999999</c:v>
                </c:pt>
                <c:pt idx="721">
                  <c:v>0</c:v>
                </c:pt>
                <c:pt idx="722">
                  <c:v>11.508057770000001</c:v>
                </c:pt>
                <c:pt idx="723">
                  <c:v>0.33523915700000001</c:v>
                </c:pt>
                <c:pt idx="724">
                  <c:v>0</c:v>
                </c:pt>
                <c:pt idx="725">
                  <c:v>0</c:v>
                </c:pt>
                <c:pt idx="726">
                  <c:v>0</c:v>
                </c:pt>
                <c:pt idx="727">
                  <c:v>0</c:v>
                </c:pt>
                <c:pt idx="728">
                  <c:v>10.53843444</c:v>
                </c:pt>
                <c:pt idx="729">
                  <c:v>0.38580868800000001</c:v>
                </c:pt>
                <c:pt idx="730">
                  <c:v>14.03573782</c:v>
                </c:pt>
                <c:pt idx="731">
                  <c:v>4.1373778229999996</c:v>
                </c:pt>
                <c:pt idx="732">
                  <c:v>6.2756810300000003</c:v>
                </c:pt>
                <c:pt idx="733">
                  <c:v>2.3309826359999999</c:v>
                </c:pt>
                <c:pt idx="734">
                  <c:v>3.2805880589999998</c:v>
                </c:pt>
                <c:pt idx="735">
                  <c:v>0</c:v>
                </c:pt>
                <c:pt idx="736">
                  <c:v>11.00010211</c:v>
                </c:pt>
                <c:pt idx="737">
                  <c:v>5.4029924999999999</c:v>
                </c:pt>
                <c:pt idx="738">
                  <c:v>0</c:v>
                </c:pt>
                <c:pt idx="739">
                  <c:v>0</c:v>
                </c:pt>
                <c:pt idx="740">
                  <c:v>0</c:v>
                </c:pt>
                <c:pt idx="741">
                  <c:v>0</c:v>
                </c:pt>
                <c:pt idx="742">
                  <c:v>0</c:v>
                </c:pt>
                <c:pt idx="743">
                  <c:v>2.7676715860000001</c:v>
                </c:pt>
                <c:pt idx="744">
                  <c:v>0</c:v>
                </c:pt>
                <c:pt idx="745">
                  <c:v>0</c:v>
                </c:pt>
                <c:pt idx="746">
                  <c:v>4.2359568359999997</c:v>
                </c:pt>
                <c:pt idx="747">
                  <c:v>0</c:v>
                </c:pt>
                <c:pt idx="748">
                  <c:v>3.9710956460000002</c:v>
                </c:pt>
                <c:pt idx="749">
                  <c:v>6.3475171059999997</c:v>
                </c:pt>
                <c:pt idx="750">
                  <c:v>0</c:v>
                </c:pt>
                <c:pt idx="751">
                  <c:v>0</c:v>
                </c:pt>
                <c:pt idx="752">
                  <c:v>0</c:v>
                </c:pt>
                <c:pt idx="753">
                  <c:v>0</c:v>
                </c:pt>
                <c:pt idx="754">
                  <c:v>0.12658829299999999</c:v>
                </c:pt>
                <c:pt idx="755">
                  <c:v>0.112557035</c:v>
                </c:pt>
                <c:pt idx="756">
                  <c:v>3.8649553000000001</c:v>
                </c:pt>
                <c:pt idx="757">
                  <c:v>0</c:v>
                </c:pt>
                <c:pt idx="758">
                  <c:v>0</c:v>
                </c:pt>
                <c:pt idx="759">
                  <c:v>4.685993893</c:v>
                </c:pt>
                <c:pt idx="760">
                  <c:v>10.73924886</c:v>
                </c:pt>
                <c:pt idx="761">
                  <c:v>5.6891669719999998</c:v>
                </c:pt>
                <c:pt idx="762">
                  <c:v>0</c:v>
                </c:pt>
                <c:pt idx="763">
                  <c:v>0</c:v>
                </c:pt>
                <c:pt idx="764">
                  <c:v>2.92869</c:v>
                </c:pt>
                <c:pt idx="765">
                  <c:v>0</c:v>
                </c:pt>
                <c:pt idx="766">
                  <c:v>0</c:v>
                </c:pt>
                <c:pt idx="767">
                  <c:v>0</c:v>
                </c:pt>
                <c:pt idx="768">
                  <c:v>0</c:v>
                </c:pt>
                <c:pt idx="769">
                  <c:v>7.13025178</c:v>
                </c:pt>
                <c:pt idx="770">
                  <c:v>15.647309999999999</c:v>
                </c:pt>
                <c:pt idx="771">
                  <c:v>15.437250000000001</c:v>
                </c:pt>
                <c:pt idx="772">
                  <c:v>16.360469999999999</c:v>
                </c:pt>
                <c:pt idx="773">
                  <c:v>9.7471976520000005</c:v>
                </c:pt>
                <c:pt idx="774">
                  <c:v>12.116266039999999</c:v>
                </c:pt>
                <c:pt idx="775">
                  <c:v>0</c:v>
                </c:pt>
                <c:pt idx="776">
                  <c:v>0</c:v>
                </c:pt>
                <c:pt idx="777">
                  <c:v>5.854603183</c:v>
                </c:pt>
                <c:pt idx="778">
                  <c:v>16.282369240000001</c:v>
                </c:pt>
                <c:pt idx="779">
                  <c:v>1.783631722</c:v>
                </c:pt>
                <c:pt idx="780">
                  <c:v>5.0477630470000001</c:v>
                </c:pt>
                <c:pt idx="781">
                  <c:v>15.723729860000001</c:v>
                </c:pt>
                <c:pt idx="782">
                  <c:v>8.9393144089999996</c:v>
                </c:pt>
                <c:pt idx="783">
                  <c:v>4.2519816480000001</c:v>
                </c:pt>
                <c:pt idx="784">
                  <c:v>4.4863482860000001</c:v>
                </c:pt>
                <c:pt idx="785">
                  <c:v>0</c:v>
                </c:pt>
                <c:pt idx="786">
                  <c:v>0</c:v>
                </c:pt>
                <c:pt idx="787">
                  <c:v>0</c:v>
                </c:pt>
                <c:pt idx="788">
                  <c:v>3.0954431250000001</c:v>
                </c:pt>
                <c:pt idx="789">
                  <c:v>5.4041625</c:v>
                </c:pt>
                <c:pt idx="790">
                  <c:v>8.2266581250000002</c:v>
                </c:pt>
                <c:pt idx="791">
                  <c:v>15.04883813</c:v>
                </c:pt>
                <c:pt idx="792">
                  <c:v>5.4754287709999998</c:v>
                </c:pt>
                <c:pt idx="793">
                  <c:v>2.1130665290000001</c:v>
                </c:pt>
                <c:pt idx="794">
                  <c:v>8.8166362179999993</c:v>
                </c:pt>
                <c:pt idx="795">
                  <c:v>4.9821556459999998</c:v>
                </c:pt>
                <c:pt idx="796">
                  <c:v>1.8289233519999999</c:v>
                </c:pt>
                <c:pt idx="797">
                  <c:v>7.3199334589999996</c:v>
                </c:pt>
                <c:pt idx="798">
                  <c:v>3.0047980160000001</c:v>
                </c:pt>
                <c:pt idx="799">
                  <c:v>0</c:v>
                </c:pt>
                <c:pt idx="800">
                  <c:v>19.644947179999999</c:v>
                </c:pt>
                <c:pt idx="801">
                  <c:v>3.7167000099999998</c:v>
                </c:pt>
                <c:pt idx="802">
                  <c:v>4.5131123679999998</c:v>
                </c:pt>
                <c:pt idx="803">
                  <c:v>4.4732917499999996</c:v>
                </c:pt>
                <c:pt idx="804">
                  <c:v>4.4752827809999998</c:v>
                </c:pt>
                <c:pt idx="805">
                  <c:v>4.4751832289999998</c:v>
                </c:pt>
                <c:pt idx="806">
                  <c:v>4.4751882070000004</c:v>
                </c:pt>
                <c:pt idx="807">
                  <c:v>4.4751879580000002</c:v>
                </c:pt>
                <c:pt idx="808">
                  <c:v>4.4751879710000004</c:v>
                </c:pt>
                <c:pt idx="809">
                  <c:v>0</c:v>
                </c:pt>
                <c:pt idx="810">
                  <c:v>0</c:v>
                </c:pt>
                <c:pt idx="811">
                  <c:v>0</c:v>
                </c:pt>
                <c:pt idx="812">
                  <c:v>0</c:v>
                </c:pt>
                <c:pt idx="813">
                  <c:v>0</c:v>
                </c:pt>
                <c:pt idx="814">
                  <c:v>5.5493377700000002</c:v>
                </c:pt>
                <c:pt idx="815">
                  <c:v>0</c:v>
                </c:pt>
                <c:pt idx="816">
                  <c:v>0</c:v>
                </c:pt>
                <c:pt idx="817">
                  <c:v>0</c:v>
                </c:pt>
                <c:pt idx="818">
                  <c:v>5.5988015860000004</c:v>
                </c:pt>
                <c:pt idx="819">
                  <c:v>12.940757319999999</c:v>
                </c:pt>
                <c:pt idx="820">
                  <c:v>11.617645359999999</c:v>
                </c:pt>
                <c:pt idx="821">
                  <c:v>4.6109600640000004</c:v>
                </c:pt>
                <c:pt idx="822">
                  <c:v>9.9527400000000004</c:v>
                </c:pt>
                <c:pt idx="823">
                  <c:v>0</c:v>
                </c:pt>
                <c:pt idx="824">
                  <c:v>0.49592315100000001</c:v>
                </c:pt>
                <c:pt idx="825">
                  <c:v>1.82486635</c:v>
                </c:pt>
                <c:pt idx="826">
                  <c:v>12.46086212</c:v>
                </c:pt>
                <c:pt idx="827">
                  <c:v>12.36437806</c:v>
                </c:pt>
                <c:pt idx="828">
                  <c:v>14.9316949</c:v>
                </c:pt>
                <c:pt idx="829">
                  <c:v>3.952362623</c:v>
                </c:pt>
                <c:pt idx="830">
                  <c:v>3.4299640199999999</c:v>
                </c:pt>
                <c:pt idx="831">
                  <c:v>4.271239875</c:v>
                </c:pt>
                <c:pt idx="832">
                  <c:v>5.695691311</c:v>
                </c:pt>
                <c:pt idx="833">
                  <c:v>2.486223436</c:v>
                </c:pt>
                <c:pt idx="834">
                  <c:v>5.1774546770000001</c:v>
                </c:pt>
                <c:pt idx="835">
                  <c:v>0</c:v>
                </c:pt>
                <c:pt idx="836">
                  <c:v>0</c:v>
                </c:pt>
                <c:pt idx="837">
                  <c:v>0</c:v>
                </c:pt>
                <c:pt idx="838">
                  <c:v>3.0370415839999998</c:v>
                </c:pt>
                <c:pt idx="839">
                  <c:v>13.95841545</c:v>
                </c:pt>
                <c:pt idx="840">
                  <c:v>18.09425813</c:v>
                </c:pt>
                <c:pt idx="841">
                  <c:v>18.529109999999999</c:v>
                </c:pt>
                <c:pt idx="842">
                  <c:v>7.7634378540000002</c:v>
                </c:pt>
                <c:pt idx="843">
                  <c:v>4.3107754759999999</c:v>
                </c:pt>
                <c:pt idx="844">
                  <c:v>4.4834085950000002</c:v>
                </c:pt>
                <c:pt idx="845">
                  <c:v>4.4747769389999998</c:v>
                </c:pt>
                <c:pt idx="846">
                  <c:v>4.4752085209999999</c:v>
                </c:pt>
                <c:pt idx="847">
                  <c:v>1.0759997370000001</c:v>
                </c:pt>
                <c:pt idx="848">
                  <c:v>2.7161584310000002</c:v>
                </c:pt>
                <c:pt idx="849">
                  <c:v>9.4634454029999997</c:v>
                </c:pt>
                <c:pt idx="850">
                  <c:v>4.2257750979999997</c:v>
                </c:pt>
                <c:pt idx="851">
                  <c:v>4.4876586139999999</c:v>
                </c:pt>
                <c:pt idx="852">
                  <c:v>4.4745644379999998</c:v>
                </c:pt>
                <c:pt idx="853">
                  <c:v>4.4752191469999998</c:v>
                </c:pt>
                <c:pt idx="854">
                  <c:v>4.4751864110000001</c:v>
                </c:pt>
                <c:pt idx="855">
                  <c:v>4.4751880479999997</c:v>
                </c:pt>
                <c:pt idx="856">
                  <c:v>4.475187966</c:v>
                </c:pt>
                <c:pt idx="857">
                  <c:v>0</c:v>
                </c:pt>
                <c:pt idx="858">
                  <c:v>0</c:v>
                </c:pt>
                <c:pt idx="859">
                  <c:v>0</c:v>
                </c:pt>
                <c:pt idx="860">
                  <c:v>2.863877939</c:v>
                </c:pt>
                <c:pt idx="861">
                  <c:v>0</c:v>
                </c:pt>
                <c:pt idx="862">
                  <c:v>0</c:v>
                </c:pt>
                <c:pt idx="863">
                  <c:v>10.643885089999999</c:v>
                </c:pt>
                <c:pt idx="864">
                  <c:v>0</c:v>
                </c:pt>
                <c:pt idx="865">
                  <c:v>4.9514080160000002</c:v>
                </c:pt>
                <c:pt idx="866">
                  <c:v>14.298923540000001</c:v>
                </c:pt>
                <c:pt idx="867">
                  <c:v>6.3013400639999997</c:v>
                </c:pt>
                <c:pt idx="868">
                  <c:v>5.395108016</c:v>
                </c:pt>
                <c:pt idx="869">
                  <c:v>0</c:v>
                </c:pt>
                <c:pt idx="870">
                  <c:v>0</c:v>
                </c:pt>
                <c:pt idx="871">
                  <c:v>0</c:v>
                </c:pt>
                <c:pt idx="872">
                  <c:v>33.954937989999998</c:v>
                </c:pt>
                <c:pt idx="873">
                  <c:v>26.711770680000001</c:v>
                </c:pt>
                <c:pt idx="874">
                  <c:v>3.363358834</c:v>
                </c:pt>
                <c:pt idx="875">
                  <c:v>4.5307794269999997</c:v>
                </c:pt>
                <c:pt idx="876">
                  <c:v>4.4724083969999997</c:v>
                </c:pt>
                <c:pt idx="877">
                  <c:v>4.4753269490000003</c:v>
                </c:pt>
                <c:pt idx="878">
                  <c:v>4.475181021</c:v>
                </c:pt>
                <c:pt idx="879">
                  <c:v>4.4751883169999997</c:v>
                </c:pt>
                <c:pt idx="880">
                  <c:v>4.4751879529999998</c:v>
                </c:pt>
                <c:pt idx="881">
                  <c:v>0</c:v>
                </c:pt>
                <c:pt idx="882">
                  <c:v>1.79537027</c:v>
                </c:pt>
                <c:pt idx="883">
                  <c:v>3.5317990520000002</c:v>
                </c:pt>
                <c:pt idx="884">
                  <c:v>2.9459925</c:v>
                </c:pt>
                <c:pt idx="885">
                  <c:v>0</c:v>
                </c:pt>
                <c:pt idx="886">
                  <c:v>0</c:v>
                </c:pt>
                <c:pt idx="887">
                  <c:v>7.4745278769999999</c:v>
                </c:pt>
                <c:pt idx="888">
                  <c:v>15.90066</c:v>
                </c:pt>
                <c:pt idx="889">
                  <c:v>15.74676</c:v>
                </c:pt>
                <c:pt idx="890">
                  <c:v>14.38957753</c:v>
                </c:pt>
                <c:pt idx="891">
                  <c:v>3.9794684920000001</c:v>
                </c:pt>
                <c:pt idx="892">
                  <c:v>4.4999739439999997</c:v>
                </c:pt>
                <c:pt idx="893">
                  <c:v>4.4739486709999996</c:v>
                </c:pt>
                <c:pt idx="894">
                  <c:v>0</c:v>
                </c:pt>
                <c:pt idx="895">
                  <c:v>2.6330934589999999</c:v>
                </c:pt>
                <c:pt idx="896">
                  <c:v>10.106996820000001</c:v>
                </c:pt>
                <c:pt idx="897">
                  <c:v>4.3101873849999999</c:v>
                </c:pt>
                <c:pt idx="898">
                  <c:v>6.8827320040000002</c:v>
                </c:pt>
                <c:pt idx="899">
                  <c:v>4.3548107680000001</c:v>
                </c:pt>
                <c:pt idx="900">
                  <c:v>4.4812068299999996</c:v>
                </c:pt>
                <c:pt idx="901">
                  <c:v>4.4748870270000003</c:v>
                </c:pt>
                <c:pt idx="902">
                  <c:v>4.4752030170000001</c:v>
                </c:pt>
                <c:pt idx="903">
                  <c:v>4.4751872180000003</c:v>
                </c:pt>
                <c:pt idx="904">
                  <c:v>4.4751880079999999</c:v>
                </c:pt>
                <c:pt idx="905">
                  <c:v>0</c:v>
                </c:pt>
                <c:pt idx="906">
                  <c:v>0</c:v>
                </c:pt>
                <c:pt idx="907">
                  <c:v>0</c:v>
                </c:pt>
                <c:pt idx="908">
                  <c:v>0</c:v>
                </c:pt>
                <c:pt idx="909">
                  <c:v>0</c:v>
                </c:pt>
                <c:pt idx="910">
                  <c:v>0</c:v>
                </c:pt>
                <c:pt idx="911">
                  <c:v>10.50491777</c:v>
                </c:pt>
                <c:pt idx="912">
                  <c:v>16.597169999999998</c:v>
                </c:pt>
                <c:pt idx="913">
                  <c:v>16.533539999999999</c:v>
                </c:pt>
                <c:pt idx="914">
                  <c:v>16.839179999999999</c:v>
                </c:pt>
                <c:pt idx="915">
                  <c:v>15.770339999999999</c:v>
                </c:pt>
                <c:pt idx="916">
                  <c:v>11.96846536</c:v>
                </c:pt>
                <c:pt idx="917">
                  <c:v>1.547299902</c:v>
                </c:pt>
                <c:pt idx="918">
                  <c:v>0</c:v>
                </c:pt>
                <c:pt idx="919">
                  <c:v>0</c:v>
                </c:pt>
                <c:pt idx="920">
                  <c:v>5.2183628070000001</c:v>
                </c:pt>
                <c:pt idx="921">
                  <c:v>19.65987294</c:v>
                </c:pt>
                <c:pt idx="922">
                  <c:v>3.7159537220000001</c:v>
                </c:pt>
                <c:pt idx="923">
                  <c:v>4.5131496819999999</c:v>
                </c:pt>
                <c:pt idx="924">
                  <c:v>4.4732898839999997</c:v>
                </c:pt>
                <c:pt idx="925">
                  <c:v>4.4752828740000004</c:v>
                </c:pt>
                <c:pt idx="926">
                  <c:v>4.4751832250000003</c:v>
                </c:pt>
                <c:pt idx="927">
                  <c:v>4.4751882070000004</c:v>
                </c:pt>
                <c:pt idx="928">
                  <c:v>4.4751879580000002</c:v>
                </c:pt>
                <c:pt idx="929">
                  <c:v>4.4751879710000004</c:v>
                </c:pt>
                <c:pt idx="930">
                  <c:v>4.4751879700000003</c:v>
                </c:pt>
                <c:pt idx="931">
                  <c:v>4.0630499999999996</c:v>
                </c:pt>
                <c:pt idx="932">
                  <c:v>4.8873259400000002</c:v>
                </c:pt>
                <c:pt idx="933">
                  <c:v>4.4545810709999998</c:v>
                </c:pt>
                <c:pt idx="934">
                  <c:v>4.4762183149999997</c:v>
                </c:pt>
                <c:pt idx="935">
                  <c:v>4.4751364530000002</c:v>
                </c:pt>
                <c:pt idx="936">
                  <c:v>4.4751905460000003</c:v>
                </c:pt>
                <c:pt idx="937">
                  <c:v>4.4751878410000003</c:v>
                </c:pt>
                <c:pt idx="938">
                  <c:v>4.475187976</c:v>
                </c:pt>
                <c:pt idx="939">
                  <c:v>4.4751879700000003</c:v>
                </c:pt>
                <c:pt idx="940">
                  <c:v>4.0159068360000001</c:v>
                </c:pt>
                <c:pt idx="941">
                  <c:v>0</c:v>
                </c:pt>
                <c:pt idx="942">
                  <c:v>3.854607106</c:v>
                </c:pt>
                <c:pt idx="943">
                  <c:v>6.0290273210000001</c:v>
                </c:pt>
                <c:pt idx="944">
                  <c:v>8.109964948</c:v>
                </c:pt>
                <c:pt idx="945">
                  <c:v>4.2934491210000001</c:v>
                </c:pt>
                <c:pt idx="946">
                  <c:v>2.2270797099999999</c:v>
                </c:pt>
                <c:pt idx="947">
                  <c:v>6.7319288249999998</c:v>
                </c:pt>
                <c:pt idx="948">
                  <c:v>4.3623509269999996</c:v>
                </c:pt>
                <c:pt idx="949">
                  <c:v>4.4808298219999996</c:v>
                </c:pt>
                <c:pt idx="950">
                  <c:v>4.4749058770000003</c:v>
                </c:pt>
                <c:pt idx="951">
                  <c:v>4.4752020750000003</c:v>
                </c:pt>
                <c:pt idx="952">
                  <c:v>4.4751872649999997</c:v>
                </c:pt>
                <c:pt idx="953">
                  <c:v>4.4751880049999997</c:v>
                </c:pt>
                <c:pt idx="954">
                  <c:v>0</c:v>
                </c:pt>
                <c:pt idx="955">
                  <c:v>0</c:v>
                </c:pt>
                <c:pt idx="956">
                  <c:v>0</c:v>
                </c:pt>
                <c:pt idx="957">
                  <c:v>0</c:v>
                </c:pt>
                <c:pt idx="958">
                  <c:v>0</c:v>
                </c:pt>
                <c:pt idx="959">
                  <c:v>0</c:v>
                </c:pt>
                <c:pt idx="960">
                  <c:v>16.094159999999999</c:v>
                </c:pt>
                <c:pt idx="961">
                  <c:v>6.6623934589999996</c:v>
                </c:pt>
                <c:pt idx="962">
                  <c:v>1.260619157</c:v>
                </c:pt>
                <c:pt idx="963">
                  <c:v>0</c:v>
                </c:pt>
                <c:pt idx="964">
                  <c:v>0</c:v>
                </c:pt>
                <c:pt idx="965">
                  <c:v>7.5264331550000003</c:v>
                </c:pt>
                <c:pt idx="966">
                  <c:v>0</c:v>
                </c:pt>
                <c:pt idx="967">
                  <c:v>12.77109227</c:v>
                </c:pt>
                <c:pt idx="968">
                  <c:v>28.027952979999998</c:v>
                </c:pt>
                <c:pt idx="969">
                  <c:v>26.108658210000002</c:v>
                </c:pt>
                <c:pt idx="970">
                  <c:v>3.3935144579999998</c:v>
                </c:pt>
                <c:pt idx="971">
                  <c:v>4.5292716459999998</c:v>
                </c:pt>
                <c:pt idx="972">
                  <c:v>4.4724837859999997</c:v>
                </c:pt>
                <c:pt idx="973">
                  <c:v>4.4753231790000001</c:v>
                </c:pt>
                <c:pt idx="974">
                  <c:v>4.4751812089999996</c:v>
                </c:pt>
                <c:pt idx="975">
                  <c:v>4.4751883079999999</c:v>
                </c:pt>
                <c:pt idx="976">
                  <c:v>4.4751879529999998</c:v>
                </c:pt>
                <c:pt idx="977">
                  <c:v>0</c:v>
                </c:pt>
                <c:pt idx="978">
                  <c:v>3.9365999999999999</c:v>
                </c:pt>
                <c:pt idx="979">
                  <c:v>7.5773700000000002</c:v>
                </c:pt>
                <c:pt idx="980">
                  <c:v>6.3085398750000001</c:v>
                </c:pt>
                <c:pt idx="981">
                  <c:v>4.3835203749999998</c:v>
                </c:pt>
                <c:pt idx="982">
                  <c:v>4.47977135</c:v>
                </c:pt>
                <c:pt idx="983">
                  <c:v>4.4749588009999997</c:v>
                </c:pt>
                <c:pt idx="984">
                  <c:v>4.4751994279999998</c:v>
                </c:pt>
                <c:pt idx="985">
                  <c:v>4.475187397</c:v>
                </c:pt>
                <c:pt idx="986">
                  <c:v>2.6641528320000001</c:v>
                </c:pt>
                <c:pt idx="987">
                  <c:v>6.2862231350000002</c:v>
                </c:pt>
                <c:pt idx="988">
                  <c:v>4.3846362120000002</c:v>
                </c:pt>
                <c:pt idx="989">
                  <c:v>4.4797155579999997</c:v>
                </c:pt>
                <c:pt idx="990">
                  <c:v>4.4749615909999996</c:v>
                </c:pt>
                <c:pt idx="991">
                  <c:v>4.4751992889999999</c:v>
                </c:pt>
                <c:pt idx="992">
                  <c:v>4.4751874039999997</c:v>
                </c:pt>
                <c:pt idx="993">
                  <c:v>3.2323842730000001</c:v>
                </c:pt>
                <c:pt idx="994">
                  <c:v>4.825410819</c:v>
                </c:pt>
                <c:pt idx="995">
                  <c:v>5.3056286589999999</c:v>
                </c:pt>
                <c:pt idx="996">
                  <c:v>4.4336659349999996</c:v>
                </c:pt>
                <c:pt idx="997">
                  <c:v>4.4772640719999997</c:v>
                </c:pt>
                <c:pt idx="998">
                  <c:v>2.1327117370000002</c:v>
                </c:pt>
                <c:pt idx="999">
                  <c:v>3.59327204</c:v>
                </c:pt>
                <c:pt idx="1000">
                  <c:v>0</c:v>
                </c:pt>
                <c:pt idx="1001">
                  <c:v>0</c:v>
                </c:pt>
                <c:pt idx="1002">
                  <c:v>0</c:v>
                </c:pt>
                <c:pt idx="1003">
                  <c:v>0</c:v>
                </c:pt>
                <c:pt idx="1004">
                  <c:v>0</c:v>
                </c:pt>
                <c:pt idx="1005">
                  <c:v>0.23049315500000001</c:v>
                </c:pt>
                <c:pt idx="1006">
                  <c:v>0</c:v>
                </c:pt>
                <c:pt idx="1007">
                  <c:v>1.111272085</c:v>
                </c:pt>
                <c:pt idx="1008">
                  <c:v>4.3090254359999998</c:v>
                </c:pt>
                <c:pt idx="1009">
                  <c:v>3.2340832530000001</c:v>
                </c:pt>
                <c:pt idx="1010">
                  <c:v>0</c:v>
                </c:pt>
                <c:pt idx="1011">
                  <c:v>0</c:v>
                </c:pt>
                <c:pt idx="1012">
                  <c:v>5.1263680159999998</c:v>
                </c:pt>
                <c:pt idx="1013">
                  <c:v>0</c:v>
                </c:pt>
                <c:pt idx="1014">
                  <c:v>0</c:v>
                </c:pt>
                <c:pt idx="1015">
                  <c:v>0</c:v>
                </c:pt>
                <c:pt idx="1016">
                  <c:v>19.26538262</c:v>
                </c:pt>
                <c:pt idx="1017">
                  <c:v>21.143305460000001</c:v>
                </c:pt>
                <c:pt idx="1018">
                  <c:v>12.92566096</c:v>
                </c:pt>
                <c:pt idx="1019">
                  <c:v>24.61240944</c:v>
                </c:pt>
                <c:pt idx="1020">
                  <c:v>12.158015369999999</c:v>
                </c:pt>
                <c:pt idx="1021">
                  <c:v>4.0910466000000003</c:v>
                </c:pt>
                <c:pt idx="1022">
                  <c:v>4.4943950380000004</c:v>
                </c:pt>
                <c:pt idx="1023">
                  <c:v>4.4742276170000004</c:v>
                </c:pt>
                <c:pt idx="1024">
                  <c:v>4.4752359879999997</c:v>
                </c:pt>
                <c:pt idx="1025">
                  <c:v>0</c:v>
                </c:pt>
                <c:pt idx="1026">
                  <c:v>9.1610324999999992</c:v>
                </c:pt>
                <c:pt idx="1027">
                  <c:v>5.1372278769999999</c:v>
                </c:pt>
                <c:pt idx="1028">
                  <c:v>2.5898634839999999</c:v>
                </c:pt>
                <c:pt idx="1029">
                  <c:v>0</c:v>
                </c:pt>
                <c:pt idx="1030">
                  <c:v>0</c:v>
                </c:pt>
                <c:pt idx="1031">
                  <c:v>13.212809999999999</c:v>
                </c:pt>
                <c:pt idx="1032">
                  <c:v>7.099994905</c:v>
                </c:pt>
                <c:pt idx="1033">
                  <c:v>1.2574571E-2</c:v>
                </c:pt>
                <c:pt idx="1034">
                  <c:v>1.0591991569999999</c:v>
                </c:pt>
                <c:pt idx="1035">
                  <c:v>13.90992447</c:v>
                </c:pt>
                <c:pt idx="1036">
                  <c:v>0.95523585899999996</c:v>
                </c:pt>
                <c:pt idx="1037">
                  <c:v>3.3794268359999999</c:v>
                </c:pt>
                <c:pt idx="1038">
                  <c:v>10.58790509</c:v>
                </c:pt>
                <c:pt idx="1039">
                  <c:v>6.6229994489999999</c:v>
                </c:pt>
                <c:pt idx="1040">
                  <c:v>15.38193293</c:v>
                </c:pt>
                <c:pt idx="1041">
                  <c:v>3.9298507219999999</c:v>
                </c:pt>
                <c:pt idx="1042">
                  <c:v>4.5024548319999997</c:v>
                </c:pt>
                <c:pt idx="1043">
                  <c:v>4.4738246269999999</c:v>
                </c:pt>
                <c:pt idx="1044">
                  <c:v>4.4752561369999997</c:v>
                </c:pt>
                <c:pt idx="1045">
                  <c:v>4.4751845619999999</c:v>
                </c:pt>
                <c:pt idx="1046">
                  <c:v>4.4751881400000002</c:v>
                </c:pt>
                <c:pt idx="1047">
                  <c:v>4.4751879609999996</c:v>
                </c:pt>
                <c:pt idx="1048">
                  <c:v>4.4751879700000003</c:v>
                </c:pt>
                <c:pt idx="1049">
                  <c:v>4.4751879700000003</c:v>
                </c:pt>
                <c:pt idx="1050">
                  <c:v>0</c:v>
                </c:pt>
                <c:pt idx="1051">
                  <c:v>0</c:v>
                </c:pt>
                <c:pt idx="1052">
                  <c:v>3.1446178589999998</c:v>
                </c:pt>
                <c:pt idx="1053">
                  <c:v>0</c:v>
                </c:pt>
                <c:pt idx="1054">
                  <c:v>0</c:v>
                </c:pt>
                <c:pt idx="1055">
                  <c:v>8.4190507770000007</c:v>
                </c:pt>
                <c:pt idx="1056">
                  <c:v>15.829829999999999</c:v>
                </c:pt>
                <c:pt idx="1057">
                  <c:v>15.956189999999999</c:v>
                </c:pt>
                <c:pt idx="1058">
                  <c:v>15.607799999999999</c:v>
                </c:pt>
                <c:pt idx="1059">
                  <c:v>0</c:v>
                </c:pt>
                <c:pt idx="1060">
                  <c:v>0</c:v>
                </c:pt>
                <c:pt idx="1061">
                  <c:v>0</c:v>
                </c:pt>
                <c:pt idx="1062">
                  <c:v>0</c:v>
                </c:pt>
                <c:pt idx="1063">
                  <c:v>0.65085321100000004</c:v>
                </c:pt>
                <c:pt idx="1064">
                  <c:v>36.12278826</c:v>
                </c:pt>
                <c:pt idx="1065">
                  <c:v>3.503131953</c:v>
                </c:pt>
                <c:pt idx="1066">
                  <c:v>4.5237907709999998</c:v>
                </c:pt>
                <c:pt idx="1067">
                  <c:v>4.4727578299999999</c:v>
                </c:pt>
                <c:pt idx="1068">
                  <c:v>4.4753094769999997</c:v>
                </c:pt>
                <c:pt idx="1069">
                  <c:v>4.4751818950000004</c:v>
                </c:pt>
                <c:pt idx="1070">
                  <c:v>4.4751882739999997</c:v>
                </c:pt>
                <c:pt idx="1071">
                  <c:v>4.475187955</c:v>
                </c:pt>
                <c:pt idx="1072">
                  <c:v>4.4751879710000004</c:v>
                </c:pt>
                <c:pt idx="1073">
                  <c:v>2.7017174480000001</c:v>
                </c:pt>
                <c:pt idx="1074">
                  <c:v>0</c:v>
                </c:pt>
                <c:pt idx="1075">
                  <c:v>5.2774200000000002</c:v>
                </c:pt>
                <c:pt idx="1076">
                  <c:v>3.812303537</c:v>
                </c:pt>
                <c:pt idx="1077">
                  <c:v>5.5564200000000001</c:v>
                </c:pt>
                <c:pt idx="1078">
                  <c:v>8.31006</c:v>
                </c:pt>
                <c:pt idx="1079">
                  <c:v>5.1148352619999997</c:v>
                </c:pt>
                <c:pt idx="1080">
                  <c:v>4.4432056050000002</c:v>
                </c:pt>
                <c:pt idx="1081">
                  <c:v>4.476787088</c:v>
                </c:pt>
                <c:pt idx="1082">
                  <c:v>4.4751080139999999</c:v>
                </c:pt>
                <c:pt idx="1083">
                  <c:v>4.4751919679999999</c:v>
                </c:pt>
                <c:pt idx="1084">
                  <c:v>4.4751877699999998</c:v>
                </c:pt>
                <c:pt idx="1085">
                  <c:v>0.23869990199999999</c:v>
                </c:pt>
                <c:pt idx="1086">
                  <c:v>8.7116760469999992</c:v>
                </c:pt>
                <c:pt idx="1087">
                  <c:v>4.2633635659999998</c:v>
                </c:pt>
                <c:pt idx="1088">
                  <c:v>4.4857791899999997</c:v>
                </c:pt>
                <c:pt idx="1089">
                  <c:v>4.4746584089999999</c:v>
                </c:pt>
                <c:pt idx="1090">
                  <c:v>4.475214448</c:v>
                </c:pt>
                <c:pt idx="1091">
                  <c:v>4.475186646</c:v>
                </c:pt>
                <c:pt idx="1092">
                  <c:v>4.4751880359999996</c:v>
                </c:pt>
                <c:pt idx="1093">
                  <c:v>4.4751879670000001</c:v>
                </c:pt>
                <c:pt idx="1094">
                  <c:v>4.4751879700000003</c:v>
                </c:pt>
                <c:pt idx="1095">
                  <c:v>4.4751879700000003</c:v>
                </c:pt>
                <c:pt idx="1096">
                  <c:v>4.4751879700000003</c:v>
                </c:pt>
                <c:pt idx="1097">
                  <c:v>4.4751879700000003</c:v>
                </c:pt>
                <c:pt idx="1098">
                  <c:v>4.4751879700000003</c:v>
                </c:pt>
                <c:pt idx="1099">
                  <c:v>3.7563131250000001</c:v>
                </c:pt>
                <c:pt idx="1100">
                  <c:v>5.1940628149999997</c:v>
                </c:pt>
                <c:pt idx="1101">
                  <c:v>4.4392442279999997</c:v>
                </c:pt>
                <c:pt idx="1102">
                  <c:v>4.4769851569999997</c:v>
                </c:pt>
                <c:pt idx="1103">
                  <c:v>4.4750981110000003</c:v>
                </c:pt>
                <c:pt idx="1104">
                  <c:v>4.475192463</c:v>
                </c:pt>
                <c:pt idx="1105">
                  <c:v>4.4751877450000004</c:v>
                </c:pt>
                <c:pt idx="1106">
                  <c:v>4.4751879810000004</c:v>
                </c:pt>
                <c:pt idx="1107">
                  <c:v>4.4751879690000003</c:v>
                </c:pt>
                <c:pt idx="1108">
                  <c:v>4.4751879700000003</c:v>
                </c:pt>
                <c:pt idx="1109">
                  <c:v>4.4751879700000003</c:v>
                </c:pt>
                <c:pt idx="1110">
                  <c:v>4.4751879700000003</c:v>
                </c:pt>
                <c:pt idx="1111">
                  <c:v>4.4751879700000003</c:v>
                </c:pt>
                <c:pt idx="1112">
                  <c:v>4.4751879700000003</c:v>
                </c:pt>
                <c:pt idx="1113">
                  <c:v>4.4751879700000003</c:v>
                </c:pt>
                <c:pt idx="1114">
                  <c:v>4.4751879700000003</c:v>
                </c:pt>
                <c:pt idx="1115">
                  <c:v>4.4751879700000003</c:v>
                </c:pt>
                <c:pt idx="1116">
                  <c:v>4.4751879700000003</c:v>
                </c:pt>
                <c:pt idx="1117">
                  <c:v>4.4751879700000003</c:v>
                </c:pt>
                <c:pt idx="1118">
                  <c:v>4.4751879700000003</c:v>
                </c:pt>
                <c:pt idx="1119">
                  <c:v>0</c:v>
                </c:pt>
                <c:pt idx="1120">
                  <c:v>0</c:v>
                </c:pt>
                <c:pt idx="1121">
                  <c:v>2.3746164869999999</c:v>
                </c:pt>
                <c:pt idx="1122">
                  <c:v>0</c:v>
                </c:pt>
                <c:pt idx="1123">
                  <c:v>0</c:v>
                </c:pt>
                <c:pt idx="1124">
                  <c:v>2.7761399999999998</c:v>
                </c:pt>
                <c:pt idx="1125">
                  <c:v>4.6468800000000003</c:v>
                </c:pt>
                <c:pt idx="1126">
                  <c:v>8.4095999999999993</c:v>
                </c:pt>
                <c:pt idx="1127">
                  <c:v>10.203390000000001</c:v>
                </c:pt>
                <c:pt idx="1128">
                  <c:v>15.870512270000001</c:v>
                </c:pt>
                <c:pt idx="1129">
                  <c:v>10.014739000000001</c:v>
                </c:pt>
                <c:pt idx="1130">
                  <c:v>4.1982104189999996</c:v>
                </c:pt>
                <c:pt idx="1131">
                  <c:v>4.4890368470000004</c:v>
                </c:pt>
                <c:pt idx="1132">
                  <c:v>0</c:v>
                </c:pt>
                <c:pt idx="1133">
                  <c:v>11.104661950000001</c:v>
                </c:pt>
                <c:pt idx="1134">
                  <c:v>4.1437142710000003</c:v>
                </c:pt>
                <c:pt idx="1135">
                  <c:v>0</c:v>
                </c:pt>
                <c:pt idx="1136">
                  <c:v>11.215101089999999</c:v>
                </c:pt>
                <c:pt idx="1137">
                  <c:v>4.1381923140000003</c:v>
                </c:pt>
                <c:pt idx="1138">
                  <c:v>4.492037753</c:v>
                </c:pt>
                <c:pt idx="1139">
                  <c:v>4.4743454810000003</c:v>
                </c:pt>
                <c:pt idx="1140">
                  <c:v>4.4752300939999996</c:v>
                </c:pt>
                <c:pt idx="1141">
                  <c:v>0</c:v>
                </c:pt>
                <c:pt idx="1142">
                  <c:v>4.4564405980000004</c:v>
                </c:pt>
                <c:pt idx="1143">
                  <c:v>0</c:v>
                </c:pt>
                <c:pt idx="1144">
                  <c:v>0</c:v>
                </c:pt>
                <c:pt idx="1145">
                  <c:v>15.361784289999999</c:v>
                </c:pt>
                <c:pt idx="1146">
                  <c:v>0</c:v>
                </c:pt>
                <c:pt idx="1147">
                  <c:v>4.3338599999999996</c:v>
                </c:pt>
                <c:pt idx="1148">
                  <c:v>5.2512299999999996</c:v>
                </c:pt>
                <c:pt idx="1149">
                  <c:v>4.08528</c:v>
                </c:pt>
                <c:pt idx="1150">
                  <c:v>7.5622499999999997</c:v>
                </c:pt>
                <c:pt idx="1151">
                  <c:v>13.198230000000001</c:v>
                </c:pt>
                <c:pt idx="1152">
                  <c:v>7.4992882610000002</c:v>
                </c:pt>
                <c:pt idx="1153">
                  <c:v>2.5097865289999999</c:v>
                </c:pt>
                <c:pt idx="1154">
                  <c:v>2.8495807530000001</c:v>
                </c:pt>
                <c:pt idx="1155">
                  <c:v>7.8314640300000002</c:v>
                </c:pt>
                <c:pt idx="1156">
                  <c:v>4.3073741669999999</c:v>
                </c:pt>
                <c:pt idx="1157">
                  <c:v>0</c:v>
                </c:pt>
                <c:pt idx="1158">
                  <c:v>0</c:v>
                </c:pt>
                <c:pt idx="1159">
                  <c:v>8.8233876490000007</c:v>
                </c:pt>
                <c:pt idx="1160">
                  <c:v>0</c:v>
                </c:pt>
                <c:pt idx="1161">
                  <c:v>23.581533319999998</c:v>
                </c:pt>
                <c:pt idx="1162">
                  <c:v>3.519870703</c:v>
                </c:pt>
                <c:pt idx="1163">
                  <c:v>4.5229538329999999</c:v>
                </c:pt>
                <c:pt idx="1164">
                  <c:v>4.4727996770000003</c:v>
                </c:pt>
                <c:pt idx="1165">
                  <c:v>4.4753073849999998</c:v>
                </c:pt>
                <c:pt idx="1166">
                  <c:v>4.4751819990000001</c:v>
                </c:pt>
                <c:pt idx="1167">
                  <c:v>4.4751882680000001</c:v>
                </c:pt>
                <c:pt idx="1168">
                  <c:v>4.475187955</c:v>
                </c:pt>
                <c:pt idx="1169">
                  <c:v>4.4751879710000004</c:v>
                </c:pt>
                <c:pt idx="1170">
                  <c:v>4.4751879700000003</c:v>
                </c:pt>
                <c:pt idx="1171">
                  <c:v>4.4751879700000003</c:v>
                </c:pt>
                <c:pt idx="1172">
                  <c:v>4.4751879700000003</c:v>
                </c:pt>
                <c:pt idx="1173">
                  <c:v>0</c:v>
                </c:pt>
                <c:pt idx="1174">
                  <c:v>0</c:v>
                </c:pt>
                <c:pt idx="1175">
                  <c:v>4.7376861410000002</c:v>
                </c:pt>
                <c:pt idx="1176">
                  <c:v>17.656138129999999</c:v>
                </c:pt>
                <c:pt idx="1177">
                  <c:v>8.253767152</c:v>
                </c:pt>
                <c:pt idx="1178">
                  <c:v>4.2862590110000003</c:v>
                </c:pt>
                <c:pt idx="1179">
                  <c:v>0</c:v>
                </c:pt>
                <c:pt idx="1180">
                  <c:v>1.9134687960000001</c:v>
                </c:pt>
                <c:pt idx="1181">
                  <c:v>12.90141888</c:v>
                </c:pt>
                <c:pt idx="1182">
                  <c:v>4.0538764240000003</c:v>
                </c:pt>
                <c:pt idx="1183">
                  <c:v>4.4962535470000002</c:v>
                </c:pt>
                <c:pt idx="1184">
                  <c:v>0</c:v>
                </c:pt>
                <c:pt idx="1185">
                  <c:v>9.9491999599999996</c:v>
                </c:pt>
                <c:pt idx="1186">
                  <c:v>0.780630092</c:v>
                </c:pt>
                <c:pt idx="1187">
                  <c:v>3.9413938609999999</c:v>
                </c:pt>
                <c:pt idx="1188">
                  <c:v>10.55484905</c:v>
                </c:pt>
                <c:pt idx="1189">
                  <c:v>4.1712049159999998</c:v>
                </c:pt>
                <c:pt idx="1190">
                  <c:v>4.4903871229999996</c:v>
                </c:pt>
                <c:pt idx="1191">
                  <c:v>4.4744280119999997</c:v>
                </c:pt>
                <c:pt idx="1192">
                  <c:v>4.4752259680000002</c:v>
                </c:pt>
                <c:pt idx="1193">
                  <c:v>4.4751860700000003</c:v>
                </c:pt>
                <c:pt idx="1194">
                  <c:v>0</c:v>
                </c:pt>
                <c:pt idx="1195">
                  <c:v>0</c:v>
                </c:pt>
                <c:pt idx="1196">
                  <c:v>0</c:v>
                </c:pt>
                <c:pt idx="1197">
                  <c:v>7.7046299999999999</c:v>
                </c:pt>
                <c:pt idx="1198">
                  <c:v>11.422079999999999</c:v>
                </c:pt>
                <c:pt idx="1199">
                  <c:v>11.62134</c:v>
                </c:pt>
                <c:pt idx="1200">
                  <c:v>10.050646390000001</c:v>
                </c:pt>
                <c:pt idx="1201">
                  <c:v>4.1964150489999996</c:v>
                </c:pt>
                <c:pt idx="1202">
                  <c:v>4.4891266160000001</c:v>
                </c:pt>
                <c:pt idx="1203">
                  <c:v>4.474491038</c:v>
                </c:pt>
                <c:pt idx="1204">
                  <c:v>4.4752228169999997</c:v>
                </c:pt>
                <c:pt idx="1205">
                  <c:v>4.4751862280000001</c:v>
                </c:pt>
                <c:pt idx="1206">
                  <c:v>4.4751880570000004</c:v>
                </c:pt>
                <c:pt idx="1207">
                  <c:v>4.475187966</c:v>
                </c:pt>
                <c:pt idx="1208">
                  <c:v>4.4751879700000003</c:v>
                </c:pt>
                <c:pt idx="1209">
                  <c:v>4.4751879700000003</c:v>
                </c:pt>
                <c:pt idx="1210">
                  <c:v>4.4751879700000003</c:v>
                </c:pt>
                <c:pt idx="1211">
                  <c:v>4.4751879700000003</c:v>
                </c:pt>
                <c:pt idx="1212">
                  <c:v>4.4751879700000003</c:v>
                </c:pt>
                <c:pt idx="1213">
                  <c:v>4.4751879700000003</c:v>
                </c:pt>
                <c:pt idx="1214">
                  <c:v>4.4751879700000003</c:v>
                </c:pt>
                <c:pt idx="1215">
                  <c:v>4.4751879700000003</c:v>
                </c:pt>
                <c:pt idx="1216">
                  <c:v>4.4751879700000003</c:v>
                </c:pt>
                <c:pt idx="1217">
                  <c:v>4.4751879700000003</c:v>
                </c:pt>
                <c:pt idx="1218">
                  <c:v>1.213847321</c:v>
                </c:pt>
                <c:pt idx="1219">
                  <c:v>5.3149777699999996</c:v>
                </c:pt>
                <c:pt idx="1220">
                  <c:v>0</c:v>
                </c:pt>
                <c:pt idx="1221">
                  <c:v>8.5228199999999994</c:v>
                </c:pt>
                <c:pt idx="1222">
                  <c:v>0</c:v>
                </c:pt>
                <c:pt idx="1223">
                  <c:v>0.34488075299999998</c:v>
                </c:pt>
                <c:pt idx="1224">
                  <c:v>12.37916777</c:v>
                </c:pt>
                <c:pt idx="1225">
                  <c:v>7.426803155</c:v>
                </c:pt>
                <c:pt idx="1226">
                  <c:v>0</c:v>
                </c:pt>
                <c:pt idx="1227">
                  <c:v>0</c:v>
                </c:pt>
                <c:pt idx="1228">
                  <c:v>2.9353699020000001</c:v>
                </c:pt>
                <c:pt idx="1229">
                  <c:v>6.2470950089999997</c:v>
                </c:pt>
                <c:pt idx="1230">
                  <c:v>13.1076</c:v>
                </c:pt>
                <c:pt idx="1231">
                  <c:v>0</c:v>
                </c:pt>
                <c:pt idx="1232">
                  <c:v>9.7297013349999997</c:v>
                </c:pt>
                <c:pt idx="1233">
                  <c:v>13.289409859999999</c:v>
                </c:pt>
                <c:pt idx="1234">
                  <c:v>4.0344768760000003</c:v>
                </c:pt>
                <c:pt idx="1235">
                  <c:v>4.4972235249999999</c:v>
                </c:pt>
                <c:pt idx="1236">
                  <c:v>4.4740861919999997</c:v>
                </c:pt>
                <c:pt idx="1237">
                  <c:v>4.4752430590000003</c:v>
                </c:pt>
                <c:pt idx="1238">
                  <c:v>4.4751852149999998</c:v>
                </c:pt>
                <c:pt idx="1239">
                  <c:v>2.123856746</c:v>
                </c:pt>
                <c:pt idx="1240">
                  <c:v>0</c:v>
                </c:pt>
                <c:pt idx="1241">
                  <c:v>0</c:v>
                </c:pt>
                <c:pt idx="1242">
                  <c:v>0</c:v>
                </c:pt>
                <c:pt idx="1243">
                  <c:v>4.4836200000000002</c:v>
                </c:pt>
                <c:pt idx="1244">
                  <c:v>9.0128699999999995</c:v>
                </c:pt>
                <c:pt idx="1245">
                  <c:v>0.23201006399999999</c:v>
                </c:pt>
                <c:pt idx="1246">
                  <c:v>0</c:v>
                </c:pt>
                <c:pt idx="1247">
                  <c:v>3.9719793729999999</c:v>
                </c:pt>
                <c:pt idx="1248">
                  <c:v>6.1214934589999999</c:v>
                </c:pt>
                <c:pt idx="1249">
                  <c:v>8.4416062180000004</c:v>
                </c:pt>
                <c:pt idx="1250">
                  <c:v>0</c:v>
                </c:pt>
                <c:pt idx="1251">
                  <c:v>0</c:v>
                </c:pt>
                <c:pt idx="1252">
                  <c:v>15.798780000000001</c:v>
                </c:pt>
                <c:pt idx="1253">
                  <c:v>15.86304</c:v>
                </c:pt>
                <c:pt idx="1254">
                  <c:v>12.061503739999999</c:v>
                </c:pt>
                <c:pt idx="1255">
                  <c:v>4.0958721819999999</c:v>
                </c:pt>
                <c:pt idx="1256">
                  <c:v>4.4941537589999996</c:v>
                </c:pt>
                <c:pt idx="1257">
                  <c:v>4.4742396800000002</c:v>
                </c:pt>
                <c:pt idx="1258">
                  <c:v>4.4752353840000003</c:v>
                </c:pt>
                <c:pt idx="1259">
                  <c:v>4.4751855989999996</c:v>
                </c:pt>
                <c:pt idx="1260">
                  <c:v>4.4751880880000003</c:v>
                </c:pt>
                <c:pt idx="1261">
                  <c:v>4.4751879639999999</c:v>
                </c:pt>
                <c:pt idx="1262">
                  <c:v>4.4751879700000003</c:v>
                </c:pt>
                <c:pt idx="1263">
                  <c:v>4.4751879700000003</c:v>
                </c:pt>
                <c:pt idx="1264">
                  <c:v>4.4751879700000003</c:v>
                </c:pt>
                <c:pt idx="1265">
                  <c:v>4.4751879700000003</c:v>
                </c:pt>
                <c:pt idx="1266">
                  <c:v>4.4751879700000003</c:v>
                </c:pt>
                <c:pt idx="1267">
                  <c:v>4.1347800000000001</c:v>
                </c:pt>
                <c:pt idx="1268">
                  <c:v>4.77081</c:v>
                </c:pt>
                <c:pt idx="1269">
                  <c:v>4.5029535110000003</c:v>
                </c:pt>
                <c:pt idx="1270">
                  <c:v>4.4737996930000001</c:v>
                </c:pt>
                <c:pt idx="1271">
                  <c:v>4.4752573839999998</c:v>
                </c:pt>
                <c:pt idx="1272">
                  <c:v>4.475184499</c:v>
                </c:pt>
                <c:pt idx="1273">
                  <c:v>4.4751881429999996</c:v>
                </c:pt>
                <c:pt idx="1274">
                  <c:v>4.4751879609999996</c:v>
                </c:pt>
                <c:pt idx="1275">
                  <c:v>4.4751879700000003</c:v>
                </c:pt>
                <c:pt idx="1276">
                  <c:v>4.4751879700000003</c:v>
                </c:pt>
                <c:pt idx="1277">
                  <c:v>4.4751879700000003</c:v>
                </c:pt>
                <c:pt idx="1278">
                  <c:v>4.4751879700000003</c:v>
                </c:pt>
                <c:pt idx="1279">
                  <c:v>4.4751879700000003</c:v>
                </c:pt>
                <c:pt idx="1280">
                  <c:v>0</c:v>
                </c:pt>
                <c:pt idx="1281">
                  <c:v>3.0239883160000001</c:v>
                </c:pt>
                <c:pt idx="1282">
                  <c:v>17.155043419999998</c:v>
                </c:pt>
                <c:pt idx="1283">
                  <c:v>3.8411951979999999</c:v>
                </c:pt>
                <c:pt idx="1284">
                  <c:v>4.5068876089999996</c:v>
                </c:pt>
                <c:pt idx="1285">
                  <c:v>4.4736029879999997</c:v>
                </c:pt>
                <c:pt idx="1286">
                  <c:v>2.972834888</c:v>
                </c:pt>
                <c:pt idx="1287">
                  <c:v>5.9776163379999998</c:v>
                </c:pt>
                <c:pt idx="1288">
                  <c:v>0</c:v>
                </c:pt>
                <c:pt idx="1289">
                  <c:v>0</c:v>
                </c:pt>
                <c:pt idx="1290">
                  <c:v>0</c:v>
                </c:pt>
                <c:pt idx="1291">
                  <c:v>0</c:v>
                </c:pt>
                <c:pt idx="1292">
                  <c:v>0</c:v>
                </c:pt>
                <c:pt idx="1293">
                  <c:v>0</c:v>
                </c:pt>
                <c:pt idx="1294">
                  <c:v>0</c:v>
                </c:pt>
                <c:pt idx="1295">
                  <c:v>0</c:v>
                </c:pt>
                <c:pt idx="1296">
                  <c:v>0</c:v>
                </c:pt>
                <c:pt idx="1297">
                  <c:v>5.896160064</c:v>
                </c:pt>
                <c:pt idx="1298">
                  <c:v>2.4306928320000001</c:v>
                </c:pt>
                <c:pt idx="1299">
                  <c:v>2.1851728320000001</c:v>
                </c:pt>
                <c:pt idx="1300">
                  <c:v>15.74118</c:v>
                </c:pt>
                <c:pt idx="1301">
                  <c:v>11.85473777</c:v>
                </c:pt>
                <c:pt idx="1302">
                  <c:v>12.065849999999999</c:v>
                </c:pt>
                <c:pt idx="1303">
                  <c:v>25.93320649</c:v>
                </c:pt>
                <c:pt idx="1304">
                  <c:v>20.502418890000001</c:v>
                </c:pt>
                <c:pt idx="1305">
                  <c:v>3.673826424</c:v>
                </c:pt>
                <c:pt idx="1306">
                  <c:v>4.5152560470000003</c:v>
                </c:pt>
                <c:pt idx="1307">
                  <c:v>4.4731845659999996</c:v>
                </c:pt>
                <c:pt idx="1308">
                  <c:v>4.47528814</c:v>
                </c:pt>
                <c:pt idx="1309">
                  <c:v>4.4751829609999998</c:v>
                </c:pt>
                <c:pt idx="1310">
                  <c:v>4.4751882199999997</c:v>
                </c:pt>
                <c:pt idx="1311">
                  <c:v>4.4751879570000002</c:v>
                </c:pt>
                <c:pt idx="1312">
                  <c:v>4.4751879710000004</c:v>
                </c:pt>
                <c:pt idx="1313">
                  <c:v>2.1640558209999998</c:v>
                </c:pt>
                <c:pt idx="1314">
                  <c:v>0</c:v>
                </c:pt>
                <c:pt idx="1315">
                  <c:v>0</c:v>
                </c:pt>
                <c:pt idx="1316">
                  <c:v>0</c:v>
                </c:pt>
                <c:pt idx="1317">
                  <c:v>0</c:v>
                </c:pt>
                <c:pt idx="1318">
                  <c:v>0</c:v>
                </c:pt>
                <c:pt idx="1319">
                  <c:v>0</c:v>
                </c:pt>
                <c:pt idx="1320">
                  <c:v>0</c:v>
                </c:pt>
                <c:pt idx="1321">
                  <c:v>0</c:v>
                </c:pt>
                <c:pt idx="1322">
                  <c:v>0</c:v>
                </c:pt>
                <c:pt idx="1323">
                  <c:v>0.10192973700000001</c:v>
                </c:pt>
                <c:pt idx="1324">
                  <c:v>8.0952331550000007</c:v>
                </c:pt>
                <c:pt idx="1325">
                  <c:v>3.6193756459999999</c:v>
                </c:pt>
                <c:pt idx="1326">
                  <c:v>4.2601134590000003</c:v>
                </c:pt>
                <c:pt idx="1327">
                  <c:v>4.7567692609999996</c:v>
                </c:pt>
                <c:pt idx="1328">
                  <c:v>30.297264670000001</c:v>
                </c:pt>
                <c:pt idx="1329">
                  <c:v>12.73947611</c:v>
                </c:pt>
                <c:pt idx="1330">
                  <c:v>28.434264070000001</c:v>
                </c:pt>
                <c:pt idx="1331">
                  <c:v>6.0675689119999996</c:v>
                </c:pt>
                <c:pt idx="1332">
                  <c:v>4.3955689229999999</c:v>
                </c:pt>
                <c:pt idx="1333">
                  <c:v>4.4791689220000004</c:v>
                </c:pt>
                <c:pt idx="1334">
                  <c:v>4.4749889219999996</c:v>
                </c:pt>
                <c:pt idx="1335">
                  <c:v>4.4751979220000004</c:v>
                </c:pt>
                <c:pt idx="1336">
                  <c:v>4.475187472</c:v>
                </c:pt>
                <c:pt idx="1337">
                  <c:v>4.4751879949999998</c:v>
                </c:pt>
                <c:pt idx="1338">
                  <c:v>0</c:v>
                </c:pt>
                <c:pt idx="1339">
                  <c:v>0</c:v>
                </c:pt>
                <c:pt idx="1340">
                  <c:v>6.5517300000000001</c:v>
                </c:pt>
                <c:pt idx="1341">
                  <c:v>4.9555800000000003</c:v>
                </c:pt>
                <c:pt idx="1342">
                  <c:v>12.555630000000001</c:v>
                </c:pt>
                <c:pt idx="1343">
                  <c:v>8.3902403109999995</c:v>
                </c:pt>
                <c:pt idx="1344">
                  <c:v>4.2794353530000002</c:v>
                </c:pt>
                <c:pt idx="1345">
                  <c:v>4.4849756010000004</c:v>
                </c:pt>
                <c:pt idx="1346">
                  <c:v>4.4746985879999999</c:v>
                </c:pt>
                <c:pt idx="1347">
                  <c:v>4.4752124389999999</c:v>
                </c:pt>
                <c:pt idx="1348">
                  <c:v>4.4751867460000003</c:v>
                </c:pt>
                <c:pt idx="1349">
                  <c:v>4.4751880310000001</c:v>
                </c:pt>
                <c:pt idx="1350">
                  <c:v>4.4751879670000001</c:v>
                </c:pt>
                <c:pt idx="1351">
                  <c:v>4.4751879700000003</c:v>
                </c:pt>
                <c:pt idx="1352">
                  <c:v>4.4751879700000003</c:v>
                </c:pt>
                <c:pt idx="1353">
                  <c:v>4.4751879700000003</c:v>
                </c:pt>
                <c:pt idx="1354">
                  <c:v>4.4751879700000003</c:v>
                </c:pt>
                <c:pt idx="1355">
                  <c:v>4.4751879700000003</c:v>
                </c:pt>
                <c:pt idx="1356">
                  <c:v>4.4751879700000003</c:v>
                </c:pt>
                <c:pt idx="1357">
                  <c:v>4.4751879700000003</c:v>
                </c:pt>
                <c:pt idx="1358">
                  <c:v>4.4751879700000003</c:v>
                </c:pt>
                <c:pt idx="1359">
                  <c:v>4.4751879700000003</c:v>
                </c:pt>
                <c:pt idx="1360">
                  <c:v>4.4751879700000003</c:v>
                </c:pt>
                <c:pt idx="1361">
                  <c:v>4.4751879700000003</c:v>
                </c:pt>
                <c:pt idx="1362">
                  <c:v>3.8690744719999999</c:v>
                </c:pt>
                <c:pt idx="1363">
                  <c:v>5.0813014680000004</c:v>
                </c:pt>
                <c:pt idx="1364">
                  <c:v>3.1351499999999999</c:v>
                </c:pt>
                <c:pt idx="1365">
                  <c:v>5.7864355490000001</c:v>
                </c:pt>
                <c:pt idx="1366">
                  <c:v>4.4096255910000002</c:v>
                </c:pt>
                <c:pt idx="1367">
                  <c:v>4.4784660890000003</c:v>
                </c:pt>
                <c:pt idx="1368">
                  <c:v>4.4750240640000003</c:v>
                </c:pt>
                <c:pt idx="1369">
                  <c:v>4.4751961649999998</c:v>
                </c:pt>
                <c:pt idx="1370">
                  <c:v>4.4751875600000002</c:v>
                </c:pt>
                <c:pt idx="1371">
                  <c:v>4.4751879900000002</c:v>
                </c:pt>
                <c:pt idx="1372">
                  <c:v>4.4751879690000003</c:v>
                </c:pt>
                <c:pt idx="1373">
                  <c:v>4.4751879700000003</c:v>
                </c:pt>
                <c:pt idx="1374">
                  <c:v>4.4751879700000003</c:v>
                </c:pt>
                <c:pt idx="1375">
                  <c:v>4.4751879700000003</c:v>
                </c:pt>
                <c:pt idx="1376">
                  <c:v>4.4751879700000003</c:v>
                </c:pt>
                <c:pt idx="1377">
                  <c:v>4.4751879700000003</c:v>
                </c:pt>
                <c:pt idx="1378">
                  <c:v>4.4751879700000003</c:v>
                </c:pt>
                <c:pt idx="1379">
                  <c:v>4.4751879700000003</c:v>
                </c:pt>
                <c:pt idx="1380">
                  <c:v>4.4751879700000003</c:v>
                </c:pt>
                <c:pt idx="1381">
                  <c:v>4.4751879700000003</c:v>
                </c:pt>
                <c:pt idx="1382">
                  <c:v>4.4751879700000003</c:v>
                </c:pt>
                <c:pt idx="1383">
                  <c:v>4.4751879700000003</c:v>
                </c:pt>
                <c:pt idx="1384">
                  <c:v>0</c:v>
                </c:pt>
                <c:pt idx="1385">
                  <c:v>4.8782400709999996</c:v>
                </c:pt>
                <c:pt idx="1386">
                  <c:v>8.1586125000000003</c:v>
                </c:pt>
                <c:pt idx="1387">
                  <c:v>4.0692431249999998</c:v>
                </c:pt>
                <c:pt idx="1388">
                  <c:v>5.7374263870000002</c:v>
                </c:pt>
                <c:pt idx="1389">
                  <c:v>4.4120760490000004</c:v>
                </c:pt>
                <c:pt idx="1390">
                  <c:v>4.4783435660000004</c:v>
                </c:pt>
                <c:pt idx="1391">
                  <c:v>4.47503019</c:v>
                </c:pt>
                <c:pt idx="1392">
                  <c:v>4.4751958590000003</c:v>
                </c:pt>
                <c:pt idx="1393">
                  <c:v>4.4751875749999996</c:v>
                </c:pt>
                <c:pt idx="1394">
                  <c:v>4.4751879900000002</c:v>
                </c:pt>
                <c:pt idx="1395">
                  <c:v>4.4751879690000003</c:v>
                </c:pt>
                <c:pt idx="1396">
                  <c:v>4.4751879700000003</c:v>
                </c:pt>
                <c:pt idx="1397">
                  <c:v>4.4751879700000003</c:v>
                </c:pt>
                <c:pt idx="1398">
                  <c:v>4.4751879700000003</c:v>
                </c:pt>
                <c:pt idx="1399">
                  <c:v>4.4751879700000003</c:v>
                </c:pt>
                <c:pt idx="1400">
                  <c:v>4.4751879700000003</c:v>
                </c:pt>
                <c:pt idx="1401">
                  <c:v>4.4751879700000003</c:v>
                </c:pt>
                <c:pt idx="1402">
                  <c:v>4.4751879700000003</c:v>
                </c:pt>
                <c:pt idx="1403">
                  <c:v>4.4751879700000003</c:v>
                </c:pt>
                <c:pt idx="1404">
                  <c:v>4.4751879700000003</c:v>
                </c:pt>
                <c:pt idx="1405">
                  <c:v>4.4751879700000003</c:v>
                </c:pt>
                <c:pt idx="1406">
                  <c:v>4.4751879700000003</c:v>
                </c:pt>
                <c:pt idx="1407">
                  <c:v>4.4751879700000003</c:v>
                </c:pt>
                <c:pt idx="1408">
                  <c:v>4.4751879700000003</c:v>
                </c:pt>
                <c:pt idx="1409">
                  <c:v>4.4751879700000003</c:v>
                </c:pt>
                <c:pt idx="1410">
                  <c:v>4.2706125000000004</c:v>
                </c:pt>
                <c:pt idx="1411">
                  <c:v>4.6797634400000003</c:v>
                </c:pt>
                <c:pt idx="1412">
                  <c:v>4.4649591959999997</c:v>
                </c:pt>
                <c:pt idx="1413">
                  <c:v>4.4756994089999997</c:v>
                </c:pt>
                <c:pt idx="1414">
                  <c:v>4.4751623980000002</c:v>
                </c:pt>
                <c:pt idx="1415">
                  <c:v>4.4751892489999996</c:v>
                </c:pt>
                <c:pt idx="1416">
                  <c:v>1.7034987960000001</c:v>
                </c:pt>
                <c:pt idx="1417">
                  <c:v>3.8927899020000001</c:v>
                </c:pt>
                <c:pt idx="1418">
                  <c:v>3.5069238779999998</c:v>
                </c:pt>
                <c:pt idx="1419">
                  <c:v>0.37829462400000002</c:v>
                </c:pt>
                <c:pt idx="1420">
                  <c:v>11.445137649999999</c:v>
                </c:pt>
                <c:pt idx="1421">
                  <c:v>5.0280369580000004</c:v>
                </c:pt>
                <c:pt idx="1422">
                  <c:v>4.4475455210000003</c:v>
                </c:pt>
                <c:pt idx="1423">
                  <c:v>4.4765700920000002</c:v>
                </c:pt>
                <c:pt idx="1424">
                  <c:v>3.7653386869999999</c:v>
                </c:pt>
                <c:pt idx="1425">
                  <c:v>5.1849716020000001</c:v>
                </c:pt>
                <c:pt idx="1426">
                  <c:v>0</c:v>
                </c:pt>
                <c:pt idx="1427">
                  <c:v>8.9961659869999995</c:v>
                </c:pt>
                <c:pt idx="1428">
                  <c:v>4.9654970489999997</c:v>
                </c:pt>
                <c:pt idx="1429">
                  <c:v>6.1214752900000002</c:v>
                </c:pt>
                <c:pt idx="1430">
                  <c:v>1.000139355</c:v>
                </c:pt>
                <c:pt idx="1431">
                  <c:v>7.872037937</c:v>
                </c:pt>
                <c:pt idx="1432">
                  <c:v>0</c:v>
                </c:pt>
                <c:pt idx="1433">
                  <c:v>1.1336243450000001</c:v>
                </c:pt>
                <c:pt idx="1434">
                  <c:v>0</c:v>
                </c:pt>
                <c:pt idx="1435">
                  <c:v>0</c:v>
                </c:pt>
                <c:pt idx="1436">
                  <c:v>0</c:v>
                </c:pt>
                <c:pt idx="1437">
                  <c:v>0</c:v>
                </c:pt>
                <c:pt idx="1438">
                  <c:v>0</c:v>
                </c:pt>
                <c:pt idx="1439">
                  <c:v>0</c:v>
                </c:pt>
                <c:pt idx="1440">
                  <c:v>14.384426550000001</c:v>
                </c:pt>
                <c:pt idx="1441">
                  <c:v>8.7014642080000009</c:v>
                </c:pt>
                <c:pt idx="1442">
                  <c:v>16.08201</c:v>
                </c:pt>
                <c:pt idx="1443">
                  <c:v>15.29829</c:v>
                </c:pt>
                <c:pt idx="1444">
                  <c:v>1.3950791570000001</c:v>
                </c:pt>
                <c:pt idx="1445">
                  <c:v>4.6889015860000001</c:v>
                </c:pt>
                <c:pt idx="1446">
                  <c:v>0</c:v>
                </c:pt>
                <c:pt idx="1447">
                  <c:v>0</c:v>
                </c:pt>
                <c:pt idx="1448">
                  <c:v>5.3691903649999997</c:v>
                </c:pt>
                <c:pt idx="1449">
                  <c:v>14.10098647</c:v>
                </c:pt>
                <c:pt idx="1450">
                  <c:v>21.74075436</c:v>
                </c:pt>
                <c:pt idx="1451">
                  <c:v>14.28932938</c:v>
                </c:pt>
                <c:pt idx="1452">
                  <c:v>3.9844808989999998</c:v>
                </c:pt>
                <c:pt idx="1453">
                  <c:v>4.4997233230000004</c:v>
                </c:pt>
                <c:pt idx="1454">
                  <c:v>4.4739612019999999</c:v>
                </c:pt>
                <c:pt idx="1455">
                  <c:v>4.4752493080000004</c:v>
                </c:pt>
                <c:pt idx="1456">
                  <c:v>4.4751849029999997</c:v>
                </c:pt>
                <c:pt idx="1457">
                  <c:v>4.4751881229999997</c:v>
                </c:pt>
                <c:pt idx="1458">
                  <c:v>0</c:v>
                </c:pt>
                <c:pt idx="1459">
                  <c:v>0</c:v>
                </c:pt>
                <c:pt idx="1460">
                  <c:v>0</c:v>
                </c:pt>
                <c:pt idx="1461">
                  <c:v>0</c:v>
                </c:pt>
                <c:pt idx="1462">
                  <c:v>0</c:v>
                </c:pt>
                <c:pt idx="1463">
                  <c:v>0</c:v>
                </c:pt>
                <c:pt idx="1464">
                  <c:v>0</c:v>
                </c:pt>
                <c:pt idx="1465">
                  <c:v>0</c:v>
                </c:pt>
                <c:pt idx="1466">
                  <c:v>0.82500228200000003</c:v>
                </c:pt>
                <c:pt idx="1467">
                  <c:v>4.3968693730000004</c:v>
                </c:pt>
                <c:pt idx="1468">
                  <c:v>1.6835172220000001</c:v>
                </c:pt>
                <c:pt idx="1469">
                  <c:v>0</c:v>
                </c:pt>
                <c:pt idx="1470">
                  <c:v>0</c:v>
                </c:pt>
                <c:pt idx="1471">
                  <c:v>10.04728963</c:v>
                </c:pt>
                <c:pt idx="1472">
                  <c:v>12.047574129999999</c:v>
                </c:pt>
                <c:pt idx="1473">
                  <c:v>26.214077939999999</c:v>
                </c:pt>
                <c:pt idx="1474">
                  <c:v>29.955692819999999</c:v>
                </c:pt>
                <c:pt idx="1475">
                  <c:v>15.39767924</c:v>
                </c:pt>
                <c:pt idx="1476">
                  <c:v>3.9290634070000001</c:v>
                </c:pt>
                <c:pt idx="1477">
                  <c:v>4.5024941979999999</c:v>
                </c:pt>
                <c:pt idx="1478">
                  <c:v>4.4738226589999996</c:v>
                </c:pt>
                <c:pt idx="1479">
                  <c:v>4.4752562349999998</c:v>
                </c:pt>
                <c:pt idx="1480">
                  <c:v>4.4751845570000004</c:v>
                </c:pt>
                <c:pt idx="1481">
                  <c:v>4.4751881410000003</c:v>
                </c:pt>
                <c:pt idx="1482">
                  <c:v>4.4751879609999996</c:v>
                </c:pt>
                <c:pt idx="1483">
                  <c:v>3.3220800000000001</c:v>
                </c:pt>
                <c:pt idx="1484">
                  <c:v>4.8168899999999999</c:v>
                </c:pt>
                <c:pt idx="1485">
                  <c:v>2.4285600000000001</c:v>
                </c:pt>
                <c:pt idx="1486">
                  <c:v>0</c:v>
                </c:pt>
                <c:pt idx="1487">
                  <c:v>0</c:v>
                </c:pt>
                <c:pt idx="1488">
                  <c:v>2.7837007530000002</c:v>
                </c:pt>
                <c:pt idx="1489">
                  <c:v>0.57486335200000005</c:v>
                </c:pt>
                <c:pt idx="1490">
                  <c:v>12.612257319999999</c:v>
                </c:pt>
                <c:pt idx="1491">
                  <c:v>0</c:v>
                </c:pt>
                <c:pt idx="1492">
                  <c:v>15.82695</c:v>
                </c:pt>
                <c:pt idx="1493">
                  <c:v>11.152197770000001</c:v>
                </c:pt>
                <c:pt idx="1494">
                  <c:v>4.8855899129999996</c:v>
                </c:pt>
                <c:pt idx="1495">
                  <c:v>4.454667873</c:v>
                </c:pt>
                <c:pt idx="1496">
                  <c:v>4.4762139750000003</c:v>
                </c:pt>
                <c:pt idx="1497">
                  <c:v>4.4751366700000004</c:v>
                </c:pt>
                <c:pt idx="1498">
                  <c:v>4.4751905350000003</c:v>
                </c:pt>
                <c:pt idx="1499">
                  <c:v>4.4751878420000004</c:v>
                </c:pt>
                <c:pt idx="1500">
                  <c:v>4.475187976</c:v>
                </c:pt>
                <c:pt idx="1501">
                  <c:v>4.4751879700000003</c:v>
                </c:pt>
                <c:pt idx="1502">
                  <c:v>4.4751879700000003</c:v>
                </c:pt>
                <c:pt idx="1503">
                  <c:v>4.4751879700000003</c:v>
                </c:pt>
                <c:pt idx="1504">
                  <c:v>0</c:v>
                </c:pt>
                <c:pt idx="1505">
                  <c:v>0</c:v>
                </c:pt>
                <c:pt idx="1506">
                  <c:v>0</c:v>
                </c:pt>
                <c:pt idx="1507">
                  <c:v>0</c:v>
                </c:pt>
                <c:pt idx="1508">
                  <c:v>0</c:v>
                </c:pt>
                <c:pt idx="1509">
                  <c:v>0.91985621799999995</c:v>
                </c:pt>
                <c:pt idx="1510">
                  <c:v>9.9161999999999999</c:v>
                </c:pt>
                <c:pt idx="1511">
                  <c:v>12.869820000000001</c:v>
                </c:pt>
                <c:pt idx="1512">
                  <c:v>15.890309999999999</c:v>
                </c:pt>
                <c:pt idx="1513">
                  <c:v>0</c:v>
                </c:pt>
                <c:pt idx="1514">
                  <c:v>9.0014062179999996</c:v>
                </c:pt>
                <c:pt idx="1515">
                  <c:v>9.1339849199999996</c:v>
                </c:pt>
                <c:pt idx="1516">
                  <c:v>4.2821829359999999</c:v>
                </c:pt>
                <c:pt idx="1517">
                  <c:v>4.0501715860000003</c:v>
                </c:pt>
                <c:pt idx="1518">
                  <c:v>11.153285090000001</c:v>
                </c:pt>
                <c:pt idx="1519">
                  <c:v>10.98522359</c:v>
                </c:pt>
                <c:pt idx="1520">
                  <c:v>8.7304407869999991</c:v>
                </c:pt>
                <c:pt idx="1521">
                  <c:v>4.262425329</c:v>
                </c:pt>
                <c:pt idx="1522">
                  <c:v>4.4858261019999999</c:v>
                </c:pt>
                <c:pt idx="1523">
                  <c:v>4.4746560630000003</c:v>
                </c:pt>
                <c:pt idx="1524">
                  <c:v>4.4752145649999999</c:v>
                </c:pt>
                <c:pt idx="1525">
                  <c:v>4.4751866400000004</c:v>
                </c:pt>
                <c:pt idx="1526">
                  <c:v>4.4751880359999996</c:v>
                </c:pt>
                <c:pt idx="1527">
                  <c:v>4.4751879670000001</c:v>
                </c:pt>
                <c:pt idx="1528">
                  <c:v>4.4751879700000003</c:v>
                </c:pt>
                <c:pt idx="1529">
                  <c:v>4.4751879700000003</c:v>
                </c:pt>
                <c:pt idx="1530">
                  <c:v>0.93952765199999999</c:v>
                </c:pt>
                <c:pt idx="1531">
                  <c:v>8.010848288</c:v>
                </c:pt>
                <c:pt idx="1532">
                  <c:v>3.82986</c:v>
                </c:pt>
                <c:pt idx="1533">
                  <c:v>4.952572075</c:v>
                </c:pt>
                <c:pt idx="1534">
                  <c:v>4.4513187649999999</c:v>
                </c:pt>
                <c:pt idx="1535">
                  <c:v>4.47638143</c:v>
                </c:pt>
                <c:pt idx="1536">
                  <c:v>4.4751282970000004</c:v>
                </c:pt>
                <c:pt idx="1537">
                  <c:v>4.4751909540000003</c:v>
                </c:pt>
                <c:pt idx="1538">
                  <c:v>4.4751878209999996</c:v>
                </c:pt>
                <c:pt idx="1539">
                  <c:v>4.475187977</c:v>
                </c:pt>
                <c:pt idx="1540">
                  <c:v>4.4751879700000003</c:v>
                </c:pt>
                <c:pt idx="1541">
                  <c:v>4.4751879700000003</c:v>
                </c:pt>
                <c:pt idx="1542">
                  <c:v>4.4751879700000003</c:v>
                </c:pt>
                <c:pt idx="1543">
                  <c:v>4.4751879700000003</c:v>
                </c:pt>
                <c:pt idx="1544">
                  <c:v>4.4751879700000003</c:v>
                </c:pt>
                <c:pt idx="1545">
                  <c:v>4.4751879700000003</c:v>
                </c:pt>
                <c:pt idx="1546">
                  <c:v>4.4751879700000003</c:v>
                </c:pt>
                <c:pt idx="1547">
                  <c:v>4.4751879700000003</c:v>
                </c:pt>
                <c:pt idx="1548">
                  <c:v>4.4751879700000003</c:v>
                </c:pt>
                <c:pt idx="1549">
                  <c:v>4.4751879700000003</c:v>
                </c:pt>
                <c:pt idx="1550">
                  <c:v>4.4751879700000003</c:v>
                </c:pt>
                <c:pt idx="1551">
                  <c:v>4.4751879700000003</c:v>
                </c:pt>
                <c:pt idx="1552">
                  <c:v>4.4751879700000003</c:v>
                </c:pt>
                <c:pt idx="1553">
                  <c:v>0</c:v>
                </c:pt>
                <c:pt idx="1554">
                  <c:v>0</c:v>
                </c:pt>
                <c:pt idx="1555">
                  <c:v>0</c:v>
                </c:pt>
                <c:pt idx="1556">
                  <c:v>0</c:v>
                </c:pt>
                <c:pt idx="1557">
                  <c:v>0</c:v>
                </c:pt>
                <c:pt idx="1558">
                  <c:v>0</c:v>
                </c:pt>
                <c:pt idx="1559">
                  <c:v>12.733553540000001</c:v>
                </c:pt>
                <c:pt idx="1560">
                  <c:v>8.2016942079999993</c:v>
                </c:pt>
                <c:pt idx="1561">
                  <c:v>7.5075450090000002</c:v>
                </c:pt>
                <c:pt idx="1562">
                  <c:v>10.33212531</c:v>
                </c:pt>
                <c:pt idx="1563">
                  <c:v>4.3178568359999998</c:v>
                </c:pt>
                <c:pt idx="1564">
                  <c:v>1.301912832</c:v>
                </c:pt>
                <c:pt idx="1565">
                  <c:v>1.8465307529999999</c:v>
                </c:pt>
                <c:pt idx="1566">
                  <c:v>0</c:v>
                </c:pt>
                <c:pt idx="1567">
                  <c:v>0</c:v>
                </c:pt>
                <c:pt idx="1568">
                  <c:v>12.90795209</c:v>
                </c:pt>
                <c:pt idx="1569">
                  <c:v>17.880975429999999</c:v>
                </c:pt>
                <c:pt idx="1570">
                  <c:v>26.09606484</c:v>
                </c:pt>
                <c:pt idx="1571">
                  <c:v>3.394144126</c:v>
                </c:pt>
                <c:pt idx="1572">
                  <c:v>4.5292401619999998</c:v>
                </c:pt>
                <c:pt idx="1573">
                  <c:v>4.4724853600000003</c:v>
                </c:pt>
                <c:pt idx="1574">
                  <c:v>4.4753230999999998</c:v>
                </c:pt>
                <c:pt idx="1575">
                  <c:v>4.4751812129999999</c:v>
                </c:pt>
                <c:pt idx="1576">
                  <c:v>4.4751883079999999</c:v>
                </c:pt>
                <c:pt idx="1577">
                  <c:v>4.4751879529999998</c:v>
                </c:pt>
                <c:pt idx="1578">
                  <c:v>0</c:v>
                </c:pt>
                <c:pt idx="1579">
                  <c:v>0</c:v>
                </c:pt>
                <c:pt idx="1580">
                  <c:v>7.8307200000000003</c:v>
                </c:pt>
                <c:pt idx="1581">
                  <c:v>9.1152899999999999</c:v>
                </c:pt>
                <c:pt idx="1582">
                  <c:v>2.6622815860000002</c:v>
                </c:pt>
                <c:pt idx="1583">
                  <c:v>13.15593</c:v>
                </c:pt>
                <c:pt idx="1584">
                  <c:v>4.9271493729999998</c:v>
                </c:pt>
                <c:pt idx="1585">
                  <c:v>0</c:v>
                </c:pt>
                <c:pt idx="1586">
                  <c:v>0</c:v>
                </c:pt>
                <c:pt idx="1587">
                  <c:v>5.9717661409999998</c:v>
                </c:pt>
                <c:pt idx="1588">
                  <c:v>11.17244788</c:v>
                </c:pt>
                <c:pt idx="1589">
                  <c:v>9.1446922930000003</c:v>
                </c:pt>
                <c:pt idx="1590">
                  <c:v>4.2417127539999999</c:v>
                </c:pt>
                <c:pt idx="1591">
                  <c:v>4.4868617310000003</c:v>
                </c:pt>
                <c:pt idx="1592">
                  <c:v>4.4746042819999996</c:v>
                </c:pt>
                <c:pt idx="1593">
                  <c:v>0</c:v>
                </c:pt>
                <c:pt idx="1594">
                  <c:v>12.48456013</c:v>
                </c:pt>
                <c:pt idx="1595">
                  <c:v>4.0747193619999997</c:v>
                </c:pt>
                <c:pt idx="1596">
                  <c:v>4.4952113999999996</c:v>
                </c:pt>
                <c:pt idx="1597">
                  <c:v>4.4741867979999999</c:v>
                </c:pt>
                <c:pt idx="1598">
                  <c:v>4.4752380289999998</c:v>
                </c:pt>
                <c:pt idx="1599">
                  <c:v>4.4751854670000002</c:v>
                </c:pt>
                <c:pt idx="1600">
                  <c:v>4.475188095</c:v>
                </c:pt>
                <c:pt idx="1601">
                  <c:v>4.4751879639999999</c:v>
                </c:pt>
                <c:pt idx="1602">
                  <c:v>2.5584552309999999</c:v>
                </c:pt>
                <c:pt idx="1603">
                  <c:v>6.3919207089999999</c:v>
                </c:pt>
                <c:pt idx="1604">
                  <c:v>4.3793513329999998</c:v>
                </c:pt>
                <c:pt idx="1605">
                  <c:v>4.4799798019999999</c:v>
                </c:pt>
                <c:pt idx="1606">
                  <c:v>4.4749483779999997</c:v>
                </c:pt>
                <c:pt idx="1607">
                  <c:v>4.4751999500000004</c:v>
                </c:pt>
                <c:pt idx="1608">
                  <c:v>4.4751873709999996</c:v>
                </c:pt>
                <c:pt idx="1609">
                  <c:v>4.4751880000000002</c:v>
                </c:pt>
                <c:pt idx="1610">
                  <c:v>4.4751879680000002</c:v>
                </c:pt>
                <c:pt idx="1611">
                  <c:v>4.4751879700000003</c:v>
                </c:pt>
                <c:pt idx="1612">
                  <c:v>4.4751879700000003</c:v>
                </c:pt>
                <c:pt idx="1613">
                  <c:v>4.4751879700000003</c:v>
                </c:pt>
                <c:pt idx="1614">
                  <c:v>4.4751879700000003</c:v>
                </c:pt>
                <c:pt idx="1615">
                  <c:v>4.4751879700000003</c:v>
                </c:pt>
                <c:pt idx="1616">
                  <c:v>4.4751879700000003</c:v>
                </c:pt>
                <c:pt idx="1617">
                  <c:v>4.4751879700000003</c:v>
                </c:pt>
                <c:pt idx="1618">
                  <c:v>4.4751879700000003</c:v>
                </c:pt>
                <c:pt idx="1619">
                  <c:v>4.4751879700000003</c:v>
                </c:pt>
                <c:pt idx="1620">
                  <c:v>4.4751879700000003</c:v>
                </c:pt>
                <c:pt idx="1621">
                  <c:v>4.4751879700000003</c:v>
                </c:pt>
                <c:pt idx="1622">
                  <c:v>4.4751879700000003</c:v>
                </c:pt>
                <c:pt idx="1623">
                  <c:v>4.4751879700000003</c:v>
                </c:pt>
                <c:pt idx="1624">
                  <c:v>0</c:v>
                </c:pt>
                <c:pt idx="1625">
                  <c:v>0</c:v>
                </c:pt>
                <c:pt idx="1626">
                  <c:v>0</c:v>
                </c:pt>
                <c:pt idx="1627">
                  <c:v>0</c:v>
                </c:pt>
                <c:pt idx="1628">
                  <c:v>0</c:v>
                </c:pt>
                <c:pt idx="1629">
                  <c:v>0</c:v>
                </c:pt>
                <c:pt idx="1630">
                  <c:v>0</c:v>
                </c:pt>
                <c:pt idx="1631">
                  <c:v>0</c:v>
                </c:pt>
                <c:pt idx="1632">
                  <c:v>4.8709480159999998</c:v>
                </c:pt>
                <c:pt idx="1633">
                  <c:v>0</c:v>
                </c:pt>
                <c:pt idx="1634">
                  <c:v>0.35003462400000002</c:v>
                </c:pt>
                <c:pt idx="1635">
                  <c:v>0</c:v>
                </c:pt>
                <c:pt idx="1636">
                  <c:v>0</c:v>
                </c:pt>
                <c:pt idx="1637">
                  <c:v>0</c:v>
                </c:pt>
                <c:pt idx="1638">
                  <c:v>0</c:v>
                </c:pt>
                <c:pt idx="1639">
                  <c:v>0.67036873299999999</c:v>
                </c:pt>
                <c:pt idx="1640">
                  <c:v>24.648245039999999</c:v>
                </c:pt>
                <c:pt idx="1641">
                  <c:v>26.068189910000001</c:v>
                </c:pt>
                <c:pt idx="1642">
                  <c:v>34.52846976</c:v>
                </c:pt>
                <c:pt idx="1643">
                  <c:v>7.486038282</c:v>
                </c:pt>
                <c:pt idx="1644">
                  <c:v>4.3246454539999997</c:v>
                </c:pt>
                <c:pt idx="1645">
                  <c:v>4.4827150959999997</c:v>
                </c:pt>
                <c:pt idx="1646">
                  <c:v>4.474811614</c:v>
                </c:pt>
                <c:pt idx="1647">
                  <c:v>4.4752067880000004</c:v>
                </c:pt>
                <c:pt idx="1648">
                  <c:v>4.4751870289999998</c:v>
                </c:pt>
                <c:pt idx="1649">
                  <c:v>4.4751880169999998</c:v>
                </c:pt>
                <c:pt idx="1650">
                  <c:v>4.4751879680000002</c:v>
                </c:pt>
                <c:pt idx="1651">
                  <c:v>0</c:v>
                </c:pt>
                <c:pt idx="1652">
                  <c:v>0</c:v>
                </c:pt>
                <c:pt idx="1653">
                  <c:v>0</c:v>
                </c:pt>
                <c:pt idx="1654">
                  <c:v>0</c:v>
                </c:pt>
                <c:pt idx="1655">
                  <c:v>1.8956868360000001</c:v>
                </c:pt>
                <c:pt idx="1656">
                  <c:v>1.8780928320000001</c:v>
                </c:pt>
                <c:pt idx="1657">
                  <c:v>3.6356568359999999</c:v>
                </c:pt>
                <c:pt idx="1658">
                  <c:v>0.166549737</c:v>
                </c:pt>
                <c:pt idx="1659">
                  <c:v>13.39282732</c:v>
                </c:pt>
                <c:pt idx="1660">
                  <c:v>1.4656833520000001</c:v>
                </c:pt>
                <c:pt idx="1661">
                  <c:v>0</c:v>
                </c:pt>
                <c:pt idx="1662">
                  <c:v>4.311328016</c:v>
                </c:pt>
                <c:pt idx="1663">
                  <c:v>13.185353449999999</c:v>
                </c:pt>
                <c:pt idx="1664">
                  <c:v>27.999179290000001</c:v>
                </c:pt>
                <c:pt idx="1665">
                  <c:v>4.5953400569999996</c:v>
                </c:pt>
                <c:pt idx="1666">
                  <c:v>4.4691803659999998</c:v>
                </c:pt>
                <c:pt idx="1667">
                  <c:v>4.47548835</c:v>
                </c:pt>
                <c:pt idx="1668">
                  <c:v>4.4751729510000002</c:v>
                </c:pt>
                <c:pt idx="1669">
                  <c:v>4.4751887210000003</c:v>
                </c:pt>
                <c:pt idx="1670">
                  <c:v>4.4751879319999999</c:v>
                </c:pt>
                <c:pt idx="1671">
                  <c:v>4.4751879719999996</c:v>
                </c:pt>
                <c:pt idx="1672">
                  <c:v>4.4751879700000003</c:v>
                </c:pt>
                <c:pt idx="1673">
                  <c:v>4.4751879700000003</c:v>
                </c:pt>
                <c:pt idx="1674">
                  <c:v>4.4751879700000003</c:v>
                </c:pt>
                <c:pt idx="1675">
                  <c:v>4.4751879700000003</c:v>
                </c:pt>
                <c:pt idx="1676">
                  <c:v>4.4751879700000003</c:v>
                </c:pt>
                <c:pt idx="1677">
                  <c:v>0</c:v>
                </c:pt>
                <c:pt idx="1678">
                  <c:v>2.5724600639999999</c:v>
                </c:pt>
                <c:pt idx="1679">
                  <c:v>0</c:v>
                </c:pt>
                <c:pt idx="1680">
                  <c:v>0</c:v>
                </c:pt>
                <c:pt idx="1681">
                  <c:v>0.90290462400000004</c:v>
                </c:pt>
                <c:pt idx="1682">
                  <c:v>7.8773431550000002</c:v>
                </c:pt>
                <c:pt idx="1683">
                  <c:v>0</c:v>
                </c:pt>
                <c:pt idx="1684">
                  <c:v>0.88737442899999996</c:v>
                </c:pt>
                <c:pt idx="1685">
                  <c:v>0</c:v>
                </c:pt>
                <c:pt idx="1686">
                  <c:v>0</c:v>
                </c:pt>
                <c:pt idx="1687">
                  <c:v>2.3447740929999998</c:v>
                </c:pt>
                <c:pt idx="1688">
                  <c:v>17.76113002</c:v>
                </c:pt>
                <c:pt idx="1689">
                  <c:v>22.52608747</c:v>
                </c:pt>
                <c:pt idx="1690">
                  <c:v>12.125422179999999</c:v>
                </c:pt>
                <c:pt idx="1691">
                  <c:v>4.0926762590000001</c:v>
                </c:pt>
                <c:pt idx="1692">
                  <c:v>4.4943135549999997</c:v>
                </c:pt>
                <c:pt idx="1693">
                  <c:v>4.474231691</c:v>
                </c:pt>
                <c:pt idx="1694">
                  <c:v>4.4752357839999997</c:v>
                </c:pt>
                <c:pt idx="1695">
                  <c:v>4.4751855789999997</c:v>
                </c:pt>
                <c:pt idx="1696">
                  <c:v>4.4751880890000004</c:v>
                </c:pt>
                <c:pt idx="1697">
                  <c:v>4.4751879639999999</c:v>
                </c:pt>
                <c:pt idx="1698">
                  <c:v>4.4751879700000003</c:v>
                </c:pt>
                <c:pt idx="1699">
                  <c:v>4.4751879700000003</c:v>
                </c:pt>
                <c:pt idx="1700">
                  <c:v>4.4751879700000003</c:v>
                </c:pt>
                <c:pt idx="1701">
                  <c:v>4.4751879700000003</c:v>
                </c:pt>
                <c:pt idx="1702">
                  <c:v>4.4751879700000003</c:v>
                </c:pt>
                <c:pt idx="1703">
                  <c:v>4.4751879700000003</c:v>
                </c:pt>
                <c:pt idx="1704">
                  <c:v>4.4751879700000003</c:v>
                </c:pt>
                <c:pt idx="1705">
                  <c:v>4.4751879700000003</c:v>
                </c:pt>
                <c:pt idx="1706">
                  <c:v>4.4751879700000003</c:v>
                </c:pt>
                <c:pt idx="1707">
                  <c:v>4.4751879700000003</c:v>
                </c:pt>
                <c:pt idx="1708">
                  <c:v>4.4751879700000003</c:v>
                </c:pt>
                <c:pt idx="1709">
                  <c:v>4.4751879700000003</c:v>
                </c:pt>
                <c:pt idx="1710">
                  <c:v>4.4751879700000003</c:v>
                </c:pt>
                <c:pt idx="1711">
                  <c:v>4.4751879700000003</c:v>
                </c:pt>
                <c:pt idx="1712">
                  <c:v>4.4751879700000003</c:v>
                </c:pt>
                <c:pt idx="1713">
                  <c:v>4.4751879700000003</c:v>
                </c:pt>
                <c:pt idx="1714">
                  <c:v>4.4751879700000003</c:v>
                </c:pt>
                <c:pt idx="1715">
                  <c:v>4.4751879700000003</c:v>
                </c:pt>
                <c:pt idx="1716">
                  <c:v>4.4751879700000003</c:v>
                </c:pt>
                <c:pt idx="1717">
                  <c:v>4.4751879700000003</c:v>
                </c:pt>
                <c:pt idx="1718">
                  <c:v>4.4751879700000003</c:v>
                </c:pt>
                <c:pt idx="1719">
                  <c:v>4.4751879700000003</c:v>
                </c:pt>
                <c:pt idx="1720">
                  <c:v>4.4751879700000003</c:v>
                </c:pt>
                <c:pt idx="1721">
                  <c:v>4.4751879700000003</c:v>
                </c:pt>
                <c:pt idx="1722">
                  <c:v>4.4751879700000003</c:v>
                </c:pt>
                <c:pt idx="1723">
                  <c:v>4.4751879700000003</c:v>
                </c:pt>
                <c:pt idx="1724">
                  <c:v>4.4751879700000003</c:v>
                </c:pt>
                <c:pt idx="1725">
                  <c:v>4.4751879700000003</c:v>
                </c:pt>
                <c:pt idx="1726">
                  <c:v>4.4751879700000003</c:v>
                </c:pt>
                <c:pt idx="1727">
                  <c:v>4.4751879700000003</c:v>
                </c:pt>
                <c:pt idx="1728">
                  <c:v>4.4751879700000003</c:v>
                </c:pt>
                <c:pt idx="1729">
                  <c:v>4.4751879700000003</c:v>
                </c:pt>
                <c:pt idx="1730">
                  <c:v>4.4751879700000003</c:v>
                </c:pt>
                <c:pt idx="1731">
                  <c:v>3.9493156460000001</c:v>
                </c:pt>
                <c:pt idx="1732">
                  <c:v>5.0010602940000002</c:v>
                </c:pt>
                <c:pt idx="1733">
                  <c:v>4.4488943540000001</c:v>
                </c:pt>
                <c:pt idx="1734">
                  <c:v>4.4765026509999997</c:v>
                </c:pt>
                <c:pt idx="1735">
                  <c:v>0.99033443600000004</c:v>
                </c:pt>
                <c:pt idx="1736">
                  <c:v>0</c:v>
                </c:pt>
                <c:pt idx="1737">
                  <c:v>3.1982621920000001</c:v>
                </c:pt>
                <c:pt idx="1738">
                  <c:v>8.9955133450000009</c:v>
                </c:pt>
                <c:pt idx="1739">
                  <c:v>6.776092802</c:v>
                </c:pt>
                <c:pt idx="1740">
                  <c:v>8.325227065</c:v>
                </c:pt>
                <c:pt idx="1741">
                  <c:v>4.2826860150000003</c:v>
                </c:pt>
                <c:pt idx="1742">
                  <c:v>4.4848130680000002</c:v>
                </c:pt>
                <c:pt idx="1743">
                  <c:v>4.4747067149999999</c:v>
                </c:pt>
                <c:pt idx="1744">
                  <c:v>4.475212033</c:v>
                </c:pt>
                <c:pt idx="1745">
                  <c:v>0</c:v>
                </c:pt>
                <c:pt idx="1746">
                  <c:v>0</c:v>
                </c:pt>
                <c:pt idx="1747">
                  <c:v>0</c:v>
                </c:pt>
                <c:pt idx="1748">
                  <c:v>0</c:v>
                </c:pt>
                <c:pt idx="1749">
                  <c:v>0</c:v>
                </c:pt>
                <c:pt idx="1750">
                  <c:v>7.4412835370000003</c:v>
                </c:pt>
                <c:pt idx="1751">
                  <c:v>11.058210000000001</c:v>
                </c:pt>
                <c:pt idx="1752">
                  <c:v>15.899760000000001</c:v>
                </c:pt>
                <c:pt idx="1753">
                  <c:v>7.0733717800000004</c:v>
                </c:pt>
                <c:pt idx="1754">
                  <c:v>3.9648768360000002</c:v>
                </c:pt>
                <c:pt idx="1755">
                  <c:v>2.890417222</c:v>
                </c:pt>
                <c:pt idx="1756">
                  <c:v>0</c:v>
                </c:pt>
                <c:pt idx="1757">
                  <c:v>0</c:v>
                </c:pt>
                <c:pt idx="1758">
                  <c:v>0</c:v>
                </c:pt>
                <c:pt idx="1759">
                  <c:v>0</c:v>
                </c:pt>
                <c:pt idx="1760">
                  <c:v>2.626767048</c:v>
                </c:pt>
                <c:pt idx="1761">
                  <c:v>0</c:v>
                </c:pt>
                <c:pt idx="1762">
                  <c:v>14.058633090000001</c:v>
                </c:pt>
                <c:pt idx="1763">
                  <c:v>24.085926990000001</c:v>
                </c:pt>
                <c:pt idx="1764">
                  <c:v>24.64591944</c:v>
                </c:pt>
                <c:pt idx="1765">
                  <c:v>5.5802379059999998</c:v>
                </c:pt>
                <c:pt idx="1766">
                  <c:v>4.4199354729999998</c:v>
                </c:pt>
                <c:pt idx="1767">
                  <c:v>4.4779505950000003</c:v>
                </c:pt>
                <c:pt idx="1768">
                  <c:v>4.4750498390000004</c:v>
                </c:pt>
                <c:pt idx="1769">
                  <c:v>3.9137901369999999</c:v>
                </c:pt>
                <c:pt idx="1770">
                  <c:v>0</c:v>
                </c:pt>
                <c:pt idx="1771">
                  <c:v>0</c:v>
                </c:pt>
                <c:pt idx="1772">
                  <c:v>0</c:v>
                </c:pt>
                <c:pt idx="1773">
                  <c:v>0</c:v>
                </c:pt>
                <c:pt idx="1774">
                  <c:v>0</c:v>
                </c:pt>
                <c:pt idx="1775">
                  <c:v>11.07179655</c:v>
                </c:pt>
                <c:pt idx="1776">
                  <c:v>6.3669617799999996</c:v>
                </c:pt>
                <c:pt idx="1777">
                  <c:v>15.77061</c:v>
                </c:pt>
                <c:pt idx="1778">
                  <c:v>10.46622531</c:v>
                </c:pt>
                <c:pt idx="1779">
                  <c:v>6.9702331549999998</c:v>
                </c:pt>
                <c:pt idx="1780">
                  <c:v>0</c:v>
                </c:pt>
                <c:pt idx="1781">
                  <c:v>1.492029373</c:v>
                </c:pt>
                <c:pt idx="1782">
                  <c:v>12.18168</c:v>
                </c:pt>
                <c:pt idx="1783">
                  <c:v>26.306851980000001</c:v>
                </c:pt>
                <c:pt idx="1784">
                  <c:v>10.36407286</c:v>
                </c:pt>
                <c:pt idx="1785">
                  <c:v>4.1807437250000001</c:v>
                </c:pt>
                <c:pt idx="1786">
                  <c:v>4.489910182</c:v>
                </c:pt>
                <c:pt idx="1787">
                  <c:v>4.4744518590000002</c:v>
                </c:pt>
                <c:pt idx="1788">
                  <c:v>4.475224775</c:v>
                </c:pt>
                <c:pt idx="1789">
                  <c:v>4.47518613</c:v>
                </c:pt>
                <c:pt idx="1790">
                  <c:v>4.475188062</c:v>
                </c:pt>
                <c:pt idx="1791">
                  <c:v>4.4751879649999999</c:v>
                </c:pt>
                <c:pt idx="1792">
                  <c:v>4.4751879700000003</c:v>
                </c:pt>
                <c:pt idx="1793">
                  <c:v>4.4751879700000003</c:v>
                </c:pt>
                <c:pt idx="1794">
                  <c:v>0.459647321</c:v>
                </c:pt>
                <c:pt idx="1795">
                  <c:v>0</c:v>
                </c:pt>
                <c:pt idx="1796">
                  <c:v>4.0154399999999999</c:v>
                </c:pt>
                <c:pt idx="1797">
                  <c:v>8.1591299999999993</c:v>
                </c:pt>
                <c:pt idx="1798">
                  <c:v>6.3773099999999996</c:v>
                </c:pt>
                <c:pt idx="1799">
                  <c:v>9.8690611209999997</c:v>
                </c:pt>
                <c:pt idx="1800">
                  <c:v>4.2054943119999999</c:v>
                </c:pt>
                <c:pt idx="1801">
                  <c:v>4.4886726530000001</c:v>
                </c:pt>
                <c:pt idx="1802">
                  <c:v>4.4745137359999996</c:v>
                </c:pt>
                <c:pt idx="1803">
                  <c:v>4.4752216819999999</c:v>
                </c:pt>
                <c:pt idx="1804">
                  <c:v>4.4751862840000003</c:v>
                </c:pt>
                <c:pt idx="1805">
                  <c:v>4.4751880540000002</c:v>
                </c:pt>
                <c:pt idx="1806">
                  <c:v>4.475187966</c:v>
                </c:pt>
                <c:pt idx="1807">
                  <c:v>4.4751879700000003</c:v>
                </c:pt>
                <c:pt idx="1808">
                  <c:v>4.4751879700000003</c:v>
                </c:pt>
                <c:pt idx="1809">
                  <c:v>4.4751879700000003</c:v>
                </c:pt>
                <c:pt idx="1810">
                  <c:v>4.4751879700000003</c:v>
                </c:pt>
                <c:pt idx="1811">
                  <c:v>4.4751879700000003</c:v>
                </c:pt>
                <c:pt idx="1812">
                  <c:v>4.4751879700000003</c:v>
                </c:pt>
                <c:pt idx="1813">
                  <c:v>4.4751879700000003</c:v>
                </c:pt>
                <c:pt idx="1814">
                  <c:v>4.4751879700000003</c:v>
                </c:pt>
                <c:pt idx="1815">
                  <c:v>4.4751879700000003</c:v>
                </c:pt>
                <c:pt idx="1816">
                  <c:v>4.4751879700000003</c:v>
                </c:pt>
                <c:pt idx="1817">
                  <c:v>0</c:v>
                </c:pt>
                <c:pt idx="1818">
                  <c:v>1.5336277700000001</c:v>
                </c:pt>
                <c:pt idx="1819">
                  <c:v>3.7571400000000001</c:v>
                </c:pt>
                <c:pt idx="1820">
                  <c:v>4.8824100000000001</c:v>
                </c:pt>
                <c:pt idx="1821">
                  <c:v>0</c:v>
                </c:pt>
                <c:pt idx="1822">
                  <c:v>2.0096953590000002</c:v>
                </c:pt>
                <c:pt idx="1823">
                  <c:v>0.33589683599999998</c:v>
                </c:pt>
                <c:pt idx="1824">
                  <c:v>0.50015470699999998</c:v>
                </c:pt>
                <c:pt idx="1825">
                  <c:v>0</c:v>
                </c:pt>
                <c:pt idx="1826">
                  <c:v>0</c:v>
                </c:pt>
                <c:pt idx="1827">
                  <c:v>4.1779629360000001</c:v>
                </c:pt>
                <c:pt idx="1828">
                  <c:v>9.1691942080000004</c:v>
                </c:pt>
                <c:pt idx="1829">
                  <c:v>0</c:v>
                </c:pt>
                <c:pt idx="1830">
                  <c:v>1.942442832</c:v>
                </c:pt>
                <c:pt idx="1831">
                  <c:v>12.119969490000001</c:v>
                </c:pt>
                <c:pt idx="1832">
                  <c:v>4.9046663190000004</c:v>
                </c:pt>
                <c:pt idx="1833">
                  <c:v>25.171736119999998</c:v>
                </c:pt>
                <c:pt idx="1834">
                  <c:v>5.2265740760000003</c:v>
                </c:pt>
                <c:pt idx="1835">
                  <c:v>4.4376186649999996</c:v>
                </c:pt>
                <c:pt idx="1836">
                  <c:v>4.4770664350000002</c:v>
                </c:pt>
                <c:pt idx="1837">
                  <c:v>4.4750940469999998</c:v>
                </c:pt>
                <c:pt idx="1838">
                  <c:v>4.4751926659999999</c:v>
                </c:pt>
                <c:pt idx="1839">
                  <c:v>4.1734566260000001</c:v>
                </c:pt>
                <c:pt idx="1840">
                  <c:v>1.086868516</c:v>
                </c:pt>
                <c:pt idx="1841">
                  <c:v>0</c:v>
                </c:pt>
                <c:pt idx="1842">
                  <c:v>0</c:v>
                </c:pt>
                <c:pt idx="1843">
                  <c:v>0</c:v>
                </c:pt>
                <c:pt idx="1844">
                  <c:v>0</c:v>
                </c:pt>
                <c:pt idx="1845">
                  <c:v>0</c:v>
                </c:pt>
                <c:pt idx="1846">
                  <c:v>0</c:v>
                </c:pt>
                <c:pt idx="1847">
                  <c:v>3.4339668360000002</c:v>
                </c:pt>
                <c:pt idx="1848">
                  <c:v>9.7297553109999999</c:v>
                </c:pt>
                <c:pt idx="1849">
                  <c:v>0</c:v>
                </c:pt>
                <c:pt idx="1850">
                  <c:v>15.986879999999999</c:v>
                </c:pt>
                <c:pt idx="1851">
                  <c:v>11.738907770000001</c:v>
                </c:pt>
                <c:pt idx="1852">
                  <c:v>14.403683539999999</c:v>
                </c:pt>
                <c:pt idx="1853">
                  <c:v>5.3207000640000004</c:v>
                </c:pt>
                <c:pt idx="1854">
                  <c:v>0</c:v>
                </c:pt>
                <c:pt idx="1855">
                  <c:v>7.2730809399999998</c:v>
                </c:pt>
                <c:pt idx="1856">
                  <c:v>21.49753239</c:v>
                </c:pt>
                <c:pt idx="1857">
                  <c:v>3.6240707489999999</c:v>
                </c:pt>
                <c:pt idx="1858">
                  <c:v>4.5177438309999998</c:v>
                </c:pt>
                <c:pt idx="1859">
                  <c:v>4.4730601769999998</c:v>
                </c:pt>
                <c:pt idx="1860">
                  <c:v>4.4752943600000004</c:v>
                </c:pt>
                <c:pt idx="1861">
                  <c:v>4.4751826499999998</c:v>
                </c:pt>
                <c:pt idx="1862">
                  <c:v>4.4751882360000002</c:v>
                </c:pt>
                <c:pt idx="1863">
                  <c:v>4.4751879570000002</c:v>
                </c:pt>
                <c:pt idx="1864">
                  <c:v>4.4751879710000004</c:v>
                </c:pt>
                <c:pt idx="1865">
                  <c:v>4.4751879700000003</c:v>
                </c:pt>
                <c:pt idx="1866">
                  <c:v>0</c:v>
                </c:pt>
                <c:pt idx="1867">
                  <c:v>0</c:v>
                </c:pt>
                <c:pt idx="1868">
                  <c:v>6.2075699999999996</c:v>
                </c:pt>
                <c:pt idx="1869">
                  <c:v>0</c:v>
                </c:pt>
                <c:pt idx="1870">
                  <c:v>11.013120000000001</c:v>
                </c:pt>
                <c:pt idx="1871">
                  <c:v>13.87458</c:v>
                </c:pt>
                <c:pt idx="1872">
                  <c:v>9.5106934709999997</c:v>
                </c:pt>
                <c:pt idx="1873">
                  <c:v>4.2234126950000004</c:v>
                </c:pt>
                <c:pt idx="1874">
                  <c:v>4.4877767339999997</c:v>
                </c:pt>
                <c:pt idx="1875">
                  <c:v>4.4745585319999996</c:v>
                </c:pt>
                <c:pt idx="1876">
                  <c:v>4.4752194420000002</c:v>
                </c:pt>
                <c:pt idx="1877">
                  <c:v>4.4751863959999998</c:v>
                </c:pt>
                <c:pt idx="1878">
                  <c:v>4.4751880489999998</c:v>
                </c:pt>
                <c:pt idx="1879">
                  <c:v>4.475187966</c:v>
                </c:pt>
                <c:pt idx="1880">
                  <c:v>4.4751879700000003</c:v>
                </c:pt>
                <c:pt idx="1881">
                  <c:v>4.4751879700000003</c:v>
                </c:pt>
                <c:pt idx="1882">
                  <c:v>4.4751879700000003</c:v>
                </c:pt>
                <c:pt idx="1883">
                  <c:v>4.4751879700000003</c:v>
                </c:pt>
                <c:pt idx="1884">
                  <c:v>4.4751879700000003</c:v>
                </c:pt>
                <c:pt idx="1885">
                  <c:v>4.4751879700000003</c:v>
                </c:pt>
                <c:pt idx="1886">
                  <c:v>4.4751879700000003</c:v>
                </c:pt>
                <c:pt idx="1887">
                  <c:v>4.4751879700000003</c:v>
                </c:pt>
                <c:pt idx="1888">
                  <c:v>4.4751879700000003</c:v>
                </c:pt>
                <c:pt idx="1889">
                  <c:v>4.4751879700000003</c:v>
                </c:pt>
                <c:pt idx="1890">
                  <c:v>0</c:v>
                </c:pt>
                <c:pt idx="1891">
                  <c:v>0</c:v>
                </c:pt>
                <c:pt idx="1892">
                  <c:v>4.5126554390000004</c:v>
                </c:pt>
                <c:pt idx="1893">
                  <c:v>8.8532100000000007</c:v>
                </c:pt>
                <c:pt idx="1894">
                  <c:v>8.6510700000000007</c:v>
                </c:pt>
                <c:pt idx="1895">
                  <c:v>13.37121</c:v>
                </c:pt>
                <c:pt idx="1896">
                  <c:v>4.7332410569999999</c:v>
                </c:pt>
                <c:pt idx="1897">
                  <c:v>0</c:v>
                </c:pt>
                <c:pt idx="1898">
                  <c:v>3.6673929360000002</c:v>
                </c:pt>
                <c:pt idx="1899">
                  <c:v>1.3732533520000001</c:v>
                </c:pt>
                <c:pt idx="1900">
                  <c:v>10.739015309999999</c:v>
                </c:pt>
                <c:pt idx="1901">
                  <c:v>7.3068863759999996</c:v>
                </c:pt>
                <c:pt idx="1902">
                  <c:v>4.3336030499999998</c:v>
                </c:pt>
                <c:pt idx="1903">
                  <c:v>4.4822672160000003</c:v>
                </c:pt>
                <c:pt idx="1904">
                  <c:v>4.4748340080000002</c:v>
                </c:pt>
                <c:pt idx="1905">
                  <c:v>4.4752056680000001</c:v>
                </c:pt>
                <c:pt idx="1906">
                  <c:v>4.475187085</c:v>
                </c:pt>
                <c:pt idx="1907">
                  <c:v>4.4751880140000004</c:v>
                </c:pt>
                <c:pt idx="1908">
                  <c:v>4.4751879680000002</c:v>
                </c:pt>
                <c:pt idx="1909">
                  <c:v>4.4751879700000003</c:v>
                </c:pt>
                <c:pt idx="1910">
                  <c:v>4.4751879700000003</c:v>
                </c:pt>
                <c:pt idx="1911">
                  <c:v>4.4751879700000003</c:v>
                </c:pt>
                <c:pt idx="1912">
                  <c:v>4.4751879700000003</c:v>
                </c:pt>
                <c:pt idx="1913">
                  <c:v>4.4751879700000003</c:v>
                </c:pt>
                <c:pt idx="1914">
                  <c:v>0</c:v>
                </c:pt>
                <c:pt idx="1915">
                  <c:v>0</c:v>
                </c:pt>
                <c:pt idx="1916">
                  <c:v>0</c:v>
                </c:pt>
                <c:pt idx="1917">
                  <c:v>0</c:v>
                </c:pt>
                <c:pt idx="1918">
                  <c:v>0</c:v>
                </c:pt>
                <c:pt idx="1919">
                  <c:v>12.59082227</c:v>
                </c:pt>
                <c:pt idx="1920">
                  <c:v>15.50484</c:v>
                </c:pt>
                <c:pt idx="1921">
                  <c:v>16.036200000000001</c:v>
                </c:pt>
                <c:pt idx="1922">
                  <c:v>10.927107879999999</c:v>
                </c:pt>
                <c:pt idx="1923">
                  <c:v>11.30732536</c:v>
                </c:pt>
                <c:pt idx="1924">
                  <c:v>15.289988230000001</c:v>
                </c:pt>
                <c:pt idx="1925">
                  <c:v>3.9344479570000002</c:v>
                </c:pt>
                <c:pt idx="1926">
                  <c:v>4.5022249710000004</c:v>
                </c:pt>
                <c:pt idx="1927">
                  <c:v>0</c:v>
                </c:pt>
                <c:pt idx="1928">
                  <c:v>12.927834069999999</c:v>
                </c:pt>
                <c:pt idx="1929">
                  <c:v>4.0525556649999999</c:v>
                </c:pt>
                <c:pt idx="1930">
                  <c:v>4.4963195850000002</c:v>
                </c:pt>
                <c:pt idx="1931">
                  <c:v>4.4741313890000001</c:v>
                </c:pt>
                <c:pt idx="1932">
                  <c:v>4.4752407989999998</c:v>
                </c:pt>
                <c:pt idx="1933">
                  <c:v>4.4751853280000002</c:v>
                </c:pt>
                <c:pt idx="1934">
                  <c:v>4.4751881019999997</c:v>
                </c:pt>
                <c:pt idx="1935">
                  <c:v>4.4751879629999998</c:v>
                </c:pt>
                <c:pt idx="1936">
                  <c:v>4.4751879700000003</c:v>
                </c:pt>
                <c:pt idx="1937">
                  <c:v>4.4751879700000003</c:v>
                </c:pt>
                <c:pt idx="1938">
                  <c:v>4.4751879700000003</c:v>
                </c:pt>
                <c:pt idx="1939">
                  <c:v>4.4751879700000003</c:v>
                </c:pt>
                <c:pt idx="1940">
                  <c:v>4.4751879700000003</c:v>
                </c:pt>
                <c:pt idx="1941">
                  <c:v>0</c:v>
                </c:pt>
                <c:pt idx="1942">
                  <c:v>0</c:v>
                </c:pt>
                <c:pt idx="1943">
                  <c:v>0</c:v>
                </c:pt>
                <c:pt idx="1944">
                  <c:v>7.4023734589999997</c:v>
                </c:pt>
                <c:pt idx="1945">
                  <c:v>16.347329999999999</c:v>
                </c:pt>
                <c:pt idx="1946">
                  <c:v>15.89949</c:v>
                </c:pt>
                <c:pt idx="1947">
                  <c:v>4.3881604660000004</c:v>
                </c:pt>
                <c:pt idx="1948">
                  <c:v>4.4795393450000001</c:v>
                </c:pt>
                <c:pt idx="1949">
                  <c:v>4.4749704010000002</c:v>
                </c:pt>
                <c:pt idx="1950">
                  <c:v>4.4751988479999998</c:v>
                </c:pt>
                <c:pt idx="1951">
                  <c:v>4.4751874259999997</c:v>
                </c:pt>
                <c:pt idx="1952">
                  <c:v>4.4751879969999999</c:v>
                </c:pt>
                <c:pt idx="1953">
                  <c:v>4.4751879690000003</c:v>
                </c:pt>
                <c:pt idx="1954">
                  <c:v>0.589055738</c:v>
                </c:pt>
                <c:pt idx="1955">
                  <c:v>8.3613202019999999</c:v>
                </c:pt>
                <c:pt idx="1956">
                  <c:v>4.2808813580000002</c:v>
                </c:pt>
                <c:pt idx="1957">
                  <c:v>4.4849033010000001</c:v>
                </c:pt>
                <c:pt idx="1958">
                  <c:v>4.4747022029999997</c:v>
                </c:pt>
                <c:pt idx="1959">
                  <c:v>4.475212258</c:v>
                </c:pt>
                <c:pt idx="1960">
                  <c:v>4.4751867560000003</c:v>
                </c:pt>
                <c:pt idx="1961">
                  <c:v>4.4751880310000001</c:v>
                </c:pt>
                <c:pt idx="1962">
                  <c:v>4.4751879670000001</c:v>
                </c:pt>
                <c:pt idx="1963">
                  <c:v>4.4751879700000003</c:v>
                </c:pt>
                <c:pt idx="1964">
                  <c:v>4.4751879700000003</c:v>
                </c:pt>
                <c:pt idx="1965">
                  <c:v>4.4751879700000003</c:v>
                </c:pt>
                <c:pt idx="1966">
                  <c:v>4.4751879700000003</c:v>
                </c:pt>
                <c:pt idx="1967">
                  <c:v>4.4751879700000003</c:v>
                </c:pt>
                <c:pt idx="1968">
                  <c:v>4.4751879700000003</c:v>
                </c:pt>
                <c:pt idx="1969">
                  <c:v>0</c:v>
                </c:pt>
                <c:pt idx="1970">
                  <c:v>0</c:v>
                </c:pt>
                <c:pt idx="1971">
                  <c:v>11.295035309999999</c:v>
                </c:pt>
                <c:pt idx="1972">
                  <c:v>6.8918934590000003</c:v>
                </c:pt>
                <c:pt idx="1973">
                  <c:v>6.3845723440000004</c:v>
                </c:pt>
                <c:pt idx="1974">
                  <c:v>4.3797187510000004</c:v>
                </c:pt>
                <c:pt idx="1975">
                  <c:v>4.4799614310000004</c:v>
                </c:pt>
                <c:pt idx="1976">
                  <c:v>4.4749492970000002</c:v>
                </c:pt>
                <c:pt idx="1977">
                  <c:v>2.2875509150000002</c:v>
                </c:pt>
                <c:pt idx="1978">
                  <c:v>6.6628363620000002</c:v>
                </c:pt>
                <c:pt idx="1979">
                  <c:v>4.3658055500000001</c:v>
                </c:pt>
                <c:pt idx="1980">
                  <c:v>4.4806570910000003</c:v>
                </c:pt>
                <c:pt idx="1981">
                  <c:v>4.474914514</c:v>
                </c:pt>
                <c:pt idx="1982">
                  <c:v>4.4752016430000001</c:v>
                </c:pt>
                <c:pt idx="1983">
                  <c:v>4.4751872859999997</c:v>
                </c:pt>
                <c:pt idx="1984">
                  <c:v>4.4751880039999996</c:v>
                </c:pt>
                <c:pt idx="1985">
                  <c:v>0.16956953</c:v>
                </c:pt>
                <c:pt idx="1986">
                  <c:v>0</c:v>
                </c:pt>
                <c:pt idx="1987">
                  <c:v>0</c:v>
                </c:pt>
                <c:pt idx="1988">
                  <c:v>0</c:v>
                </c:pt>
                <c:pt idx="1989">
                  <c:v>0</c:v>
                </c:pt>
                <c:pt idx="1990">
                  <c:v>0</c:v>
                </c:pt>
                <c:pt idx="1991">
                  <c:v>0</c:v>
                </c:pt>
                <c:pt idx="1992">
                  <c:v>0</c:v>
                </c:pt>
                <c:pt idx="1993">
                  <c:v>0</c:v>
                </c:pt>
                <c:pt idx="1994">
                  <c:v>0</c:v>
                </c:pt>
                <c:pt idx="1995">
                  <c:v>0</c:v>
                </c:pt>
                <c:pt idx="1996">
                  <c:v>2.483749902</c:v>
                </c:pt>
                <c:pt idx="1997">
                  <c:v>10.66790788</c:v>
                </c:pt>
                <c:pt idx="1998">
                  <c:v>20.576950350000001</c:v>
                </c:pt>
                <c:pt idx="1999">
                  <c:v>26.268322359999999</c:v>
                </c:pt>
                <c:pt idx="2000">
                  <c:v>26.4654965</c:v>
                </c:pt>
                <c:pt idx="2001">
                  <c:v>3.3756725439999999</c:v>
                </c:pt>
                <c:pt idx="2002">
                  <c:v>4.530163741</c:v>
                </c:pt>
                <c:pt idx="2003">
                  <c:v>4.4724391810000004</c:v>
                </c:pt>
                <c:pt idx="2004">
                  <c:v>4.4753254089999999</c:v>
                </c:pt>
                <c:pt idx="2005">
                  <c:v>4.4751810980000002</c:v>
                </c:pt>
                <c:pt idx="2006">
                  <c:v>4.4751883140000004</c:v>
                </c:pt>
                <c:pt idx="2007">
                  <c:v>4.4751879529999998</c:v>
                </c:pt>
                <c:pt idx="2008">
                  <c:v>4.4751879710000004</c:v>
                </c:pt>
                <c:pt idx="2009">
                  <c:v>4.4751879700000003</c:v>
                </c:pt>
                <c:pt idx="2010">
                  <c:v>4.4751879700000003</c:v>
                </c:pt>
                <c:pt idx="2011">
                  <c:v>4.4751879700000003</c:v>
                </c:pt>
                <c:pt idx="2012">
                  <c:v>3.4261200000000001</c:v>
                </c:pt>
                <c:pt idx="2013">
                  <c:v>5.5242559399999998</c:v>
                </c:pt>
                <c:pt idx="2014">
                  <c:v>4.4227345710000003</c:v>
                </c:pt>
                <c:pt idx="2015">
                  <c:v>4.4778106400000004</c:v>
                </c:pt>
                <c:pt idx="2016">
                  <c:v>4.4750568360000003</c:v>
                </c:pt>
                <c:pt idx="2017">
                  <c:v>4.4751945270000002</c:v>
                </c:pt>
                <c:pt idx="2018">
                  <c:v>4.4751876419999999</c:v>
                </c:pt>
                <c:pt idx="2019">
                  <c:v>4.4751879859999999</c:v>
                </c:pt>
                <c:pt idx="2020">
                  <c:v>4.4751879690000003</c:v>
                </c:pt>
                <c:pt idx="2021">
                  <c:v>4.4751879700000003</c:v>
                </c:pt>
                <c:pt idx="2022">
                  <c:v>4.4751879700000003</c:v>
                </c:pt>
                <c:pt idx="2023">
                  <c:v>4.4751879700000003</c:v>
                </c:pt>
                <c:pt idx="2024">
                  <c:v>4.4751879700000003</c:v>
                </c:pt>
                <c:pt idx="2025">
                  <c:v>4.4751879700000003</c:v>
                </c:pt>
                <c:pt idx="2026">
                  <c:v>4.4751879700000003</c:v>
                </c:pt>
                <c:pt idx="2027">
                  <c:v>4.4751879700000003</c:v>
                </c:pt>
                <c:pt idx="2028">
                  <c:v>4.4751879700000003</c:v>
                </c:pt>
                <c:pt idx="2029">
                  <c:v>4.4751879700000003</c:v>
                </c:pt>
                <c:pt idx="2030">
                  <c:v>4.4751879700000003</c:v>
                </c:pt>
                <c:pt idx="2031">
                  <c:v>4.4751879700000003</c:v>
                </c:pt>
                <c:pt idx="2032">
                  <c:v>4.4751879700000003</c:v>
                </c:pt>
                <c:pt idx="2033">
                  <c:v>4.4751879700000003</c:v>
                </c:pt>
                <c:pt idx="2034">
                  <c:v>0</c:v>
                </c:pt>
                <c:pt idx="2035">
                  <c:v>0</c:v>
                </c:pt>
                <c:pt idx="2036">
                  <c:v>3.4507753590000001</c:v>
                </c:pt>
                <c:pt idx="2037">
                  <c:v>2.6033371060000001</c:v>
                </c:pt>
                <c:pt idx="2038">
                  <c:v>0</c:v>
                </c:pt>
                <c:pt idx="2039">
                  <c:v>1.2246499019999999</c:v>
                </c:pt>
                <c:pt idx="2040">
                  <c:v>0.35971915700000001</c:v>
                </c:pt>
                <c:pt idx="2041">
                  <c:v>0</c:v>
                </c:pt>
                <c:pt idx="2042">
                  <c:v>8.4597271060000008</c:v>
                </c:pt>
                <c:pt idx="2043">
                  <c:v>0</c:v>
                </c:pt>
                <c:pt idx="2044">
                  <c:v>0</c:v>
                </c:pt>
                <c:pt idx="2045">
                  <c:v>0</c:v>
                </c:pt>
                <c:pt idx="2046">
                  <c:v>8.0843475720000004</c:v>
                </c:pt>
                <c:pt idx="2047">
                  <c:v>19.66339335</c:v>
                </c:pt>
                <c:pt idx="2048">
                  <c:v>30.62730826</c:v>
                </c:pt>
                <c:pt idx="2049">
                  <c:v>3.1675819550000002</c:v>
                </c:pt>
                <c:pt idx="2050">
                  <c:v>4.5405682709999997</c:v>
                </c:pt>
                <c:pt idx="2051">
                  <c:v>4.4719189549999996</c:v>
                </c:pt>
                <c:pt idx="2052">
                  <c:v>4.4753514210000001</c:v>
                </c:pt>
                <c:pt idx="2053">
                  <c:v>4.475179797</c:v>
                </c:pt>
                <c:pt idx="2054">
                  <c:v>4.4751883790000004</c:v>
                </c:pt>
                <c:pt idx="2055">
                  <c:v>4.4751879490000004</c:v>
                </c:pt>
                <c:pt idx="2056">
                  <c:v>4.4751879710000004</c:v>
                </c:pt>
                <c:pt idx="2057">
                  <c:v>4.4751879700000003</c:v>
                </c:pt>
                <c:pt idx="2058">
                  <c:v>0</c:v>
                </c:pt>
                <c:pt idx="2059">
                  <c:v>7.5392999999999999</c:v>
                </c:pt>
                <c:pt idx="2060">
                  <c:v>0</c:v>
                </c:pt>
                <c:pt idx="2061">
                  <c:v>0</c:v>
                </c:pt>
                <c:pt idx="2062">
                  <c:v>0</c:v>
                </c:pt>
                <c:pt idx="2063">
                  <c:v>0</c:v>
                </c:pt>
                <c:pt idx="2064">
                  <c:v>0.28786976600000003</c:v>
                </c:pt>
                <c:pt idx="2065">
                  <c:v>0</c:v>
                </c:pt>
                <c:pt idx="2066">
                  <c:v>4.5353956459999996</c:v>
                </c:pt>
                <c:pt idx="2067">
                  <c:v>1.8302172219999999</c:v>
                </c:pt>
                <c:pt idx="2068">
                  <c:v>0</c:v>
                </c:pt>
                <c:pt idx="2069">
                  <c:v>0</c:v>
                </c:pt>
                <c:pt idx="2070">
                  <c:v>10.214882940000001</c:v>
                </c:pt>
                <c:pt idx="2071">
                  <c:v>6.3395148939999997</c:v>
                </c:pt>
                <c:pt idx="2072">
                  <c:v>17.555285919999999</c:v>
                </c:pt>
                <c:pt idx="2073">
                  <c:v>29.154444720000001</c:v>
                </c:pt>
                <c:pt idx="2074">
                  <c:v>5.7597259320000003</c:v>
                </c:pt>
                <c:pt idx="2075">
                  <c:v>4.4109610720000001</c:v>
                </c:pt>
                <c:pt idx="2076">
                  <c:v>4.4783993149999999</c:v>
                </c:pt>
                <c:pt idx="2077">
                  <c:v>4.4750274030000003</c:v>
                </c:pt>
                <c:pt idx="2078">
                  <c:v>4.4751959980000002</c:v>
                </c:pt>
                <c:pt idx="2079">
                  <c:v>4.475187569</c:v>
                </c:pt>
                <c:pt idx="2080">
                  <c:v>0</c:v>
                </c:pt>
                <c:pt idx="2081">
                  <c:v>0</c:v>
                </c:pt>
                <c:pt idx="2082">
                  <c:v>0</c:v>
                </c:pt>
                <c:pt idx="2083">
                  <c:v>0</c:v>
                </c:pt>
                <c:pt idx="2084">
                  <c:v>0</c:v>
                </c:pt>
                <c:pt idx="2085">
                  <c:v>0</c:v>
                </c:pt>
                <c:pt idx="2086">
                  <c:v>0</c:v>
                </c:pt>
                <c:pt idx="2087">
                  <c:v>0</c:v>
                </c:pt>
                <c:pt idx="2088">
                  <c:v>0</c:v>
                </c:pt>
                <c:pt idx="2089">
                  <c:v>0</c:v>
                </c:pt>
                <c:pt idx="2090">
                  <c:v>10.62469844</c:v>
                </c:pt>
                <c:pt idx="2091">
                  <c:v>2.3679672219999999</c:v>
                </c:pt>
                <c:pt idx="2092">
                  <c:v>11.58770777</c:v>
                </c:pt>
                <c:pt idx="2093">
                  <c:v>10.75278509</c:v>
                </c:pt>
                <c:pt idx="2094">
                  <c:v>9.4136993360000005</c:v>
                </c:pt>
                <c:pt idx="2095">
                  <c:v>13.15845425</c:v>
                </c:pt>
                <c:pt idx="2096">
                  <c:v>7.5514309529999997</c:v>
                </c:pt>
                <c:pt idx="2097">
                  <c:v>16.226743590000002</c:v>
                </c:pt>
                <c:pt idx="2098">
                  <c:v>1.0879192289999999</c:v>
                </c:pt>
                <c:pt idx="2099">
                  <c:v>4.69044814</c:v>
                </c:pt>
                <c:pt idx="2100">
                  <c:v>6.2613709829999999</c:v>
                </c:pt>
                <c:pt idx="2101">
                  <c:v>7.5719367799999997</c:v>
                </c:pt>
                <c:pt idx="2102">
                  <c:v>0</c:v>
                </c:pt>
                <c:pt idx="2103">
                  <c:v>0</c:v>
                </c:pt>
                <c:pt idx="2104">
                  <c:v>16.788363780000001</c:v>
                </c:pt>
                <c:pt idx="2105">
                  <c:v>12.04004572</c:v>
                </c:pt>
                <c:pt idx="2106">
                  <c:v>6.2937900000000004</c:v>
                </c:pt>
                <c:pt idx="2107">
                  <c:v>4.744611903</c:v>
                </c:pt>
                <c:pt idx="2108">
                  <c:v>3.0532499999999998</c:v>
                </c:pt>
                <c:pt idx="2109">
                  <c:v>0</c:v>
                </c:pt>
                <c:pt idx="2110">
                  <c:v>0</c:v>
                </c:pt>
                <c:pt idx="2111">
                  <c:v>0</c:v>
                </c:pt>
                <c:pt idx="2112">
                  <c:v>0</c:v>
                </c:pt>
                <c:pt idx="2113">
                  <c:v>0</c:v>
                </c:pt>
                <c:pt idx="2114">
                  <c:v>0</c:v>
                </c:pt>
                <c:pt idx="2115">
                  <c:v>0</c:v>
                </c:pt>
                <c:pt idx="2116">
                  <c:v>7.0874859590000003</c:v>
                </c:pt>
                <c:pt idx="2117">
                  <c:v>12.70115697</c:v>
                </c:pt>
                <c:pt idx="2118">
                  <c:v>0</c:v>
                </c:pt>
                <c:pt idx="2119">
                  <c:v>16.819578629999999</c:v>
                </c:pt>
                <c:pt idx="2120">
                  <c:v>29.36386121</c:v>
                </c:pt>
                <c:pt idx="2121">
                  <c:v>3.6297550639999998</c:v>
                </c:pt>
                <c:pt idx="2122">
                  <c:v>4.5174596149999999</c:v>
                </c:pt>
                <c:pt idx="2123">
                  <c:v>4.4730743879999997</c:v>
                </c:pt>
                <c:pt idx="2124">
                  <c:v>4.4752936490000002</c:v>
                </c:pt>
                <c:pt idx="2125">
                  <c:v>4.4751826860000001</c:v>
                </c:pt>
                <c:pt idx="2126">
                  <c:v>4.475188234</c:v>
                </c:pt>
                <c:pt idx="2127">
                  <c:v>4.4751879570000002</c:v>
                </c:pt>
                <c:pt idx="2128">
                  <c:v>1.6808822379999999</c:v>
                </c:pt>
                <c:pt idx="2129">
                  <c:v>0</c:v>
                </c:pt>
                <c:pt idx="2130">
                  <c:v>0</c:v>
                </c:pt>
                <c:pt idx="2131">
                  <c:v>0</c:v>
                </c:pt>
                <c:pt idx="2132">
                  <c:v>6.5023481250000001</c:v>
                </c:pt>
                <c:pt idx="2133">
                  <c:v>0</c:v>
                </c:pt>
                <c:pt idx="2134">
                  <c:v>9.0663581250000007</c:v>
                </c:pt>
                <c:pt idx="2135">
                  <c:v>12.95246813</c:v>
                </c:pt>
                <c:pt idx="2136">
                  <c:v>17.374438130000001</c:v>
                </c:pt>
                <c:pt idx="2137">
                  <c:v>13.72907884</c:v>
                </c:pt>
                <c:pt idx="2138">
                  <c:v>4.0124934269999999</c:v>
                </c:pt>
                <c:pt idx="2139">
                  <c:v>4.4983226969999999</c:v>
                </c:pt>
                <c:pt idx="2140">
                  <c:v>4.4740312339999999</c:v>
                </c:pt>
                <c:pt idx="2141">
                  <c:v>4.4752458070000003</c:v>
                </c:pt>
                <c:pt idx="2142">
                  <c:v>0.21653953000000001</c:v>
                </c:pt>
                <c:pt idx="2143">
                  <c:v>8.7338336620000003</c:v>
                </c:pt>
                <c:pt idx="2144">
                  <c:v>4.2622556850000004</c:v>
                </c:pt>
                <c:pt idx="2145">
                  <c:v>4.485834584</c:v>
                </c:pt>
                <c:pt idx="2146">
                  <c:v>4.4746556389999999</c:v>
                </c:pt>
                <c:pt idx="2147">
                  <c:v>4.4752145859999999</c:v>
                </c:pt>
                <c:pt idx="2148">
                  <c:v>4.4751866390000004</c:v>
                </c:pt>
                <c:pt idx="2149">
                  <c:v>4.4751880359999996</c:v>
                </c:pt>
                <c:pt idx="2150">
                  <c:v>4.4751879670000001</c:v>
                </c:pt>
                <c:pt idx="2151">
                  <c:v>4.4751879700000003</c:v>
                </c:pt>
                <c:pt idx="2152">
                  <c:v>4.4751879700000003</c:v>
                </c:pt>
                <c:pt idx="2153">
                  <c:v>4.4751879700000003</c:v>
                </c:pt>
                <c:pt idx="2154">
                  <c:v>0.11849960800000001</c:v>
                </c:pt>
                <c:pt idx="2155">
                  <c:v>2.6082900000000002</c:v>
                </c:pt>
                <c:pt idx="2156">
                  <c:v>3.69252</c:v>
                </c:pt>
                <c:pt idx="2157">
                  <c:v>1.9333462180000001</c:v>
                </c:pt>
                <c:pt idx="2158">
                  <c:v>8.2434600000000007</c:v>
                </c:pt>
                <c:pt idx="2159">
                  <c:v>0</c:v>
                </c:pt>
                <c:pt idx="2160">
                  <c:v>11.717455360000001</c:v>
                </c:pt>
                <c:pt idx="2161">
                  <c:v>5.9839179060000003</c:v>
                </c:pt>
                <c:pt idx="2162">
                  <c:v>1.841198796</c:v>
                </c:pt>
                <c:pt idx="2163">
                  <c:v>7.0375124720000004</c:v>
                </c:pt>
                <c:pt idx="2164">
                  <c:v>0.317659737</c:v>
                </c:pt>
                <c:pt idx="2165">
                  <c:v>8.5110057890000004</c:v>
                </c:pt>
                <c:pt idx="2166">
                  <c:v>4.2733970790000004</c:v>
                </c:pt>
                <c:pt idx="2167">
                  <c:v>4.4852775139999999</c:v>
                </c:pt>
                <c:pt idx="2168">
                  <c:v>4.4746834929999997</c:v>
                </c:pt>
                <c:pt idx="2169">
                  <c:v>4.4752131940000002</c:v>
                </c:pt>
                <c:pt idx="2170">
                  <c:v>4.4751867089999999</c:v>
                </c:pt>
                <c:pt idx="2171">
                  <c:v>4.4751880330000002</c:v>
                </c:pt>
                <c:pt idx="2172">
                  <c:v>0</c:v>
                </c:pt>
                <c:pt idx="2173">
                  <c:v>0</c:v>
                </c:pt>
                <c:pt idx="2174">
                  <c:v>6.0051530079999997</c:v>
                </c:pt>
                <c:pt idx="2175">
                  <c:v>0.90076841100000005</c:v>
                </c:pt>
                <c:pt idx="2176">
                  <c:v>0.31027115700000002</c:v>
                </c:pt>
                <c:pt idx="2177">
                  <c:v>0</c:v>
                </c:pt>
                <c:pt idx="2178">
                  <c:v>0</c:v>
                </c:pt>
                <c:pt idx="2179">
                  <c:v>0</c:v>
                </c:pt>
                <c:pt idx="2180">
                  <c:v>10.48671</c:v>
                </c:pt>
                <c:pt idx="2181">
                  <c:v>9.4112100000000005</c:v>
                </c:pt>
                <c:pt idx="2182">
                  <c:v>11.49741</c:v>
                </c:pt>
                <c:pt idx="2183">
                  <c:v>14.20632</c:v>
                </c:pt>
                <c:pt idx="2184">
                  <c:v>0</c:v>
                </c:pt>
                <c:pt idx="2185">
                  <c:v>3.8921568359999998</c:v>
                </c:pt>
                <c:pt idx="2186">
                  <c:v>4.7001768359999998</c:v>
                </c:pt>
                <c:pt idx="2187">
                  <c:v>4.8608268360000002</c:v>
                </c:pt>
                <c:pt idx="2188">
                  <c:v>0</c:v>
                </c:pt>
                <c:pt idx="2189">
                  <c:v>0</c:v>
                </c:pt>
                <c:pt idx="2190">
                  <c:v>9.8641922809999993</c:v>
                </c:pt>
                <c:pt idx="2191">
                  <c:v>21.358765519999999</c:v>
                </c:pt>
                <c:pt idx="2192">
                  <c:v>7.8072457430000002</c:v>
                </c:pt>
                <c:pt idx="2193">
                  <c:v>4.3085850810000004</c:v>
                </c:pt>
                <c:pt idx="2194">
                  <c:v>4.4835181139999998</c:v>
                </c:pt>
                <c:pt idx="2195">
                  <c:v>4.4747714629999997</c:v>
                </c:pt>
                <c:pt idx="2196">
                  <c:v>4.4752087950000004</c:v>
                </c:pt>
                <c:pt idx="2197">
                  <c:v>4.4751869290000004</c:v>
                </c:pt>
                <c:pt idx="2198">
                  <c:v>4.4751880220000002</c:v>
                </c:pt>
                <c:pt idx="2199">
                  <c:v>4.4751879670000001</c:v>
                </c:pt>
                <c:pt idx="2200">
                  <c:v>4.4751879700000003</c:v>
                </c:pt>
                <c:pt idx="2201">
                  <c:v>4.4751879700000003</c:v>
                </c:pt>
                <c:pt idx="2202">
                  <c:v>0.36061816600000002</c:v>
                </c:pt>
                <c:pt idx="2203">
                  <c:v>6.2602931249999996</c:v>
                </c:pt>
                <c:pt idx="2204">
                  <c:v>6.5989241290000002</c:v>
                </c:pt>
                <c:pt idx="2205">
                  <c:v>4.369001162</c:v>
                </c:pt>
                <c:pt idx="2206">
                  <c:v>0</c:v>
                </c:pt>
                <c:pt idx="2207">
                  <c:v>0.28752722200000003</c:v>
                </c:pt>
                <c:pt idx="2208">
                  <c:v>16.474232270000002</c:v>
                </c:pt>
                <c:pt idx="2209">
                  <c:v>1.6729533519999999</c:v>
                </c:pt>
                <c:pt idx="2210">
                  <c:v>4.5805593729999998</c:v>
                </c:pt>
                <c:pt idx="2211">
                  <c:v>7.3385332520000004</c:v>
                </c:pt>
                <c:pt idx="2212">
                  <c:v>0.80256641500000003</c:v>
                </c:pt>
                <c:pt idx="2213">
                  <c:v>0</c:v>
                </c:pt>
                <c:pt idx="2214">
                  <c:v>10.809141479999999</c:v>
                </c:pt>
                <c:pt idx="2215">
                  <c:v>7.4235822640000002</c:v>
                </c:pt>
                <c:pt idx="2216">
                  <c:v>4.3277682549999996</c:v>
                </c:pt>
                <c:pt idx="2217">
                  <c:v>4.4825589560000001</c:v>
                </c:pt>
                <c:pt idx="2218">
                  <c:v>4.4748194210000003</c:v>
                </c:pt>
                <c:pt idx="2219">
                  <c:v>4.475206397</c:v>
                </c:pt>
                <c:pt idx="2220">
                  <c:v>4.4751870489999996</c:v>
                </c:pt>
                <c:pt idx="2221">
                  <c:v>4.4751880159999997</c:v>
                </c:pt>
                <c:pt idx="2222">
                  <c:v>4.4751879680000002</c:v>
                </c:pt>
                <c:pt idx="2223">
                  <c:v>4.4751879700000003</c:v>
                </c:pt>
                <c:pt idx="2224">
                  <c:v>1.7003038589999999</c:v>
                </c:pt>
                <c:pt idx="2225">
                  <c:v>3.3799516650000001</c:v>
                </c:pt>
                <c:pt idx="2226">
                  <c:v>8.2065641800000009</c:v>
                </c:pt>
                <c:pt idx="2227">
                  <c:v>0</c:v>
                </c:pt>
                <c:pt idx="2228">
                  <c:v>0</c:v>
                </c:pt>
                <c:pt idx="2229">
                  <c:v>9.7873199999999994</c:v>
                </c:pt>
                <c:pt idx="2230">
                  <c:v>10.42056</c:v>
                </c:pt>
                <c:pt idx="2231">
                  <c:v>7.6710032850000003</c:v>
                </c:pt>
                <c:pt idx="2232">
                  <c:v>4.3153972039999999</c:v>
                </c:pt>
                <c:pt idx="2233">
                  <c:v>1.0652144290000001</c:v>
                </c:pt>
                <c:pt idx="2234">
                  <c:v>0</c:v>
                </c:pt>
                <c:pt idx="2235">
                  <c:v>0</c:v>
                </c:pt>
                <c:pt idx="2236">
                  <c:v>0</c:v>
                </c:pt>
                <c:pt idx="2237">
                  <c:v>0</c:v>
                </c:pt>
                <c:pt idx="2238">
                  <c:v>14.50041787</c:v>
                </c:pt>
                <c:pt idx="2239">
                  <c:v>11.193311550000001</c:v>
                </c:pt>
                <c:pt idx="2240">
                  <c:v>10.457923320000001</c:v>
                </c:pt>
                <c:pt idx="2241">
                  <c:v>4.1760512030000001</c:v>
                </c:pt>
                <c:pt idx="2242">
                  <c:v>4.4901448080000002</c:v>
                </c:pt>
                <c:pt idx="2243">
                  <c:v>4.4744401280000003</c:v>
                </c:pt>
                <c:pt idx="2244">
                  <c:v>4.4752253619999998</c:v>
                </c:pt>
                <c:pt idx="2245">
                  <c:v>4.4751861000000002</c:v>
                </c:pt>
                <c:pt idx="2246">
                  <c:v>4.475188063</c:v>
                </c:pt>
                <c:pt idx="2247">
                  <c:v>4.4751879649999999</c:v>
                </c:pt>
                <c:pt idx="2248">
                  <c:v>4.4751879700000003</c:v>
                </c:pt>
                <c:pt idx="2249">
                  <c:v>4.4751879700000003</c:v>
                </c:pt>
                <c:pt idx="2250">
                  <c:v>4.4751879700000003</c:v>
                </c:pt>
                <c:pt idx="2251">
                  <c:v>4.4751879700000003</c:v>
                </c:pt>
                <c:pt idx="2252">
                  <c:v>4.4751879700000003</c:v>
                </c:pt>
                <c:pt idx="2253">
                  <c:v>4.4751879700000003</c:v>
                </c:pt>
                <c:pt idx="2254">
                  <c:v>4.4751879700000003</c:v>
                </c:pt>
                <c:pt idx="2255">
                  <c:v>4.4751879700000003</c:v>
                </c:pt>
                <c:pt idx="2256">
                  <c:v>4.4751879700000003</c:v>
                </c:pt>
                <c:pt idx="2257">
                  <c:v>4.4751879700000003</c:v>
                </c:pt>
                <c:pt idx="2258">
                  <c:v>4.4751879700000003</c:v>
                </c:pt>
                <c:pt idx="2259">
                  <c:v>0</c:v>
                </c:pt>
                <c:pt idx="2260">
                  <c:v>8.9590162180000004</c:v>
                </c:pt>
                <c:pt idx="2261">
                  <c:v>2.2576329359999998</c:v>
                </c:pt>
                <c:pt idx="2262">
                  <c:v>0</c:v>
                </c:pt>
                <c:pt idx="2263">
                  <c:v>5.9018090870000002</c:v>
                </c:pt>
                <c:pt idx="2264">
                  <c:v>14.724462000000001</c:v>
                </c:pt>
                <c:pt idx="2265">
                  <c:v>3.9627242680000001</c:v>
                </c:pt>
                <c:pt idx="2266">
                  <c:v>4.5008111550000001</c:v>
                </c:pt>
                <c:pt idx="2267">
                  <c:v>4.473906811</c:v>
                </c:pt>
                <c:pt idx="2268">
                  <c:v>4.4752520279999999</c:v>
                </c:pt>
                <c:pt idx="2269">
                  <c:v>4.475184767</c:v>
                </c:pt>
                <c:pt idx="2270">
                  <c:v>4.4751881300000003</c:v>
                </c:pt>
                <c:pt idx="2271">
                  <c:v>3.240827656</c:v>
                </c:pt>
                <c:pt idx="2272">
                  <c:v>0</c:v>
                </c:pt>
                <c:pt idx="2273">
                  <c:v>0</c:v>
                </c:pt>
                <c:pt idx="2274">
                  <c:v>8.0752320040000001</c:v>
                </c:pt>
                <c:pt idx="2275">
                  <c:v>10.73016</c:v>
                </c:pt>
                <c:pt idx="2276">
                  <c:v>4.5262799999999999</c:v>
                </c:pt>
                <c:pt idx="2277">
                  <c:v>4.9623299999999997</c:v>
                </c:pt>
                <c:pt idx="2278">
                  <c:v>10.512269999999999</c:v>
                </c:pt>
                <c:pt idx="2279">
                  <c:v>4.2754403859999996</c:v>
                </c:pt>
                <c:pt idx="2280">
                  <c:v>4.4851753490000004</c:v>
                </c:pt>
                <c:pt idx="2281">
                  <c:v>0</c:v>
                </c:pt>
                <c:pt idx="2282">
                  <c:v>0</c:v>
                </c:pt>
                <c:pt idx="2283">
                  <c:v>0</c:v>
                </c:pt>
                <c:pt idx="2284">
                  <c:v>0.16105973700000001</c:v>
                </c:pt>
                <c:pt idx="2285">
                  <c:v>0</c:v>
                </c:pt>
                <c:pt idx="2286">
                  <c:v>4.3056735010000002</c:v>
                </c:pt>
                <c:pt idx="2287">
                  <c:v>4.7586036649999999</c:v>
                </c:pt>
                <c:pt idx="2288">
                  <c:v>5.6758807940000002</c:v>
                </c:pt>
                <c:pt idx="2289">
                  <c:v>7.9396217440000001</c:v>
                </c:pt>
                <c:pt idx="2290">
                  <c:v>22.91110527</c:v>
                </c:pt>
                <c:pt idx="2291">
                  <c:v>3.5533921049999999</c:v>
                </c:pt>
                <c:pt idx="2292">
                  <c:v>4.5212777629999996</c:v>
                </c:pt>
                <c:pt idx="2293">
                  <c:v>4.4728834800000001</c:v>
                </c:pt>
                <c:pt idx="2294">
                  <c:v>4.4753031940000003</c:v>
                </c:pt>
                <c:pt idx="2295">
                  <c:v>4.4751822089999997</c:v>
                </c:pt>
                <c:pt idx="2296">
                  <c:v>4.4751882580000002</c:v>
                </c:pt>
                <c:pt idx="2297">
                  <c:v>4.4751879560000001</c:v>
                </c:pt>
                <c:pt idx="2298">
                  <c:v>4.4751879710000004</c:v>
                </c:pt>
                <c:pt idx="2299">
                  <c:v>4.4751879700000003</c:v>
                </c:pt>
                <c:pt idx="2300">
                  <c:v>0.341585311</c:v>
                </c:pt>
                <c:pt idx="2301">
                  <c:v>0</c:v>
                </c:pt>
                <c:pt idx="2302">
                  <c:v>0</c:v>
                </c:pt>
                <c:pt idx="2303">
                  <c:v>2.187980064</c:v>
                </c:pt>
                <c:pt idx="2304">
                  <c:v>13.17538732</c:v>
                </c:pt>
                <c:pt idx="2305">
                  <c:v>1.3371633519999999</c:v>
                </c:pt>
                <c:pt idx="2306">
                  <c:v>0</c:v>
                </c:pt>
                <c:pt idx="2307">
                  <c:v>0.792709157</c:v>
                </c:pt>
                <c:pt idx="2308">
                  <c:v>0</c:v>
                </c:pt>
                <c:pt idx="2309">
                  <c:v>0</c:v>
                </c:pt>
                <c:pt idx="2310">
                  <c:v>12.8320968</c:v>
                </c:pt>
                <c:pt idx="2311">
                  <c:v>20.694454929999999</c:v>
                </c:pt>
                <c:pt idx="2312">
                  <c:v>13.563396790000001</c:v>
                </c:pt>
                <c:pt idx="2313">
                  <c:v>4.0207775290000001</c:v>
                </c:pt>
                <c:pt idx="2314">
                  <c:v>4.4979084919999996</c:v>
                </c:pt>
                <c:pt idx="2315">
                  <c:v>4.4740519440000002</c:v>
                </c:pt>
                <c:pt idx="2316">
                  <c:v>4.4752447709999998</c:v>
                </c:pt>
                <c:pt idx="2317">
                  <c:v>4.4751851299999998</c:v>
                </c:pt>
                <c:pt idx="2318">
                  <c:v>4.4751881119999997</c:v>
                </c:pt>
                <c:pt idx="2319">
                  <c:v>4.4751879629999998</c:v>
                </c:pt>
                <c:pt idx="2320">
                  <c:v>4.4751879700000003</c:v>
                </c:pt>
                <c:pt idx="2321">
                  <c:v>4.4751879700000003</c:v>
                </c:pt>
                <c:pt idx="2322">
                  <c:v>0</c:v>
                </c:pt>
                <c:pt idx="2323">
                  <c:v>3.8627099999999999</c:v>
                </c:pt>
                <c:pt idx="2324">
                  <c:v>6.7891500000000002</c:v>
                </c:pt>
                <c:pt idx="2325">
                  <c:v>0</c:v>
                </c:pt>
                <c:pt idx="2326">
                  <c:v>0</c:v>
                </c:pt>
                <c:pt idx="2327">
                  <c:v>0.42292395999999999</c:v>
                </c:pt>
                <c:pt idx="2328">
                  <c:v>0</c:v>
                </c:pt>
                <c:pt idx="2329">
                  <c:v>0</c:v>
                </c:pt>
                <c:pt idx="2330">
                  <c:v>16.266962270000001</c:v>
                </c:pt>
                <c:pt idx="2331">
                  <c:v>16.083269999999999</c:v>
                </c:pt>
                <c:pt idx="2332">
                  <c:v>11.44603255</c:v>
                </c:pt>
                <c:pt idx="2333">
                  <c:v>4.1266457409999999</c:v>
                </c:pt>
                <c:pt idx="2334">
                  <c:v>4.4926150810000003</c:v>
                </c:pt>
                <c:pt idx="2335">
                  <c:v>4.4743166140000001</c:v>
                </c:pt>
                <c:pt idx="2336">
                  <c:v>4.4752315380000001</c:v>
                </c:pt>
                <c:pt idx="2337">
                  <c:v>4.4751857920000004</c:v>
                </c:pt>
                <c:pt idx="2338">
                  <c:v>4.4751880789999996</c:v>
                </c:pt>
                <c:pt idx="2339">
                  <c:v>4.4751879639999999</c:v>
                </c:pt>
                <c:pt idx="2340">
                  <c:v>4.4751879700000003</c:v>
                </c:pt>
                <c:pt idx="2341">
                  <c:v>4.4751879700000003</c:v>
                </c:pt>
                <c:pt idx="2342">
                  <c:v>4.4751879700000003</c:v>
                </c:pt>
                <c:pt idx="2343">
                  <c:v>4.4751879700000003</c:v>
                </c:pt>
                <c:pt idx="2344">
                  <c:v>4.4751879700000003</c:v>
                </c:pt>
                <c:pt idx="2345">
                  <c:v>4.4751879700000003</c:v>
                </c:pt>
                <c:pt idx="2346">
                  <c:v>4.4751879700000003</c:v>
                </c:pt>
                <c:pt idx="2347">
                  <c:v>4.4751879700000003</c:v>
                </c:pt>
                <c:pt idx="2348">
                  <c:v>3.7470344720000002</c:v>
                </c:pt>
                <c:pt idx="2349">
                  <c:v>5.2033414679999996</c:v>
                </c:pt>
                <c:pt idx="2350">
                  <c:v>4.4387802949999999</c:v>
                </c:pt>
                <c:pt idx="2351">
                  <c:v>4.4770083539999996</c:v>
                </c:pt>
                <c:pt idx="2352">
                  <c:v>4.4750969510000003</c:v>
                </c:pt>
                <c:pt idx="2353">
                  <c:v>4.4751925210000003</c:v>
                </c:pt>
                <c:pt idx="2354">
                  <c:v>4.4751877420000001</c:v>
                </c:pt>
                <c:pt idx="2355">
                  <c:v>4.4751879810000004</c:v>
                </c:pt>
                <c:pt idx="2356">
                  <c:v>4.4751879690000003</c:v>
                </c:pt>
                <c:pt idx="2357">
                  <c:v>4.4751879700000003</c:v>
                </c:pt>
                <c:pt idx="2358">
                  <c:v>4.4751879700000003</c:v>
                </c:pt>
                <c:pt idx="2359">
                  <c:v>4.4751879700000003</c:v>
                </c:pt>
                <c:pt idx="2360">
                  <c:v>4.4751879700000003</c:v>
                </c:pt>
                <c:pt idx="2361">
                  <c:v>4.4751879700000003</c:v>
                </c:pt>
                <c:pt idx="2362">
                  <c:v>4.4751879700000003</c:v>
                </c:pt>
                <c:pt idx="2363">
                  <c:v>4.4751879700000003</c:v>
                </c:pt>
                <c:pt idx="2364">
                  <c:v>4.4751879700000003</c:v>
                </c:pt>
                <c:pt idx="2365">
                  <c:v>4.4751879700000003</c:v>
                </c:pt>
                <c:pt idx="2366">
                  <c:v>4.4751879700000003</c:v>
                </c:pt>
                <c:pt idx="2367">
                  <c:v>0</c:v>
                </c:pt>
                <c:pt idx="2368">
                  <c:v>9.508310711</c:v>
                </c:pt>
                <c:pt idx="2369">
                  <c:v>0</c:v>
                </c:pt>
                <c:pt idx="2370">
                  <c:v>0</c:v>
                </c:pt>
                <c:pt idx="2371">
                  <c:v>7.0603199999999999</c:v>
                </c:pt>
                <c:pt idx="2372">
                  <c:v>10.834020000000001</c:v>
                </c:pt>
                <c:pt idx="2373">
                  <c:v>7.728828343</c:v>
                </c:pt>
                <c:pt idx="2374">
                  <c:v>0</c:v>
                </c:pt>
                <c:pt idx="2375">
                  <c:v>14.83605</c:v>
                </c:pt>
                <c:pt idx="2376">
                  <c:v>3.1560129360000002</c:v>
                </c:pt>
                <c:pt idx="2377">
                  <c:v>1.912652832</c:v>
                </c:pt>
                <c:pt idx="2378">
                  <c:v>4.2782656460000004</c:v>
                </c:pt>
                <c:pt idx="2379">
                  <c:v>3.0299229360000002</c:v>
                </c:pt>
                <c:pt idx="2380">
                  <c:v>3.6514968360000002</c:v>
                </c:pt>
                <c:pt idx="2381">
                  <c:v>0</c:v>
                </c:pt>
                <c:pt idx="2382">
                  <c:v>0</c:v>
                </c:pt>
                <c:pt idx="2383">
                  <c:v>0</c:v>
                </c:pt>
                <c:pt idx="2384">
                  <c:v>14.266184920000001</c:v>
                </c:pt>
                <c:pt idx="2385">
                  <c:v>17.98978404</c:v>
                </c:pt>
                <c:pt idx="2386">
                  <c:v>6.0474749030000003</c:v>
                </c:pt>
                <c:pt idx="2387">
                  <c:v>4.3965736230000001</c:v>
                </c:pt>
                <c:pt idx="2388">
                  <c:v>4.4791186869999997</c:v>
                </c:pt>
                <c:pt idx="2389">
                  <c:v>4.4749914339999997</c:v>
                </c:pt>
                <c:pt idx="2390">
                  <c:v>4.4751977969999999</c:v>
                </c:pt>
                <c:pt idx="2391">
                  <c:v>4.4751874789999997</c:v>
                </c:pt>
                <c:pt idx="2392">
                  <c:v>0</c:v>
                </c:pt>
                <c:pt idx="2393">
                  <c:v>4.6856390750000001</c:v>
                </c:pt>
                <c:pt idx="2394">
                  <c:v>0</c:v>
                </c:pt>
                <c:pt idx="2395">
                  <c:v>0</c:v>
                </c:pt>
                <c:pt idx="2396">
                  <c:v>4.1576399999999998</c:v>
                </c:pt>
                <c:pt idx="2397">
                  <c:v>0</c:v>
                </c:pt>
                <c:pt idx="2398">
                  <c:v>7.5117599999999998</c:v>
                </c:pt>
                <c:pt idx="2399">
                  <c:v>2.247020064</c:v>
                </c:pt>
                <c:pt idx="2400">
                  <c:v>0</c:v>
                </c:pt>
                <c:pt idx="2401">
                  <c:v>12.773915089999999</c:v>
                </c:pt>
                <c:pt idx="2402">
                  <c:v>10.58781531</c:v>
                </c:pt>
                <c:pt idx="2403">
                  <c:v>16.37631</c:v>
                </c:pt>
                <c:pt idx="2404">
                  <c:v>11.18854367</c:v>
                </c:pt>
                <c:pt idx="2405">
                  <c:v>4.1395201850000003</c:v>
                </c:pt>
                <c:pt idx="2406">
                  <c:v>4.4919713589999999</c:v>
                </c:pt>
                <c:pt idx="2407">
                  <c:v>4.4743487999999996</c:v>
                </c:pt>
                <c:pt idx="2408">
                  <c:v>4.4752299280000001</c:v>
                </c:pt>
                <c:pt idx="2409">
                  <c:v>4.475185872</c:v>
                </c:pt>
                <c:pt idx="2410">
                  <c:v>4.4751880750000002</c:v>
                </c:pt>
                <c:pt idx="2411">
                  <c:v>4.4751879649999999</c:v>
                </c:pt>
                <c:pt idx="2412">
                  <c:v>4.4751879700000003</c:v>
                </c:pt>
                <c:pt idx="2413">
                  <c:v>4.4751879700000003</c:v>
                </c:pt>
                <c:pt idx="2414">
                  <c:v>4.4751879700000003</c:v>
                </c:pt>
                <c:pt idx="2415">
                  <c:v>4.4751879700000003</c:v>
                </c:pt>
                <c:pt idx="2416">
                  <c:v>4.4751879700000003</c:v>
                </c:pt>
                <c:pt idx="2417">
                  <c:v>4.4751879700000003</c:v>
                </c:pt>
                <c:pt idx="2418">
                  <c:v>4.4751879700000003</c:v>
                </c:pt>
                <c:pt idx="2419">
                  <c:v>4.3661700000000003</c:v>
                </c:pt>
                <c:pt idx="2420">
                  <c:v>4.5842059400000004</c:v>
                </c:pt>
                <c:pt idx="2421">
                  <c:v>0.64917000000000002</c:v>
                </c:pt>
                <c:pt idx="2422">
                  <c:v>8.2960275859999992</c:v>
                </c:pt>
                <c:pt idx="2423">
                  <c:v>4.2841459889999998</c:v>
                </c:pt>
                <c:pt idx="2424">
                  <c:v>4.4847400689999999</c:v>
                </c:pt>
                <c:pt idx="2425">
                  <c:v>4.474710365</c:v>
                </c:pt>
                <c:pt idx="2426">
                  <c:v>1.5294328319999999</c:v>
                </c:pt>
                <c:pt idx="2427">
                  <c:v>7.4209657949999999</c:v>
                </c:pt>
                <c:pt idx="2428">
                  <c:v>2.808109902</c:v>
                </c:pt>
                <c:pt idx="2429">
                  <c:v>0</c:v>
                </c:pt>
                <c:pt idx="2430">
                  <c:v>11.34631911</c:v>
                </c:pt>
                <c:pt idx="2431">
                  <c:v>4.131631413</c:v>
                </c:pt>
                <c:pt idx="2432">
                  <c:v>4.4923657979999998</c:v>
                </c:pt>
                <c:pt idx="2433">
                  <c:v>4.4743290790000003</c:v>
                </c:pt>
                <c:pt idx="2434">
                  <c:v>4.4752309139999999</c:v>
                </c:pt>
                <c:pt idx="2435">
                  <c:v>4.4751858230000003</c:v>
                </c:pt>
                <c:pt idx="2436">
                  <c:v>4.4751880770000003</c:v>
                </c:pt>
                <c:pt idx="2437">
                  <c:v>4.4751879649999999</c:v>
                </c:pt>
                <c:pt idx="2438">
                  <c:v>4.4751879700000003</c:v>
                </c:pt>
                <c:pt idx="2439">
                  <c:v>4.4751879700000003</c:v>
                </c:pt>
                <c:pt idx="2440">
                  <c:v>1.8830431190000001</c:v>
                </c:pt>
                <c:pt idx="2441">
                  <c:v>0</c:v>
                </c:pt>
                <c:pt idx="2442">
                  <c:v>0</c:v>
                </c:pt>
                <c:pt idx="2443">
                  <c:v>0</c:v>
                </c:pt>
                <c:pt idx="2444">
                  <c:v>0</c:v>
                </c:pt>
                <c:pt idx="2445">
                  <c:v>0</c:v>
                </c:pt>
                <c:pt idx="2446">
                  <c:v>0</c:v>
                </c:pt>
                <c:pt idx="2447">
                  <c:v>11.992050000000001</c:v>
                </c:pt>
                <c:pt idx="2448">
                  <c:v>2.4581133519999998</c:v>
                </c:pt>
                <c:pt idx="2449">
                  <c:v>4.6956856460000003</c:v>
                </c:pt>
                <c:pt idx="2450">
                  <c:v>0</c:v>
                </c:pt>
                <c:pt idx="2451">
                  <c:v>0.41676457099999997</c:v>
                </c:pt>
                <c:pt idx="2452">
                  <c:v>0</c:v>
                </c:pt>
                <c:pt idx="2453">
                  <c:v>7.63670428</c:v>
                </c:pt>
                <c:pt idx="2454">
                  <c:v>9.2619453119999999</c:v>
                </c:pt>
                <c:pt idx="2455">
                  <c:v>2.2635372380000001</c:v>
                </c:pt>
                <c:pt idx="2456">
                  <c:v>0</c:v>
                </c:pt>
                <c:pt idx="2457">
                  <c:v>2.2468264250000001</c:v>
                </c:pt>
                <c:pt idx="2458">
                  <c:v>3.4747384370000001</c:v>
                </c:pt>
                <c:pt idx="2459">
                  <c:v>0</c:v>
                </c:pt>
                <c:pt idx="2460">
                  <c:v>25.632539059999999</c:v>
                </c:pt>
                <c:pt idx="2461">
                  <c:v>12.17142516</c:v>
                </c:pt>
                <c:pt idx="2462">
                  <c:v>20.489637160000001</c:v>
                </c:pt>
                <c:pt idx="2463">
                  <c:v>15.39426956</c:v>
                </c:pt>
                <c:pt idx="2464">
                  <c:v>3.9292338899999999</c:v>
                </c:pt>
                <c:pt idx="2465">
                  <c:v>4.5024856739999999</c:v>
                </c:pt>
                <c:pt idx="2466">
                  <c:v>4.4738230850000003</c:v>
                </c:pt>
                <c:pt idx="2467">
                  <c:v>0</c:v>
                </c:pt>
                <c:pt idx="2468">
                  <c:v>5.9661865519999999</c:v>
                </c:pt>
                <c:pt idx="2469">
                  <c:v>1.8439217800000001</c:v>
                </c:pt>
                <c:pt idx="2470">
                  <c:v>0</c:v>
                </c:pt>
                <c:pt idx="2471">
                  <c:v>0</c:v>
                </c:pt>
                <c:pt idx="2472">
                  <c:v>0</c:v>
                </c:pt>
                <c:pt idx="2473">
                  <c:v>10.01512765</c:v>
                </c:pt>
                <c:pt idx="2474">
                  <c:v>12.19970777</c:v>
                </c:pt>
                <c:pt idx="2475">
                  <c:v>15.26877</c:v>
                </c:pt>
                <c:pt idx="2476">
                  <c:v>0.115879737</c:v>
                </c:pt>
                <c:pt idx="2477">
                  <c:v>0</c:v>
                </c:pt>
                <c:pt idx="2478">
                  <c:v>0.82761451200000002</c:v>
                </c:pt>
                <c:pt idx="2479">
                  <c:v>19.714375279999999</c:v>
                </c:pt>
                <c:pt idx="2480">
                  <c:v>0.83357214499999999</c:v>
                </c:pt>
                <c:pt idx="2481">
                  <c:v>7.3929423979999997</c:v>
                </c:pt>
                <c:pt idx="2482">
                  <c:v>4.3293002490000001</c:v>
                </c:pt>
                <c:pt idx="2483">
                  <c:v>4.4824823560000002</c:v>
                </c:pt>
                <c:pt idx="2484">
                  <c:v>4.4748232510000001</c:v>
                </c:pt>
                <c:pt idx="2485">
                  <c:v>4.4752062060000002</c:v>
                </c:pt>
                <c:pt idx="2486">
                  <c:v>3.1515340169999999</c:v>
                </c:pt>
                <c:pt idx="2487">
                  <c:v>5.7988410569999997</c:v>
                </c:pt>
                <c:pt idx="2488">
                  <c:v>0</c:v>
                </c:pt>
                <c:pt idx="2489">
                  <c:v>0</c:v>
                </c:pt>
                <c:pt idx="2490">
                  <c:v>9.4813176739999996</c:v>
                </c:pt>
                <c:pt idx="2491">
                  <c:v>0</c:v>
                </c:pt>
                <c:pt idx="2492">
                  <c:v>0</c:v>
                </c:pt>
                <c:pt idx="2493">
                  <c:v>0</c:v>
                </c:pt>
                <c:pt idx="2494">
                  <c:v>0</c:v>
                </c:pt>
                <c:pt idx="2495">
                  <c:v>1.0045629359999999</c:v>
                </c:pt>
                <c:pt idx="2496">
                  <c:v>10.986237879999999</c:v>
                </c:pt>
                <c:pt idx="2497">
                  <c:v>7.6988717800000002</c:v>
                </c:pt>
                <c:pt idx="2498">
                  <c:v>12.883985089999999</c:v>
                </c:pt>
                <c:pt idx="2499">
                  <c:v>1.7529928319999999</c:v>
                </c:pt>
                <c:pt idx="2500">
                  <c:v>0</c:v>
                </c:pt>
                <c:pt idx="2501">
                  <c:v>0</c:v>
                </c:pt>
                <c:pt idx="2502">
                  <c:v>0</c:v>
                </c:pt>
                <c:pt idx="2503">
                  <c:v>15.650712840000001</c:v>
                </c:pt>
                <c:pt idx="2504">
                  <c:v>17.069936590000001</c:v>
                </c:pt>
                <c:pt idx="2505">
                  <c:v>13.16603836</c:v>
                </c:pt>
                <c:pt idx="2506">
                  <c:v>14.638394610000001</c:v>
                </c:pt>
                <c:pt idx="2507">
                  <c:v>3.9670276379999998</c:v>
                </c:pt>
                <c:pt idx="2508">
                  <c:v>4.5005959869999996</c:v>
                </c:pt>
                <c:pt idx="2509">
                  <c:v>4.4739175690000001</c:v>
                </c:pt>
                <c:pt idx="2510">
                  <c:v>4.4752514899999998</c:v>
                </c:pt>
                <c:pt idx="2511">
                  <c:v>4.4751847939999996</c:v>
                </c:pt>
                <c:pt idx="2512">
                  <c:v>4.4751881290000002</c:v>
                </c:pt>
                <c:pt idx="2513">
                  <c:v>4.4751879619999997</c:v>
                </c:pt>
                <c:pt idx="2514">
                  <c:v>4.4751879700000003</c:v>
                </c:pt>
                <c:pt idx="2515">
                  <c:v>0</c:v>
                </c:pt>
                <c:pt idx="2516">
                  <c:v>0</c:v>
                </c:pt>
                <c:pt idx="2517">
                  <c:v>1.804404208</c:v>
                </c:pt>
                <c:pt idx="2518">
                  <c:v>8.9583944720000002</c:v>
                </c:pt>
                <c:pt idx="2519">
                  <c:v>13.99248</c:v>
                </c:pt>
                <c:pt idx="2520">
                  <c:v>3.3287539599999998</c:v>
                </c:pt>
                <c:pt idx="2521">
                  <c:v>0</c:v>
                </c:pt>
                <c:pt idx="2522">
                  <c:v>0</c:v>
                </c:pt>
                <c:pt idx="2523">
                  <c:v>5.4949180159999997</c:v>
                </c:pt>
                <c:pt idx="2524">
                  <c:v>15.99813</c:v>
                </c:pt>
                <c:pt idx="2525">
                  <c:v>6.2184202109999998</c:v>
                </c:pt>
                <c:pt idx="2526">
                  <c:v>4.3880263580000003</c:v>
                </c:pt>
                <c:pt idx="2527">
                  <c:v>4.4795460509999998</c:v>
                </c:pt>
                <c:pt idx="2528">
                  <c:v>4.474970066</c:v>
                </c:pt>
                <c:pt idx="2529">
                  <c:v>4.4751988650000003</c:v>
                </c:pt>
                <c:pt idx="2530">
                  <c:v>4.4751874249999997</c:v>
                </c:pt>
                <c:pt idx="2531">
                  <c:v>4.4751879969999999</c:v>
                </c:pt>
                <c:pt idx="2532">
                  <c:v>4.4751879690000003</c:v>
                </c:pt>
                <c:pt idx="2533">
                  <c:v>4.4751879700000003</c:v>
                </c:pt>
                <c:pt idx="2534">
                  <c:v>4.4751879700000003</c:v>
                </c:pt>
                <c:pt idx="2535">
                  <c:v>4.4751879700000003</c:v>
                </c:pt>
                <c:pt idx="2536">
                  <c:v>4.4751879700000003</c:v>
                </c:pt>
                <c:pt idx="2537">
                  <c:v>4.4751879700000003</c:v>
                </c:pt>
                <c:pt idx="2538">
                  <c:v>4.4751879700000003</c:v>
                </c:pt>
                <c:pt idx="2539">
                  <c:v>4.4751879700000003</c:v>
                </c:pt>
                <c:pt idx="2540">
                  <c:v>4.4751879700000003</c:v>
                </c:pt>
                <c:pt idx="2541">
                  <c:v>4.4751879700000003</c:v>
                </c:pt>
                <c:pt idx="2542">
                  <c:v>0</c:v>
                </c:pt>
                <c:pt idx="2543">
                  <c:v>0</c:v>
                </c:pt>
                <c:pt idx="2544">
                  <c:v>0.90516289100000002</c:v>
                </c:pt>
                <c:pt idx="2545">
                  <c:v>3.1550172220000001</c:v>
                </c:pt>
                <c:pt idx="2546">
                  <c:v>0</c:v>
                </c:pt>
                <c:pt idx="2547">
                  <c:v>0.19881716899999999</c:v>
                </c:pt>
                <c:pt idx="2548">
                  <c:v>1.7515812959999999</c:v>
                </c:pt>
                <c:pt idx="2549">
                  <c:v>15.03396</c:v>
                </c:pt>
                <c:pt idx="2550">
                  <c:v>14.346314960000001</c:v>
                </c:pt>
                <c:pt idx="2551">
                  <c:v>8.5412911359999999</c:v>
                </c:pt>
                <c:pt idx="2552">
                  <c:v>4.2718828120000003</c:v>
                </c:pt>
                <c:pt idx="2553">
                  <c:v>4.4853532280000001</c:v>
                </c:pt>
                <c:pt idx="2554">
                  <c:v>4.474679707</c:v>
                </c:pt>
                <c:pt idx="2555">
                  <c:v>4.4752133829999998</c:v>
                </c:pt>
                <c:pt idx="2556">
                  <c:v>4.475186699</c:v>
                </c:pt>
                <c:pt idx="2557">
                  <c:v>4.4751880330000002</c:v>
                </c:pt>
                <c:pt idx="2558">
                  <c:v>4.4751879670000001</c:v>
                </c:pt>
                <c:pt idx="2559">
                  <c:v>4.4751879700000003</c:v>
                </c:pt>
                <c:pt idx="2560">
                  <c:v>4.4751879700000003</c:v>
                </c:pt>
                <c:pt idx="2561">
                  <c:v>4.4751879700000003</c:v>
                </c:pt>
                <c:pt idx="2562">
                  <c:v>2.1084552959999998</c:v>
                </c:pt>
                <c:pt idx="2563">
                  <c:v>0</c:v>
                </c:pt>
                <c:pt idx="2564">
                  <c:v>0</c:v>
                </c:pt>
                <c:pt idx="2565">
                  <c:v>0</c:v>
                </c:pt>
                <c:pt idx="2566">
                  <c:v>0</c:v>
                </c:pt>
                <c:pt idx="2567">
                  <c:v>0</c:v>
                </c:pt>
                <c:pt idx="2568">
                  <c:v>0</c:v>
                </c:pt>
                <c:pt idx="2569">
                  <c:v>2.3095365289999998</c:v>
                </c:pt>
                <c:pt idx="2570">
                  <c:v>14.156096549999999</c:v>
                </c:pt>
                <c:pt idx="2571">
                  <c:v>4.7743456460000004</c:v>
                </c:pt>
                <c:pt idx="2572">
                  <c:v>0</c:v>
                </c:pt>
                <c:pt idx="2573">
                  <c:v>3.5921839599999998</c:v>
                </c:pt>
                <c:pt idx="2574">
                  <c:v>18.988941910000001</c:v>
                </c:pt>
                <c:pt idx="2575">
                  <c:v>23.517523799999999</c:v>
                </c:pt>
                <c:pt idx="2576">
                  <c:v>17.813831570000001</c:v>
                </c:pt>
                <c:pt idx="2577">
                  <c:v>3.80825579</c:v>
                </c:pt>
                <c:pt idx="2578">
                  <c:v>4.508534579</c:v>
                </c:pt>
                <c:pt idx="2579">
                  <c:v>4.4735206390000002</c:v>
                </c:pt>
                <c:pt idx="2580">
                  <c:v>4.4752713359999996</c:v>
                </c:pt>
                <c:pt idx="2581">
                  <c:v>4.4751838020000001</c:v>
                </c:pt>
                <c:pt idx="2582">
                  <c:v>4.4751881779999998</c:v>
                </c:pt>
                <c:pt idx="2583">
                  <c:v>4.4751879600000004</c:v>
                </c:pt>
                <c:pt idx="2584">
                  <c:v>1.183222864</c:v>
                </c:pt>
                <c:pt idx="2585">
                  <c:v>5.1635501E-2</c:v>
                </c:pt>
                <c:pt idx="2586">
                  <c:v>0</c:v>
                </c:pt>
                <c:pt idx="2587">
                  <c:v>0</c:v>
                </c:pt>
                <c:pt idx="2588">
                  <c:v>2.0757950869999999</c:v>
                </c:pt>
                <c:pt idx="2589">
                  <c:v>11.81861655</c:v>
                </c:pt>
                <c:pt idx="2590">
                  <c:v>0</c:v>
                </c:pt>
                <c:pt idx="2591">
                  <c:v>0</c:v>
                </c:pt>
                <c:pt idx="2592">
                  <c:v>0</c:v>
                </c:pt>
                <c:pt idx="2593">
                  <c:v>0</c:v>
                </c:pt>
                <c:pt idx="2594">
                  <c:v>7.8977731550000003</c:v>
                </c:pt>
                <c:pt idx="2595">
                  <c:v>16.610849999999999</c:v>
                </c:pt>
                <c:pt idx="2596">
                  <c:v>14.086163539999999</c:v>
                </c:pt>
                <c:pt idx="2597">
                  <c:v>15.500432269999999</c:v>
                </c:pt>
                <c:pt idx="2598">
                  <c:v>6.5040171669999998</c:v>
                </c:pt>
                <c:pt idx="2599">
                  <c:v>4.3737465100000001</c:v>
                </c:pt>
                <c:pt idx="2600">
                  <c:v>4.4802600430000004</c:v>
                </c:pt>
                <c:pt idx="2601">
                  <c:v>0.79224537299999997</c:v>
                </c:pt>
                <c:pt idx="2602">
                  <c:v>8.1578896440000008</c:v>
                </c:pt>
                <c:pt idx="2603">
                  <c:v>4.2910528860000001</c:v>
                </c:pt>
                <c:pt idx="2604">
                  <c:v>4.4843947240000004</c:v>
                </c:pt>
                <c:pt idx="2605">
                  <c:v>4.4747276319999996</c:v>
                </c:pt>
                <c:pt idx="2606">
                  <c:v>4.4752109869999996</c:v>
                </c:pt>
                <c:pt idx="2607">
                  <c:v>4.4751868190000001</c:v>
                </c:pt>
                <c:pt idx="2608">
                  <c:v>4.4751880269999997</c:v>
                </c:pt>
                <c:pt idx="2609">
                  <c:v>4.4751879670000001</c:v>
                </c:pt>
                <c:pt idx="2610">
                  <c:v>4.4751879700000003</c:v>
                </c:pt>
                <c:pt idx="2611">
                  <c:v>4.4751879700000003</c:v>
                </c:pt>
                <c:pt idx="2612">
                  <c:v>4.4751879700000003</c:v>
                </c:pt>
                <c:pt idx="2613">
                  <c:v>4.4751879700000003</c:v>
                </c:pt>
                <c:pt idx="2614">
                  <c:v>3.0908978770000002</c:v>
                </c:pt>
                <c:pt idx="2615">
                  <c:v>5.3751571059999996</c:v>
                </c:pt>
                <c:pt idx="2616">
                  <c:v>4.8902944220000002</c:v>
                </c:pt>
                <c:pt idx="2617">
                  <c:v>4.454432647</c:v>
                </c:pt>
                <c:pt idx="2618">
                  <c:v>4.476225736</c:v>
                </c:pt>
                <c:pt idx="2619">
                  <c:v>4.4751360819999997</c:v>
                </c:pt>
                <c:pt idx="2620">
                  <c:v>4.475190564</c:v>
                </c:pt>
                <c:pt idx="2621">
                  <c:v>4.4751878400000003</c:v>
                </c:pt>
                <c:pt idx="2622">
                  <c:v>4.475187976</c:v>
                </c:pt>
                <c:pt idx="2623">
                  <c:v>4.4751879700000003</c:v>
                </c:pt>
                <c:pt idx="2624">
                  <c:v>4.427498613</c:v>
                </c:pt>
                <c:pt idx="2625">
                  <c:v>3.993014879</c:v>
                </c:pt>
                <c:pt idx="2626">
                  <c:v>4.732520021</c:v>
                </c:pt>
                <c:pt idx="2627">
                  <c:v>4.718959999</c:v>
                </c:pt>
                <c:pt idx="2628">
                  <c:v>4.4629993680000002</c:v>
                </c:pt>
                <c:pt idx="2629">
                  <c:v>1.865083872</c:v>
                </c:pt>
                <c:pt idx="2630">
                  <c:v>5.7882632169999999</c:v>
                </c:pt>
                <c:pt idx="2631">
                  <c:v>5.6422616269999999</c:v>
                </c:pt>
                <c:pt idx="2632">
                  <c:v>4.4168342870000004</c:v>
                </c:pt>
                <c:pt idx="2633">
                  <c:v>4.4781056540000002</c:v>
                </c:pt>
                <c:pt idx="2634">
                  <c:v>3.9191381500000002</c:v>
                </c:pt>
                <c:pt idx="2635">
                  <c:v>0</c:v>
                </c:pt>
                <c:pt idx="2636">
                  <c:v>0</c:v>
                </c:pt>
                <c:pt idx="2637">
                  <c:v>0</c:v>
                </c:pt>
                <c:pt idx="2638">
                  <c:v>0</c:v>
                </c:pt>
                <c:pt idx="2639">
                  <c:v>0</c:v>
                </c:pt>
                <c:pt idx="2640">
                  <c:v>13.18033732</c:v>
                </c:pt>
                <c:pt idx="2641">
                  <c:v>4.3412568360000003</c:v>
                </c:pt>
                <c:pt idx="2642">
                  <c:v>0.79125442899999998</c:v>
                </c:pt>
                <c:pt idx="2643">
                  <c:v>0</c:v>
                </c:pt>
                <c:pt idx="2644">
                  <c:v>0</c:v>
                </c:pt>
                <c:pt idx="2645">
                  <c:v>0</c:v>
                </c:pt>
                <c:pt idx="2646">
                  <c:v>6.0272859519999997</c:v>
                </c:pt>
                <c:pt idx="2647">
                  <c:v>12.87876904</c:v>
                </c:pt>
                <c:pt idx="2648">
                  <c:v>7.7205613319999999</c:v>
                </c:pt>
                <c:pt idx="2649">
                  <c:v>20.723276850000001</c:v>
                </c:pt>
                <c:pt idx="2650">
                  <c:v>24.763601260000002</c:v>
                </c:pt>
                <c:pt idx="2651">
                  <c:v>3.4607673050000001</c:v>
                </c:pt>
                <c:pt idx="2652">
                  <c:v>4.5259090029999998</c:v>
                </c:pt>
                <c:pt idx="2653">
                  <c:v>4.4726519180000004</c:v>
                </c:pt>
                <c:pt idx="2654">
                  <c:v>4.475314773</c:v>
                </c:pt>
                <c:pt idx="2655">
                  <c:v>4.4751816299999998</c:v>
                </c:pt>
                <c:pt idx="2656">
                  <c:v>4.4751882869999999</c:v>
                </c:pt>
                <c:pt idx="2657">
                  <c:v>4.4751879539999999</c:v>
                </c:pt>
                <c:pt idx="2658">
                  <c:v>4.4751879710000004</c:v>
                </c:pt>
                <c:pt idx="2659">
                  <c:v>4.4751879700000003</c:v>
                </c:pt>
                <c:pt idx="2660">
                  <c:v>0</c:v>
                </c:pt>
                <c:pt idx="2661">
                  <c:v>0</c:v>
                </c:pt>
                <c:pt idx="2662">
                  <c:v>0</c:v>
                </c:pt>
                <c:pt idx="2663">
                  <c:v>0</c:v>
                </c:pt>
                <c:pt idx="2664">
                  <c:v>0</c:v>
                </c:pt>
                <c:pt idx="2665">
                  <c:v>0</c:v>
                </c:pt>
                <c:pt idx="2666">
                  <c:v>0</c:v>
                </c:pt>
                <c:pt idx="2667">
                  <c:v>4.4662329359999999</c:v>
                </c:pt>
                <c:pt idx="2668">
                  <c:v>12.238947769999999</c:v>
                </c:pt>
                <c:pt idx="2669">
                  <c:v>7.4446200210000004</c:v>
                </c:pt>
                <c:pt idx="2670">
                  <c:v>28.96811258</c:v>
                </c:pt>
                <c:pt idx="2671">
                  <c:v>3.250541739</c:v>
                </c:pt>
                <c:pt idx="2672">
                  <c:v>4.5364202809999998</c:v>
                </c:pt>
                <c:pt idx="2673">
                  <c:v>4.4721263540000002</c:v>
                </c:pt>
                <c:pt idx="2674">
                  <c:v>4.475341051</c:v>
                </c:pt>
                <c:pt idx="2675">
                  <c:v>4.4751803160000003</c:v>
                </c:pt>
                <c:pt idx="2676">
                  <c:v>4.4751883530000001</c:v>
                </c:pt>
                <c:pt idx="2677">
                  <c:v>4.4751879509999997</c:v>
                </c:pt>
                <c:pt idx="2678">
                  <c:v>4.4751879710000004</c:v>
                </c:pt>
                <c:pt idx="2679">
                  <c:v>4.4751879700000003</c:v>
                </c:pt>
                <c:pt idx="2680">
                  <c:v>4.4751879700000003</c:v>
                </c:pt>
                <c:pt idx="2681">
                  <c:v>4.4751879700000003</c:v>
                </c:pt>
                <c:pt idx="2682">
                  <c:v>4.4751879700000003</c:v>
                </c:pt>
                <c:pt idx="2683">
                  <c:v>0</c:v>
                </c:pt>
                <c:pt idx="2684">
                  <c:v>2.5330471060000002</c:v>
                </c:pt>
                <c:pt idx="2685">
                  <c:v>0</c:v>
                </c:pt>
                <c:pt idx="2686">
                  <c:v>0</c:v>
                </c:pt>
                <c:pt idx="2687">
                  <c:v>0</c:v>
                </c:pt>
                <c:pt idx="2688">
                  <c:v>0.48647462400000002</c:v>
                </c:pt>
                <c:pt idx="2689">
                  <c:v>3.1615399019999999</c:v>
                </c:pt>
                <c:pt idx="2690">
                  <c:v>0</c:v>
                </c:pt>
                <c:pt idx="2691">
                  <c:v>0.742924429</c:v>
                </c:pt>
                <c:pt idx="2692">
                  <c:v>0</c:v>
                </c:pt>
                <c:pt idx="2693">
                  <c:v>0</c:v>
                </c:pt>
                <c:pt idx="2694">
                  <c:v>1.4945719049999999</c:v>
                </c:pt>
                <c:pt idx="2695">
                  <c:v>3.2987499979999999</c:v>
                </c:pt>
                <c:pt idx="2696">
                  <c:v>26.900170960000001</c:v>
                </c:pt>
                <c:pt idx="2697">
                  <c:v>29.645147009999999</c:v>
                </c:pt>
                <c:pt idx="2698">
                  <c:v>6.1438783839999997</c:v>
                </c:pt>
                <c:pt idx="2699">
                  <c:v>4.3917534490000003</c:v>
                </c:pt>
                <c:pt idx="2700">
                  <c:v>4.4793596960000004</c:v>
                </c:pt>
                <c:pt idx="2701">
                  <c:v>4.4749793840000001</c:v>
                </c:pt>
                <c:pt idx="2702">
                  <c:v>4.4751983989999999</c:v>
                </c:pt>
                <c:pt idx="2703">
                  <c:v>4.4751874479999998</c:v>
                </c:pt>
                <c:pt idx="2704">
                  <c:v>4.4751879959999998</c:v>
                </c:pt>
                <c:pt idx="2705">
                  <c:v>4.4751879690000003</c:v>
                </c:pt>
                <c:pt idx="2706">
                  <c:v>4.4751879700000003</c:v>
                </c:pt>
                <c:pt idx="2707">
                  <c:v>4.4751879700000003</c:v>
                </c:pt>
                <c:pt idx="2708">
                  <c:v>0</c:v>
                </c:pt>
                <c:pt idx="2709">
                  <c:v>8.780331662</c:v>
                </c:pt>
                <c:pt idx="2710">
                  <c:v>0</c:v>
                </c:pt>
                <c:pt idx="2711">
                  <c:v>0</c:v>
                </c:pt>
                <c:pt idx="2712">
                  <c:v>6.737346584</c:v>
                </c:pt>
                <c:pt idx="2713">
                  <c:v>2.7369465289999999</c:v>
                </c:pt>
                <c:pt idx="2714">
                  <c:v>1.454738796</c:v>
                </c:pt>
                <c:pt idx="2715">
                  <c:v>6.1017200640000002</c:v>
                </c:pt>
                <c:pt idx="2716">
                  <c:v>0.71241442899999996</c:v>
                </c:pt>
                <c:pt idx="2717">
                  <c:v>9.6198665240000008</c:v>
                </c:pt>
                <c:pt idx="2718">
                  <c:v>0.74676333100000003</c:v>
                </c:pt>
                <c:pt idx="2719">
                  <c:v>0</c:v>
                </c:pt>
                <c:pt idx="2720">
                  <c:v>16.936104239999999</c:v>
                </c:pt>
                <c:pt idx="2721">
                  <c:v>13.141836039999999</c:v>
                </c:pt>
                <c:pt idx="2722">
                  <c:v>4.0418555669999998</c:v>
                </c:pt>
                <c:pt idx="2723">
                  <c:v>4.4968545899999999</c:v>
                </c:pt>
                <c:pt idx="2724">
                  <c:v>4.4741046390000001</c:v>
                </c:pt>
                <c:pt idx="2725">
                  <c:v>4.4752421360000003</c:v>
                </c:pt>
                <c:pt idx="2726">
                  <c:v>4.4751852620000001</c:v>
                </c:pt>
                <c:pt idx="2727">
                  <c:v>4.475188105</c:v>
                </c:pt>
                <c:pt idx="2728">
                  <c:v>4.4751879629999998</c:v>
                </c:pt>
                <c:pt idx="2729">
                  <c:v>4.4751879700000003</c:v>
                </c:pt>
                <c:pt idx="2730">
                  <c:v>4.4751879700000003</c:v>
                </c:pt>
                <c:pt idx="2731">
                  <c:v>0</c:v>
                </c:pt>
                <c:pt idx="2732">
                  <c:v>12.860713130000001</c:v>
                </c:pt>
                <c:pt idx="2733">
                  <c:v>0</c:v>
                </c:pt>
                <c:pt idx="2734">
                  <c:v>0</c:v>
                </c:pt>
                <c:pt idx="2735">
                  <c:v>0</c:v>
                </c:pt>
                <c:pt idx="2736">
                  <c:v>0</c:v>
                </c:pt>
                <c:pt idx="2737">
                  <c:v>5.326675646</c:v>
                </c:pt>
                <c:pt idx="2738">
                  <c:v>0</c:v>
                </c:pt>
                <c:pt idx="2739">
                  <c:v>7.7055450089999997</c:v>
                </c:pt>
                <c:pt idx="2740">
                  <c:v>6.4584800639999997</c:v>
                </c:pt>
                <c:pt idx="2741">
                  <c:v>0.56276208500000002</c:v>
                </c:pt>
                <c:pt idx="2742">
                  <c:v>3.5153958740000002</c:v>
                </c:pt>
                <c:pt idx="2743">
                  <c:v>7.2460042610000004</c:v>
                </c:pt>
                <c:pt idx="2744">
                  <c:v>9.2703291889999999</c:v>
                </c:pt>
                <c:pt idx="2745">
                  <c:v>32.448699900000001</c:v>
                </c:pt>
                <c:pt idx="2746">
                  <c:v>3.0765123729999999</c:v>
                </c:pt>
                <c:pt idx="2747">
                  <c:v>4.5451217499999998</c:v>
                </c:pt>
                <c:pt idx="2748">
                  <c:v>4.471691281</c:v>
                </c:pt>
                <c:pt idx="2749">
                  <c:v>4.4753628040000004</c:v>
                </c:pt>
                <c:pt idx="2750">
                  <c:v>4.475179228</c:v>
                </c:pt>
                <c:pt idx="2751">
                  <c:v>4.4751884070000001</c:v>
                </c:pt>
                <c:pt idx="2752">
                  <c:v>4.4751879480000003</c:v>
                </c:pt>
                <c:pt idx="2753">
                  <c:v>4.4751879710000004</c:v>
                </c:pt>
                <c:pt idx="2754">
                  <c:v>4.4751879700000003</c:v>
                </c:pt>
                <c:pt idx="2755">
                  <c:v>4.4751879700000003</c:v>
                </c:pt>
                <c:pt idx="2756">
                  <c:v>0</c:v>
                </c:pt>
                <c:pt idx="2757">
                  <c:v>0</c:v>
                </c:pt>
                <c:pt idx="2758">
                  <c:v>2.100063155</c:v>
                </c:pt>
                <c:pt idx="2759">
                  <c:v>0</c:v>
                </c:pt>
                <c:pt idx="2760">
                  <c:v>0.90994973700000004</c:v>
                </c:pt>
                <c:pt idx="2761">
                  <c:v>0</c:v>
                </c:pt>
                <c:pt idx="2762">
                  <c:v>0</c:v>
                </c:pt>
                <c:pt idx="2763">
                  <c:v>7.6997660000000002E-3</c:v>
                </c:pt>
                <c:pt idx="2764">
                  <c:v>0.40448462400000001</c:v>
                </c:pt>
                <c:pt idx="2765">
                  <c:v>0</c:v>
                </c:pt>
                <c:pt idx="2766">
                  <c:v>0</c:v>
                </c:pt>
                <c:pt idx="2767">
                  <c:v>0</c:v>
                </c:pt>
                <c:pt idx="2768">
                  <c:v>0</c:v>
                </c:pt>
                <c:pt idx="2769">
                  <c:v>4.7373793930000003</c:v>
                </c:pt>
                <c:pt idx="2770">
                  <c:v>6.6379320210000001</c:v>
                </c:pt>
                <c:pt idx="2771">
                  <c:v>7.4412549630000004</c:v>
                </c:pt>
                <c:pt idx="2772">
                  <c:v>8.2962090009999994</c:v>
                </c:pt>
                <c:pt idx="2773">
                  <c:v>2.5931312659999999</c:v>
                </c:pt>
                <c:pt idx="2774">
                  <c:v>2.9614456549999999</c:v>
                </c:pt>
                <c:pt idx="2775">
                  <c:v>2.6675259539999998</c:v>
                </c:pt>
                <c:pt idx="2776">
                  <c:v>0</c:v>
                </c:pt>
                <c:pt idx="2777">
                  <c:v>0</c:v>
                </c:pt>
                <c:pt idx="2778">
                  <c:v>0</c:v>
                </c:pt>
                <c:pt idx="2779">
                  <c:v>0</c:v>
                </c:pt>
                <c:pt idx="2780">
                  <c:v>4.8110400000000002</c:v>
                </c:pt>
                <c:pt idx="2781">
                  <c:v>0.40915500900000001</c:v>
                </c:pt>
                <c:pt idx="2782">
                  <c:v>10.78497</c:v>
                </c:pt>
                <c:pt idx="2783">
                  <c:v>2.0640500639999999</c:v>
                </c:pt>
                <c:pt idx="2784">
                  <c:v>0.234679737</c:v>
                </c:pt>
                <c:pt idx="2785">
                  <c:v>0</c:v>
                </c:pt>
                <c:pt idx="2786">
                  <c:v>0</c:v>
                </c:pt>
                <c:pt idx="2787">
                  <c:v>0.72042442900000003</c:v>
                </c:pt>
                <c:pt idx="2788">
                  <c:v>1.7978733520000001</c:v>
                </c:pt>
                <c:pt idx="2789">
                  <c:v>2.562472541</c:v>
                </c:pt>
                <c:pt idx="2790">
                  <c:v>0</c:v>
                </c:pt>
                <c:pt idx="2791">
                  <c:v>3.1438514940000002</c:v>
                </c:pt>
                <c:pt idx="2792">
                  <c:v>18.53583429</c:v>
                </c:pt>
                <c:pt idx="2793">
                  <c:v>13.942685989999999</c:v>
                </c:pt>
                <c:pt idx="2794">
                  <c:v>31.442593810000002</c:v>
                </c:pt>
                <c:pt idx="2795">
                  <c:v>9.9567711289999998</c:v>
                </c:pt>
                <c:pt idx="2796">
                  <c:v>4.2011088120000002</c:v>
                </c:pt>
                <c:pt idx="2797">
                  <c:v>4.4888919280000001</c:v>
                </c:pt>
                <c:pt idx="2798">
                  <c:v>4.4745027720000001</c:v>
                </c:pt>
                <c:pt idx="2799">
                  <c:v>4.47522223</c:v>
                </c:pt>
                <c:pt idx="2800">
                  <c:v>4.4751862569999998</c:v>
                </c:pt>
                <c:pt idx="2801">
                  <c:v>4.4751880560000004</c:v>
                </c:pt>
                <c:pt idx="2802">
                  <c:v>4.475187966</c:v>
                </c:pt>
                <c:pt idx="2803">
                  <c:v>0</c:v>
                </c:pt>
                <c:pt idx="2804">
                  <c:v>0</c:v>
                </c:pt>
                <c:pt idx="2805">
                  <c:v>6.6849299999999996</c:v>
                </c:pt>
                <c:pt idx="2806">
                  <c:v>1.2761749200000001</c:v>
                </c:pt>
                <c:pt idx="2807">
                  <c:v>7.0155842079999999</c:v>
                </c:pt>
                <c:pt idx="2808">
                  <c:v>3.549169902</c:v>
                </c:pt>
                <c:pt idx="2809">
                  <c:v>15.86196</c:v>
                </c:pt>
                <c:pt idx="2810">
                  <c:v>9.7753442079999999</c:v>
                </c:pt>
                <c:pt idx="2811">
                  <c:v>7.5112217799999996</c:v>
                </c:pt>
                <c:pt idx="2812">
                  <c:v>1.4353179629999999</c:v>
                </c:pt>
                <c:pt idx="2813">
                  <c:v>11.56279644</c:v>
                </c:pt>
                <c:pt idx="2814">
                  <c:v>4.120807546</c:v>
                </c:pt>
                <c:pt idx="2815">
                  <c:v>4.4929069909999999</c:v>
                </c:pt>
                <c:pt idx="2816">
                  <c:v>4.4743020189999996</c:v>
                </c:pt>
                <c:pt idx="2817">
                  <c:v>4.475232267</c:v>
                </c:pt>
                <c:pt idx="2818">
                  <c:v>4.475185755</c:v>
                </c:pt>
                <c:pt idx="2819">
                  <c:v>4.4751880809999998</c:v>
                </c:pt>
                <c:pt idx="2820">
                  <c:v>4.4751879639999999</c:v>
                </c:pt>
                <c:pt idx="2821">
                  <c:v>4.4751879700000003</c:v>
                </c:pt>
                <c:pt idx="2822">
                  <c:v>4.4751879700000003</c:v>
                </c:pt>
                <c:pt idx="2823">
                  <c:v>4.4751879700000003</c:v>
                </c:pt>
                <c:pt idx="2824">
                  <c:v>4.4751879700000003</c:v>
                </c:pt>
                <c:pt idx="2825">
                  <c:v>4.4751879700000003</c:v>
                </c:pt>
                <c:pt idx="2826">
                  <c:v>4.4751879700000003</c:v>
                </c:pt>
                <c:pt idx="2827">
                  <c:v>0</c:v>
                </c:pt>
                <c:pt idx="2828">
                  <c:v>0</c:v>
                </c:pt>
                <c:pt idx="2829">
                  <c:v>0</c:v>
                </c:pt>
                <c:pt idx="2830">
                  <c:v>0</c:v>
                </c:pt>
                <c:pt idx="2831">
                  <c:v>0</c:v>
                </c:pt>
                <c:pt idx="2832">
                  <c:v>0</c:v>
                </c:pt>
                <c:pt idx="2833">
                  <c:v>0</c:v>
                </c:pt>
                <c:pt idx="2834">
                  <c:v>0</c:v>
                </c:pt>
                <c:pt idx="2835">
                  <c:v>2.1388228319999998</c:v>
                </c:pt>
                <c:pt idx="2836">
                  <c:v>0.79382462399999998</c:v>
                </c:pt>
                <c:pt idx="2837">
                  <c:v>4.1678804249999999</c:v>
                </c:pt>
                <c:pt idx="2838">
                  <c:v>37.146948430000002</c:v>
                </c:pt>
                <c:pt idx="2839">
                  <c:v>19.051160939999999</c:v>
                </c:pt>
                <c:pt idx="2840">
                  <c:v>3.7463893220000002</c:v>
                </c:pt>
                <c:pt idx="2841">
                  <c:v>4.5116279019999999</c:v>
                </c:pt>
                <c:pt idx="2842">
                  <c:v>4.4733659729999999</c:v>
                </c:pt>
                <c:pt idx="2843">
                  <c:v>4.47527907</c:v>
                </c:pt>
                <c:pt idx="2844">
                  <c:v>4.4751834150000001</c:v>
                </c:pt>
                <c:pt idx="2845">
                  <c:v>4.4751881979999997</c:v>
                </c:pt>
                <c:pt idx="2846">
                  <c:v>4.4751879590000003</c:v>
                </c:pt>
                <c:pt idx="2847">
                  <c:v>4.4751879700000003</c:v>
                </c:pt>
                <c:pt idx="2848">
                  <c:v>4.4751879700000003</c:v>
                </c:pt>
                <c:pt idx="2849">
                  <c:v>4.4751879700000003</c:v>
                </c:pt>
                <c:pt idx="2850">
                  <c:v>4.4751879700000003</c:v>
                </c:pt>
                <c:pt idx="2851">
                  <c:v>0</c:v>
                </c:pt>
                <c:pt idx="2852">
                  <c:v>0</c:v>
                </c:pt>
                <c:pt idx="2853">
                  <c:v>0</c:v>
                </c:pt>
                <c:pt idx="2854">
                  <c:v>0.113875646</c:v>
                </c:pt>
                <c:pt idx="2855">
                  <c:v>5.1865762179999999</c:v>
                </c:pt>
                <c:pt idx="2856">
                  <c:v>16.487369999999999</c:v>
                </c:pt>
                <c:pt idx="2857">
                  <c:v>15.808949999999999</c:v>
                </c:pt>
                <c:pt idx="2858">
                  <c:v>4.834906836</c:v>
                </c:pt>
                <c:pt idx="2859">
                  <c:v>5.4276393729999999</c:v>
                </c:pt>
                <c:pt idx="2860">
                  <c:v>1.781978796</c:v>
                </c:pt>
                <c:pt idx="2861">
                  <c:v>6.5132813540000001</c:v>
                </c:pt>
                <c:pt idx="2862">
                  <c:v>2.530437896</c:v>
                </c:pt>
                <c:pt idx="2863">
                  <c:v>5.7110224470000004</c:v>
                </c:pt>
                <c:pt idx="2864">
                  <c:v>8.8147123109999992</c:v>
                </c:pt>
                <c:pt idx="2865">
                  <c:v>3.9847429179999998</c:v>
                </c:pt>
                <c:pt idx="2866">
                  <c:v>4.7595056160000002</c:v>
                </c:pt>
                <c:pt idx="2867">
                  <c:v>4.4609720880000001</c:v>
                </c:pt>
                <c:pt idx="2868">
                  <c:v>4.4758987640000001</c:v>
                </c:pt>
                <c:pt idx="2869">
                  <c:v>4.4751524299999996</c:v>
                </c:pt>
                <c:pt idx="2870">
                  <c:v>4.4751897469999999</c:v>
                </c:pt>
                <c:pt idx="2871">
                  <c:v>4.4751878810000001</c:v>
                </c:pt>
                <c:pt idx="2872">
                  <c:v>4.4751879739999998</c:v>
                </c:pt>
                <c:pt idx="2873">
                  <c:v>2.8738860060000002</c:v>
                </c:pt>
                <c:pt idx="2874">
                  <c:v>6.0764899330000004</c:v>
                </c:pt>
                <c:pt idx="2875">
                  <c:v>0</c:v>
                </c:pt>
                <c:pt idx="2876">
                  <c:v>0</c:v>
                </c:pt>
                <c:pt idx="2877">
                  <c:v>10.43577</c:v>
                </c:pt>
                <c:pt idx="2878">
                  <c:v>0</c:v>
                </c:pt>
                <c:pt idx="2879">
                  <c:v>13.37283</c:v>
                </c:pt>
                <c:pt idx="2880">
                  <c:v>16.059149999999999</c:v>
                </c:pt>
                <c:pt idx="2881">
                  <c:v>9.9441358229999999</c:v>
                </c:pt>
                <c:pt idx="2882">
                  <c:v>4.2017405769999998</c:v>
                </c:pt>
                <c:pt idx="2883">
                  <c:v>4.4888603399999996</c:v>
                </c:pt>
                <c:pt idx="2884">
                  <c:v>4.4745043510000002</c:v>
                </c:pt>
                <c:pt idx="2885">
                  <c:v>4.4752221509999996</c:v>
                </c:pt>
                <c:pt idx="2886">
                  <c:v>4.4751862610000002</c:v>
                </c:pt>
                <c:pt idx="2887">
                  <c:v>4.4751880550000003</c:v>
                </c:pt>
                <c:pt idx="2888">
                  <c:v>4.475187966</c:v>
                </c:pt>
                <c:pt idx="2889">
                  <c:v>4.4751879700000003</c:v>
                </c:pt>
                <c:pt idx="2890">
                  <c:v>4.4751879700000003</c:v>
                </c:pt>
                <c:pt idx="2891">
                  <c:v>4.4751879700000003</c:v>
                </c:pt>
                <c:pt idx="2892">
                  <c:v>4.4751879700000003</c:v>
                </c:pt>
                <c:pt idx="2893">
                  <c:v>4.4751879700000003</c:v>
                </c:pt>
                <c:pt idx="2894">
                  <c:v>4.4751879700000003</c:v>
                </c:pt>
                <c:pt idx="2895">
                  <c:v>4.4751879700000003</c:v>
                </c:pt>
                <c:pt idx="2896">
                  <c:v>4.4751879700000003</c:v>
                </c:pt>
                <c:pt idx="2897">
                  <c:v>4.4751879700000003</c:v>
                </c:pt>
                <c:pt idx="2898">
                  <c:v>4.4751879700000003</c:v>
                </c:pt>
                <c:pt idx="2899">
                  <c:v>0</c:v>
                </c:pt>
                <c:pt idx="2900">
                  <c:v>0</c:v>
                </c:pt>
                <c:pt idx="2901">
                  <c:v>0</c:v>
                </c:pt>
                <c:pt idx="2902">
                  <c:v>0</c:v>
                </c:pt>
                <c:pt idx="2903">
                  <c:v>0</c:v>
                </c:pt>
                <c:pt idx="2904">
                  <c:v>0</c:v>
                </c:pt>
                <c:pt idx="2905">
                  <c:v>6.944453459</c:v>
                </c:pt>
                <c:pt idx="2906">
                  <c:v>4.837606836</c:v>
                </c:pt>
                <c:pt idx="2907">
                  <c:v>2.2195528320000002</c:v>
                </c:pt>
                <c:pt idx="2908">
                  <c:v>0</c:v>
                </c:pt>
                <c:pt idx="2909">
                  <c:v>0</c:v>
                </c:pt>
                <c:pt idx="2910">
                  <c:v>8.3623470229999999</c:v>
                </c:pt>
                <c:pt idx="2911">
                  <c:v>17.231816309999999</c:v>
                </c:pt>
                <c:pt idx="2912">
                  <c:v>16.37198467</c:v>
                </c:pt>
                <c:pt idx="2913">
                  <c:v>22.001393310000001</c:v>
                </c:pt>
                <c:pt idx="2914">
                  <c:v>8.7420781709999993</c:v>
                </c:pt>
                <c:pt idx="2915">
                  <c:v>4.2618434599999997</c:v>
                </c:pt>
                <c:pt idx="2916">
                  <c:v>4.4858551950000001</c:v>
                </c:pt>
                <c:pt idx="2917">
                  <c:v>4.4746546089999999</c:v>
                </c:pt>
                <c:pt idx="2918">
                  <c:v>3.2792951869999998</c:v>
                </c:pt>
                <c:pt idx="2919">
                  <c:v>3.9449744330000001</c:v>
                </c:pt>
                <c:pt idx="2920">
                  <c:v>0</c:v>
                </c:pt>
                <c:pt idx="2921">
                  <c:v>12.60636818</c:v>
                </c:pt>
                <c:pt idx="2922">
                  <c:v>0</c:v>
                </c:pt>
                <c:pt idx="2923">
                  <c:v>0</c:v>
                </c:pt>
                <c:pt idx="2924">
                  <c:v>0</c:v>
                </c:pt>
                <c:pt idx="2925">
                  <c:v>5.2981199999999999</c:v>
                </c:pt>
                <c:pt idx="2926">
                  <c:v>9.0784800000000008</c:v>
                </c:pt>
                <c:pt idx="2927">
                  <c:v>0</c:v>
                </c:pt>
                <c:pt idx="2928">
                  <c:v>7.9773450090000004</c:v>
                </c:pt>
                <c:pt idx="2929">
                  <c:v>5.4539356459999997</c:v>
                </c:pt>
                <c:pt idx="2930">
                  <c:v>4.3375329359999997</c:v>
                </c:pt>
                <c:pt idx="2931">
                  <c:v>1.385974429</c:v>
                </c:pt>
                <c:pt idx="2932">
                  <c:v>0</c:v>
                </c:pt>
                <c:pt idx="2933">
                  <c:v>9.2875228940000003</c:v>
                </c:pt>
                <c:pt idx="2934">
                  <c:v>26.92709035</c:v>
                </c:pt>
                <c:pt idx="2935">
                  <c:v>3.3525928509999998</c:v>
                </c:pt>
                <c:pt idx="2936">
                  <c:v>4.5313177260000002</c:v>
                </c:pt>
                <c:pt idx="2937">
                  <c:v>4.4723814820000003</c:v>
                </c:pt>
                <c:pt idx="2938">
                  <c:v>4.4753282939999997</c:v>
                </c:pt>
                <c:pt idx="2939">
                  <c:v>4.4751809539999998</c:v>
                </c:pt>
                <c:pt idx="2940">
                  <c:v>4.4751883210000001</c:v>
                </c:pt>
                <c:pt idx="2941">
                  <c:v>4.4751879519999997</c:v>
                </c:pt>
                <c:pt idx="2942">
                  <c:v>4.4751879710000004</c:v>
                </c:pt>
                <c:pt idx="2943">
                  <c:v>4.4751879700000003</c:v>
                </c:pt>
                <c:pt idx="2944">
                  <c:v>4.4751879700000003</c:v>
                </c:pt>
                <c:pt idx="2945">
                  <c:v>4.4751879700000003</c:v>
                </c:pt>
                <c:pt idx="2946">
                  <c:v>4.4751879700000003</c:v>
                </c:pt>
                <c:pt idx="2947">
                  <c:v>0</c:v>
                </c:pt>
                <c:pt idx="2948">
                  <c:v>14.20416</c:v>
                </c:pt>
                <c:pt idx="2949">
                  <c:v>6.1219718329999999</c:v>
                </c:pt>
                <c:pt idx="2950">
                  <c:v>4.3928487770000002</c:v>
                </c:pt>
                <c:pt idx="2951">
                  <c:v>4.4793049299999996</c:v>
                </c:pt>
                <c:pt idx="2952">
                  <c:v>0</c:v>
                </c:pt>
                <c:pt idx="2953">
                  <c:v>0</c:v>
                </c:pt>
                <c:pt idx="2954">
                  <c:v>0</c:v>
                </c:pt>
                <c:pt idx="2955">
                  <c:v>0</c:v>
                </c:pt>
                <c:pt idx="2956">
                  <c:v>0.17923976599999999</c:v>
                </c:pt>
                <c:pt idx="2957">
                  <c:v>6.4432738870000001</c:v>
                </c:pt>
                <c:pt idx="2958">
                  <c:v>25.467946869999999</c:v>
                </c:pt>
                <c:pt idx="2959">
                  <c:v>4.5970841</c:v>
                </c:pt>
                <c:pt idx="2960">
                  <c:v>4.4690931630000001</c:v>
                </c:pt>
                <c:pt idx="2961">
                  <c:v>4.4754927100000002</c:v>
                </c:pt>
                <c:pt idx="2962">
                  <c:v>4.475172733</c:v>
                </c:pt>
                <c:pt idx="2963">
                  <c:v>4.4751887320000003</c:v>
                </c:pt>
                <c:pt idx="2964">
                  <c:v>4.4751879319999999</c:v>
                </c:pt>
                <c:pt idx="2965">
                  <c:v>4.4751879719999996</c:v>
                </c:pt>
                <c:pt idx="2966">
                  <c:v>4.4751879700000003</c:v>
                </c:pt>
                <c:pt idx="2967">
                  <c:v>4.4751879700000003</c:v>
                </c:pt>
                <c:pt idx="2968">
                  <c:v>4.4751879700000003</c:v>
                </c:pt>
                <c:pt idx="2969">
                  <c:v>4.4751879700000003</c:v>
                </c:pt>
                <c:pt idx="2970">
                  <c:v>4.4751879700000003</c:v>
                </c:pt>
                <c:pt idx="2971">
                  <c:v>4.4751879700000003</c:v>
                </c:pt>
                <c:pt idx="2972">
                  <c:v>4.4751879700000003</c:v>
                </c:pt>
                <c:pt idx="2973">
                  <c:v>4.4751879700000003</c:v>
                </c:pt>
                <c:pt idx="2974">
                  <c:v>4.4751879700000003</c:v>
                </c:pt>
                <c:pt idx="2975">
                  <c:v>4.4751879700000003</c:v>
                </c:pt>
                <c:pt idx="2976">
                  <c:v>3.8237599019999999</c:v>
                </c:pt>
                <c:pt idx="2977">
                  <c:v>0</c:v>
                </c:pt>
                <c:pt idx="2978">
                  <c:v>2.0624128320000001</c:v>
                </c:pt>
                <c:pt idx="2979">
                  <c:v>0</c:v>
                </c:pt>
                <c:pt idx="2980">
                  <c:v>0</c:v>
                </c:pt>
                <c:pt idx="2981">
                  <c:v>3.6598075419999998</c:v>
                </c:pt>
                <c:pt idx="2982">
                  <c:v>17.667746399999999</c:v>
                </c:pt>
                <c:pt idx="2983">
                  <c:v>8.9944118320000008</c:v>
                </c:pt>
                <c:pt idx="2984">
                  <c:v>4.2492267769999996</c:v>
                </c:pt>
                <c:pt idx="2985">
                  <c:v>4.48648603</c:v>
                </c:pt>
                <c:pt idx="2986">
                  <c:v>4.4746230669999996</c:v>
                </c:pt>
                <c:pt idx="2987">
                  <c:v>4.4752162149999997</c:v>
                </c:pt>
                <c:pt idx="2988">
                  <c:v>4.4751865579999999</c:v>
                </c:pt>
                <c:pt idx="2989">
                  <c:v>4.475188041</c:v>
                </c:pt>
                <c:pt idx="2990">
                  <c:v>4.475187966</c:v>
                </c:pt>
                <c:pt idx="2991">
                  <c:v>4.4751879700000003</c:v>
                </c:pt>
                <c:pt idx="2992">
                  <c:v>4.4751879700000003</c:v>
                </c:pt>
                <c:pt idx="2993">
                  <c:v>4.2647476099999997</c:v>
                </c:pt>
                <c:pt idx="2994">
                  <c:v>0</c:v>
                </c:pt>
                <c:pt idx="2995">
                  <c:v>0</c:v>
                </c:pt>
                <c:pt idx="2996">
                  <c:v>0</c:v>
                </c:pt>
                <c:pt idx="2997">
                  <c:v>0</c:v>
                </c:pt>
                <c:pt idx="2998">
                  <c:v>0</c:v>
                </c:pt>
                <c:pt idx="2999">
                  <c:v>0</c:v>
                </c:pt>
                <c:pt idx="3000">
                  <c:v>0</c:v>
                </c:pt>
                <c:pt idx="3001">
                  <c:v>0</c:v>
                </c:pt>
                <c:pt idx="3002">
                  <c:v>0</c:v>
                </c:pt>
                <c:pt idx="3003">
                  <c:v>2.4451207529999999</c:v>
                </c:pt>
                <c:pt idx="3004">
                  <c:v>9.5502571060000001</c:v>
                </c:pt>
                <c:pt idx="3005">
                  <c:v>0</c:v>
                </c:pt>
                <c:pt idx="3006">
                  <c:v>6.5268086260000002</c:v>
                </c:pt>
                <c:pt idx="3007">
                  <c:v>24.370399590000002</c:v>
                </c:pt>
                <c:pt idx="3008">
                  <c:v>23.303606030000001</c:v>
                </c:pt>
                <c:pt idx="3009">
                  <c:v>25.652322330000001</c:v>
                </c:pt>
                <c:pt idx="3010">
                  <c:v>3.416331252</c:v>
                </c:pt>
                <c:pt idx="3011">
                  <c:v>4.5281308060000001</c:v>
                </c:pt>
                <c:pt idx="3012">
                  <c:v>4.4725408279999996</c:v>
                </c:pt>
                <c:pt idx="3013">
                  <c:v>4.4753203270000004</c:v>
                </c:pt>
                <c:pt idx="3014">
                  <c:v>4.4751813519999999</c:v>
                </c:pt>
                <c:pt idx="3015">
                  <c:v>4.4751883010000002</c:v>
                </c:pt>
                <c:pt idx="3016">
                  <c:v>4.4751879529999998</c:v>
                </c:pt>
                <c:pt idx="3017">
                  <c:v>4.4751879710000004</c:v>
                </c:pt>
                <c:pt idx="3018">
                  <c:v>4.4751879700000003</c:v>
                </c:pt>
                <c:pt idx="3019">
                  <c:v>0</c:v>
                </c:pt>
                <c:pt idx="3020">
                  <c:v>0</c:v>
                </c:pt>
                <c:pt idx="3021">
                  <c:v>0</c:v>
                </c:pt>
                <c:pt idx="3022">
                  <c:v>0</c:v>
                </c:pt>
                <c:pt idx="3023">
                  <c:v>11.72420655</c:v>
                </c:pt>
                <c:pt idx="3024">
                  <c:v>1.0922897659999999</c:v>
                </c:pt>
                <c:pt idx="3025">
                  <c:v>0</c:v>
                </c:pt>
                <c:pt idx="3026">
                  <c:v>0</c:v>
                </c:pt>
                <c:pt idx="3027">
                  <c:v>0</c:v>
                </c:pt>
                <c:pt idx="3028">
                  <c:v>0</c:v>
                </c:pt>
                <c:pt idx="3029">
                  <c:v>1.531620352</c:v>
                </c:pt>
                <c:pt idx="3030">
                  <c:v>1.238436613</c:v>
                </c:pt>
                <c:pt idx="3031">
                  <c:v>5.4936016890000001</c:v>
                </c:pt>
                <c:pt idx="3032">
                  <c:v>16.903565759999999</c:v>
                </c:pt>
                <c:pt idx="3033">
                  <c:v>20.340125159999999</c:v>
                </c:pt>
                <c:pt idx="3034">
                  <c:v>16.77195249</c:v>
                </c:pt>
                <c:pt idx="3035">
                  <c:v>3.8603497440000001</c:v>
                </c:pt>
                <c:pt idx="3036">
                  <c:v>4.5059298810000001</c:v>
                </c:pt>
                <c:pt idx="3037">
                  <c:v>3.8496582070000001</c:v>
                </c:pt>
                <c:pt idx="3038">
                  <c:v>2.0507937959999998</c:v>
                </c:pt>
                <c:pt idx="3039">
                  <c:v>1.8452627829999999</c:v>
                </c:pt>
                <c:pt idx="3040">
                  <c:v>0</c:v>
                </c:pt>
                <c:pt idx="3041">
                  <c:v>0</c:v>
                </c:pt>
                <c:pt idx="3042">
                  <c:v>0</c:v>
                </c:pt>
                <c:pt idx="3043">
                  <c:v>0</c:v>
                </c:pt>
                <c:pt idx="3044">
                  <c:v>0</c:v>
                </c:pt>
                <c:pt idx="3045">
                  <c:v>0</c:v>
                </c:pt>
                <c:pt idx="3046">
                  <c:v>0</c:v>
                </c:pt>
                <c:pt idx="3047">
                  <c:v>13.601520000000001</c:v>
                </c:pt>
                <c:pt idx="3048">
                  <c:v>16.45083</c:v>
                </c:pt>
                <c:pt idx="3049">
                  <c:v>15.666840000000001</c:v>
                </c:pt>
                <c:pt idx="3050">
                  <c:v>4.4473639599999997</c:v>
                </c:pt>
                <c:pt idx="3051">
                  <c:v>0.77262442899999995</c:v>
                </c:pt>
                <c:pt idx="3052">
                  <c:v>0</c:v>
                </c:pt>
                <c:pt idx="3053">
                  <c:v>3.233849588</c:v>
                </c:pt>
                <c:pt idx="3054">
                  <c:v>17.79273418</c:v>
                </c:pt>
                <c:pt idx="3055">
                  <c:v>2.0031223599999999</c:v>
                </c:pt>
                <c:pt idx="3056">
                  <c:v>6.054280436</c:v>
                </c:pt>
                <c:pt idx="3057">
                  <c:v>17.821451</c:v>
                </c:pt>
                <c:pt idx="3058">
                  <c:v>10.32051966</c:v>
                </c:pt>
                <c:pt idx="3059">
                  <c:v>4.1829213850000002</c:v>
                </c:pt>
                <c:pt idx="3060">
                  <c:v>4.4898012989999998</c:v>
                </c:pt>
                <c:pt idx="3061">
                  <c:v>4.4744573030000003</c:v>
                </c:pt>
                <c:pt idx="3062">
                  <c:v>4.4752245029999997</c:v>
                </c:pt>
                <c:pt idx="3063">
                  <c:v>4.4751861430000002</c:v>
                </c:pt>
                <c:pt idx="3064">
                  <c:v>4.4751880609999999</c:v>
                </c:pt>
                <c:pt idx="3065">
                  <c:v>0.45179215900000003</c:v>
                </c:pt>
                <c:pt idx="3066">
                  <c:v>8.4985837770000003</c:v>
                </c:pt>
                <c:pt idx="3067">
                  <c:v>0</c:v>
                </c:pt>
                <c:pt idx="3068">
                  <c:v>0</c:v>
                </c:pt>
                <c:pt idx="3069">
                  <c:v>0</c:v>
                </c:pt>
                <c:pt idx="3070">
                  <c:v>0</c:v>
                </c:pt>
                <c:pt idx="3071">
                  <c:v>0</c:v>
                </c:pt>
                <c:pt idx="3072">
                  <c:v>0.55462976600000002</c:v>
                </c:pt>
                <c:pt idx="3073">
                  <c:v>0</c:v>
                </c:pt>
                <c:pt idx="3074">
                  <c:v>0</c:v>
                </c:pt>
                <c:pt idx="3075">
                  <c:v>0</c:v>
                </c:pt>
                <c:pt idx="3076">
                  <c:v>0</c:v>
                </c:pt>
                <c:pt idx="3077">
                  <c:v>4.010310778</c:v>
                </c:pt>
                <c:pt idx="3078">
                  <c:v>3.3904609539999999</c:v>
                </c:pt>
                <c:pt idx="3079">
                  <c:v>16.646403960000001</c:v>
                </c:pt>
                <c:pt idx="3080">
                  <c:v>1.8330429109999999</c:v>
                </c:pt>
                <c:pt idx="3081">
                  <c:v>0</c:v>
                </c:pt>
                <c:pt idx="3082">
                  <c:v>2.0683728549999998</c:v>
                </c:pt>
                <c:pt idx="3083">
                  <c:v>12.613869729999999</c:v>
                </c:pt>
                <c:pt idx="3084">
                  <c:v>5.9478899009999999</c:v>
                </c:pt>
                <c:pt idx="3085">
                  <c:v>12.52265693</c:v>
                </c:pt>
                <c:pt idx="3086">
                  <c:v>15.799255909999999</c:v>
                </c:pt>
                <c:pt idx="3087">
                  <c:v>14.60205539</c:v>
                </c:pt>
                <c:pt idx="3088">
                  <c:v>3.9688445990000001</c:v>
                </c:pt>
                <c:pt idx="3089">
                  <c:v>4.5005051380000003</c:v>
                </c:pt>
                <c:pt idx="3090">
                  <c:v>4.4739221110000003</c:v>
                </c:pt>
                <c:pt idx="3091">
                  <c:v>4.4752512629999996</c:v>
                </c:pt>
                <c:pt idx="3092">
                  <c:v>3.8069099999999998</c:v>
                </c:pt>
                <c:pt idx="3093">
                  <c:v>5.1434629330000003</c:v>
                </c:pt>
                <c:pt idx="3094">
                  <c:v>4.4417742220000003</c:v>
                </c:pt>
                <c:pt idx="3095">
                  <c:v>4.4768586570000002</c:v>
                </c:pt>
                <c:pt idx="3096">
                  <c:v>4.4751044359999996</c:v>
                </c:pt>
                <c:pt idx="3097">
                  <c:v>4.4751921469999996</c:v>
                </c:pt>
                <c:pt idx="3098">
                  <c:v>4.4751877609999999</c:v>
                </c:pt>
                <c:pt idx="3099">
                  <c:v>4.4751879800000003</c:v>
                </c:pt>
                <c:pt idx="3100">
                  <c:v>4.4751879690000003</c:v>
                </c:pt>
                <c:pt idx="3101">
                  <c:v>4.4751879700000003</c:v>
                </c:pt>
                <c:pt idx="3102">
                  <c:v>4.4751879700000003</c:v>
                </c:pt>
                <c:pt idx="3103">
                  <c:v>0</c:v>
                </c:pt>
                <c:pt idx="3104">
                  <c:v>9.1982968070000002</c:v>
                </c:pt>
                <c:pt idx="3105">
                  <c:v>4.2390325280000001</c:v>
                </c:pt>
                <c:pt idx="3106">
                  <c:v>4.4869957420000004</c:v>
                </c:pt>
                <c:pt idx="3107">
                  <c:v>4.4745975810000003</c:v>
                </c:pt>
                <c:pt idx="3108">
                  <c:v>4.4752174890000003</c:v>
                </c:pt>
                <c:pt idx="3109">
                  <c:v>4.4751864939999999</c:v>
                </c:pt>
                <c:pt idx="3110">
                  <c:v>4.4751880440000003</c:v>
                </c:pt>
                <c:pt idx="3111">
                  <c:v>4.475187966</c:v>
                </c:pt>
                <c:pt idx="3112">
                  <c:v>4.4751879700000003</c:v>
                </c:pt>
                <c:pt idx="3113">
                  <c:v>4.4751879700000003</c:v>
                </c:pt>
                <c:pt idx="3114">
                  <c:v>4.4751879700000003</c:v>
                </c:pt>
                <c:pt idx="3115">
                  <c:v>4.4751879700000003</c:v>
                </c:pt>
                <c:pt idx="3116">
                  <c:v>3.4341300000000001</c:v>
                </c:pt>
                <c:pt idx="3117">
                  <c:v>5.5162459400000001</c:v>
                </c:pt>
                <c:pt idx="3118">
                  <c:v>4.4231350709999999</c:v>
                </c:pt>
                <c:pt idx="3119">
                  <c:v>4.477790615</c:v>
                </c:pt>
                <c:pt idx="3120">
                  <c:v>4.4750578379999997</c:v>
                </c:pt>
                <c:pt idx="3121">
                  <c:v>4.4751944769999996</c:v>
                </c:pt>
                <c:pt idx="3122">
                  <c:v>0</c:v>
                </c:pt>
                <c:pt idx="3123">
                  <c:v>0</c:v>
                </c:pt>
                <c:pt idx="3124">
                  <c:v>0</c:v>
                </c:pt>
                <c:pt idx="3125">
                  <c:v>0</c:v>
                </c:pt>
                <c:pt idx="3126">
                  <c:v>0</c:v>
                </c:pt>
                <c:pt idx="3127">
                  <c:v>0</c:v>
                </c:pt>
                <c:pt idx="3128">
                  <c:v>16.061117809999999</c:v>
                </c:pt>
                <c:pt idx="3129">
                  <c:v>11.91795226</c:v>
                </c:pt>
                <c:pt idx="3130">
                  <c:v>19.95132993</c:v>
                </c:pt>
                <c:pt idx="3131">
                  <c:v>3.7013808720000001</c:v>
                </c:pt>
                <c:pt idx="3132">
                  <c:v>2.9373466920000002</c:v>
                </c:pt>
                <c:pt idx="3133">
                  <c:v>2.6459987219999999</c:v>
                </c:pt>
                <c:pt idx="3134">
                  <c:v>3.2339577419999999</c:v>
                </c:pt>
                <c:pt idx="3135">
                  <c:v>5.3381479580000004</c:v>
                </c:pt>
                <c:pt idx="3136">
                  <c:v>7.792260196</c:v>
                </c:pt>
                <c:pt idx="3137">
                  <c:v>3.1789819760000002</c:v>
                </c:pt>
                <c:pt idx="3138">
                  <c:v>5.6138330329999997</c:v>
                </c:pt>
                <c:pt idx="3139">
                  <c:v>4.4182557170000001</c:v>
                </c:pt>
                <c:pt idx="3140">
                  <c:v>3.3305353590000002</c:v>
                </c:pt>
                <c:pt idx="3141">
                  <c:v>5.4892753589999996</c:v>
                </c:pt>
                <c:pt idx="3142">
                  <c:v>0</c:v>
                </c:pt>
                <c:pt idx="3143">
                  <c:v>7.6370149200000004</c:v>
                </c:pt>
                <c:pt idx="3144">
                  <c:v>4.9680256460000001</c:v>
                </c:pt>
                <c:pt idx="3145">
                  <c:v>0</c:v>
                </c:pt>
                <c:pt idx="3146">
                  <c:v>0</c:v>
                </c:pt>
                <c:pt idx="3147">
                  <c:v>0</c:v>
                </c:pt>
                <c:pt idx="3148">
                  <c:v>0</c:v>
                </c:pt>
                <c:pt idx="3149">
                  <c:v>0</c:v>
                </c:pt>
                <c:pt idx="3150">
                  <c:v>4.1201788519999996</c:v>
                </c:pt>
                <c:pt idx="3151">
                  <c:v>0</c:v>
                </c:pt>
                <c:pt idx="3152">
                  <c:v>9.1192901020000008</c:v>
                </c:pt>
                <c:pt idx="3153">
                  <c:v>10.565148880000001</c:v>
                </c:pt>
                <c:pt idx="3154">
                  <c:v>5.6513363090000004</c:v>
                </c:pt>
                <c:pt idx="3155">
                  <c:v>8.1722055820000001</c:v>
                </c:pt>
                <c:pt idx="3156">
                  <c:v>8.5448131669999992</c:v>
                </c:pt>
                <c:pt idx="3157">
                  <c:v>5.5716981560000001</c:v>
                </c:pt>
                <c:pt idx="3158">
                  <c:v>5.6275583520000003</c:v>
                </c:pt>
                <c:pt idx="3159">
                  <c:v>4.4010574690000004</c:v>
                </c:pt>
                <c:pt idx="3160">
                  <c:v>0</c:v>
                </c:pt>
                <c:pt idx="3161">
                  <c:v>3.8666235410000001</c:v>
                </c:pt>
                <c:pt idx="3162">
                  <c:v>9.1069981630000001</c:v>
                </c:pt>
                <c:pt idx="3163">
                  <c:v>0</c:v>
                </c:pt>
                <c:pt idx="3164">
                  <c:v>0</c:v>
                </c:pt>
                <c:pt idx="3165">
                  <c:v>0</c:v>
                </c:pt>
                <c:pt idx="3166">
                  <c:v>0</c:v>
                </c:pt>
                <c:pt idx="3167">
                  <c:v>0</c:v>
                </c:pt>
                <c:pt idx="3168">
                  <c:v>3.0365299019999998</c:v>
                </c:pt>
                <c:pt idx="3169">
                  <c:v>0</c:v>
                </c:pt>
                <c:pt idx="3170">
                  <c:v>0</c:v>
                </c:pt>
                <c:pt idx="3171">
                  <c:v>0.83218973699999998</c:v>
                </c:pt>
                <c:pt idx="3172">
                  <c:v>0.108334571</c:v>
                </c:pt>
                <c:pt idx="3173">
                  <c:v>4.4338055079999998</c:v>
                </c:pt>
                <c:pt idx="3174">
                  <c:v>7.754389668</c:v>
                </c:pt>
                <c:pt idx="3175">
                  <c:v>11.95286654</c:v>
                </c:pt>
                <c:pt idx="3176">
                  <c:v>6.1295387559999996</c:v>
                </c:pt>
                <c:pt idx="3177">
                  <c:v>14.81288647</c:v>
                </c:pt>
                <c:pt idx="3178">
                  <c:v>32.157820219999998</c:v>
                </c:pt>
                <c:pt idx="3179">
                  <c:v>7.0072345729999999</c:v>
                </c:pt>
                <c:pt idx="3180">
                  <c:v>4.3485856399999996</c:v>
                </c:pt>
                <c:pt idx="3181">
                  <c:v>4.4815180860000003</c:v>
                </c:pt>
                <c:pt idx="3182">
                  <c:v>4.4748714639999996</c:v>
                </c:pt>
                <c:pt idx="3183">
                  <c:v>4.4752037949999997</c:v>
                </c:pt>
                <c:pt idx="3184">
                  <c:v>4.4751871789999997</c:v>
                </c:pt>
                <c:pt idx="3185">
                  <c:v>4.475188009</c:v>
                </c:pt>
                <c:pt idx="3186">
                  <c:v>4.4751879680000002</c:v>
                </c:pt>
                <c:pt idx="3187">
                  <c:v>0</c:v>
                </c:pt>
                <c:pt idx="3188">
                  <c:v>0</c:v>
                </c:pt>
                <c:pt idx="3189">
                  <c:v>0</c:v>
                </c:pt>
                <c:pt idx="3190">
                  <c:v>0</c:v>
                </c:pt>
                <c:pt idx="3191">
                  <c:v>14.04243</c:v>
                </c:pt>
                <c:pt idx="3192">
                  <c:v>3.3743899019999999</c:v>
                </c:pt>
                <c:pt idx="3193">
                  <c:v>13.266827320000001</c:v>
                </c:pt>
                <c:pt idx="3194">
                  <c:v>0</c:v>
                </c:pt>
                <c:pt idx="3195">
                  <c:v>11.03700531</c:v>
                </c:pt>
                <c:pt idx="3196">
                  <c:v>4.1870868359999998</c:v>
                </c:pt>
                <c:pt idx="3197">
                  <c:v>14.85321978</c:v>
                </c:pt>
                <c:pt idx="3198">
                  <c:v>0</c:v>
                </c:pt>
                <c:pt idx="3199">
                  <c:v>8.8690135540000004</c:v>
                </c:pt>
                <c:pt idx="3200">
                  <c:v>12.738878509999999</c:v>
                </c:pt>
                <c:pt idx="3201">
                  <c:v>5.6615583159999998</c:v>
                </c:pt>
                <c:pt idx="3202">
                  <c:v>4.415869453</c:v>
                </c:pt>
                <c:pt idx="3203">
                  <c:v>3.489914234</c:v>
                </c:pt>
                <c:pt idx="3204">
                  <c:v>5.4632793350000002</c:v>
                </c:pt>
                <c:pt idx="3205">
                  <c:v>4.4257834020000004</c:v>
                </c:pt>
                <c:pt idx="3206">
                  <c:v>4.4776581980000003</c:v>
                </c:pt>
                <c:pt idx="3207">
                  <c:v>4.4750644590000004</c:v>
                </c:pt>
                <c:pt idx="3208">
                  <c:v>0</c:v>
                </c:pt>
                <c:pt idx="3209">
                  <c:v>0</c:v>
                </c:pt>
                <c:pt idx="3210">
                  <c:v>0</c:v>
                </c:pt>
                <c:pt idx="3211">
                  <c:v>0</c:v>
                </c:pt>
                <c:pt idx="3212">
                  <c:v>0</c:v>
                </c:pt>
                <c:pt idx="3213">
                  <c:v>0.37954765200000001</c:v>
                </c:pt>
                <c:pt idx="3214">
                  <c:v>0.84068158599999998</c:v>
                </c:pt>
                <c:pt idx="3215">
                  <c:v>6.3622831550000001</c:v>
                </c:pt>
                <c:pt idx="3216">
                  <c:v>3.7961239600000001</c:v>
                </c:pt>
                <c:pt idx="3217">
                  <c:v>9.6556249199999993</c:v>
                </c:pt>
                <c:pt idx="3218">
                  <c:v>10.72659531</c:v>
                </c:pt>
                <c:pt idx="3219">
                  <c:v>11.42390788</c:v>
                </c:pt>
                <c:pt idx="3220">
                  <c:v>0.217849766</c:v>
                </c:pt>
                <c:pt idx="3221">
                  <c:v>0</c:v>
                </c:pt>
                <c:pt idx="3222">
                  <c:v>1.3101084279999999</c:v>
                </c:pt>
                <c:pt idx="3223">
                  <c:v>4.5443598510000003</c:v>
                </c:pt>
                <c:pt idx="3224">
                  <c:v>3.2096665170000001</c:v>
                </c:pt>
                <c:pt idx="3225">
                  <c:v>19.753490759999998</c:v>
                </c:pt>
                <c:pt idx="3226">
                  <c:v>22.230735970000001</c:v>
                </c:pt>
                <c:pt idx="3227">
                  <c:v>3.5874105699999999</c:v>
                </c:pt>
                <c:pt idx="3228">
                  <c:v>4.51957684</c:v>
                </c:pt>
                <c:pt idx="3229">
                  <c:v>4.4729685259999998</c:v>
                </c:pt>
                <c:pt idx="3230">
                  <c:v>4.4752989420000002</c:v>
                </c:pt>
                <c:pt idx="3231">
                  <c:v>4.4751824210000004</c:v>
                </c:pt>
                <c:pt idx="3232">
                  <c:v>4.4751882470000002</c:v>
                </c:pt>
                <c:pt idx="3233">
                  <c:v>4.4751879560000001</c:v>
                </c:pt>
                <c:pt idx="3234">
                  <c:v>4.4751879710000004</c:v>
                </c:pt>
                <c:pt idx="3235">
                  <c:v>3.2394599999999998</c:v>
                </c:pt>
                <c:pt idx="3236">
                  <c:v>5.7109159399999996</c:v>
                </c:pt>
                <c:pt idx="3237">
                  <c:v>4.4134015709999996</c:v>
                </c:pt>
                <c:pt idx="3238">
                  <c:v>4.4782772900000003</c:v>
                </c:pt>
                <c:pt idx="3239">
                  <c:v>4.4750335039999998</c:v>
                </c:pt>
                <c:pt idx="3240">
                  <c:v>4.4751956929999999</c:v>
                </c:pt>
                <c:pt idx="3241">
                  <c:v>4.4751875840000004</c:v>
                </c:pt>
                <c:pt idx="3242">
                  <c:v>4.4751879890000001</c:v>
                </c:pt>
                <c:pt idx="3243">
                  <c:v>4.4751879690000003</c:v>
                </c:pt>
                <c:pt idx="3244">
                  <c:v>4.4751879700000003</c:v>
                </c:pt>
                <c:pt idx="3245">
                  <c:v>4.4751879700000003</c:v>
                </c:pt>
                <c:pt idx="3246">
                  <c:v>4.4751879700000003</c:v>
                </c:pt>
                <c:pt idx="3247">
                  <c:v>4.4751879700000003</c:v>
                </c:pt>
                <c:pt idx="3248">
                  <c:v>4.4751879700000003</c:v>
                </c:pt>
                <c:pt idx="3249">
                  <c:v>4.4751879700000003</c:v>
                </c:pt>
                <c:pt idx="3250">
                  <c:v>4.4751879700000003</c:v>
                </c:pt>
                <c:pt idx="3251">
                  <c:v>4.4751879700000003</c:v>
                </c:pt>
                <c:pt idx="3252">
                  <c:v>4.4751879700000003</c:v>
                </c:pt>
                <c:pt idx="3253">
                  <c:v>4.4751879700000003</c:v>
                </c:pt>
                <c:pt idx="3254">
                  <c:v>4.4751879700000003</c:v>
                </c:pt>
                <c:pt idx="3255">
                  <c:v>4.4751879700000003</c:v>
                </c:pt>
                <c:pt idx="3256">
                  <c:v>4.4751879700000003</c:v>
                </c:pt>
                <c:pt idx="3257">
                  <c:v>4.4751879700000003</c:v>
                </c:pt>
                <c:pt idx="3258">
                  <c:v>4.4751879700000003</c:v>
                </c:pt>
                <c:pt idx="3259">
                  <c:v>4.4751879700000003</c:v>
                </c:pt>
                <c:pt idx="3260">
                  <c:v>4.4751879700000003</c:v>
                </c:pt>
                <c:pt idx="3261">
                  <c:v>4.4751879700000003</c:v>
                </c:pt>
                <c:pt idx="3262">
                  <c:v>0</c:v>
                </c:pt>
                <c:pt idx="3263">
                  <c:v>0</c:v>
                </c:pt>
                <c:pt idx="3264">
                  <c:v>0</c:v>
                </c:pt>
                <c:pt idx="3265">
                  <c:v>0</c:v>
                </c:pt>
                <c:pt idx="3266">
                  <c:v>0</c:v>
                </c:pt>
                <c:pt idx="3267">
                  <c:v>0</c:v>
                </c:pt>
                <c:pt idx="3268">
                  <c:v>0</c:v>
                </c:pt>
                <c:pt idx="3269">
                  <c:v>20.961642820000002</c:v>
                </c:pt>
                <c:pt idx="3270">
                  <c:v>25.806905359999998</c:v>
                </c:pt>
                <c:pt idx="3271">
                  <c:v>3.4086021</c:v>
                </c:pt>
                <c:pt idx="3272">
                  <c:v>4.5285172630000003</c:v>
                </c:pt>
                <c:pt idx="3273">
                  <c:v>4.4725215049999996</c:v>
                </c:pt>
                <c:pt idx="3274">
                  <c:v>4.4753212930000004</c:v>
                </c:pt>
                <c:pt idx="3275">
                  <c:v>4.4751813040000004</c:v>
                </c:pt>
                <c:pt idx="3276">
                  <c:v>4.4751883030000004</c:v>
                </c:pt>
                <c:pt idx="3277">
                  <c:v>4.4751879529999998</c:v>
                </c:pt>
                <c:pt idx="3278">
                  <c:v>4.4751879710000004</c:v>
                </c:pt>
                <c:pt idx="3279">
                  <c:v>4.4751879700000003</c:v>
                </c:pt>
                <c:pt idx="3280">
                  <c:v>4.4751879700000003</c:v>
                </c:pt>
                <c:pt idx="3281">
                  <c:v>4.4751879700000003</c:v>
                </c:pt>
                <c:pt idx="3282">
                  <c:v>4.4751879700000003</c:v>
                </c:pt>
                <c:pt idx="3283">
                  <c:v>4.4751879700000003</c:v>
                </c:pt>
                <c:pt idx="3284">
                  <c:v>4.4751879700000003</c:v>
                </c:pt>
                <c:pt idx="3285">
                  <c:v>4.4751879700000003</c:v>
                </c:pt>
                <c:pt idx="3286">
                  <c:v>4.4751879700000003</c:v>
                </c:pt>
                <c:pt idx="3287">
                  <c:v>4.4751879700000003</c:v>
                </c:pt>
                <c:pt idx="3288">
                  <c:v>0.33585457099999999</c:v>
                </c:pt>
                <c:pt idx="3289">
                  <c:v>5.999368016</c:v>
                </c:pt>
                <c:pt idx="3290">
                  <c:v>0</c:v>
                </c:pt>
                <c:pt idx="3291">
                  <c:v>0</c:v>
                </c:pt>
                <c:pt idx="3292">
                  <c:v>7.2924834589999996</c:v>
                </c:pt>
                <c:pt idx="3293">
                  <c:v>14.93418342</c:v>
                </c:pt>
                <c:pt idx="3294">
                  <c:v>3.9522381969999998</c:v>
                </c:pt>
                <c:pt idx="3295">
                  <c:v>4.5013354589999999</c:v>
                </c:pt>
                <c:pt idx="3296">
                  <c:v>4.4738805949999998</c:v>
                </c:pt>
                <c:pt idx="3297">
                  <c:v>4.475253339</c:v>
                </c:pt>
                <c:pt idx="3298">
                  <c:v>4.4751847009999999</c:v>
                </c:pt>
                <c:pt idx="3299">
                  <c:v>4.4751881329999996</c:v>
                </c:pt>
                <c:pt idx="3300">
                  <c:v>4.4751879619999997</c:v>
                </c:pt>
                <c:pt idx="3301">
                  <c:v>4.4751879700000003</c:v>
                </c:pt>
                <c:pt idx="3302">
                  <c:v>4.4751879700000003</c:v>
                </c:pt>
                <c:pt idx="3303">
                  <c:v>4.4751879700000003</c:v>
                </c:pt>
                <c:pt idx="3304">
                  <c:v>4.4751879700000003</c:v>
                </c:pt>
                <c:pt idx="3305">
                  <c:v>4.4751879700000003</c:v>
                </c:pt>
                <c:pt idx="3306">
                  <c:v>0</c:v>
                </c:pt>
                <c:pt idx="3307">
                  <c:v>0</c:v>
                </c:pt>
                <c:pt idx="3308">
                  <c:v>0</c:v>
                </c:pt>
                <c:pt idx="3309">
                  <c:v>0.68853127999999997</c:v>
                </c:pt>
                <c:pt idx="3310">
                  <c:v>7.1554175869999996</c:v>
                </c:pt>
                <c:pt idx="3311">
                  <c:v>0</c:v>
                </c:pt>
                <c:pt idx="3312">
                  <c:v>1.8026070709999999</c:v>
                </c:pt>
                <c:pt idx="3313">
                  <c:v>1.1808856910000001</c:v>
                </c:pt>
                <c:pt idx="3314">
                  <c:v>5.0552829360000002</c:v>
                </c:pt>
                <c:pt idx="3315">
                  <c:v>0</c:v>
                </c:pt>
                <c:pt idx="3316">
                  <c:v>2.5262433519999998</c:v>
                </c:pt>
                <c:pt idx="3317">
                  <c:v>3.5176491620000001</c:v>
                </c:pt>
                <c:pt idx="3318">
                  <c:v>0.81095028700000005</c:v>
                </c:pt>
                <c:pt idx="3319">
                  <c:v>4.5490532630000002</c:v>
                </c:pt>
                <c:pt idx="3320">
                  <c:v>38.066051459999997</c:v>
                </c:pt>
                <c:pt idx="3321">
                  <c:v>3.4705770889999998</c:v>
                </c:pt>
                <c:pt idx="3322">
                  <c:v>4.5254185140000001</c:v>
                </c:pt>
                <c:pt idx="3323">
                  <c:v>4.4726764430000001</c:v>
                </c:pt>
                <c:pt idx="3324">
                  <c:v>4.4753135459999998</c:v>
                </c:pt>
                <c:pt idx="3325">
                  <c:v>4.4751816910000004</c:v>
                </c:pt>
                <c:pt idx="3326">
                  <c:v>4.4751882839999997</c:v>
                </c:pt>
                <c:pt idx="3327">
                  <c:v>4.4751879539999999</c:v>
                </c:pt>
                <c:pt idx="3328">
                  <c:v>2.9945156019999999</c:v>
                </c:pt>
                <c:pt idx="3329">
                  <c:v>0</c:v>
                </c:pt>
                <c:pt idx="3330">
                  <c:v>0</c:v>
                </c:pt>
                <c:pt idx="3331">
                  <c:v>0</c:v>
                </c:pt>
                <c:pt idx="3332">
                  <c:v>10.53854655</c:v>
                </c:pt>
                <c:pt idx="3333">
                  <c:v>9.2775599999999994</c:v>
                </c:pt>
                <c:pt idx="3334">
                  <c:v>11.9367</c:v>
                </c:pt>
                <c:pt idx="3335">
                  <c:v>12.31197197</c:v>
                </c:pt>
                <c:pt idx="3336">
                  <c:v>4.0833487699999997</c:v>
                </c:pt>
                <c:pt idx="3337">
                  <c:v>4.49477993</c:v>
                </c:pt>
                <c:pt idx="3338">
                  <c:v>0</c:v>
                </c:pt>
                <c:pt idx="3339">
                  <c:v>3.3606139599999998</c:v>
                </c:pt>
                <c:pt idx="3340">
                  <c:v>0</c:v>
                </c:pt>
                <c:pt idx="3341">
                  <c:v>0</c:v>
                </c:pt>
                <c:pt idx="3342">
                  <c:v>6.2073162000000001E-2</c:v>
                </c:pt>
                <c:pt idx="3343">
                  <c:v>14.31668013</c:v>
                </c:pt>
                <c:pt idx="3344">
                  <c:v>1.45290758</c:v>
                </c:pt>
                <c:pt idx="3345">
                  <c:v>17.728665100000001</c:v>
                </c:pt>
                <c:pt idx="3346">
                  <c:v>3.8125141130000002</c:v>
                </c:pt>
                <c:pt idx="3347">
                  <c:v>4.5083216630000003</c:v>
                </c:pt>
                <c:pt idx="3348">
                  <c:v>4.473531285</c:v>
                </c:pt>
                <c:pt idx="3349">
                  <c:v>4.475270804</c:v>
                </c:pt>
                <c:pt idx="3350">
                  <c:v>4.4751838279999996</c:v>
                </c:pt>
                <c:pt idx="3351">
                  <c:v>4.4751881769999997</c:v>
                </c:pt>
                <c:pt idx="3352">
                  <c:v>4.4751879600000004</c:v>
                </c:pt>
                <c:pt idx="3353">
                  <c:v>4.4751879700000003</c:v>
                </c:pt>
                <c:pt idx="3354">
                  <c:v>4.4751879700000003</c:v>
                </c:pt>
                <c:pt idx="3355">
                  <c:v>4.3832700000000004</c:v>
                </c:pt>
                <c:pt idx="3356">
                  <c:v>0.31365937300000002</c:v>
                </c:pt>
                <c:pt idx="3357">
                  <c:v>0</c:v>
                </c:pt>
                <c:pt idx="3358">
                  <c:v>1.6695031549999999</c:v>
                </c:pt>
                <c:pt idx="3359">
                  <c:v>13.63086</c:v>
                </c:pt>
                <c:pt idx="3360">
                  <c:v>10.674827649999999</c:v>
                </c:pt>
                <c:pt idx="3361">
                  <c:v>2.545593352</c:v>
                </c:pt>
                <c:pt idx="3362">
                  <c:v>0.92587973700000004</c:v>
                </c:pt>
                <c:pt idx="3363">
                  <c:v>0</c:v>
                </c:pt>
                <c:pt idx="3364">
                  <c:v>2.0049043999999999E-2</c:v>
                </c:pt>
                <c:pt idx="3365">
                  <c:v>13.85769524</c:v>
                </c:pt>
                <c:pt idx="3366">
                  <c:v>11.034109170000001</c:v>
                </c:pt>
                <c:pt idx="3367">
                  <c:v>4.14724191</c:v>
                </c:pt>
                <c:pt idx="3368">
                  <c:v>4.4915852730000001</c:v>
                </c:pt>
                <c:pt idx="3369">
                  <c:v>4.4743681049999999</c:v>
                </c:pt>
                <c:pt idx="3370">
                  <c:v>4.4752289630000002</c:v>
                </c:pt>
                <c:pt idx="3371">
                  <c:v>4.4751859200000004</c:v>
                </c:pt>
                <c:pt idx="3372">
                  <c:v>4.4751880719999999</c:v>
                </c:pt>
                <c:pt idx="3373">
                  <c:v>4.4751879649999999</c:v>
                </c:pt>
                <c:pt idx="3374">
                  <c:v>4.4751879700000003</c:v>
                </c:pt>
                <c:pt idx="3375">
                  <c:v>4.4751879700000003</c:v>
                </c:pt>
                <c:pt idx="3376">
                  <c:v>4.4751879700000003</c:v>
                </c:pt>
                <c:pt idx="3377">
                  <c:v>4.4751879700000003</c:v>
                </c:pt>
                <c:pt idx="3378">
                  <c:v>0</c:v>
                </c:pt>
                <c:pt idx="3379">
                  <c:v>8.2554383009999999</c:v>
                </c:pt>
                <c:pt idx="3380">
                  <c:v>0</c:v>
                </c:pt>
                <c:pt idx="3381">
                  <c:v>6.648695311</c:v>
                </c:pt>
                <c:pt idx="3382">
                  <c:v>12.73653</c:v>
                </c:pt>
                <c:pt idx="3383">
                  <c:v>6.7951211279999999</c:v>
                </c:pt>
                <c:pt idx="3384">
                  <c:v>4.3591913120000001</c:v>
                </c:pt>
                <c:pt idx="3385">
                  <c:v>4.4809878029999997</c:v>
                </c:pt>
                <c:pt idx="3386">
                  <c:v>4.4748979780000004</c:v>
                </c:pt>
                <c:pt idx="3387">
                  <c:v>0</c:v>
                </c:pt>
                <c:pt idx="3388">
                  <c:v>8.4490231550000008</c:v>
                </c:pt>
                <c:pt idx="3389">
                  <c:v>6.360383916</c:v>
                </c:pt>
                <c:pt idx="3390">
                  <c:v>4.380928173</c:v>
                </c:pt>
                <c:pt idx="3391">
                  <c:v>4.4799009600000002</c:v>
                </c:pt>
                <c:pt idx="3392">
                  <c:v>4.4749523199999999</c:v>
                </c:pt>
                <c:pt idx="3393">
                  <c:v>4.475199752</c:v>
                </c:pt>
                <c:pt idx="3394">
                  <c:v>4.4751873809999996</c:v>
                </c:pt>
                <c:pt idx="3395">
                  <c:v>4.4751879990000001</c:v>
                </c:pt>
                <c:pt idx="3396">
                  <c:v>4.4751879680000002</c:v>
                </c:pt>
                <c:pt idx="3397">
                  <c:v>4.4751879700000003</c:v>
                </c:pt>
                <c:pt idx="3398">
                  <c:v>4.4751879700000003</c:v>
                </c:pt>
                <c:pt idx="3399">
                  <c:v>4.4751879700000003</c:v>
                </c:pt>
                <c:pt idx="3400">
                  <c:v>4.4751879700000003</c:v>
                </c:pt>
                <c:pt idx="3401">
                  <c:v>4.4751879700000003</c:v>
                </c:pt>
                <c:pt idx="3402">
                  <c:v>4.4751879700000003</c:v>
                </c:pt>
                <c:pt idx="3403">
                  <c:v>4.4729323799999996</c:v>
                </c:pt>
                <c:pt idx="3404">
                  <c:v>4.0873162179999998</c:v>
                </c:pt>
                <c:pt idx="3405">
                  <c:v>0</c:v>
                </c:pt>
                <c:pt idx="3406">
                  <c:v>0</c:v>
                </c:pt>
                <c:pt idx="3407">
                  <c:v>0</c:v>
                </c:pt>
                <c:pt idx="3408">
                  <c:v>4.7209668359999997</c:v>
                </c:pt>
                <c:pt idx="3409">
                  <c:v>16.350300000000001</c:v>
                </c:pt>
                <c:pt idx="3410">
                  <c:v>5.1857356460000004</c:v>
                </c:pt>
                <c:pt idx="3411">
                  <c:v>0</c:v>
                </c:pt>
                <c:pt idx="3412">
                  <c:v>1.3701344289999999</c:v>
                </c:pt>
                <c:pt idx="3413">
                  <c:v>0.210487163</c:v>
                </c:pt>
                <c:pt idx="3414">
                  <c:v>3.8447692839999998</c:v>
                </c:pt>
                <c:pt idx="3415">
                  <c:v>0</c:v>
                </c:pt>
                <c:pt idx="3416">
                  <c:v>5.2023054770000003</c:v>
                </c:pt>
                <c:pt idx="3417">
                  <c:v>8.0431277600000008</c:v>
                </c:pt>
                <c:pt idx="3418">
                  <c:v>7.1736881590000001</c:v>
                </c:pt>
                <c:pt idx="3419">
                  <c:v>11.809095129999999</c:v>
                </c:pt>
                <c:pt idx="3420">
                  <c:v>13.195472110000001</c:v>
                </c:pt>
                <c:pt idx="3421">
                  <c:v>4.039173763</c:v>
                </c:pt>
                <c:pt idx="3422">
                  <c:v>0</c:v>
                </c:pt>
                <c:pt idx="3423">
                  <c:v>4.7590937310000001</c:v>
                </c:pt>
                <c:pt idx="3424">
                  <c:v>8.0246292360000009</c:v>
                </c:pt>
                <c:pt idx="3425">
                  <c:v>6.5395069660000003</c:v>
                </c:pt>
                <c:pt idx="3426">
                  <c:v>4.3719720200000003</c:v>
                </c:pt>
                <c:pt idx="3427">
                  <c:v>4.4803487669999997</c:v>
                </c:pt>
                <c:pt idx="3428">
                  <c:v>2.4300278770000001</c:v>
                </c:pt>
                <c:pt idx="3429">
                  <c:v>0</c:v>
                </c:pt>
                <c:pt idx="3430">
                  <c:v>0.98946315500000004</c:v>
                </c:pt>
                <c:pt idx="3431">
                  <c:v>3.3076700639999999</c:v>
                </c:pt>
                <c:pt idx="3432">
                  <c:v>16.03566</c:v>
                </c:pt>
                <c:pt idx="3433">
                  <c:v>4.7840073869999999</c:v>
                </c:pt>
                <c:pt idx="3434">
                  <c:v>0</c:v>
                </c:pt>
                <c:pt idx="3435">
                  <c:v>9.8547838149999993</c:v>
                </c:pt>
                <c:pt idx="3436">
                  <c:v>4.2062081779999998</c:v>
                </c:pt>
                <c:pt idx="3437">
                  <c:v>4.48863696</c:v>
                </c:pt>
                <c:pt idx="3438">
                  <c:v>4.4745155199999997</c:v>
                </c:pt>
                <c:pt idx="3439">
                  <c:v>4.4752215919999996</c:v>
                </c:pt>
                <c:pt idx="3440">
                  <c:v>4.4751862889999998</c:v>
                </c:pt>
                <c:pt idx="3441">
                  <c:v>4.4751880540000002</c:v>
                </c:pt>
                <c:pt idx="3442">
                  <c:v>4.475187966</c:v>
                </c:pt>
                <c:pt idx="3443">
                  <c:v>4.4751879700000003</c:v>
                </c:pt>
                <c:pt idx="3444">
                  <c:v>4.4751879700000003</c:v>
                </c:pt>
                <c:pt idx="3445">
                  <c:v>4.4751879700000003</c:v>
                </c:pt>
                <c:pt idx="3446">
                  <c:v>4.4751879700000003</c:v>
                </c:pt>
                <c:pt idx="3447">
                  <c:v>4.4751879700000003</c:v>
                </c:pt>
                <c:pt idx="3448">
                  <c:v>4.4751879700000003</c:v>
                </c:pt>
                <c:pt idx="3449">
                  <c:v>4.4751879700000003</c:v>
                </c:pt>
                <c:pt idx="3450">
                  <c:v>4.4751879700000003</c:v>
                </c:pt>
                <c:pt idx="3451">
                  <c:v>0</c:v>
                </c:pt>
                <c:pt idx="3452">
                  <c:v>0</c:v>
                </c:pt>
                <c:pt idx="3453">
                  <c:v>0</c:v>
                </c:pt>
                <c:pt idx="3454">
                  <c:v>0</c:v>
                </c:pt>
                <c:pt idx="3455">
                  <c:v>0</c:v>
                </c:pt>
                <c:pt idx="3456">
                  <c:v>0</c:v>
                </c:pt>
                <c:pt idx="3457">
                  <c:v>0</c:v>
                </c:pt>
                <c:pt idx="3458">
                  <c:v>4.4939868360000004</c:v>
                </c:pt>
                <c:pt idx="3459">
                  <c:v>10.83925765</c:v>
                </c:pt>
                <c:pt idx="3460">
                  <c:v>7.0318700639999996</c:v>
                </c:pt>
                <c:pt idx="3461">
                  <c:v>14.58987874</c:v>
                </c:pt>
                <c:pt idx="3462">
                  <c:v>0</c:v>
                </c:pt>
                <c:pt idx="3463">
                  <c:v>1.223543813</c:v>
                </c:pt>
                <c:pt idx="3464">
                  <c:v>25.44312803</c:v>
                </c:pt>
                <c:pt idx="3465">
                  <c:v>6.4802529020000001</c:v>
                </c:pt>
                <c:pt idx="3466">
                  <c:v>8.8148796950000001</c:v>
                </c:pt>
                <c:pt idx="3467">
                  <c:v>11.859858040000001</c:v>
                </c:pt>
                <c:pt idx="3468">
                  <c:v>4.1059544670000001</c:v>
                </c:pt>
                <c:pt idx="3469">
                  <c:v>4.4936496449999996</c:v>
                </c:pt>
                <c:pt idx="3470">
                  <c:v>4.4742648860000003</c:v>
                </c:pt>
                <c:pt idx="3471">
                  <c:v>4.475234124</c:v>
                </c:pt>
                <c:pt idx="3472">
                  <c:v>4.4751856620000003</c:v>
                </c:pt>
                <c:pt idx="3473">
                  <c:v>2.8821100529999999</c:v>
                </c:pt>
                <c:pt idx="3474">
                  <c:v>0.99729326299999999</c:v>
                </c:pt>
                <c:pt idx="3475">
                  <c:v>0</c:v>
                </c:pt>
                <c:pt idx="3476">
                  <c:v>10.20203354</c:v>
                </c:pt>
                <c:pt idx="3477">
                  <c:v>0</c:v>
                </c:pt>
                <c:pt idx="3478">
                  <c:v>0</c:v>
                </c:pt>
                <c:pt idx="3479">
                  <c:v>0</c:v>
                </c:pt>
                <c:pt idx="3480">
                  <c:v>0</c:v>
                </c:pt>
                <c:pt idx="3481">
                  <c:v>0</c:v>
                </c:pt>
                <c:pt idx="3482">
                  <c:v>12.63887536</c:v>
                </c:pt>
                <c:pt idx="3483">
                  <c:v>3.0666328319999998</c:v>
                </c:pt>
                <c:pt idx="3484">
                  <c:v>0</c:v>
                </c:pt>
                <c:pt idx="3485">
                  <c:v>15.03482668</c:v>
                </c:pt>
                <c:pt idx="3486">
                  <c:v>4.3642312130000001</c:v>
                </c:pt>
                <c:pt idx="3487">
                  <c:v>1.9179709190000001</c:v>
                </c:pt>
                <c:pt idx="3488">
                  <c:v>6.1904078580000004</c:v>
                </c:pt>
                <c:pt idx="3489">
                  <c:v>15.84189207</c:v>
                </c:pt>
                <c:pt idx="3490">
                  <c:v>12.439779769999999</c:v>
                </c:pt>
                <c:pt idx="3491">
                  <c:v>4.0769583799999998</c:v>
                </c:pt>
                <c:pt idx="3492">
                  <c:v>4.4950994489999996</c:v>
                </c:pt>
                <c:pt idx="3493">
                  <c:v>4.4741923960000003</c:v>
                </c:pt>
                <c:pt idx="3494">
                  <c:v>2.1950859949999999</c:v>
                </c:pt>
                <c:pt idx="3495">
                  <c:v>6.7553372349999998</c:v>
                </c:pt>
                <c:pt idx="3496">
                  <c:v>4.3611805070000003</c:v>
                </c:pt>
                <c:pt idx="3497">
                  <c:v>4.4808883430000002</c:v>
                </c:pt>
                <c:pt idx="3498">
                  <c:v>4.4749029509999998</c:v>
                </c:pt>
                <c:pt idx="3499">
                  <c:v>4.475202221</c:v>
                </c:pt>
                <c:pt idx="3500">
                  <c:v>4.475187257</c:v>
                </c:pt>
                <c:pt idx="3501">
                  <c:v>0</c:v>
                </c:pt>
                <c:pt idx="3502">
                  <c:v>0</c:v>
                </c:pt>
                <c:pt idx="3503">
                  <c:v>0</c:v>
                </c:pt>
                <c:pt idx="3504">
                  <c:v>0.32667457100000002</c:v>
                </c:pt>
                <c:pt idx="3505">
                  <c:v>0</c:v>
                </c:pt>
                <c:pt idx="3506">
                  <c:v>0</c:v>
                </c:pt>
                <c:pt idx="3507">
                  <c:v>0</c:v>
                </c:pt>
                <c:pt idx="3508">
                  <c:v>0</c:v>
                </c:pt>
                <c:pt idx="3509">
                  <c:v>12.56603803</c:v>
                </c:pt>
                <c:pt idx="3510">
                  <c:v>21.018276539999999</c:v>
                </c:pt>
                <c:pt idx="3511">
                  <c:v>18.764314469999999</c:v>
                </c:pt>
                <c:pt idx="3512">
                  <c:v>3.7607316449999999</c:v>
                </c:pt>
                <c:pt idx="3513">
                  <c:v>4.5109107860000002</c:v>
                </c:pt>
                <c:pt idx="3514">
                  <c:v>4.4734018290000002</c:v>
                </c:pt>
                <c:pt idx="3515">
                  <c:v>4.475277277</c:v>
                </c:pt>
                <c:pt idx="3516">
                  <c:v>4.4751835050000004</c:v>
                </c:pt>
                <c:pt idx="3517">
                  <c:v>4.4751881930000001</c:v>
                </c:pt>
                <c:pt idx="3518">
                  <c:v>4.4751879590000003</c:v>
                </c:pt>
                <c:pt idx="3519">
                  <c:v>4.4751879700000003</c:v>
                </c:pt>
                <c:pt idx="3520">
                  <c:v>4.4751879700000003</c:v>
                </c:pt>
                <c:pt idx="3521">
                  <c:v>4.4751879700000003</c:v>
                </c:pt>
                <c:pt idx="3522">
                  <c:v>0</c:v>
                </c:pt>
                <c:pt idx="3523">
                  <c:v>0</c:v>
                </c:pt>
                <c:pt idx="3524">
                  <c:v>0</c:v>
                </c:pt>
                <c:pt idx="3525">
                  <c:v>0</c:v>
                </c:pt>
                <c:pt idx="3526">
                  <c:v>0</c:v>
                </c:pt>
                <c:pt idx="3527">
                  <c:v>0.186774624</c:v>
                </c:pt>
                <c:pt idx="3528">
                  <c:v>2.5260028320000001</c:v>
                </c:pt>
                <c:pt idx="3529">
                  <c:v>7.9048050090000004</c:v>
                </c:pt>
                <c:pt idx="3530">
                  <c:v>6.5911134589999998</c:v>
                </c:pt>
                <c:pt idx="3531">
                  <c:v>2.9177107530000002</c:v>
                </c:pt>
                <c:pt idx="3532">
                  <c:v>4.5763029360000003</c:v>
                </c:pt>
                <c:pt idx="3533">
                  <c:v>6.822531991</c:v>
                </c:pt>
                <c:pt idx="3534">
                  <c:v>2.8495203459999998</c:v>
                </c:pt>
                <c:pt idx="3535">
                  <c:v>16.782044259999999</c:v>
                </c:pt>
                <c:pt idx="3536">
                  <c:v>11.44980211</c:v>
                </c:pt>
                <c:pt idx="3537">
                  <c:v>9.2514793120000007</c:v>
                </c:pt>
                <c:pt idx="3538">
                  <c:v>7.4433818489999997</c:v>
                </c:pt>
                <c:pt idx="3539">
                  <c:v>4.3267782759999998</c:v>
                </c:pt>
                <c:pt idx="3540">
                  <c:v>4.4826084550000003</c:v>
                </c:pt>
                <c:pt idx="3541">
                  <c:v>4.4748169459999998</c:v>
                </c:pt>
                <c:pt idx="3542">
                  <c:v>4.4752065209999996</c:v>
                </c:pt>
                <c:pt idx="3543">
                  <c:v>4.4751870419999999</c:v>
                </c:pt>
                <c:pt idx="3544">
                  <c:v>4.4751880159999997</c:v>
                </c:pt>
                <c:pt idx="3545">
                  <c:v>4.4751879680000002</c:v>
                </c:pt>
                <c:pt idx="3546">
                  <c:v>4.4751879700000003</c:v>
                </c:pt>
                <c:pt idx="3547">
                  <c:v>4.4751879700000003</c:v>
                </c:pt>
                <c:pt idx="3548">
                  <c:v>2.8077242080000002</c:v>
                </c:pt>
                <c:pt idx="3549">
                  <c:v>0</c:v>
                </c:pt>
                <c:pt idx="3550">
                  <c:v>0</c:v>
                </c:pt>
                <c:pt idx="3551">
                  <c:v>0</c:v>
                </c:pt>
                <c:pt idx="3552">
                  <c:v>3.898980753</c:v>
                </c:pt>
                <c:pt idx="3553">
                  <c:v>11.66925531</c:v>
                </c:pt>
                <c:pt idx="3554">
                  <c:v>0.79751462399999995</c:v>
                </c:pt>
                <c:pt idx="3555">
                  <c:v>14.45959732</c:v>
                </c:pt>
                <c:pt idx="3556">
                  <c:v>0</c:v>
                </c:pt>
                <c:pt idx="3557">
                  <c:v>0</c:v>
                </c:pt>
                <c:pt idx="3558">
                  <c:v>5.0515890719999996</c:v>
                </c:pt>
                <c:pt idx="3559">
                  <c:v>8.1550321439999998</c:v>
                </c:pt>
                <c:pt idx="3560">
                  <c:v>18.40472956</c:v>
                </c:pt>
                <c:pt idx="3561">
                  <c:v>6.6716715290000002</c:v>
                </c:pt>
                <c:pt idx="3562">
                  <c:v>4.3653637920000001</c:v>
                </c:pt>
                <c:pt idx="3563">
                  <c:v>4.480679179</c:v>
                </c:pt>
                <c:pt idx="3564">
                  <c:v>4.474913409</c:v>
                </c:pt>
                <c:pt idx="3565">
                  <c:v>4.4752016980000002</c:v>
                </c:pt>
                <c:pt idx="3566">
                  <c:v>4.4751872840000004</c:v>
                </c:pt>
                <c:pt idx="3567">
                  <c:v>4.4751880039999996</c:v>
                </c:pt>
                <c:pt idx="3568">
                  <c:v>4.4751879680000002</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26.764096689999999</c:v>
                </c:pt>
                <c:pt idx="3582">
                  <c:v>28.159810029999999</c:v>
                </c:pt>
                <c:pt idx="3583">
                  <c:v>22.242984289999999</c:v>
                </c:pt>
                <c:pt idx="3584">
                  <c:v>3.5867981539999998</c:v>
                </c:pt>
                <c:pt idx="3585">
                  <c:v>4.5196074609999997</c:v>
                </c:pt>
                <c:pt idx="3586">
                  <c:v>4.4729669950000002</c:v>
                </c:pt>
                <c:pt idx="3587">
                  <c:v>4.4752990190000004</c:v>
                </c:pt>
                <c:pt idx="3588">
                  <c:v>4.4751824170000001</c:v>
                </c:pt>
                <c:pt idx="3589">
                  <c:v>4.4751882480000003</c:v>
                </c:pt>
                <c:pt idx="3590">
                  <c:v>4.4751879560000001</c:v>
                </c:pt>
                <c:pt idx="3591">
                  <c:v>4.4751879710000004</c:v>
                </c:pt>
                <c:pt idx="3592">
                  <c:v>4.4751879700000003</c:v>
                </c:pt>
                <c:pt idx="3593">
                  <c:v>4.4751879700000003</c:v>
                </c:pt>
                <c:pt idx="3594">
                  <c:v>4.4751879700000003</c:v>
                </c:pt>
                <c:pt idx="3595">
                  <c:v>0</c:v>
                </c:pt>
                <c:pt idx="3596">
                  <c:v>0</c:v>
                </c:pt>
                <c:pt idx="3597">
                  <c:v>0</c:v>
                </c:pt>
                <c:pt idx="3598">
                  <c:v>0</c:v>
                </c:pt>
                <c:pt idx="3599">
                  <c:v>0</c:v>
                </c:pt>
                <c:pt idx="3600">
                  <c:v>0</c:v>
                </c:pt>
                <c:pt idx="3601">
                  <c:v>2.2439428320000001</c:v>
                </c:pt>
                <c:pt idx="3602">
                  <c:v>5.5071993729999997</c:v>
                </c:pt>
                <c:pt idx="3603">
                  <c:v>16.78491</c:v>
                </c:pt>
                <c:pt idx="3604">
                  <c:v>0</c:v>
                </c:pt>
                <c:pt idx="3605">
                  <c:v>0</c:v>
                </c:pt>
                <c:pt idx="3606">
                  <c:v>19.02521964</c:v>
                </c:pt>
                <c:pt idx="3607">
                  <c:v>19.514045809999999</c:v>
                </c:pt>
                <c:pt idx="3608">
                  <c:v>3.7232450780000002</c:v>
                </c:pt>
                <c:pt idx="3609">
                  <c:v>4.5127851149999998</c:v>
                </c:pt>
                <c:pt idx="3610">
                  <c:v>4.4733081129999999</c:v>
                </c:pt>
                <c:pt idx="3611">
                  <c:v>4.4752819629999996</c:v>
                </c:pt>
                <c:pt idx="3612">
                  <c:v>4.4751832699999996</c:v>
                </c:pt>
                <c:pt idx="3613">
                  <c:v>4.4751882050000003</c:v>
                </c:pt>
                <c:pt idx="3614">
                  <c:v>4.4751879580000002</c:v>
                </c:pt>
                <c:pt idx="3615">
                  <c:v>4.4751879710000004</c:v>
                </c:pt>
                <c:pt idx="3616">
                  <c:v>4.4751879700000003</c:v>
                </c:pt>
                <c:pt idx="3617">
                  <c:v>4.4751879700000003</c:v>
                </c:pt>
                <c:pt idx="3618">
                  <c:v>4.4751879700000003</c:v>
                </c:pt>
                <c:pt idx="3619">
                  <c:v>0</c:v>
                </c:pt>
                <c:pt idx="3620">
                  <c:v>1.72521178</c:v>
                </c:pt>
                <c:pt idx="3621">
                  <c:v>12.025069269999999</c:v>
                </c:pt>
                <c:pt idx="3622">
                  <c:v>0</c:v>
                </c:pt>
                <c:pt idx="3623">
                  <c:v>8.149985311</c:v>
                </c:pt>
                <c:pt idx="3624">
                  <c:v>0</c:v>
                </c:pt>
                <c:pt idx="3625">
                  <c:v>12.183547620000001</c:v>
                </c:pt>
                <c:pt idx="3626">
                  <c:v>4.0897699870000004</c:v>
                </c:pt>
                <c:pt idx="3627">
                  <c:v>4.4944588689999998</c:v>
                </c:pt>
                <c:pt idx="3628">
                  <c:v>4.4742244250000001</c:v>
                </c:pt>
                <c:pt idx="3629">
                  <c:v>4.4752361470000004</c:v>
                </c:pt>
                <c:pt idx="3630">
                  <c:v>4.475185561</c:v>
                </c:pt>
                <c:pt idx="3631">
                  <c:v>4.4751880899999996</c:v>
                </c:pt>
                <c:pt idx="3632">
                  <c:v>4.4751879639999999</c:v>
                </c:pt>
                <c:pt idx="3633">
                  <c:v>4.4751879700000003</c:v>
                </c:pt>
                <c:pt idx="3634">
                  <c:v>4.4751879700000003</c:v>
                </c:pt>
                <c:pt idx="3635">
                  <c:v>4.4751879700000003</c:v>
                </c:pt>
                <c:pt idx="3636">
                  <c:v>4.4751879700000003</c:v>
                </c:pt>
                <c:pt idx="3637">
                  <c:v>4.4751879700000003</c:v>
                </c:pt>
                <c:pt idx="3638">
                  <c:v>4.4751879700000003</c:v>
                </c:pt>
                <c:pt idx="3639">
                  <c:v>4.4751879700000003</c:v>
                </c:pt>
                <c:pt idx="3640">
                  <c:v>4.4751879700000003</c:v>
                </c:pt>
                <c:pt idx="3641">
                  <c:v>4.4751879700000003</c:v>
                </c:pt>
                <c:pt idx="3642">
                  <c:v>4.4751879700000003</c:v>
                </c:pt>
                <c:pt idx="3643">
                  <c:v>4.4751879700000003</c:v>
                </c:pt>
                <c:pt idx="3644">
                  <c:v>4.4751879700000003</c:v>
                </c:pt>
                <c:pt idx="3645">
                  <c:v>4.4751879700000003</c:v>
                </c:pt>
                <c:pt idx="3646">
                  <c:v>4.4751879700000003</c:v>
                </c:pt>
                <c:pt idx="3647">
                  <c:v>4.4751879700000003</c:v>
                </c:pt>
                <c:pt idx="3648">
                  <c:v>3.4824799020000001</c:v>
                </c:pt>
                <c:pt idx="3649">
                  <c:v>0.55291973699999997</c:v>
                </c:pt>
                <c:pt idx="3650">
                  <c:v>0</c:v>
                </c:pt>
                <c:pt idx="3651">
                  <c:v>3.2623665289999999</c:v>
                </c:pt>
                <c:pt idx="3652">
                  <c:v>0</c:v>
                </c:pt>
                <c:pt idx="3653">
                  <c:v>19.42289581</c:v>
                </c:pt>
                <c:pt idx="3654">
                  <c:v>3.7278025779999999</c:v>
                </c:pt>
                <c:pt idx="3655">
                  <c:v>4.5125572399999996</c:v>
                </c:pt>
                <c:pt idx="3656">
                  <c:v>4.4733195060000002</c:v>
                </c:pt>
                <c:pt idx="3657">
                  <c:v>4.4752813930000004</c:v>
                </c:pt>
                <c:pt idx="3658">
                  <c:v>4.4751832990000002</c:v>
                </c:pt>
                <c:pt idx="3659">
                  <c:v>4.4751882030000001</c:v>
                </c:pt>
                <c:pt idx="3660">
                  <c:v>4.4751879580000002</c:v>
                </c:pt>
                <c:pt idx="3661">
                  <c:v>4.4751879710000004</c:v>
                </c:pt>
                <c:pt idx="3662">
                  <c:v>4.4751879700000003</c:v>
                </c:pt>
                <c:pt idx="3663">
                  <c:v>4.4751879700000003</c:v>
                </c:pt>
                <c:pt idx="3664">
                  <c:v>4.4751879700000003</c:v>
                </c:pt>
                <c:pt idx="3665">
                  <c:v>4.4751879700000003</c:v>
                </c:pt>
                <c:pt idx="3666">
                  <c:v>0.77544290500000002</c:v>
                </c:pt>
                <c:pt idx="3667">
                  <c:v>0</c:v>
                </c:pt>
                <c:pt idx="3668">
                  <c:v>0</c:v>
                </c:pt>
                <c:pt idx="3669">
                  <c:v>0</c:v>
                </c:pt>
                <c:pt idx="3670">
                  <c:v>0</c:v>
                </c:pt>
                <c:pt idx="3671">
                  <c:v>4.6757717799999998</c:v>
                </c:pt>
                <c:pt idx="3672">
                  <c:v>3.185236529</c:v>
                </c:pt>
                <c:pt idx="3673">
                  <c:v>0</c:v>
                </c:pt>
                <c:pt idx="3674">
                  <c:v>0.45164470699999998</c:v>
                </c:pt>
                <c:pt idx="3675">
                  <c:v>0</c:v>
                </c:pt>
                <c:pt idx="3676">
                  <c:v>0.71376442900000003</c:v>
                </c:pt>
                <c:pt idx="3677">
                  <c:v>0</c:v>
                </c:pt>
                <c:pt idx="3678">
                  <c:v>15.11145352</c:v>
                </c:pt>
                <c:pt idx="3679">
                  <c:v>7.4179681119999996</c:v>
                </c:pt>
                <c:pt idx="3680">
                  <c:v>18.294161800000001</c:v>
                </c:pt>
                <c:pt idx="3681">
                  <c:v>24.359479589999999</c:v>
                </c:pt>
                <c:pt idx="3682">
                  <c:v>5.8624549799999999</c:v>
                </c:pt>
                <c:pt idx="3683">
                  <c:v>4.4058246189999997</c:v>
                </c:pt>
                <c:pt idx="3684">
                  <c:v>4.4786561369999998</c:v>
                </c:pt>
                <c:pt idx="3685">
                  <c:v>4.4750145620000001</c:v>
                </c:pt>
                <c:pt idx="3686">
                  <c:v>4.4751966400000001</c:v>
                </c:pt>
                <c:pt idx="3687">
                  <c:v>4.475187536</c:v>
                </c:pt>
                <c:pt idx="3688">
                  <c:v>4.4751879920000004</c:v>
                </c:pt>
                <c:pt idx="3689">
                  <c:v>0</c:v>
                </c:pt>
                <c:pt idx="3690">
                  <c:v>0</c:v>
                </c:pt>
                <c:pt idx="3691">
                  <c:v>0</c:v>
                </c:pt>
                <c:pt idx="3692">
                  <c:v>0.79298006399999998</c:v>
                </c:pt>
                <c:pt idx="3693">
                  <c:v>6.7804200000000003</c:v>
                </c:pt>
                <c:pt idx="3694">
                  <c:v>10.49328227</c:v>
                </c:pt>
                <c:pt idx="3695">
                  <c:v>6.2528371060000003</c:v>
                </c:pt>
                <c:pt idx="3696">
                  <c:v>10.281288050000001</c:v>
                </c:pt>
                <c:pt idx="3697">
                  <c:v>4.1103560610000001</c:v>
                </c:pt>
                <c:pt idx="3698">
                  <c:v>1.1822122820000001</c:v>
                </c:pt>
                <c:pt idx="3699">
                  <c:v>0</c:v>
                </c:pt>
                <c:pt idx="3700">
                  <c:v>8.9229823330000002</c:v>
                </c:pt>
                <c:pt idx="3701">
                  <c:v>8.6892799180000004</c:v>
                </c:pt>
                <c:pt idx="3702">
                  <c:v>11.886150539999999</c:v>
                </c:pt>
                <c:pt idx="3703">
                  <c:v>4.1046398420000001</c:v>
                </c:pt>
                <c:pt idx="3704">
                  <c:v>4.4937153759999999</c:v>
                </c:pt>
                <c:pt idx="3705">
                  <c:v>4.4742616000000002</c:v>
                </c:pt>
                <c:pt idx="3706">
                  <c:v>4.4752342880000002</c:v>
                </c:pt>
                <c:pt idx="3707">
                  <c:v>4.4751856539999997</c:v>
                </c:pt>
                <c:pt idx="3708">
                  <c:v>4.4751880860000002</c:v>
                </c:pt>
                <c:pt idx="3709">
                  <c:v>4.4751879639999999</c:v>
                </c:pt>
                <c:pt idx="3710">
                  <c:v>4.4751879700000003</c:v>
                </c:pt>
                <c:pt idx="3711">
                  <c:v>2.2070353979999999</c:v>
                </c:pt>
                <c:pt idx="3712">
                  <c:v>6.7433405420000003</c:v>
                </c:pt>
                <c:pt idx="3713">
                  <c:v>4.0688206039999999</c:v>
                </c:pt>
                <c:pt idx="3714">
                  <c:v>0</c:v>
                </c:pt>
                <c:pt idx="3715">
                  <c:v>0.79092976800000003</c:v>
                </c:pt>
                <c:pt idx="3716">
                  <c:v>8.4258554389999993</c:v>
                </c:pt>
                <c:pt idx="3717">
                  <c:v>3.1974242080000002</c:v>
                </c:pt>
                <c:pt idx="3718">
                  <c:v>11.219365440000001</c:v>
                </c:pt>
                <c:pt idx="3719">
                  <c:v>6.0181836359999998</c:v>
                </c:pt>
                <c:pt idx="3720">
                  <c:v>2.3798487960000001</c:v>
                </c:pt>
                <c:pt idx="3721">
                  <c:v>0</c:v>
                </c:pt>
                <c:pt idx="3722">
                  <c:v>0</c:v>
                </c:pt>
                <c:pt idx="3723">
                  <c:v>0.83083976599999998</c:v>
                </c:pt>
                <c:pt idx="3724">
                  <c:v>0.76018973700000003</c:v>
                </c:pt>
                <c:pt idx="3725">
                  <c:v>15.96258578</c:v>
                </c:pt>
                <c:pt idx="3726">
                  <c:v>10.066008780000001</c:v>
                </c:pt>
                <c:pt idx="3727">
                  <c:v>4.1956469289999996</c:v>
                </c:pt>
                <c:pt idx="3728">
                  <c:v>3.5988263229999999</c:v>
                </c:pt>
                <c:pt idx="3729">
                  <c:v>0</c:v>
                </c:pt>
                <c:pt idx="3730">
                  <c:v>5.1352370010000001</c:v>
                </c:pt>
                <c:pt idx="3731">
                  <c:v>4.58783881</c:v>
                </c:pt>
                <c:pt idx="3732">
                  <c:v>6.356942117</c:v>
                </c:pt>
                <c:pt idx="3733">
                  <c:v>4.4534628109999996</c:v>
                </c:pt>
                <c:pt idx="3734">
                  <c:v>5.9982330429999999</c:v>
                </c:pt>
                <c:pt idx="3735">
                  <c:v>5.8316086240000002</c:v>
                </c:pt>
                <c:pt idx="3736">
                  <c:v>0</c:v>
                </c:pt>
                <c:pt idx="3737">
                  <c:v>0.96681190400000006</c:v>
                </c:pt>
                <c:pt idx="3738">
                  <c:v>0</c:v>
                </c:pt>
                <c:pt idx="3739">
                  <c:v>0</c:v>
                </c:pt>
                <c:pt idx="3740">
                  <c:v>0</c:v>
                </c:pt>
                <c:pt idx="3741">
                  <c:v>0</c:v>
                </c:pt>
                <c:pt idx="3742">
                  <c:v>0</c:v>
                </c:pt>
                <c:pt idx="3743">
                  <c:v>0</c:v>
                </c:pt>
                <c:pt idx="3744">
                  <c:v>0</c:v>
                </c:pt>
                <c:pt idx="3745">
                  <c:v>2.868187222</c:v>
                </c:pt>
                <c:pt idx="3746">
                  <c:v>0</c:v>
                </c:pt>
                <c:pt idx="3747">
                  <c:v>0.932449737</c:v>
                </c:pt>
                <c:pt idx="3748">
                  <c:v>0</c:v>
                </c:pt>
                <c:pt idx="3749">
                  <c:v>1.2436580960000001</c:v>
                </c:pt>
                <c:pt idx="3750">
                  <c:v>7.8425454090000004</c:v>
                </c:pt>
                <c:pt idx="3751">
                  <c:v>10.238794970000001</c:v>
                </c:pt>
                <c:pt idx="3752">
                  <c:v>14.133158420000001</c:v>
                </c:pt>
                <c:pt idx="3753">
                  <c:v>13.080334560000001</c:v>
                </c:pt>
                <c:pt idx="3754">
                  <c:v>11.581683549999999</c:v>
                </c:pt>
                <c:pt idx="3755">
                  <c:v>8.5095116199999996</c:v>
                </c:pt>
                <c:pt idx="3756">
                  <c:v>12.79294234</c:v>
                </c:pt>
                <c:pt idx="3757">
                  <c:v>5.9949631459999999</c:v>
                </c:pt>
                <c:pt idx="3758">
                  <c:v>6.839305822</c:v>
                </c:pt>
                <c:pt idx="3759">
                  <c:v>2.0909952999999998E-2</c:v>
                </c:pt>
                <c:pt idx="3760">
                  <c:v>4.1537247849999996</c:v>
                </c:pt>
                <c:pt idx="3761">
                  <c:v>12.312525340000001</c:v>
                </c:pt>
                <c:pt idx="3762">
                  <c:v>4.0833211010000001</c:v>
                </c:pt>
                <c:pt idx="3763">
                  <c:v>4.4947813129999998</c:v>
                </c:pt>
                <c:pt idx="3764">
                  <c:v>4.4742083030000002</c:v>
                </c:pt>
                <c:pt idx="3765">
                  <c:v>4.4752369529999996</c:v>
                </c:pt>
                <c:pt idx="3766">
                  <c:v>4.4751855210000002</c:v>
                </c:pt>
                <c:pt idx="3767">
                  <c:v>4.4751880919999998</c:v>
                </c:pt>
                <c:pt idx="3768">
                  <c:v>4.4751879639999999</c:v>
                </c:pt>
                <c:pt idx="3769">
                  <c:v>2.1792372219999998</c:v>
                </c:pt>
                <c:pt idx="3770">
                  <c:v>6.7711387179999996</c:v>
                </c:pt>
                <c:pt idx="3771">
                  <c:v>4.3603904330000001</c:v>
                </c:pt>
                <c:pt idx="3772">
                  <c:v>4.4809278470000002</c:v>
                </c:pt>
                <c:pt idx="3773">
                  <c:v>4.4749009759999998</c:v>
                </c:pt>
                <c:pt idx="3774">
                  <c:v>4.4752023200000002</c:v>
                </c:pt>
                <c:pt idx="3775">
                  <c:v>4.4751872519999996</c:v>
                </c:pt>
                <c:pt idx="3776">
                  <c:v>4.4751880059999998</c:v>
                </c:pt>
                <c:pt idx="3777">
                  <c:v>4.4751879680000002</c:v>
                </c:pt>
                <c:pt idx="3778">
                  <c:v>4.4751879700000003</c:v>
                </c:pt>
                <c:pt idx="3779">
                  <c:v>4.4751879700000003</c:v>
                </c:pt>
                <c:pt idx="3780">
                  <c:v>4.4751879700000003</c:v>
                </c:pt>
                <c:pt idx="3781">
                  <c:v>4.4751879700000003</c:v>
                </c:pt>
                <c:pt idx="3782">
                  <c:v>4.4751879700000003</c:v>
                </c:pt>
                <c:pt idx="3783">
                  <c:v>4.4751879700000003</c:v>
                </c:pt>
                <c:pt idx="3784">
                  <c:v>4.4751879700000003</c:v>
                </c:pt>
                <c:pt idx="3785">
                  <c:v>0</c:v>
                </c:pt>
                <c:pt idx="3786">
                  <c:v>4.7249246170000001</c:v>
                </c:pt>
                <c:pt idx="3787">
                  <c:v>0</c:v>
                </c:pt>
                <c:pt idx="3788">
                  <c:v>0</c:v>
                </c:pt>
                <c:pt idx="3789">
                  <c:v>0</c:v>
                </c:pt>
                <c:pt idx="3790">
                  <c:v>3.348825009</c:v>
                </c:pt>
                <c:pt idx="3791">
                  <c:v>7.0677871059999999</c:v>
                </c:pt>
                <c:pt idx="3792">
                  <c:v>9.5312449200000007</c:v>
                </c:pt>
                <c:pt idx="3793">
                  <c:v>16.526879999999998</c:v>
                </c:pt>
                <c:pt idx="3794">
                  <c:v>11.10396531</c:v>
                </c:pt>
                <c:pt idx="3795">
                  <c:v>8.2734331549999993</c:v>
                </c:pt>
                <c:pt idx="3796">
                  <c:v>9.0081562179999999</c:v>
                </c:pt>
                <c:pt idx="3797">
                  <c:v>9.2546123100000006</c:v>
                </c:pt>
                <c:pt idx="3798">
                  <c:v>4.2362167529999999</c:v>
                </c:pt>
                <c:pt idx="3799">
                  <c:v>4.487136531</c:v>
                </c:pt>
                <c:pt idx="3800">
                  <c:v>4.4745905419999996</c:v>
                </c:pt>
                <c:pt idx="3801">
                  <c:v>4.4752178410000001</c:v>
                </c:pt>
                <c:pt idx="3802">
                  <c:v>4.4751864760000002</c:v>
                </c:pt>
                <c:pt idx="3803">
                  <c:v>4.4751880450000003</c:v>
                </c:pt>
                <c:pt idx="3804">
                  <c:v>4.475187966</c:v>
                </c:pt>
                <c:pt idx="3805">
                  <c:v>4.4751879700000003</c:v>
                </c:pt>
                <c:pt idx="3806">
                  <c:v>4.4751879700000003</c:v>
                </c:pt>
                <c:pt idx="3807">
                  <c:v>4.4751879700000003</c:v>
                </c:pt>
                <c:pt idx="3808">
                  <c:v>4.4751879700000003</c:v>
                </c:pt>
                <c:pt idx="3809">
                  <c:v>4.4751879700000003</c:v>
                </c:pt>
                <c:pt idx="3810">
                  <c:v>4.4751879700000003</c:v>
                </c:pt>
                <c:pt idx="3811">
                  <c:v>3.1834237299999999</c:v>
                </c:pt>
                <c:pt idx="3812">
                  <c:v>0</c:v>
                </c:pt>
                <c:pt idx="3813">
                  <c:v>0</c:v>
                </c:pt>
                <c:pt idx="3814">
                  <c:v>0</c:v>
                </c:pt>
                <c:pt idx="3815">
                  <c:v>0</c:v>
                </c:pt>
                <c:pt idx="3816">
                  <c:v>4.3402668359999996</c:v>
                </c:pt>
                <c:pt idx="3817">
                  <c:v>5.7844570999999997E-2</c:v>
                </c:pt>
                <c:pt idx="3818">
                  <c:v>11.93885536</c:v>
                </c:pt>
                <c:pt idx="3819">
                  <c:v>12.58535777</c:v>
                </c:pt>
                <c:pt idx="3820">
                  <c:v>3.171420753</c:v>
                </c:pt>
                <c:pt idx="3821">
                  <c:v>0.57460921499999995</c:v>
                </c:pt>
                <c:pt idx="3822">
                  <c:v>0.16404899100000001</c:v>
                </c:pt>
                <c:pt idx="3823">
                  <c:v>4.282210332</c:v>
                </c:pt>
                <c:pt idx="3824">
                  <c:v>1.7540340590000001</c:v>
                </c:pt>
                <c:pt idx="3825">
                  <c:v>8.4132541879999998</c:v>
                </c:pt>
                <c:pt idx="3826">
                  <c:v>2.9251321520000002</c:v>
                </c:pt>
                <c:pt idx="3827">
                  <c:v>6.4385230440000001</c:v>
                </c:pt>
                <c:pt idx="3828">
                  <c:v>13.09041302</c:v>
                </c:pt>
                <c:pt idx="3829">
                  <c:v>16.309763879999998</c:v>
                </c:pt>
                <c:pt idx="3830">
                  <c:v>4.1516934450000003</c:v>
                </c:pt>
                <c:pt idx="3831">
                  <c:v>4.4913626960000004</c:v>
                </c:pt>
                <c:pt idx="3832">
                  <c:v>4.4743792339999997</c:v>
                </c:pt>
                <c:pt idx="3833">
                  <c:v>0</c:v>
                </c:pt>
                <c:pt idx="3834">
                  <c:v>12.362138849999999</c:v>
                </c:pt>
                <c:pt idx="3835">
                  <c:v>4.080840426</c:v>
                </c:pt>
                <c:pt idx="3836">
                  <c:v>4.4949053470000004</c:v>
                </c:pt>
                <c:pt idx="3837">
                  <c:v>0</c:v>
                </c:pt>
                <c:pt idx="3838">
                  <c:v>0</c:v>
                </c:pt>
                <c:pt idx="3839">
                  <c:v>0</c:v>
                </c:pt>
                <c:pt idx="3840">
                  <c:v>7.8967950089999999</c:v>
                </c:pt>
                <c:pt idx="3841">
                  <c:v>16.84395</c:v>
                </c:pt>
                <c:pt idx="3842">
                  <c:v>9.0390034559999997</c:v>
                </c:pt>
                <c:pt idx="3843">
                  <c:v>4.2469971959999997</c:v>
                </c:pt>
                <c:pt idx="3844">
                  <c:v>4.4865975090000001</c:v>
                </c:pt>
                <c:pt idx="3845">
                  <c:v>4.4746174930000002</c:v>
                </c:pt>
                <c:pt idx="3846">
                  <c:v>4.4752164939999997</c:v>
                </c:pt>
                <c:pt idx="3847">
                  <c:v>4.4751865439999996</c:v>
                </c:pt>
                <c:pt idx="3848">
                  <c:v>4.475188041</c:v>
                </c:pt>
                <c:pt idx="3849">
                  <c:v>4.475187966</c:v>
                </c:pt>
                <c:pt idx="3850">
                  <c:v>4.4751879700000003</c:v>
                </c:pt>
                <c:pt idx="3851">
                  <c:v>4.4751879700000003</c:v>
                </c:pt>
                <c:pt idx="3852">
                  <c:v>4.4751879700000003</c:v>
                </c:pt>
                <c:pt idx="3853">
                  <c:v>4.4751879700000003</c:v>
                </c:pt>
                <c:pt idx="3854">
                  <c:v>4.4751879700000003</c:v>
                </c:pt>
                <c:pt idx="3855">
                  <c:v>4.4751879700000003</c:v>
                </c:pt>
                <c:pt idx="3856">
                  <c:v>4.4751879700000003</c:v>
                </c:pt>
                <c:pt idx="3857">
                  <c:v>4.4751879700000003</c:v>
                </c:pt>
                <c:pt idx="3858">
                  <c:v>4.4751879700000003</c:v>
                </c:pt>
                <c:pt idx="3859">
                  <c:v>3.6135244019999999</c:v>
                </c:pt>
                <c:pt idx="3860">
                  <c:v>0</c:v>
                </c:pt>
                <c:pt idx="3861">
                  <c:v>0</c:v>
                </c:pt>
                <c:pt idx="3862">
                  <c:v>0</c:v>
                </c:pt>
                <c:pt idx="3863">
                  <c:v>0.65382722199999999</c:v>
                </c:pt>
                <c:pt idx="3864">
                  <c:v>4.6227768359999999</c:v>
                </c:pt>
                <c:pt idx="3865">
                  <c:v>0.83378462399999997</c:v>
                </c:pt>
                <c:pt idx="3866">
                  <c:v>0</c:v>
                </c:pt>
                <c:pt idx="3867">
                  <c:v>0</c:v>
                </c:pt>
                <c:pt idx="3868">
                  <c:v>0</c:v>
                </c:pt>
                <c:pt idx="3869">
                  <c:v>14.93615698</c:v>
                </c:pt>
                <c:pt idx="3870">
                  <c:v>23.783573069999999</c:v>
                </c:pt>
                <c:pt idx="3871">
                  <c:v>17.710012150000001</c:v>
                </c:pt>
                <c:pt idx="3872">
                  <c:v>3.8134467609999998</c:v>
                </c:pt>
                <c:pt idx="3873">
                  <c:v>4.5082750300000001</c:v>
                </c:pt>
                <c:pt idx="3874">
                  <c:v>4.4735336170000002</c:v>
                </c:pt>
                <c:pt idx="3875">
                  <c:v>4.4752706880000002</c:v>
                </c:pt>
                <c:pt idx="3876">
                  <c:v>4.4751838340000001</c:v>
                </c:pt>
                <c:pt idx="3877">
                  <c:v>4.4751881769999997</c:v>
                </c:pt>
                <c:pt idx="3878">
                  <c:v>4.4751879600000004</c:v>
                </c:pt>
                <c:pt idx="3879">
                  <c:v>4.4751879700000003</c:v>
                </c:pt>
                <c:pt idx="3880">
                  <c:v>4.4751879700000003</c:v>
                </c:pt>
                <c:pt idx="3881">
                  <c:v>4.4751879700000003</c:v>
                </c:pt>
                <c:pt idx="3882">
                  <c:v>4.4751879700000003</c:v>
                </c:pt>
                <c:pt idx="3883">
                  <c:v>0</c:v>
                </c:pt>
                <c:pt idx="3884">
                  <c:v>0</c:v>
                </c:pt>
                <c:pt idx="3885">
                  <c:v>0</c:v>
                </c:pt>
                <c:pt idx="3886">
                  <c:v>0</c:v>
                </c:pt>
                <c:pt idx="3887">
                  <c:v>0</c:v>
                </c:pt>
                <c:pt idx="3888">
                  <c:v>9.8628049200000003</c:v>
                </c:pt>
                <c:pt idx="3889">
                  <c:v>0</c:v>
                </c:pt>
                <c:pt idx="3890">
                  <c:v>0</c:v>
                </c:pt>
                <c:pt idx="3891">
                  <c:v>14.08776447</c:v>
                </c:pt>
                <c:pt idx="3892">
                  <c:v>13.05903509</c:v>
                </c:pt>
                <c:pt idx="3893">
                  <c:v>26.593559580000001</c:v>
                </c:pt>
                <c:pt idx="3894">
                  <c:v>3.7254938499999999</c:v>
                </c:pt>
                <c:pt idx="3895">
                  <c:v>4.5126726760000002</c:v>
                </c:pt>
                <c:pt idx="3896">
                  <c:v>4.4733137349999996</c:v>
                </c:pt>
                <c:pt idx="3897">
                  <c:v>4.4752816820000003</c:v>
                </c:pt>
                <c:pt idx="3898">
                  <c:v>4.4751832839999999</c:v>
                </c:pt>
                <c:pt idx="3899">
                  <c:v>4.4751882040000002</c:v>
                </c:pt>
                <c:pt idx="3900">
                  <c:v>4.4751879580000002</c:v>
                </c:pt>
                <c:pt idx="3901">
                  <c:v>4.4751879710000004</c:v>
                </c:pt>
                <c:pt idx="3902">
                  <c:v>4.4751879700000003</c:v>
                </c:pt>
                <c:pt idx="3903">
                  <c:v>4.4751879700000003</c:v>
                </c:pt>
                <c:pt idx="3904">
                  <c:v>4.4751879700000003</c:v>
                </c:pt>
                <c:pt idx="3905">
                  <c:v>4.4751879700000003</c:v>
                </c:pt>
                <c:pt idx="3906">
                  <c:v>4.4751879700000003</c:v>
                </c:pt>
                <c:pt idx="3907">
                  <c:v>4.4751879700000003</c:v>
                </c:pt>
                <c:pt idx="3908">
                  <c:v>0</c:v>
                </c:pt>
                <c:pt idx="3909">
                  <c:v>0</c:v>
                </c:pt>
                <c:pt idx="3910">
                  <c:v>0</c:v>
                </c:pt>
                <c:pt idx="3911">
                  <c:v>1.8165429360000001</c:v>
                </c:pt>
                <c:pt idx="3912">
                  <c:v>0</c:v>
                </c:pt>
                <c:pt idx="3913">
                  <c:v>3.7759639599999999</c:v>
                </c:pt>
                <c:pt idx="3914">
                  <c:v>1.137174624</c:v>
                </c:pt>
                <c:pt idx="3915">
                  <c:v>0</c:v>
                </c:pt>
                <c:pt idx="3916">
                  <c:v>7.8553950090000004</c:v>
                </c:pt>
                <c:pt idx="3917">
                  <c:v>21.594130790000001</c:v>
                </c:pt>
                <c:pt idx="3918">
                  <c:v>2.7909624970000002</c:v>
                </c:pt>
                <c:pt idx="3919">
                  <c:v>9.0933417760000008</c:v>
                </c:pt>
                <c:pt idx="3920">
                  <c:v>12.59891172</c:v>
                </c:pt>
                <c:pt idx="3921">
                  <c:v>4.069001782</c:v>
                </c:pt>
                <c:pt idx="3922">
                  <c:v>4.4954972790000003</c:v>
                </c:pt>
                <c:pt idx="3923">
                  <c:v>4.4741725040000002</c:v>
                </c:pt>
                <c:pt idx="3924">
                  <c:v>4.4752387430000002</c:v>
                </c:pt>
                <c:pt idx="3925">
                  <c:v>4.4751854309999999</c:v>
                </c:pt>
                <c:pt idx="3926">
                  <c:v>4.4751880970000002</c:v>
                </c:pt>
                <c:pt idx="3927">
                  <c:v>4.4751879639999999</c:v>
                </c:pt>
                <c:pt idx="3928">
                  <c:v>4.4751879700000003</c:v>
                </c:pt>
                <c:pt idx="3929">
                  <c:v>4.4751879700000003</c:v>
                </c:pt>
                <c:pt idx="3930">
                  <c:v>4.4751879700000003</c:v>
                </c:pt>
                <c:pt idx="3931">
                  <c:v>3.6206334089999999</c:v>
                </c:pt>
                <c:pt idx="3932">
                  <c:v>0</c:v>
                </c:pt>
                <c:pt idx="3933">
                  <c:v>2.95488178</c:v>
                </c:pt>
                <c:pt idx="3934">
                  <c:v>10.592543539999999</c:v>
                </c:pt>
                <c:pt idx="3935">
                  <c:v>9.2233549200000002</c:v>
                </c:pt>
                <c:pt idx="3936">
                  <c:v>1.682043352</c:v>
                </c:pt>
                <c:pt idx="3937">
                  <c:v>7.2586047840000001</c:v>
                </c:pt>
                <c:pt idx="3938">
                  <c:v>4.336017129</c:v>
                </c:pt>
                <c:pt idx="3939">
                  <c:v>4.4821465119999999</c:v>
                </c:pt>
                <c:pt idx="3940">
                  <c:v>4.4748400430000004</c:v>
                </c:pt>
                <c:pt idx="3941">
                  <c:v>4.475205366</c:v>
                </c:pt>
                <c:pt idx="3942">
                  <c:v>4.4751871000000003</c:v>
                </c:pt>
                <c:pt idx="3943">
                  <c:v>4.4751880130000004</c:v>
                </c:pt>
                <c:pt idx="3944">
                  <c:v>4.4751879680000002</c:v>
                </c:pt>
                <c:pt idx="3945">
                  <c:v>4.4751879700000003</c:v>
                </c:pt>
                <c:pt idx="3946">
                  <c:v>4.4751879700000003</c:v>
                </c:pt>
                <c:pt idx="3947">
                  <c:v>4.4751879700000003</c:v>
                </c:pt>
                <c:pt idx="3948">
                  <c:v>4.4751879700000003</c:v>
                </c:pt>
                <c:pt idx="3949">
                  <c:v>4.4751879700000003</c:v>
                </c:pt>
                <c:pt idx="3950">
                  <c:v>4.4751879700000003</c:v>
                </c:pt>
                <c:pt idx="3951">
                  <c:v>4.4751879700000003</c:v>
                </c:pt>
                <c:pt idx="3952">
                  <c:v>4.4751879700000003</c:v>
                </c:pt>
                <c:pt idx="3953">
                  <c:v>4.4751879700000003</c:v>
                </c:pt>
                <c:pt idx="3954">
                  <c:v>0</c:v>
                </c:pt>
                <c:pt idx="3955">
                  <c:v>0</c:v>
                </c:pt>
                <c:pt idx="3956">
                  <c:v>3.56931178</c:v>
                </c:pt>
                <c:pt idx="3957">
                  <c:v>7.5879000000000003</c:v>
                </c:pt>
                <c:pt idx="3958">
                  <c:v>6.8682953109999998</c:v>
                </c:pt>
                <c:pt idx="3959">
                  <c:v>15.111000000000001</c:v>
                </c:pt>
                <c:pt idx="3960">
                  <c:v>6.8792820790000002</c:v>
                </c:pt>
                <c:pt idx="3961">
                  <c:v>4.3549832640000004</c:v>
                </c:pt>
                <c:pt idx="3962">
                  <c:v>4.4811982050000001</c:v>
                </c:pt>
                <c:pt idx="3963">
                  <c:v>4.4748874580000004</c:v>
                </c:pt>
                <c:pt idx="3964">
                  <c:v>1.1153444290000001</c:v>
                </c:pt>
                <c:pt idx="3965">
                  <c:v>7.8350457850000002</c:v>
                </c:pt>
                <c:pt idx="3966">
                  <c:v>4.3071950790000004</c:v>
                </c:pt>
                <c:pt idx="3967">
                  <c:v>4.4835876140000002</c:v>
                </c:pt>
                <c:pt idx="3968">
                  <c:v>4.474767988</c:v>
                </c:pt>
                <c:pt idx="3969">
                  <c:v>4.4752089689999996</c:v>
                </c:pt>
                <c:pt idx="3970">
                  <c:v>4.4751869199999996</c:v>
                </c:pt>
                <c:pt idx="3971">
                  <c:v>4.4751880220000002</c:v>
                </c:pt>
                <c:pt idx="3972">
                  <c:v>4.4751879670000001</c:v>
                </c:pt>
                <c:pt idx="3973">
                  <c:v>4.4751879700000003</c:v>
                </c:pt>
                <c:pt idx="3974">
                  <c:v>4.4751879700000003</c:v>
                </c:pt>
                <c:pt idx="3975">
                  <c:v>4.4751879700000003</c:v>
                </c:pt>
                <c:pt idx="3976">
                  <c:v>0</c:v>
                </c:pt>
                <c:pt idx="3977">
                  <c:v>10.85272325</c:v>
                </c:pt>
                <c:pt idx="3978">
                  <c:v>5.2580265590000002</c:v>
                </c:pt>
                <c:pt idx="3979">
                  <c:v>4.4360460399999999</c:v>
                </c:pt>
                <c:pt idx="3980">
                  <c:v>4.4771450660000003</c:v>
                </c:pt>
                <c:pt idx="3981">
                  <c:v>4.4750901150000004</c:v>
                </c:pt>
                <c:pt idx="3982">
                  <c:v>4.4751928630000002</c:v>
                </c:pt>
                <c:pt idx="3983">
                  <c:v>4.4751877249999996</c:v>
                </c:pt>
                <c:pt idx="3984">
                  <c:v>4.4751879819999996</c:v>
                </c:pt>
                <c:pt idx="3985">
                  <c:v>4.4751879690000003</c:v>
                </c:pt>
                <c:pt idx="3986">
                  <c:v>4.4751879700000003</c:v>
                </c:pt>
                <c:pt idx="3987">
                  <c:v>4.4751879700000003</c:v>
                </c:pt>
                <c:pt idx="3988">
                  <c:v>4.4751879700000003</c:v>
                </c:pt>
                <c:pt idx="3989">
                  <c:v>4.4751879700000003</c:v>
                </c:pt>
                <c:pt idx="3990">
                  <c:v>4.4751879700000003</c:v>
                </c:pt>
                <c:pt idx="3991">
                  <c:v>4.4751879700000003</c:v>
                </c:pt>
                <c:pt idx="3992">
                  <c:v>4.4751879700000003</c:v>
                </c:pt>
                <c:pt idx="3993">
                  <c:v>4.4751879700000003</c:v>
                </c:pt>
                <c:pt idx="3994">
                  <c:v>4.4751879700000003</c:v>
                </c:pt>
                <c:pt idx="3995">
                  <c:v>4.4751879700000003</c:v>
                </c:pt>
                <c:pt idx="3996">
                  <c:v>4.4751879700000003</c:v>
                </c:pt>
                <c:pt idx="3997">
                  <c:v>4.4751879700000003</c:v>
                </c:pt>
                <c:pt idx="3998">
                  <c:v>4.4751879700000003</c:v>
                </c:pt>
                <c:pt idx="3999">
                  <c:v>4.4751879700000003</c:v>
                </c:pt>
                <c:pt idx="4000">
                  <c:v>4.4751879700000003</c:v>
                </c:pt>
                <c:pt idx="4001">
                  <c:v>4.4751879700000003</c:v>
                </c:pt>
                <c:pt idx="4002">
                  <c:v>4.4751879700000003</c:v>
                </c:pt>
                <c:pt idx="4003">
                  <c:v>4.4751879700000003</c:v>
                </c:pt>
                <c:pt idx="4004">
                  <c:v>4.4751879700000003</c:v>
                </c:pt>
                <c:pt idx="4005">
                  <c:v>4.4751879700000003</c:v>
                </c:pt>
                <c:pt idx="4006">
                  <c:v>4.4751879700000003</c:v>
                </c:pt>
                <c:pt idx="4007">
                  <c:v>2.8660668359999999</c:v>
                </c:pt>
                <c:pt idx="4008">
                  <c:v>0</c:v>
                </c:pt>
                <c:pt idx="4009">
                  <c:v>0</c:v>
                </c:pt>
                <c:pt idx="4010">
                  <c:v>0</c:v>
                </c:pt>
                <c:pt idx="4011">
                  <c:v>0</c:v>
                </c:pt>
                <c:pt idx="4012">
                  <c:v>4.3785168360000002</c:v>
                </c:pt>
                <c:pt idx="4013">
                  <c:v>12.7267235</c:v>
                </c:pt>
                <c:pt idx="4014">
                  <c:v>17.3454096</c:v>
                </c:pt>
                <c:pt idx="4015">
                  <c:v>3.8316768880000001</c:v>
                </c:pt>
                <c:pt idx="4016">
                  <c:v>4.5073635239999996</c:v>
                </c:pt>
                <c:pt idx="4017">
                  <c:v>4.4735791919999999</c:v>
                </c:pt>
                <c:pt idx="4018">
                  <c:v>4.4752684089999999</c:v>
                </c:pt>
                <c:pt idx="4019">
                  <c:v>4.4751839479999997</c:v>
                </c:pt>
                <c:pt idx="4020">
                  <c:v>4.4751881710000001</c:v>
                </c:pt>
                <c:pt idx="4021">
                  <c:v>4.4751879600000004</c:v>
                </c:pt>
                <c:pt idx="4022">
                  <c:v>4.4751879700000003</c:v>
                </c:pt>
                <c:pt idx="4023">
                  <c:v>4.4751879700000003</c:v>
                </c:pt>
                <c:pt idx="4024">
                  <c:v>4.4751879700000003</c:v>
                </c:pt>
                <c:pt idx="4025">
                  <c:v>4.4751879700000003</c:v>
                </c:pt>
                <c:pt idx="4026">
                  <c:v>4.4751879700000003</c:v>
                </c:pt>
                <c:pt idx="4027">
                  <c:v>4.4751879700000003</c:v>
                </c:pt>
                <c:pt idx="4028">
                  <c:v>4.4751879700000003</c:v>
                </c:pt>
                <c:pt idx="4029">
                  <c:v>4.4751879700000003</c:v>
                </c:pt>
                <c:pt idx="4030">
                  <c:v>4.4517349199999998</c:v>
                </c:pt>
                <c:pt idx="4031">
                  <c:v>2.4310156460000001</c:v>
                </c:pt>
                <c:pt idx="4032">
                  <c:v>6.5416406909999996</c:v>
                </c:pt>
                <c:pt idx="4033">
                  <c:v>3.84742396</c:v>
                </c:pt>
                <c:pt idx="4034">
                  <c:v>5.0047954749999999</c:v>
                </c:pt>
                <c:pt idx="4035">
                  <c:v>4.4487075950000001</c:v>
                </c:pt>
                <c:pt idx="4036">
                  <c:v>4.4765119889999996</c:v>
                </c:pt>
                <c:pt idx="4037">
                  <c:v>4.4751217690000002</c:v>
                </c:pt>
                <c:pt idx="4038">
                  <c:v>4.4751912799999998</c:v>
                </c:pt>
                <c:pt idx="4039">
                  <c:v>4.4751878039999999</c:v>
                </c:pt>
                <c:pt idx="4040">
                  <c:v>4.4751879780000001</c:v>
                </c:pt>
                <c:pt idx="4041">
                  <c:v>4.4751879700000003</c:v>
                </c:pt>
                <c:pt idx="4042">
                  <c:v>4.4751879700000003</c:v>
                </c:pt>
                <c:pt idx="4043">
                  <c:v>4.4751879700000003</c:v>
                </c:pt>
                <c:pt idx="4044">
                  <c:v>4.4751879700000003</c:v>
                </c:pt>
                <c:pt idx="4045">
                  <c:v>4.4751879700000003</c:v>
                </c:pt>
                <c:pt idx="4046">
                  <c:v>4.4751879700000003</c:v>
                </c:pt>
                <c:pt idx="4047">
                  <c:v>4.4751879700000003</c:v>
                </c:pt>
                <c:pt idx="4048">
                  <c:v>4.4751879700000003</c:v>
                </c:pt>
                <c:pt idx="4049">
                  <c:v>4.4751879700000003</c:v>
                </c:pt>
                <c:pt idx="4050">
                  <c:v>4.4751879700000003</c:v>
                </c:pt>
                <c:pt idx="4051">
                  <c:v>4.4751879700000003</c:v>
                </c:pt>
                <c:pt idx="4052">
                  <c:v>4.4751879700000003</c:v>
                </c:pt>
                <c:pt idx="4053">
                  <c:v>4.4751879700000003</c:v>
                </c:pt>
                <c:pt idx="4054">
                  <c:v>4.4751879700000003</c:v>
                </c:pt>
                <c:pt idx="4055">
                  <c:v>4.4751879700000003</c:v>
                </c:pt>
                <c:pt idx="4056">
                  <c:v>4.4751879700000003</c:v>
                </c:pt>
                <c:pt idx="4057">
                  <c:v>0</c:v>
                </c:pt>
                <c:pt idx="4058">
                  <c:v>0</c:v>
                </c:pt>
                <c:pt idx="4059">
                  <c:v>15.050347220000001</c:v>
                </c:pt>
                <c:pt idx="4060">
                  <c:v>3.9464300080000001</c:v>
                </c:pt>
                <c:pt idx="4061">
                  <c:v>4.5016258679999996</c:v>
                </c:pt>
                <c:pt idx="4062">
                  <c:v>4.4738660750000001</c:v>
                </c:pt>
                <c:pt idx="4063">
                  <c:v>4.4752540649999997</c:v>
                </c:pt>
                <c:pt idx="4064">
                  <c:v>4.4751846649999996</c:v>
                </c:pt>
                <c:pt idx="4065">
                  <c:v>4.4751881349999998</c:v>
                </c:pt>
                <c:pt idx="4066">
                  <c:v>4.4751879619999997</c:v>
                </c:pt>
                <c:pt idx="4067">
                  <c:v>4.4751879700000003</c:v>
                </c:pt>
                <c:pt idx="4068">
                  <c:v>4.4751879700000003</c:v>
                </c:pt>
                <c:pt idx="4069">
                  <c:v>4.4751879700000003</c:v>
                </c:pt>
                <c:pt idx="4070">
                  <c:v>4.4751879700000003</c:v>
                </c:pt>
                <c:pt idx="4071">
                  <c:v>4.4751879700000003</c:v>
                </c:pt>
                <c:pt idx="4072">
                  <c:v>4.4751879700000003</c:v>
                </c:pt>
                <c:pt idx="4073">
                  <c:v>4.4751879700000003</c:v>
                </c:pt>
                <c:pt idx="4074">
                  <c:v>4.4751879700000003</c:v>
                </c:pt>
                <c:pt idx="4075">
                  <c:v>4.4751879700000003</c:v>
                </c:pt>
                <c:pt idx="4076">
                  <c:v>0</c:v>
                </c:pt>
                <c:pt idx="4077">
                  <c:v>0</c:v>
                </c:pt>
                <c:pt idx="4078">
                  <c:v>0</c:v>
                </c:pt>
                <c:pt idx="4079">
                  <c:v>0</c:v>
                </c:pt>
                <c:pt idx="4080">
                  <c:v>1.9206791569999999</c:v>
                </c:pt>
                <c:pt idx="4081">
                  <c:v>0</c:v>
                </c:pt>
                <c:pt idx="4082">
                  <c:v>0</c:v>
                </c:pt>
                <c:pt idx="4083">
                  <c:v>6.3228766859999999</c:v>
                </c:pt>
                <c:pt idx="4084">
                  <c:v>16.823160000000001</c:v>
                </c:pt>
                <c:pt idx="4085">
                  <c:v>28.50233965</c:v>
                </c:pt>
                <c:pt idx="4086">
                  <c:v>7.2646753720000001</c:v>
                </c:pt>
                <c:pt idx="4087">
                  <c:v>4.3357136000000001</c:v>
                </c:pt>
                <c:pt idx="4088">
                  <c:v>4.4821616879999997</c:v>
                </c:pt>
                <c:pt idx="4089">
                  <c:v>4.4748392839999998</c:v>
                </c:pt>
                <c:pt idx="4090">
                  <c:v>4.4752054040000004</c:v>
                </c:pt>
                <c:pt idx="4091">
                  <c:v>4.4751870980000001</c:v>
                </c:pt>
                <c:pt idx="4092">
                  <c:v>4.4751880140000004</c:v>
                </c:pt>
                <c:pt idx="4093">
                  <c:v>4.4751879680000002</c:v>
                </c:pt>
                <c:pt idx="4094">
                  <c:v>4.4751879700000003</c:v>
                </c:pt>
                <c:pt idx="4095">
                  <c:v>4.4751879700000003</c:v>
                </c:pt>
                <c:pt idx="4096">
                  <c:v>4.4751879700000003</c:v>
                </c:pt>
                <c:pt idx="4097">
                  <c:v>7.6145215000000002E-2</c:v>
                </c:pt>
                <c:pt idx="4098">
                  <c:v>0</c:v>
                </c:pt>
                <c:pt idx="4099">
                  <c:v>0</c:v>
                </c:pt>
                <c:pt idx="4100">
                  <c:v>0</c:v>
                </c:pt>
                <c:pt idx="4101">
                  <c:v>8.5188600000000001</c:v>
                </c:pt>
                <c:pt idx="4102">
                  <c:v>0</c:v>
                </c:pt>
                <c:pt idx="4103">
                  <c:v>1.7291839600000001</c:v>
                </c:pt>
                <c:pt idx="4104">
                  <c:v>7.6382250090000001</c:v>
                </c:pt>
                <c:pt idx="4105">
                  <c:v>0</c:v>
                </c:pt>
                <c:pt idx="4106">
                  <c:v>0</c:v>
                </c:pt>
                <c:pt idx="4107">
                  <c:v>0</c:v>
                </c:pt>
                <c:pt idx="4108">
                  <c:v>0</c:v>
                </c:pt>
                <c:pt idx="4109">
                  <c:v>15.84065032</c:v>
                </c:pt>
                <c:pt idx="4110">
                  <c:v>27.36969255</c:v>
                </c:pt>
                <c:pt idx="4111">
                  <c:v>15.830863129999999</c:v>
                </c:pt>
                <c:pt idx="4112">
                  <c:v>3.9074042119999999</c:v>
                </c:pt>
                <c:pt idx="4113">
                  <c:v>4.5035771579999997</c:v>
                </c:pt>
                <c:pt idx="4114">
                  <c:v>4.4737685110000003</c:v>
                </c:pt>
                <c:pt idx="4115">
                  <c:v>4.475258943</c:v>
                </c:pt>
                <c:pt idx="4116">
                  <c:v>4.4751844209999998</c:v>
                </c:pt>
                <c:pt idx="4117">
                  <c:v>4.4751881469999999</c:v>
                </c:pt>
                <c:pt idx="4118">
                  <c:v>4.4751879609999996</c:v>
                </c:pt>
                <c:pt idx="4119">
                  <c:v>4.4751879700000003</c:v>
                </c:pt>
                <c:pt idx="4120">
                  <c:v>4.4751879700000003</c:v>
                </c:pt>
                <c:pt idx="4121">
                  <c:v>4.4751879700000003</c:v>
                </c:pt>
                <c:pt idx="4122">
                  <c:v>4.4751879700000003</c:v>
                </c:pt>
                <c:pt idx="4123">
                  <c:v>4.4751879700000003</c:v>
                </c:pt>
                <c:pt idx="4124">
                  <c:v>0</c:v>
                </c:pt>
                <c:pt idx="4125">
                  <c:v>0</c:v>
                </c:pt>
                <c:pt idx="4126">
                  <c:v>0</c:v>
                </c:pt>
                <c:pt idx="4127">
                  <c:v>0</c:v>
                </c:pt>
                <c:pt idx="4128">
                  <c:v>10.704617649999999</c:v>
                </c:pt>
                <c:pt idx="4129">
                  <c:v>1.394884429</c:v>
                </c:pt>
                <c:pt idx="4130">
                  <c:v>0</c:v>
                </c:pt>
                <c:pt idx="4131">
                  <c:v>0</c:v>
                </c:pt>
                <c:pt idx="4132">
                  <c:v>1.3765391570000001</c:v>
                </c:pt>
                <c:pt idx="4133">
                  <c:v>20.49061867</c:v>
                </c:pt>
                <c:pt idx="4134">
                  <c:v>17.302864679999999</c:v>
                </c:pt>
                <c:pt idx="4135">
                  <c:v>17.808528899999999</c:v>
                </c:pt>
                <c:pt idx="4136">
                  <c:v>5.9786892590000003</c:v>
                </c:pt>
                <c:pt idx="4137">
                  <c:v>4.4000129049999996</c:v>
                </c:pt>
                <c:pt idx="4138">
                  <c:v>4.478946723</c:v>
                </c:pt>
                <c:pt idx="4139">
                  <c:v>4.4750000319999996</c:v>
                </c:pt>
                <c:pt idx="4140">
                  <c:v>4.4751973669999998</c:v>
                </c:pt>
                <c:pt idx="4141">
                  <c:v>4.4751874999999997</c:v>
                </c:pt>
                <c:pt idx="4142">
                  <c:v>4.4751879929999996</c:v>
                </c:pt>
                <c:pt idx="4143">
                  <c:v>4.4751879690000003</c:v>
                </c:pt>
                <c:pt idx="4144">
                  <c:v>4.4751879700000003</c:v>
                </c:pt>
                <c:pt idx="4145">
                  <c:v>4.4751879700000003</c:v>
                </c:pt>
                <c:pt idx="4146">
                  <c:v>4.4751879700000003</c:v>
                </c:pt>
                <c:pt idx="4147">
                  <c:v>4.4751879700000003</c:v>
                </c:pt>
                <c:pt idx="4148">
                  <c:v>3.8061853590000001</c:v>
                </c:pt>
                <c:pt idx="4149">
                  <c:v>0</c:v>
                </c:pt>
                <c:pt idx="4150">
                  <c:v>11.862041420000001</c:v>
                </c:pt>
                <c:pt idx="4151">
                  <c:v>4.1058452970000001</c:v>
                </c:pt>
                <c:pt idx="4152">
                  <c:v>0.67340470699999999</c:v>
                </c:pt>
                <c:pt idx="4153">
                  <c:v>0</c:v>
                </c:pt>
                <c:pt idx="4154">
                  <c:v>0</c:v>
                </c:pt>
                <c:pt idx="4155">
                  <c:v>2.875726529</c:v>
                </c:pt>
                <c:pt idx="4156">
                  <c:v>4.6429351000000001E-2</c:v>
                </c:pt>
                <c:pt idx="4157">
                  <c:v>7.6781528129999996</c:v>
                </c:pt>
                <c:pt idx="4158">
                  <c:v>2.3754098909999999</c:v>
                </c:pt>
                <c:pt idx="4159">
                  <c:v>11.201142900000001</c:v>
                </c:pt>
                <c:pt idx="4160">
                  <c:v>6.0755604779999999</c:v>
                </c:pt>
                <c:pt idx="4161">
                  <c:v>0.78253252799999995</c:v>
                </c:pt>
                <c:pt idx="4162">
                  <c:v>10.39607719</c:v>
                </c:pt>
                <c:pt idx="4163">
                  <c:v>6.4610617350000004</c:v>
                </c:pt>
                <c:pt idx="4164">
                  <c:v>2.7271598680000002</c:v>
                </c:pt>
                <c:pt idx="4165">
                  <c:v>0.84075493800000001</c:v>
                </c:pt>
                <c:pt idx="4166">
                  <c:v>1.8137307009999999</c:v>
                </c:pt>
                <c:pt idx="4167">
                  <c:v>7.4508320000000003E-2</c:v>
                </c:pt>
                <c:pt idx="4168">
                  <c:v>14.54976164</c:v>
                </c:pt>
                <c:pt idx="4169">
                  <c:v>7.5550347999999996</c:v>
                </c:pt>
                <c:pt idx="4170">
                  <c:v>1.6945446689999999</c:v>
                </c:pt>
                <c:pt idx="4171">
                  <c:v>0</c:v>
                </c:pt>
                <c:pt idx="4172">
                  <c:v>0</c:v>
                </c:pt>
                <c:pt idx="4173">
                  <c:v>0</c:v>
                </c:pt>
                <c:pt idx="4174">
                  <c:v>0</c:v>
                </c:pt>
                <c:pt idx="4175">
                  <c:v>0</c:v>
                </c:pt>
                <c:pt idx="4176">
                  <c:v>8.1058531550000001</c:v>
                </c:pt>
                <c:pt idx="4177">
                  <c:v>2.857276529</c:v>
                </c:pt>
                <c:pt idx="4178">
                  <c:v>0.92063462399999996</c:v>
                </c:pt>
                <c:pt idx="4179">
                  <c:v>16.510590000000001</c:v>
                </c:pt>
                <c:pt idx="4180">
                  <c:v>16.84188</c:v>
                </c:pt>
                <c:pt idx="4181">
                  <c:v>18.389802960000001</c:v>
                </c:pt>
                <c:pt idx="4182">
                  <c:v>1.6787716319999999</c:v>
                </c:pt>
                <c:pt idx="4183">
                  <c:v>3.8307038690000002</c:v>
                </c:pt>
                <c:pt idx="4184">
                  <c:v>7.1483705909999999</c:v>
                </c:pt>
                <c:pt idx="4185">
                  <c:v>3.669470156</c:v>
                </c:pt>
                <c:pt idx="4186">
                  <c:v>5.1539296090000004</c:v>
                </c:pt>
                <c:pt idx="4187">
                  <c:v>4.4412508879999999</c:v>
                </c:pt>
                <c:pt idx="4188">
                  <c:v>4.4768848239999999</c:v>
                </c:pt>
                <c:pt idx="4189">
                  <c:v>4.4751031269999997</c:v>
                </c:pt>
                <c:pt idx="4190">
                  <c:v>4.4751922119999996</c:v>
                </c:pt>
                <c:pt idx="4191">
                  <c:v>4.4751877579999997</c:v>
                </c:pt>
                <c:pt idx="4192">
                  <c:v>4.4751879810000004</c:v>
                </c:pt>
                <c:pt idx="4193">
                  <c:v>3.7881310350000001</c:v>
                </c:pt>
                <c:pt idx="4194">
                  <c:v>5.1622449039999996</c:v>
                </c:pt>
                <c:pt idx="4195">
                  <c:v>4.4408351230000003</c:v>
                </c:pt>
                <c:pt idx="4196">
                  <c:v>4.4769056120000004</c:v>
                </c:pt>
                <c:pt idx="4197">
                  <c:v>4.4751020879999999</c:v>
                </c:pt>
                <c:pt idx="4198">
                  <c:v>4.4751922640000004</c:v>
                </c:pt>
                <c:pt idx="4199">
                  <c:v>4.4751877550000003</c:v>
                </c:pt>
                <c:pt idx="4200">
                  <c:v>2.4943833519999998</c:v>
                </c:pt>
                <c:pt idx="4201">
                  <c:v>0.62815973700000005</c:v>
                </c:pt>
                <c:pt idx="4202">
                  <c:v>0</c:v>
                </c:pt>
                <c:pt idx="4203">
                  <c:v>0.74704976599999995</c:v>
                </c:pt>
                <c:pt idx="4204">
                  <c:v>5.2273629359999996</c:v>
                </c:pt>
                <c:pt idx="4205">
                  <c:v>11.96544151</c:v>
                </c:pt>
                <c:pt idx="4206">
                  <c:v>2.4313847640000001</c:v>
                </c:pt>
                <c:pt idx="4207">
                  <c:v>11.007457280000001</c:v>
                </c:pt>
                <c:pt idx="4208">
                  <c:v>4.1485745039999999</c:v>
                </c:pt>
                <c:pt idx="4209">
                  <c:v>4.491518643</c:v>
                </c:pt>
                <c:pt idx="4210">
                  <c:v>4.4743714360000002</c:v>
                </c:pt>
                <c:pt idx="4211">
                  <c:v>4.4752287969999998</c:v>
                </c:pt>
                <c:pt idx="4212">
                  <c:v>4.4751859290000002</c:v>
                </c:pt>
                <c:pt idx="4213">
                  <c:v>4.4751880719999999</c:v>
                </c:pt>
                <c:pt idx="4214">
                  <c:v>4.4751879649999999</c:v>
                </c:pt>
                <c:pt idx="4215">
                  <c:v>4.4751879700000003</c:v>
                </c:pt>
                <c:pt idx="4216">
                  <c:v>4.4751879700000003</c:v>
                </c:pt>
                <c:pt idx="4217">
                  <c:v>4.4751879700000003</c:v>
                </c:pt>
                <c:pt idx="4218">
                  <c:v>4.4751879700000003</c:v>
                </c:pt>
                <c:pt idx="4219">
                  <c:v>4.4751879700000003</c:v>
                </c:pt>
                <c:pt idx="4220">
                  <c:v>4.4751879700000003</c:v>
                </c:pt>
                <c:pt idx="4221">
                  <c:v>4.4751879700000003</c:v>
                </c:pt>
                <c:pt idx="4222">
                  <c:v>4.4751879700000003</c:v>
                </c:pt>
                <c:pt idx="4223">
                  <c:v>4.4751879700000003</c:v>
                </c:pt>
                <c:pt idx="4224">
                  <c:v>4.4751879700000003</c:v>
                </c:pt>
                <c:pt idx="4225">
                  <c:v>4.4751879700000003</c:v>
                </c:pt>
                <c:pt idx="4226">
                  <c:v>1.9830328319999999</c:v>
                </c:pt>
                <c:pt idx="4227">
                  <c:v>0</c:v>
                </c:pt>
                <c:pt idx="4228">
                  <c:v>4.1227029359999996</c:v>
                </c:pt>
                <c:pt idx="4229">
                  <c:v>0</c:v>
                </c:pt>
                <c:pt idx="4230">
                  <c:v>0</c:v>
                </c:pt>
                <c:pt idx="4231">
                  <c:v>0</c:v>
                </c:pt>
                <c:pt idx="4232">
                  <c:v>4.6408551329999996</c:v>
                </c:pt>
                <c:pt idx="4233">
                  <c:v>16.167954030000001</c:v>
                </c:pt>
                <c:pt idx="4234">
                  <c:v>11.721530509999999</c:v>
                </c:pt>
                <c:pt idx="4235">
                  <c:v>8.846357072</c:v>
                </c:pt>
                <c:pt idx="4236">
                  <c:v>4.2566295150000002</c:v>
                </c:pt>
                <c:pt idx="4237">
                  <c:v>4.486115893</c:v>
                </c:pt>
                <c:pt idx="4238">
                  <c:v>1.8239997320000001</c:v>
                </c:pt>
                <c:pt idx="4239">
                  <c:v>0</c:v>
                </c:pt>
                <c:pt idx="4240">
                  <c:v>0.60685412299999997</c:v>
                </c:pt>
                <c:pt idx="4241">
                  <c:v>0</c:v>
                </c:pt>
                <c:pt idx="4242">
                  <c:v>10.44164058</c:v>
                </c:pt>
                <c:pt idx="4243">
                  <c:v>0</c:v>
                </c:pt>
                <c:pt idx="4244">
                  <c:v>0</c:v>
                </c:pt>
                <c:pt idx="4245">
                  <c:v>1.8330331550000001</c:v>
                </c:pt>
                <c:pt idx="4246">
                  <c:v>0</c:v>
                </c:pt>
                <c:pt idx="4247">
                  <c:v>0</c:v>
                </c:pt>
                <c:pt idx="4248">
                  <c:v>6.0903815860000003</c:v>
                </c:pt>
                <c:pt idx="4249">
                  <c:v>1.253149157</c:v>
                </c:pt>
                <c:pt idx="4250">
                  <c:v>0</c:v>
                </c:pt>
                <c:pt idx="4251">
                  <c:v>0</c:v>
                </c:pt>
                <c:pt idx="4252">
                  <c:v>0</c:v>
                </c:pt>
                <c:pt idx="4253">
                  <c:v>17.345852300000001</c:v>
                </c:pt>
                <c:pt idx="4254">
                  <c:v>18.14948571</c:v>
                </c:pt>
                <c:pt idx="4255">
                  <c:v>13.380829779999999</c:v>
                </c:pt>
                <c:pt idx="4256">
                  <c:v>17.87345294</c:v>
                </c:pt>
                <c:pt idx="4257">
                  <c:v>9.3030736639999994</c:v>
                </c:pt>
                <c:pt idx="4258">
                  <c:v>4.2337936850000002</c:v>
                </c:pt>
                <c:pt idx="4259">
                  <c:v>4.4872576840000002</c:v>
                </c:pt>
                <c:pt idx="4260">
                  <c:v>4.4745844840000002</c:v>
                </c:pt>
                <c:pt idx="4261">
                  <c:v>4.4752181440000003</c:v>
                </c:pt>
                <c:pt idx="4262">
                  <c:v>4.4751864609999998</c:v>
                </c:pt>
                <c:pt idx="4263">
                  <c:v>4.4751880450000003</c:v>
                </c:pt>
                <c:pt idx="4264">
                  <c:v>4.475187966</c:v>
                </c:pt>
                <c:pt idx="4265">
                  <c:v>4.4751879700000003</c:v>
                </c:pt>
                <c:pt idx="4266">
                  <c:v>4.4751879700000003</c:v>
                </c:pt>
                <c:pt idx="4267">
                  <c:v>4.4751879700000003</c:v>
                </c:pt>
                <c:pt idx="4268">
                  <c:v>2.3263553109999999</c:v>
                </c:pt>
                <c:pt idx="4269">
                  <c:v>0</c:v>
                </c:pt>
                <c:pt idx="4270">
                  <c:v>0</c:v>
                </c:pt>
                <c:pt idx="4271">
                  <c:v>6.9252862180000001</c:v>
                </c:pt>
                <c:pt idx="4272">
                  <c:v>16.761060000000001</c:v>
                </c:pt>
                <c:pt idx="4273">
                  <c:v>9.0536136099999993</c:v>
                </c:pt>
                <c:pt idx="4274">
                  <c:v>4.2462666880000004</c:v>
                </c:pt>
                <c:pt idx="4275">
                  <c:v>0</c:v>
                </c:pt>
                <c:pt idx="4276">
                  <c:v>0</c:v>
                </c:pt>
                <c:pt idx="4277">
                  <c:v>2.4699491739999999</c:v>
                </c:pt>
                <c:pt idx="4278">
                  <c:v>6.582781078</c:v>
                </c:pt>
                <c:pt idx="4279">
                  <c:v>14.077409490000001</c:v>
                </c:pt>
                <c:pt idx="4280">
                  <c:v>3.9950768939999999</c:v>
                </c:pt>
                <c:pt idx="4281">
                  <c:v>4.4991935239999998</c:v>
                </c:pt>
                <c:pt idx="4282">
                  <c:v>4.4739876919999997</c:v>
                </c:pt>
                <c:pt idx="4283">
                  <c:v>4.4752479840000001</c:v>
                </c:pt>
                <c:pt idx="4284">
                  <c:v>4.4751849689999998</c:v>
                </c:pt>
                <c:pt idx="4285">
                  <c:v>4.4751881200000003</c:v>
                </c:pt>
                <c:pt idx="4286">
                  <c:v>4.4751879619999997</c:v>
                </c:pt>
                <c:pt idx="4287">
                  <c:v>4.4751879700000003</c:v>
                </c:pt>
                <c:pt idx="4288">
                  <c:v>4.4751879700000003</c:v>
                </c:pt>
                <c:pt idx="4289">
                  <c:v>4.4751879700000003</c:v>
                </c:pt>
                <c:pt idx="4290">
                  <c:v>3.1011400619999998</c:v>
                </c:pt>
                <c:pt idx="4291">
                  <c:v>3.1674907889999999</c:v>
                </c:pt>
                <c:pt idx="4292">
                  <c:v>0</c:v>
                </c:pt>
                <c:pt idx="4293">
                  <c:v>0</c:v>
                </c:pt>
                <c:pt idx="4294">
                  <c:v>0</c:v>
                </c:pt>
                <c:pt idx="4295">
                  <c:v>2.1216165290000002</c:v>
                </c:pt>
                <c:pt idx="4296">
                  <c:v>2.2731928319999999</c:v>
                </c:pt>
                <c:pt idx="4297">
                  <c:v>6.5621600640000004</c:v>
                </c:pt>
                <c:pt idx="4298">
                  <c:v>0</c:v>
                </c:pt>
                <c:pt idx="4299">
                  <c:v>0</c:v>
                </c:pt>
                <c:pt idx="4300">
                  <c:v>2.1325833520000002</c:v>
                </c:pt>
                <c:pt idx="4301">
                  <c:v>14.663658979999999</c:v>
                </c:pt>
                <c:pt idx="4302">
                  <c:v>25.534766250000001</c:v>
                </c:pt>
                <c:pt idx="4303">
                  <c:v>9.4432688260000006</c:v>
                </c:pt>
                <c:pt idx="4304">
                  <c:v>4.2267839269999996</c:v>
                </c:pt>
                <c:pt idx="4305">
                  <c:v>4.4876081719999998</c:v>
                </c:pt>
                <c:pt idx="4306">
                  <c:v>4.4745669599999998</c:v>
                </c:pt>
                <c:pt idx="4307">
                  <c:v>4.4752190199999999</c:v>
                </c:pt>
                <c:pt idx="4308">
                  <c:v>4.4751864169999998</c:v>
                </c:pt>
                <c:pt idx="4309">
                  <c:v>4.4751880479999997</c:v>
                </c:pt>
                <c:pt idx="4310">
                  <c:v>4.475187966</c:v>
                </c:pt>
                <c:pt idx="4311">
                  <c:v>4.4751879700000003</c:v>
                </c:pt>
                <c:pt idx="4312">
                  <c:v>4.4751879700000003</c:v>
                </c:pt>
                <c:pt idx="4313">
                  <c:v>4.4751879700000003</c:v>
                </c:pt>
                <c:pt idx="4314">
                  <c:v>4.4751879700000003</c:v>
                </c:pt>
                <c:pt idx="4315">
                  <c:v>0</c:v>
                </c:pt>
                <c:pt idx="4316">
                  <c:v>8.3903573209999998</c:v>
                </c:pt>
                <c:pt idx="4317">
                  <c:v>0</c:v>
                </c:pt>
                <c:pt idx="4318">
                  <c:v>0</c:v>
                </c:pt>
                <c:pt idx="4319">
                  <c:v>0.130477222</c:v>
                </c:pt>
                <c:pt idx="4320">
                  <c:v>12.71846777</c:v>
                </c:pt>
                <c:pt idx="4321">
                  <c:v>16.28172</c:v>
                </c:pt>
                <c:pt idx="4322">
                  <c:v>15.230710699999999</c:v>
                </c:pt>
                <c:pt idx="4323">
                  <c:v>3.9374118340000002</c:v>
                </c:pt>
                <c:pt idx="4324">
                  <c:v>2.0357772220000001</c:v>
                </c:pt>
                <c:pt idx="4325">
                  <c:v>6.9401430849999999</c:v>
                </c:pt>
                <c:pt idx="4326">
                  <c:v>0</c:v>
                </c:pt>
                <c:pt idx="4327">
                  <c:v>0</c:v>
                </c:pt>
                <c:pt idx="4328">
                  <c:v>9.0600159609999995</c:v>
                </c:pt>
                <c:pt idx="4329">
                  <c:v>13.00826442</c:v>
                </c:pt>
                <c:pt idx="4330">
                  <c:v>4.0485341469999998</c:v>
                </c:pt>
                <c:pt idx="4331">
                  <c:v>4.4965206609999999</c:v>
                </c:pt>
                <c:pt idx="4332">
                  <c:v>4.4741213350000004</c:v>
                </c:pt>
                <c:pt idx="4333">
                  <c:v>4.4752413019999997</c:v>
                </c:pt>
                <c:pt idx="4334">
                  <c:v>4.4751853029999999</c:v>
                </c:pt>
                <c:pt idx="4335">
                  <c:v>4.4751881029999998</c:v>
                </c:pt>
                <c:pt idx="4336">
                  <c:v>4.4751879629999998</c:v>
                </c:pt>
                <c:pt idx="4337">
                  <c:v>4.4751879700000003</c:v>
                </c:pt>
                <c:pt idx="4338">
                  <c:v>4.4751879700000003</c:v>
                </c:pt>
                <c:pt idx="4339">
                  <c:v>4.4751879700000003</c:v>
                </c:pt>
                <c:pt idx="4340">
                  <c:v>4.4751879700000003</c:v>
                </c:pt>
                <c:pt idx="4341">
                  <c:v>4.4751879700000003</c:v>
                </c:pt>
                <c:pt idx="4342">
                  <c:v>4.4751879700000003</c:v>
                </c:pt>
                <c:pt idx="4343">
                  <c:v>4.4751879700000003</c:v>
                </c:pt>
                <c:pt idx="4344">
                  <c:v>4.4751879700000003</c:v>
                </c:pt>
                <c:pt idx="4345">
                  <c:v>4.4751879700000003</c:v>
                </c:pt>
                <c:pt idx="4346">
                  <c:v>4.4751879700000003</c:v>
                </c:pt>
                <c:pt idx="4347">
                  <c:v>4.4751879700000003</c:v>
                </c:pt>
                <c:pt idx="4348">
                  <c:v>4.4751879700000003</c:v>
                </c:pt>
                <c:pt idx="4349">
                  <c:v>4.4751879700000003</c:v>
                </c:pt>
                <c:pt idx="4350">
                  <c:v>4.4751879700000003</c:v>
                </c:pt>
                <c:pt idx="4351">
                  <c:v>4.4751879700000003</c:v>
                </c:pt>
                <c:pt idx="4352">
                  <c:v>4.4751879700000003</c:v>
                </c:pt>
                <c:pt idx="4353">
                  <c:v>4.4751879700000003</c:v>
                </c:pt>
                <c:pt idx="4354">
                  <c:v>4.4751879700000003</c:v>
                </c:pt>
                <c:pt idx="4355">
                  <c:v>4.4751879700000003</c:v>
                </c:pt>
                <c:pt idx="4356">
                  <c:v>4.4751879700000003</c:v>
                </c:pt>
                <c:pt idx="4357">
                  <c:v>4.4751879700000003</c:v>
                </c:pt>
                <c:pt idx="4358">
                  <c:v>4.4751879700000003</c:v>
                </c:pt>
                <c:pt idx="4359">
                  <c:v>4.4751879700000003</c:v>
                </c:pt>
                <c:pt idx="4360">
                  <c:v>4.4751879700000003</c:v>
                </c:pt>
                <c:pt idx="4361">
                  <c:v>4.4751879700000003</c:v>
                </c:pt>
                <c:pt idx="4362">
                  <c:v>4.4751879700000003</c:v>
                </c:pt>
                <c:pt idx="4363">
                  <c:v>3.2691003219999999</c:v>
                </c:pt>
                <c:pt idx="4364">
                  <c:v>5.6812756179999999</c:v>
                </c:pt>
                <c:pt idx="4365">
                  <c:v>4.4148835880000004</c:v>
                </c:pt>
                <c:pt idx="4366">
                  <c:v>3.8864380160000001</c:v>
                </c:pt>
                <c:pt idx="4367">
                  <c:v>5.0668023819999997</c:v>
                </c:pt>
                <c:pt idx="4368">
                  <c:v>4.445607249</c:v>
                </c:pt>
                <c:pt idx="4369">
                  <c:v>4.4766670059999996</c:v>
                </c:pt>
                <c:pt idx="4370">
                  <c:v>4.4751140180000002</c:v>
                </c:pt>
                <c:pt idx="4371">
                  <c:v>4.4751916679999999</c:v>
                </c:pt>
                <c:pt idx="4372">
                  <c:v>4.4751877850000001</c:v>
                </c:pt>
                <c:pt idx="4373">
                  <c:v>4.4751879790000002</c:v>
                </c:pt>
                <c:pt idx="4374">
                  <c:v>4.4751879690000003</c:v>
                </c:pt>
                <c:pt idx="4375">
                  <c:v>4.4751879700000003</c:v>
                </c:pt>
                <c:pt idx="4376">
                  <c:v>4.4751879700000003</c:v>
                </c:pt>
                <c:pt idx="4377">
                  <c:v>4.4751879700000003</c:v>
                </c:pt>
                <c:pt idx="4378">
                  <c:v>4.4751879700000003</c:v>
                </c:pt>
                <c:pt idx="4379">
                  <c:v>4.4751879700000003</c:v>
                </c:pt>
                <c:pt idx="4380">
                  <c:v>4.4751879700000003</c:v>
                </c:pt>
                <c:pt idx="4381">
                  <c:v>4.4751879700000003</c:v>
                </c:pt>
                <c:pt idx="4382">
                  <c:v>4.4751879700000003</c:v>
                </c:pt>
                <c:pt idx="4383">
                  <c:v>4.4751879700000003</c:v>
                </c:pt>
                <c:pt idx="4384">
                  <c:v>4.4751879700000003</c:v>
                </c:pt>
                <c:pt idx="4385">
                  <c:v>4.4751879700000003</c:v>
                </c:pt>
                <c:pt idx="4386">
                  <c:v>4.4751879700000003</c:v>
                </c:pt>
                <c:pt idx="4387">
                  <c:v>1.106141993</c:v>
                </c:pt>
                <c:pt idx="4388">
                  <c:v>0</c:v>
                </c:pt>
                <c:pt idx="4389">
                  <c:v>0</c:v>
                </c:pt>
                <c:pt idx="4390">
                  <c:v>0</c:v>
                </c:pt>
                <c:pt idx="4391">
                  <c:v>9.8832776520000003</c:v>
                </c:pt>
                <c:pt idx="4392">
                  <c:v>16.942769999999999</c:v>
                </c:pt>
                <c:pt idx="4393">
                  <c:v>9.1158425449999996</c:v>
                </c:pt>
                <c:pt idx="4394">
                  <c:v>4.2431552410000002</c:v>
                </c:pt>
                <c:pt idx="4395">
                  <c:v>0</c:v>
                </c:pt>
                <c:pt idx="4396">
                  <c:v>0</c:v>
                </c:pt>
                <c:pt idx="4397">
                  <c:v>0</c:v>
                </c:pt>
                <c:pt idx="4398">
                  <c:v>3.2884012650000001</c:v>
                </c:pt>
                <c:pt idx="4399">
                  <c:v>2.5245113699999999</c:v>
                </c:pt>
                <c:pt idx="4400">
                  <c:v>3.3472003680000002</c:v>
                </c:pt>
                <c:pt idx="4401">
                  <c:v>22.987002610000001</c:v>
                </c:pt>
                <c:pt idx="4402">
                  <c:v>3.549597238</c:v>
                </c:pt>
                <c:pt idx="4403">
                  <c:v>4.5214675069999997</c:v>
                </c:pt>
                <c:pt idx="4404">
                  <c:v>4.4728739930000003</c:v>
                </c:pt>
                <c:pt idx="4405">
                  <c:v>4.4753036689999997</c:v>
                </c:pt>
                <c:pt idx="4406">
                  <c:v>4.4751821850000004</c:v>
                </c:pt>
                <c:pt idx="4407">
                  <c:v>4.4751882590000003</c:v>
                </c:pt>
                <c:pt idx="4408">
                  <c:v>4.475187955</c:v>
                </c:pt>
                <c:pt idx="4409">
                  <c:v>4.4751879710000004</c:v>
                </c:pt>
                <c:pt idx="4410">
                  <c:v>4.4751879700000003</c:v>
                </c:pt>
                <c:pt idx="4411">
                  <c:v>4.4751879700000003</c:v>
                </c:pt>
                <c:pt idx="4412">
                  <c:v>0.13496345900000001</c:v>
                </c:pt>
                <c:pt idx="4413">
                  <c:v>6.962067877</c:v>
                </c:pt>
                <c:pt idx="4414">
                  <c:v>6.1115213490000002</c:v>
                </c:pt>
                <c:pt idx="4415">
                  <c:v>4.3933713010000002</c:v>
                </c:pt>
                <c:pt idx="4416">
                  <c:v>4.4792788029999997</c:v>
                </c:pt>
                <c:pt idx="4417">
                  <c:v>4.4749834279999998</c:v>
                </c:pt>
                <c:pt idx="4418">
                  <c:v>4.4751981970000001</c:v>
                </c:pt>
                <c:pt idx="4419">
                  <c:v>4.4751874589999998</c:v>
                </c:pt>
                <c:pt idx="4420">
                  <c:v>4.4751879949999998</c:v>
                </c:pt>
                <c:pt idx="4421">
                  <c:v>4.4751879690000003</c:v>
                </c:pt>
                <c:pt idx="4422">
                  <c:v>4.4751879700000003</c:v>
                </c:pt>
                <c:pt idx="4423">
                  <c:v>4.4751879700000003</c:v>
                </c:pt>
                <c:pt idx="4424">
                  <c:v>4.4751879700000003</c:v>
                </c:pt>
                <c:pt idx="4425">
                  <c:v>4.4751879700000003</c:v>
                </c:pt>
                <c:pt idx="4426">
                  <c:v>4.4751879700000003</c:v>
                </c:pt>
                <c:pt idx="4427">
                  <c:v>4.4751879700000003</c:v>
                </c:pt>
                <c:pt idx="4428">
                  <c:v>4.4751879700000003</c:v>
                </c:pt>
                <c:pt idx="4429">
                  <c:v>4.4751879700000003</c:v>
                </c:pt>
                <c:pt idx="4430">
                  <c:v>4.4751879700000003</c:v>
                </c:pt>
                <c:pt idx="4431">
                  <c:v>2.7823729159999999</c:v>
                </c:pt>
                <c:pt idx="4432">
                  <c:v>4.8546689020000002</c:v>
                </c:pt>
                <c:pt idx="4433">
                  <c:v>5.7038813389999996</c:v>
                </c:pt>
                <c:pt idx="4434">
                  <c:v>4.4137533009999999</c:v>
                </c:pt>
                <c:pt idx="4435">
                  <c:v>3.1420945329999999</c:v>
                </c:pt>
                <c:pt idx="4436">
                  <c:v>0</c:v>
                </c:pt>
                <c:pt idx="4437">
                  <c:v>0</c:v>
                </c:pt>
                <c:pt idx="4438">
                  <c:v>0</c:v>
                </c:pt>
                <c:pt idx="4439">
                  <c:v>8.7615353109999994</c:v>
                </c:pt>
                <c:pt idx="4440">
                  <c:v>10.96525765</c:v>
                </c:pt>
                <c:pt idx="4441">
                  <c:v>16.221959999999999</c:v>
                </c:pt>
                <c:pt idx="4442">
                  <c:v>7.9452931549999999</c:v>
                </c:pt>
                <c:pt idx="4443">
                  <c:v>3.6194407530000001</c:v>
                </c:pt>
                <c:pt idx="4444">
                  <c:v>0.109954571</c:v>
                </c:pt>
                <c:pt idx="4445">
                  <c:v>10.542912619999999</c:v>
                </c:pt>
                <c:pt idx="4446">
                  <c:v>4.171801737</c:v>
                </c:pt>
                <c:pt idx="4447">
                  <c:v>1.5661100160000001</c:v>
                </c:pt>
                <c:pt idx="4448">
                  <c:v>7.3986767699999998</c:v>
                </c:pt>
                <c:pt idx="4449">
                  <c:v>4.3290135300000001</c:v>
                </c:pt>
                <c:pt idx="4450">
                  <c:v>4.4824966919999998</c:v>
                </c:pt>
                <c:pt idx="4451">
                  <c:v>4.4748225340000003</c:v>
                </c:pt>
                <c:pt idx="4452">
                  <c:v>4.4752062419999996</c:v>
                </c:pt>
                <c:pt idx="4453">
                  <c:v>4.4751870560000002</c:v>
                </c:pt>
                <c:pt idx="4454">
                  <c:v>4.4751880159999997</c:v>
                </c:pt>
                <c:pt idx="4455">
                  <c:v>4.4751879680000002</c:v>
                </c:pt>
                <c:pt idx="4456">
                  <c:v>4.4751879700000003</c:v>
                </c:pt>
                <c:pt idx="4457">
                  <c:v>4.4751879700000003</c:v>
                </c:pt>
                <c:pt idx="4458">
                  <c:v>4.4751879700000003</c:v>
                </c:pt>
                <c:pt idx="4459">
                  <c:v>4.4751879700000003</c:v>
                </c:pt>
                <c:pt idx="4460">
                  <c:v>4.4751879700000003</c:v>
                </c:pt>
                <c:pt idx="4461">
                  <c:v>4.4751879700000003</c:v>
                </c:pt>
                <c:pt idx="4462">
                  <c:v>4.4751879700000003</c:v>
                </c:pt>
                <c:pt idx="4463">
                  <c:v>2.0123239599999998</c:v>
                </c:pt>
                <c:pt idx="4464">
                  <c:v>0</c:v>
                </c:pt>
                <c:pt idx="4465">
                  <c:v>0</c:v>
                </c:pt>
                <c:pt idx="4466">
                  <c:v>0</c:v>
                </c:pt>
                <c:pt idx="4467">
                  <c:v>0</c:v>
                </c:pt>
                <c:pt idx="4468">
                  <c:v>0</c:v>
                </c:pt>
                <c:pt idx="4469">
                  <c:v>9.5317807339999998</c:v>
                </c:pt>
                <c:pt idx="4470">
                  <c:v>28.795760340000001</c:v>
                </c:pt>
                <c:pt idx="4471">
                  <c:v>3.2591593510000001</c:v>
                </c:pt>
                <c:pt idx="4472">
                  <c:v>4.5359894010000001</c:v>
                </c:pt>
                <c:pt idx="4473">
                  <c:v>4.4721478980000002</c:v>
                </c:pt>
                <c:pt idx="4474">
                  <c:v>4.4753399739999997</c:v>
                </c:pt>
                <c:pt idx="4475">
                  <c:v>4.4751803700000004</c:v>
                </c:pt>
                <c:pt idx="4476">
                  <c:v>4.4751883499999998</c:v>
                </c:pt>
                <c:pt idx="4477">
                  <c:v>4.4751879509999997</c:v>
                </c:pt>
                <c:pt idx="4478">
                  <c:v>4.4751879710000004</c:v>
                </c:pt>
                <c:pt idx="4479">
                  <c:v>4.4751879700000003</c:v>
                </c:pt>
                <c:pt idx="4480">
                  <c:v>4.4751879700000003</c:v>
                </c:pt>
                <c:pt idx="4481">
                  <c:v>2.4201955220000002</c:v>
                </c:pt>
                <c:pt idx="4482">
                  <c:v>0</c:v>
                </c:pt>
                <c:pt idx="4483">
                  <c:v>0</c:v>
                </c:pt>
                <c:pt idx="4484">
                  <c:v>6.2537399999999996</c:v>
                </c:pt>
                <c:pt idx="4485">
                  <c:v>8.8254000000000001</c:v>
                </c:pt>
                <c:pt idx="4486">
                  <c:v>12.343331299999999</c:v>
                </c:pt>
                <c:pt idx="4487">
                  <c:v>4.081780803</c:v>
                </c:pt>
                <c:pt idx="4488">
                  <c:v>4.4948583280000003</c:v>
                </c:pt>
                <c:pt idx="4489">
                  <c:v>4.4742044520000004</c:v>
                </c:pt>
                <c:pt idx="4490">
                  <c:v>4.4752371460000004</c:v>
                </c:pt>
                <c:pt idx="4491">
                  <c:v>4.4751855110000003</c:v>
                </c:pt>
                <c:pt idx="4492">
                  <c:v>0</c:v>
                </c:pt>
                <c:pt idx="4493">
                  <c:v>5.4923341939999997</c:v>
                </c:pt>
                <c:pt idx="4494">
                  <c:v>8.7698881219999993</c:v>
                </c:pt>
                <c:pt idx="4495">
                  <c:v>4.2604529619999996</c:v>
                </c:pt>
                <c:pt idx="4496">
                  <c:v>4.4859247199999999</c:v>
                </c:pt>
                <c:pt idx="4497">
                  <c:v>4.474651132</c:v>
                </c:pt>
                <c:pt idx="4498">
                  <c:v>4.4752148119999999</c:v>
                </c:pt>
                <c:pt idx="4499">
                  <c:v>4.4751866280000003</c:v>
                </c:pt>
                <c:pt idx="4500">
                  <c:v>4.4751880369999997</c:v>
                </c:pt>
                <c:pt idx="4501">
                  <c:v>4.4751879670000001</c:v>
                </c:pt>
                <c:pt idx="4502">
                  <c:v>4.4751879700000003</c:v>
                </c:pt>
                <c:pt idx="4503">
                  <c:v>4.4751879700000003</c:v>
                </c:pt>
                <c:pt idx="4504">
                  <c:v>4.4751879700000003</c:v>
                </c:pt>
                <c:pt idx="4505">
                  <c:v>4.4751879700000003</c:v>
                </c:pt>
                <c:pt idx="4506">
                  <c:v>4.4751879700000003</c:v>
                </c:pt>
                <c:pt idx="4507">
                  <c:v>0</c:v>
                </c:pt>
                <c:pt idx="4508">
                  <c:v>0</c:v>
                </c:pt>
                <c:pt idx="4509">
                  <c:v>9.28674</c:v>
                </c:pt>
                <c:pt idx="4510">
                  <c:v>11.49147</c:v>
                </c:pt>
                <c:pt idx="4511">
                  <c:v>9.7068133339999996</c:v>
                </c:pt>
                <c:pt idx="4512">
                  <c:v>4.2136067019999999</c:v>
                </c:pt>
                <c:pt idx="4513">
                  <c:v>4.4882670329999996</c:v>
                </c:pt>
                <c:pt idx="4514">
                  <c:v>1.1025644290000001</c:v>
                </c:pt>
                <c:pt idx="4515">
                  <c:v>0</c:v>
                </c:pt>
                <c:pt idx="4516">
                  <c:v>0</c:v>
                </c:pt>
                <c:pt idx="4517">
                  <c:v>5.77201392</c:v>
                </c:pt>
                <c:pt idx="4518">
                  <c:v>0</c:v>
                </c:pt>
                <c:pt idx="4519">
                  <c:v>0</c:v>
                </c:pt>
                <c:pt idx="4520">
                  <c:v>0.25119310500000003</c:v>
                </c:pt>
                <c:pt idx="4521">
                  <c:v>9.4787364499999995</c:v>
                </c:pt>
                <c:pt idx="4522">
                  <c:v>9.930841354</c:v>
                </c:pt>
                <c:pt idx="4523">
                  <c:v>6.9312651350000003</c:v>
                </c:pt>
                <c:pt idx="4524">
                  <c:v>13.028437650000001</c:v>
                </c:pt>
                <c:pt idx="4525">
                  <c:v>4.0475254859999996</c:v>
                </c:pt>
                <c:pt idx="4526">
                  <c:v>4.4965710940000001</c:v>
                </c:pt>
                <c:pt idx="4527">
                  <c:v>4.4741188139999997</c:v>
                </c:pt>
                <c:pt idx="4528">
                  <c:v>4.4752414280000004</c:v>
                </c:pt>
                <c:pt idx="4529">
                  <c:v>0</c:v>
                </c:pt>
                <c:pt idx="4530">
                  <c:v>0</c:v>
                </c:pt>
                <c:pt idx="4531">
                  <c:v>0</c:v>
                </c:pt>
                <c:pt idx="4532">
                  <c:v>0</c:v>
                </c:pt>
                <c:pt idx="4533">
                  <c:v>5.268815311</c:v>
                </c:pt>
                <c:pt idx="4534">
                  <c:v>0.80704396</c:v>
                </c:pt>
                <c:pt idx="4535">
                  <c:v>0</c:v>
                </c:pt>
                <c:pt idx="4536">
                  <c:v>0</c:v>
                </c:pt>
                <c:pt idx="4537">
                  <c:v>0</c:v>
                </c:pt>
                <c:pt idx="4538">
                  <c:v>10.234977110000001</c:v>
                </c:pt>
                <c:pt idx="4539">
                  <c:v>1.2952691569999999</c:v>
                </c:pt>
                <c:pt idx="4540">
                  <c:v>0.44381470699999997</c:v>
                </c:pt>
                <c:pt idx="4541">
                  <c:v>15.90724563</c:v>
                </c:pt>
                <c:pt idx="4542">
                  <c:v>27.304040799999999</c:v>
                </c:pt>
                <c:pt idx="4543">
                  <c:v>14.644563440000001</c:v>
                </c:pt>
                <c:pt idx="4544">
                  <c:v>3.9667191960000001</c:v>
                </c:pt>
                <c:pt idx="4545">
                  <c:v>4.5006114090000002</c:v>
                </c:pt>
                <c:pt idx="4546">
                  <c:v>4.4739167980000003</c:v>
                </c:pt>
                <c:pt idx="4547">
                  <c:v>4.4752515290000003</c:v>
                </c:pt>
                <c:pt idx="4548">
                  <c:v>4.4751847920000003</c:v>
                </c:pt>
                <c:pt idx="4549">
                  <c:v>4.4751881290000002</c:v>
                </c:pt>
                <c:pt idx="4550">
                  <c:v>4.4751879619999997</c:v>
                </c:pt>
                <c:pt idx="4551">
                  <c:v>4.4751879700000003</c:v>
                </c:pt>
                <c:pt idx="4552">
                  <c:v>4.4751879700000003</c:v>
                </c:pt>
                <c:pt idx="4553">
                  <c:v>4.4751879700000003</c:v>
                </c:pt>
                <c:pt idx="4554">
                  <c:v>4.4751879700000003</c:v>
                </c:pt>
                <c:pt idx="4555">
                  <c:v>0</c:v>
                </c:pt>
                <c:pt idx="4556">
                  <c:v>0</c:v>
                </c:pt>
                <c:pt idx="4557">
                  <c:v>0</c:v>
                </c:pt>
                <c:pt idx="4558">
                  <c:v>6.9959150870000002</c:v>
                </c:pt>
                <c:pt idx="4559">
                  <c:v>7.1334562180000001</c:v>
                </c:pt>
                <c:pt idx="4560">
                  <c:v>13.68712732</c:v>
                </c:pt>
                <c:pt idx="4561">
                  <c:v>7.5661350089999999</c:v>
                </c:pt>
                <c:pt idx="4562">
                  <c:v>0</c:v>
                </c:pt>
                <c:pt idx="4563">
                  <c:v>1.843712832</c:v>
                </c:pt>
                <c:pt idx="4564">
                  <c:v>0.48624457100000001</c:v>
                </c:pt>
                <c:pt idx="4565">
                  <c:v>13.874648649999999</c:v>
                </c:pt>
                <c:pt idx="4566">
                  <c:v>3.2662048750000001</c:v>
                </c:pt>
                <c:pt idx="4567">
                  <c:v>10.004117709999999</c:v>
                </c:pt>
                <c:pt idx="4568">
                  <c:v>4.1987414830000001</c:v>
                </c:pt>
                <c:pt idx="4569">
                  <c:v>4.4890102939999998</c:v>
                </c:pt>
                <c:pt idx="4570">
                  <c:v>4.4744968539999999</c:v>
                </c:pt>
                <c:pt idx="4571">
                  <c:v>4.4752225259999996</c:v>
                </c:pt>
                <c:pt idx="4572">
                  <c:v>4.4751862420000004</c:v>
                </c:pt>
                <c:pt idx="4573">
                  <c:v>4.4751880560000004</c:v>
                </c:pt>
                <c:pt idx="4574">
                  <c:v>4.475187966</c:v>
                </c:pt>
                <c:pt idx="4575">
                  <c:v>4.4751879700000003</c:v>
                </c:pt>
                <c:pt idx="4576">
                  <c:v>4.4751879700000003</c:v>
                </c:pt>
                <c:pt idx="4577">
                  <c:v>4.4751879700000003</c:v>
                </c:pt>
                <c:pt idx="4578">
                  <c:v>0.41492224599999999</c:v>
                </c:pt>
                <c:pt idx="4579">
                  <c:v>0</c:v>
                </c:pt>
                <c:pt idx="4580">
                  <c:v>2.4553700639999998</c:v>
                </c:pt>
                <c:pt idx="4581">
                  <c:v>0</c:v>
                </c:pt>
                <c:pt idx="4582">
                  <c:v>11.726765090000001</c:v>
                </c:pt>
                <c:pt idx="4583">
                  <c:v>0.19366915700000001</c:v>
                </c:pt>
                <c:pt idx="4584">
                  <c:v>5.5859080160000003</c:v>
                </c:pt>
                <c:pt idx="4585">
                  <c:v>16.913160000000001</c:v>
                </c:pt>
                <c:pt idx="4586">
                  <c:v>6.9266627510000003</c:v>
                </c:pt>
                <c:pt idx="4587">
                  <c:v>4.3526142309999996</c:v>
                </c:pt>
                <c:pt idx="4588">
                  <c:v>0</c:v>
                </c:pt>
                <c:pt idx="4589">
                  <c:v>3.148643673</c:v>
                </c:pt>
                <c:pt idx="4590">
                  <c:v>11.419795000000001</c:v>
                </c:pt>
                <c:pt idx="4591">
                  <c:v>4.2704997440000003</c:v>
                </c:pt>
                <c:pt idx="4592">
                  <c:v>4.4854223810000002</c:v>
                </c:pt>
                <c:pt idx="4593">
                  <c:v>4.4746762489999998</c:v>
                </c:pt>
                <c:pt idx="4594">
                  <c:v>4.4752135559999999</c:v>
                </c:pt>
                <c:pt idx="4595">
                  <c:v>4.4751866910000002</c:v>
                </c:pt>
                <c:pt idx="4596">
                  <c:v>4.4751880340000003</c:v>
                </c:pt>
                <c:pt idx="4597">
                  <c:v>4.4751879670000001</c:v>
                </c:pt>
                <c:pt idx="4598">
                  <c:v>4.4751879700000003</c:v>
                </c:pt>
                <c:pt idx="4599">
                  <c:v>4.4751879700000003</c:v>
                </c:pt>
                <c:pt idx="4600">
                  <c:v>4.4751879700000003</c:v>
                </c:pt>
                <c:pt idx="4601">
                  <c:v>4.4751879700000003</c:v>
                </c:pt>
                <c:pt idx="4602">
                  <c:v>8.8601434000000007E-2</c:v>
                </c:pt>
                <c:pt idx="4603">
                  <c:v>0</c:v>
                </c:pt>
                <c:pt idx="4604">
                  <c:v>0</c:v>
                </c:pt>
                <c:pt idx="4605">
                  <c:v>0</c:v>
                </c:pt>
                <c:pt idx="4606">
                  <c:v>0</c:v>
                </c:pt>
                <c:pt idx="4607">
                  <c:v>0</c:v>
                </c:pt>
                <c:pt idx="4608">
                  <c:v>4.2562039599999997</c:v>
                </c:pt>
                <c:pt idx="4609">
                  <c:v>0.92684462400000001</c:v>
                </c:pt>
                <c:pt idx="4610">
                  <c:v>0.493264429</c:v>
                </c:pt>
                <c:pt idx="4611">
                  <c:v>0.44950973700000002</c:v>
                </c:pt>
                <c:pt idx="4612">
                  <c:v>6.4726115860000002</c:v>
                </c:pt>
                <c:pt idx="4613">
                  <c:v>8.9373848129999995</c:v>
                </c:pt>
                <c:pt idx="4614">
                  <c:v>13.777944529999999</c:v>
                </c:pt>
                <c:pt idx="4615">
                  <c:v>13.83882749</c:v>
                </c:pt>
                <c:pt idx="4616">
                  <c:v>0</c:v>
                </c:pt>
                <c:pt idx="4617">
                  <c:v>1.940695625</c:v>
                </c:pt>
                <c:pt idx="4618">
                  <c:v>16.818038290000001</c:v>
                </c:pt>
                <c:pt idx="4619">
                  <c:v>15.91176353</c:v>
                </c:pt>
                <c:pt idx="4620">
                  <c:v>3.9033591919999999</c:v>
                </c:pt>
                <c:pt idx="4621">
                  <c:v>4.5037794089999998</c:v>
                </c:pt>
                <c:pt idx="4622">
                  <c:v>4.4737583980000002</c:v>
                </c:pt>
                <c:pt idx="4623">
                  <c:v>4.4752594490000002</c:v>
                </c:pt>
                <c:pt idx="4624">
                  <c:v>4.4751843960000004</c:v>
                </c:pt>
                <c:pt idx="4625">
                  <c:v>4.4751881490000001</c:v>
                </c:pt>
                <c:pt idx="4626">
                  <c:v>4.4751879609999996</c:v>
                </c:pt>
                <c:pt idx="4627">
                  <c:v>4.4751879700000003</c:v>
                </c:pt>
                <c:pt idx="4628">
                  <c:v>4.4751879700000003</c:v>
                </c:pt>
                <c:pt idx="4629">
                  <c:v>4.4751879700000003</c:v>
                </c:pt>
                <c:pt idx="4630">
                  <c:v>0</c:v>
                </c:pt>
                <c:pt idx="4631">
                  <c:v>9.0838863710000002</c:v>
                </c:pt>
                <c:pt idx="4632">
                  <c:v>4.2447530499999999</c:v>
                </c:pt>
                <c:pt idx="4633">
                  <c:v>4.486709716</c:v>
                </c:pt>
                <c:pt idx="4634">
                  <c:v>4.4746118829999997</c:v>
                </c:pt>
                <c:pt idx="4635">
                  <c:v>4.4752167739999997</c:v>
                </c:pt>
                <c:pt idx="4636">
                  <c:v>4.4751865300000002</c:v>
                </c:pt>
                <c:pt idx="4637">
                  <c:v>4.4751880420000001</c:v>
                </c:pt>
                <c:pt idx="4638">
                  <c:v>4.475187966</c:v>
                </c:pt>
                <c:pt idx="4639">
                  <c:v>4.4751879700000003</c:v>
                </c:pt>
                <c:pt idx="4640">
                  <c:v>4.4751879700000003</c:v>
                </c:pt>
                <c:pt idx="4641">
                  <c:v>4.4751879700000003</c:v>
                </c:pt>
                <c:pt idx="4642">
                  <c:v>4.4751879700000003</c:v>
                </c:pt>
                <c:pt idx="4643">
                  <c:v>4.4751879700000003</c:v>
                </c:pt>
                <c:pt idx="4644">
                  <c:v>4.4751879700000003</c:v>
                </c:pt>
                <c:pt idx="4645">
                  <c:v>4.4751879700000003</c:v>
                </c:pt>
                <c:pt idx="4646">
                  <c:v>4.4751879700000003</c:v>
                </c:pt>
                <c:pt idx="4647">
                  <c:v>4.4751879700000003</c:v>
                </c:pt>
                <c:pt idx="4648">
                  <c:v>4.4751879700000003</c:v>
                </c:pt>
                <c:pt idx="4649">
                  <c:v>4.4751879700000003</c:v>
                </c:pt>
                <c:pt idx="4650">
                  <c:v>4.4751879700000003</c:v>
                </c:pt>
                <c:pt idx="4651">
                  <c:v>4.4751879700000003</c:v>
                </c:pt>
                <c:pt idx="4652">
                  <c:v>4.4751879700000003</c:v>
                </c:pt>
                <c:pt idx="4653">
                  <c:v>4.4751879700000003</c:v>
                </c:pt>
                <c:pt idx="4654">
                  <c:v>4.4751879700000003</c:v>
                </c:pt>
                <c:pt idx="4655">
                  <c:v>4.4751879700000003</c:v>
                </c:pt>
                <c:pt idx="4656">
                  <c:v>4.4751879700000003</c:v>
                </c:pt>
                <c:pt idx="4657">
                  <c:v>4.4751879700000003</c:v>
                </c:pt>
                <c:pt idx="4658">
                  <c:v>4.4751879700000003</c:v>
                </c:pt>
                <c:pt idx="4659">
                  <c:v>4.4751879700000003</c:v>
                </c:pt>
                <c:pt idx="4660">
                  <c:v>4.4751879700000003</c:v>
                </c:pt>
                <c:pt idx="4661">
                  <c:v>4.4751879700000003</c:v>
                </c:pt>
                <c:pt idx="4662">
                  <c:v>4.4751879700000003</c:v>
                </c:pt>
                <c:pt idx="4663">
                  <c:v>4.4751879700000003</c:v>
                </c:pt>
                <c:pt idx="4664">
                  <c:v>4.4751879700000003</c:v>
                </c:pt>
                <c:pt idx="4665">
                  <c:v>4.4751879700000003</c:v>
                </c:pt>
                <c:pt idx="4666">
                  <c:v>4.4751879700000003</c:v>
                </c:pt>
                <c:pt idx="4667">
                  <c:v>4.4751879700000003</c:v>
                </c:pt>
                <c:pt idx="4668">
                  <c:v>4.4751879700000003</c:v>
                </c:pt>
                <c:pt idx="4669">
                  <c:v>4.4751879700000003</c:v>
                </c:pt>
                <c:pt idx="4670">
                  <c:v>4.4751879700000003</c:v>
                </c:pt>
                <c:pt idx="4671">
                  <c:v>4.4751879700000003</c:v>
                </c:pt>
                <c:pt idx="4672">
                  <c:v>4.4751879700000003</c:v>
                </c:pt>
                <c:pt idx="4673">
                  <c:v>4.4751879700000003</c:v>
                </c:pt>
                <c:pt idx="4674">
                  <c:v>4.4751879700000003</c:v>
                </c:pt>
                <c:pt idx="4675">
                  <c:v>4.4751879700000003</c:v>
                </c:pt>
                <c:pt idx="4676">
                  <c:v>4.4751879700000003</c:v>
                </c:pt>
                <c:pt idx="4677">
                  <c:v>4.4751879700000003</c:v>
                </c:pt>
                <c:pt idx="4678">
                  <c:v>0</c:v>
                </c:pt>
                <c:pt idx="4679">
                  <c:v>0</c:v>
                </c:pt>
                <c:pt idx="4680">
                  <c:v>0</c:v>
                </c:pt>
                <c:pt idx="4681">
                  <c:v>0</c:v>
                </c:pt>
                <c:pt idx="4682">
                  <c:v>0</c:v>
                </c:pt>
                <c:pt idx="4683">
                  <c:v>0</c:v>
                </c:pt>
                <c:pt idx="4684">
                  <c:v>0</c:v>
                </c:pt>
                <c:pt idx="4685">
                  <c:v>0</c:v>
                </c:pt>
                <c:pt idx="4686">
                  <c:v>0</c:v>
                </c:pt>
                <c:pt idx="4687">
                  <c:v>0.41148016900000001</c:v>
                </c:pt>
                <c:pt idx="4688">
                  <c:v>6.7168416559999997</c:v>
                </c:pt>
                <c:pt idx="4689">
                  <c:v>13.68069472</c:v>
                </c:pt>
                <c:pt idx="4690">
                  <c:v>16.143220500000002</c:v>
                </c:pt>
                <c:pt idx="4691">
                  <c:v>20.23048313</c:v>
                </c:pt>
                <c:pt idx="4692">
                  <c:v>6.1968171679999999</c:v>
                </c:pt>
                <c:pt idx="4693">
                  <c:v>4.3891065100000004</c:v>
                </c:pt>
                <c:pt idx="4694">
                  <c:v>4.4794920429999996</c:v>
                </c:pt>
                <c:pt idx="4695">
                  <c:v>4.4749727659999996</c:v>
                </c:pt>
                <c:pt idx="4696">
                  <c:v>4.4751987299999998</c:v>
                </c:pt>
                <c:pt idx="4697">
                  <c:v>4.4751874320000002</c:v>
                </c:pt>
                <c:pt idx="4698">
                  <c:v>4.4751879969999999</c:v>
                </c:pt>
                <c:pt idx="4699">
                  <c:v>0</c:v>
                </c:pt>
                <c:pt idx="4700">
                  <c:v>0</c:v>
                </c:pt>
                <c:pt idx="4701">
                  <c:v>0</c:v>
                </c:pt>
                <c:pt idx="4702">
                  <c:v>0</c:v>
                </c:pt>
                <c:pt idx="4703">
                  <c:v>0</c:v>
                </c:pt>
                <c:pt idx="4704">
                  <c:v>0</c:v>
                </c:pt>
                <c:pt idx="4705">
                  <c:v>0</c:v>
                </c:pt>
                <c:pt idx="4706">
                  <c:v>0</c:v>
                </c:pt>
                <c:pt idx="4707">
                  <c:v>0</c:v>
                </c:pt>
                <c:pt idx="4708">
                  <c:v>0</c:v>
                </c:pt>
                <c:pt idx="4709">
                  <c:v>9.6560318279999997</c:v>
                </c:pt>
                <c:pt idx="4710">
                  <c:v>18.22176047</c:v>
                </c:pt>
                <c:pt idx="4711">
                  <c:v>34.014409370000003</c:v>
                </c:pt>
                <c:pt idx="4712">
                  <c:v>7.3609426510000002</c:v>
                </c:pt>
                <c:pt idx="4713">
                  <c:v>4.3309002359999997</c:v>
                </c:pt>
                <c:pt idx="4714">
                  <c:v>4.4824023569999998</c:v>
                </c:pt>
                <c:pt idx="4715">
                  <c:v>4.4748272509999998</c:v>
                </c:pt>
                <c:pt idx="4716">
                  <c:v>4.4752060059999996</c:v>
                </c:pt>
                <c:pt idx="4717">
                  <c:v>4.4751870680000003</c:v>
                </c:pt>
                <c:pt idx="4718">
                  <c:v>4.4751880149999996</c:v>
                </c:pt>
                <c:pt idx="4719">
                  <c:v>4.4751879680000002</c:v>
                </c:pt>
                <c:pt idx="4720">
                  <c:v>4.4751879700000003</c:v>
                </c:pt>
                <c:pt idx="4721">
                  <c:v>4.4751879700000003</c:v>
                </c:pt>
                <c:pt idx="4722">
                  <c:v>4.4751879700000003</c:v>
                </c:pt>
                <c:pt idx="4723">
                  <c:v>4.4751879700000003</c:v>
                </c:pt>
                <c:pt idx="4724">
                  <c:v>4.4751879700000003</c:v>
                </c:pt>
                <c:pt idx="4725">
                  <c:v>4.4751879700000003</c:v>
                </c:pt>
                <c:pt idx="4726">
                  <c:v>4.4751879700000003</c:v>
                </c:pt>
                <c:pt idx="4727">
                  <c:v>4.4751879700000003</c:v>
                </c:pt>
                <c:pt idx="4728">
                  <c:v>4.4751879700000003</c:v>
                </c:pt>
                <c:pt idx="4729">
                  <c:v>4.4751879700000003</c:v>
                </c:pt>
                <c:pt idx="4730">
                  <c:v>4.4751879700000003</c:v>
                </c:pt>
                <c:pt idx="4731">
                  <c:v>4.4751879700000003</c:v>
                </c:pt>
                <c:pt idx="4732">
                  <c:v>4.4751879700000003</c:v>
                </c:pt>
                <c:pt idx="4733">
                  <c:v>4.4751879700000003</c:v>
                </c:pt>
                <c:pt idx="4734">
                  <c:v>4.4751879700000003</c:v>
                </c:pt>
                <c:pt idx="4735">
                  <c:v>4.4751879700000003</c:v>
                </c:pt>
                <c:pt idx="4736">
                  <c:v>4.4751879700000003</c:v>
                </c:pt>
                <c:pt idx="4737">
                  <c:v>4.4751879700000003</c:v>
                </c:pt>
                <c:pt idx="4738">
                  <c:v>4.4751879700000003</c:v>
                </c:pt>
                <c:pt idx="4739">
                  <c:v>4.4751879700000003</c:v>
                </c:pt>
                <c:pt idx="4740">
                  <c:v>4.4751879700000003</c:v>
                </c:pt>
                <c:pt idx="4741">
                  <c:v>4.4751879700000003</c:v>
                </c:pt>
                <c:pt idx="4742">
                  <c:v>4.4751879700000003</c:v>
                </c:pt>
                <c:pt idx="4743">
                  <c:v>4.4751879700000003</c:v>
                </c:pt>
                <c:pt idx="4744">
                  <c:v>4.4751879700000003</c:v>
                </c:pt>
                <c:pt idx="4745">
                  <c:v>4.4751879700000003</c:v>
                </c:pt>
                <c:pt idx="4746">
                  <c:v>4.4751879700000003</c:v>
                </c:pt>
                <c:pt idx="4747">
                  <c:v>4.4751879700000003</c:v>
                </c:pt>
                <c:pt idx="4748">
                  <c:v>1.602534208</c:v>
                </c:pt>
                <c:pt idx="4749">
                  <c:v>7.3478417309999999</c:v>
                </c:pt>
                <c:pt idx="4750">
                  <c:v>4.3315552820000001</c:v>
                </c:pt>
                <c:pt idx="4751">
                  <c:v>4.4823696039999996</c:v>
                </c:pt>
                <c:pt idx="4752">
                  <c:v>4.4748288880000002</c:v>
                </c:pt>
                <c:pt idx="4753">
                  <c:v>4.4752059239999999</c:v>
                </c:pt>
                <c:pt idx="4754">
                  <c:v>4.4751870719999998</c:v>
                </c:pt>
                <c:pt idx="4755">
                  <c:v>4.4751880149999996</c:v>
                </c:pt>
                <c:pt idx="4756">
                  <c:v>4.4751879680000002</c:v>
                </c:pt>
                <c:pt idx="4757">
                  <c:v>4.4751879700000003</c:v>
                </c:pt>
                <c:pt idx="4758">
                  <c:v>4.4751879700000003</c:v>
                </c:pt>
                <c:pt idx="4759">
                  <c:v>4.4751879700000003</c:v>
                </c:pt>
                <c:pt idx="4760">
                  <c:v>4.4751879700000003</c:v>
                </c:pt>
                <c:pt idx="4761">
                  <c:v>4.4751879700000003</c:v>
                </c:pt>
                <c:pt idx="4762">
                  <c:v>4.4751879700000003</c:v>
                </c:pt>
                <c:pt idx="4763">
                  <c:v>4.4751879700000003</c:v>
                </c:pt>
                <c:pt idx="4764">
                  <c:v>4.4751879700000003</c:v>
                </c:pt>
                <c:pt idx="4765">
                  <c:v>4.4751879700000003</c:v>
                </c:pt>
                <c:pt idx="4766">
                  <c:v>4.4751879700000003</c:v>
                </c:pt>
                <c:pt idx="4767">
                  <c:v>4.4751879700000003</c:v>
                </c:pt>
                <c:pt idx="4768">
                  <c:v>4.4751879700000003</c:v>
                </c:pt>
                <c:pt idx="4769">
                  <c:v>0</c:v>
                </c:pt>
                <c:pt idx="4770">
                  <c:v>1.3821662770000001</c:v>
                </c:pt>
                <c:pt idx="4771">
                  <c:v>0</c:v>
                </c:pt>
                <c:pt idx="4772">
                  <c:v>0</c:v>
                </c:pt>
                <c:pt idx="4773">
                  <c:v>0</c:v>
                </c:pt>
                <c:pt idx="4774">
                  <c:v>0</c:v>
                </c:pt>
                <c:pt idx="4775">
                  <c:v>0</c:v>
                </c:pt>
                <c:pt idx="4776">
                  <c:v>0</c:v>
                </c:pt>
                <c:pt idx="4777">
                  <c:v>0</c:v>
                </c:pt>
                <c:pt idx="4778">
                  <c:v>0.709699737</c:v>
                </c:pt>
                <c:pt idx="4779">
                  <c:v>7.0717400640000001</c:v>
                </c:pt>
                <c:pt idx="4780">
                  <c:v>3.2440965290000001</c:v>
                </c:pt>
                <c:pt idx="4781">
                  <c:v>11.26002536</c:v>
                </c:pt>
                <c:pt idx="4782">
                  <c:v>4.5844773329999997</c:v>
                </c:pt>
                <c:pt idx="4783">
                  <c:v>13.15489284</c:v>
                </c:pt>
                <c:pt idx="4784">
                  <c:v>1.677869912</c:v>
                </c:pt>
                <c:pt idx="4785">
                  <c:v>1.6089817550000001</c:v>
                </c:pt>
                <c:pt idx="4786">
                  <c:v>0.61336869900000002</c:v>
                </c:pt>
                <c:pt idx="4787">
                  <c:v>2.3491582430000002</c:v>
                </c:pt>
                <c:pt idx="4788">
                  <c:v>2.8630147400000001</c:v>
                </c:pt>
                <c:pt idx="4789">
                  <c:v>0.50132816000000002</c:v>
                </c:pt>
                <c:pt idx="4790">
                  <c:v>0.111603297</c:v>
                </c:pt>
                <c:pt idx="4791">
                  <c:v>0</c:v>
                </c:pt>
                <c:pt idx="4792">
                  <c:v>12.698495599999999</c:v>
                </c:pt>
                <c:pt idx="4793">
                  <c:v>0</c:v>
                </c:pt>
                <c:pt idx="4794">
                  <c:v>0</c:v>
                </c:pt>
                <c:pt idx="4795">
                  <c:v>0</c:v>
                </c:pt>
                <c:pt idx="4796">
                  <c:v>0</c:v>
                </c:pt>
                <c:pt idx="4797">
                  <c:v>0</c:v>
                </c:pt>
                <c:pt idx="4798">
                  <c:v>0</c:v>
                </c:pt>
                <c:pt idx="4799">
                  <c:v>0</c:v>
                </c:pt>
                <c:pt idx="4800">
                  <c:v>0</c:v>
                </c:pt>
                <c:pt idx="4801">
                  <c:v>0</c:v>
                </c:pt>
                <c:pt idx="4802">
                  <c:v>5.351776836</c:v>
                </c:pt>
                <c:pt idx="4803">
                  <c:v>0</c:v>
                </c:pt>
                <c:pt idx="4804">
                  <c:v>0</c:v>
                </c:pt>
                <c:pt idx="4805">
                  <c:v>0</c:v>
                </c:pt>
                <c:pt idx="4806">
                  <c:v>0.68654770600000004</c:v>
                </c:pt>
                <c:pt idx="4807">
                  <c:v>0</c:v>
                </c:pt>
                <c:pt idx="4808">
                  <c:v>0</c:v>
                </c:pt>
                <c:pt idx="4809">
                  <c:v>5.3370148610000001</c:v>
                </c:pt>
                <c:pt idx="4810">
                  <c:v>0</c:v>
                </c:pt>
                <c:pt idx="4811">
                  <c:v>6.9473418709999999</c:v>
                </c:pt>
                <c:pt idx="4812">
                  <c:v>13.46746413</c:v>
                </c:pt>
                <c:pt idx="4813">
                  <c:v>10.597416170000001</c:v>
                </c:pt>
                <c:pt idx="4814">
                  <c:v>10.26356402</c:v>
                </c:pt>
                <c:pt idx="4815">
                  <c:v>15.532218629999999</c:v>
                </c:pt>
                <c:pt idx="4816">
                  <c:v>3.0987317000000001</c:v>
                </c:pt>
                <c:pt idx="4817">
                  <c:v>20.510859750000002</c:v>
                </c:pt>
                <c:pt idx="4818">
                  <c:v>11.013076590000001</c:v>
                </c:pt>
                <c:pt idx="4819">
                  <c:v>0</c:v>
                </c:pt>
                <c:pt idx="4820">
                  <c:v>0</c:v>
                </c:pt>
                <c:pt idx="4821">
                  <c:v>0</c:v>
                </c:pt>
                <c:pt idx="4822">
                  <c:v>5.8391378769999998</c:v>
                </c:pt>
                <c:pt idx="4823">
                  <c:v>0</c:v>
                </c:pt>
                <c:pt idx="4824">
                  <c:v>0</c:v>
                </c:pt>
                <c:pt idx="4825">
                  <c:v>0</c:v>
                </c:pt>
                <c:pt idx="4826">
                  <c:v>0</c:v>
                </c:pt>
                <c:pt idx="4827">
                  <c:v>1.3950791570000001</c:v>
                </c:pt>
                <c:pt idx="4828">
                  <c:v>6.0076715859999998</c:v>
                </c:pt>
                <c:pt idx="4829">
                  <c:v>2.3904916859999998</c:v>
                </c:pt>
                <c:pt idx="4830">
                  <c:v>3.5009305780000002</c:v>
                </c:pt>
                <c:pt idx="4831">
                  <c:v>2.263690328</c:v>
                </c:pt>
                <c:pt idx="4832">
                  <c:v>0</c:v>
                </c:pt>
                <c:pt idx="4833">
                  <c:v>4.6845473000000002</c:v>
                </c:pt>
                <c:pt idx="4834">
                  <c:v>6.0928499870000001</c:v>
                </c:pt>
                <c:pt idx="4835">
                  <c:v>1.949866136</c:v>
                </c:pt>
                <c:pt idx="4836">
                  <c:v>9.803720212</c:v>
                </c:pt>
                <c:pt idx="4837">
                  <c:v>22.930952099999999</c:v>
                </c:pt>
                <c:pt idx="4838">
                  <c:v>7.7973416740000001</c:v>
                </c:pt>
                <c:pt idx="4839">
                  <c:v>3.4077579889999998</c:v>
                </c:pt>
                <c:pt idx="4840">
                  <c:v>1.4971785E-2</c:v>
                </c:pt>
                <c:pt idx="4841">
                  <c:v>0</c:v>
                </c:pt>
                <c:pt idx="4842">
                  <c:v>0</c:v>
                </c:pt>
                <c:pt idx="4843">
                  <c:v>0</c:v>
                </c:pt>
                <c:pt idx="4844">
                  <c:v>0</c:v>
                </c:pt>
                <c:pt idx="4845">
                  <c:v>5.7119962180000003</c:v>
                </c:pt>
                <c:pt idx="4846">
                  <c:v>12.5604</c:v>
                </c:pt>
                <c:pt idx="4847">
                  <c:v>0</c:v>
                </c:pt>
                <c:pt idx="4848">
                  <c:v>0</c:v>
                </c:pt>
                <c:pt idx="4849">
                  <c:v>0</c:v>
                </c:pt>
                <c:pt idx="4850">
                  <c:v>0</c:v>
                </c:pt>
                <c:pt idx="4851">
                  <c:v>1.939263352</c:v>
                </c:pt>
                <c:pt idx="4852">
                  <c:v>0</c:v>
                </c:pt>
                <c:pt idx="4853">
                  <c:v>0.59395299899999998</c:v>
                </c:pt>
                <c:pt idx="4854">
                  <c:v>5.2846217690000001</c:v>
                </c:pt>
                <c:pt idx="4855">
                  <c:v>11.84636877</c:v>
                </c:pt>
                <c:pt idx="4856">
                  <c:v>16.576192389999999</c:v>
                </c:pt>
                <c:pt idx="4857">
                  <c:v>19.651805119999999</c:v>
                </c:pt>
                <c:pt idx="4858">
                  <c:v>12.35022225</c:v>
                </c:pt>
                <c:pt idx="4859">
                  <c:v>4.0814362559999999</c:v>
                </c:pt>
                <c:pt idx="4860">
                  <c:v>4.4948755560000002</c:v>
                </c:pt>
                <c:pt idx="4861">
                  <c:v>2.1866813629999999</c:v>
                </c:pt>
                <c:pt idx="4862">
                  <c:v>1.1196268</c:v>
                </c:pt>
                <c:pt idx="4863">
                  <c:v>10.003942009999999</c:v>
                </c:pt>
                <c:pt idx="4864">
                  <c:v>0.33062239300000001</c:v>
                </c:pt>
                <c:pt idx="4865">
                  <c:v>8.3571377299999998</c:v>
                </c:pt>
                <c:pt idx="4866">
                  <c:v>4.2810904819999998</c:v>
                </c:pt>
                <c:pt idx="4867">
                  <c:v>0</c:v>
                </c:pt>
                <c:pt idx="4868">
                  <c:v>0</c:v>
                </c:pt>
                <c:pt idx="4869">
                  <c:v>5.4353449200000004</c:v>
                </c:pt>
                <c:pt idx="4870">
                  <c:v>12.43674</c:v>
                </c:pt>
                <c:pt idx="4871">
                  <c:v>7.4556649200000003</c:v>
                </c:pt>
                <c:pt idx="4872">
                  <c:v>7.2953117799999996</c:v>
                </c:pt>
                <c:pt idx="4873">
                  <c:v>0</c:v>
                </c:pt>
                <c:pt idx="4874">
                  <c:v>0</c:v>
                </c:pt>
                <c:pt idx="4875">
                  <c:v>0</c:v>
                </c:pt>
                <c:pt idx="4876">
                  <c:v>1.2884144289999999</c:v>
                </c:pt>
                <c:pt idx="4877">
                  <c:v>17.47037585</c:v>
                </c:pt>
                <c:pt idx="4878">
                  <c:v>6.489179118</c:v>
                </c:pt>
                <c:pt idx="4879">
                  <c:v>9.7772991719999993</c:v>
                </c:pt>
                <c:pt idx="4880">
                  <c:v>4.2100824100000001</c:v>
                </c:pt>
                <c:pt idx="4881">
                  <c:v>4.4884432480000003</c:v>
                </c:pt>
                <c:pt idx="4882">
                  <c:v>4.474525206</c:v>
                </c:pt>
                <c:pt idx="4883">
                  <c:v>4.4752211080000004</c:v>
                </c:pt>
                <c:pt idx="4884">
                  <c:v>4.475186313</c:v>
                </c:pt>
                <c:pt idx="4885">
                  <c:v>4.4751880530000001</c:v>
                </c:pt>
                <c:pt idx="4886">
                  <c:v>4.475187966</c:v>
                </c:pt>
                <c:pt idx="4887">
                  <c:v>4.4751879700000003</c:v>
                </c:pt>
                <c:pt idx="4888">
                  <c:v>4.4751879700000003</c:v>
                </c:pt>
                <c:pt idx="4889">
                  <c:v>4.4751879700000003</c:v>
                </c:pt>
                <c:pt idx="4890">
                  <c:v>4.4751879700000003</c:v>
                </c:pt>
                <c:pt idx="4891">
                  <c:v>6.6057546999999994E-2</c:v>
                </c:pt>
                <c:pt idx="4892">
                  <c:v>8.6884200000000007</c:v>
                </c:pt>
                <c:pt idx="4893">
                  <c:v>4.4506298409999996</c:v>
                </c:pt>
                <c:pt idx="4894">
                  <c:v>4.4764158759999999</c:v>
                </c:pt>
                <c:pt idx="4895">
                  <c:v>4.475126575</c:v>
                </c:pt>
                <c:pt idx="4896">
                  <c:v>0</c:v>
                </c:pt>
                <c:pt idx="4897">
                  <c:v>0</c:v>
                </c:pt>
                <c:pt idx="4898">
                  <c:v>0</c:v>
                </c:pt>
                <c:pt idx="4899">
                  <c:v>7.8769950089999998</c:v>
                </c:pt>
                <c:pt idx="4900">
                  <c:v>0</c:v>
                </c:pt>
                <c:pt idx="4901">
                  <c:v>8.7688572839999992</c:v>
                </c:pt>
                <c:pt idx="4902">
                  <c:v>16.414001949999999</c:v>
                </c:pt>
                <c:pt idx="4903">
                  <c:v>3.8782472710000002</c:v>
                </c:pt>
                <c:pt idx="4904">
                  <c:v>4.5050350049999999</c:v>
                </c:pt>
                <c:pt idx="4905">
                  <c:v>4.4736956179999998</c:v>
                </c:pt>
                <c:pt idx="4906">
                  <c:v>4.4752625879999997</c:v>
                </c:pt>
                <c:pt idx="4907">
                  <c:v>4.4751842389999998</c:v>
                </c:pt>
                <c:pt idx="4908">
                  <c:v>4.4751881559999998</c:v>
                </c:pt>
                <c:pt idx="4909">
                  <c:v>4.4751879609999996</c:v>
                </c:pt>
                <c:pt idx="4910">
                  <c:v>4.4751879700000003</c:v>
                </c:pt>
                <c:pt idx="4911">
                  <c:v>4.4751879700000003</c:v>
                </c:pt>
                <c:pt idx="4912">
                  <c:v>4.4751879700000003</c:v>
                </c:pt>
                <c:pt idx="4913">
                  <c:v>0</c:v>
                </c:pt>
                <c:pt idx="4914">
                  <c:v>0</c:v>
                </c:pt>
                <c:pt idx="4915">
                  <c:v>0</c:v>
                </c:pt>
                <c:pt idx="4916">
                  <c:v>0</c:v>
                </c:pt>
                <c:pt idx="4917">
                  <c:v>0</c:v>
                </c:pt>
                <c:pt idx="4918">
                  <c:v>5.3358653110000001</c:v>
                </c:pt>
                <c:pt idx="4919">
                  <c:v>11.46246447</c:v>
                </c:pt>
                <c:pt idx="4920">
                  <c:v>16.570979999999999</c:v>
                </c:pt>
                <c:pt idx="4921">
                  <c:v>16.687619999999999</c:v>
                </c:pt>
                <c:pt idx="4922">
                  <c:v>6.9085665069999997</c:v>
                </c:pt>
                <c:pt idx="4923">
                  <c:v>4.3535190430000004</c:v>
                </c:pt>
                <c:pt idx="4924">
                  <c:v>4.4812714160000002</c:v>
                </c:pt>
                <c:pt idx="4925">
                  <c:v>4.4748837979999996</c:v>
                </c:pt>
                <c:pt idx="4926">
                  <c:v>4.4752031790000002</c:v>
                </c:pt>
                <c:pt idx="4927">
                  <c:v>4.4751872090000004</c:v>
                </c:pt>
                <c:pt idx="4928">
                  <c:v>4.4225027209999999</c:v>
                </c:pt>
                <c:pt idx="4929">
                  <c:v>4.5278732550000003</c:v>
                </c:pt>
                <c:pt idx="4930">
                  <c:v>4.4725537060000002</c:v>
                </c:pt>
                <c:pt idx="4931">
                  <c:v>4.4753196830000004</c:v>
                </c:pt>
                <c:pt idx="4932">
                  <c:v>4.4751813839999999</c:v>
                </c:pt>
                <c:pt idx="4933">
                  <c:v>4.475188299</c:v>
                </c:pt>
                <c:pt idx="4934">
                  <c:v>4.2066540440000004</c:v>
                </c:pt>
                <c:pt idx="4935">
                  <c:v>1.80758982</c:v>
                </c:pt>
                <c:pt idx="4936">
                  <c:v>0</c:v>
                </c:pt>
                <c:pt idx="4937">
                  <c:v>7.5248004770000003</c:v>
                </c:pt>
                <c:pt idx="4938">
                  <c:v>11.04110841</c:v>
                </c:pt>
                <c:pt idx="4939">
                  <c:v>0</c:v>
                </c:pt>
                <c:pt idx="4940">
                  <c:v>7.9676999999999998</c:v>
                </c:pt>
                <c:pt idx="4941">
                  <c:v>0</c:v>
                </c:pt>
                <c:pt idx="4942">
                  <c:v>0</c:v>
                </c:pt>
                <c:pt idx="4943">
                  <c:v>0</c:v>
                </c:pt>
                <c:pt idx="4944">
                  <c:v>3.6080107529999998</c:v>
                </c:pt>
                <c:pt idx="4945">
                  <c:v>0</c:v>
                </c:pt>
                <c:pt idx="4946">
                  <c:v>2.7771072220000002</c:v>
                </c:pt>
                <c:pt idx="4947">
                  <c:v>0</c:v>
                </c:pt>
                <c:pt idx="4948">
                  <c:v>0</c:v>
                </c:pt>
                <c:pt idx="4949">
                  <c:v>16.544131310000001</c:v>
                </c:pt>
                <c:pt idx="4950">
                  <c:v>24.823871570000001</c:v>
                </c:pt>
                <c:pt idx="4951">
                  <c:v>9.7676461230000005</c:v>
                </c:pt>
                <c:pt idx="4952">
                  <c:v>4.2105650619999997</c:v>
                </c:pt>
                <c:pt idx="4953">
                  <c:v>4.4884191150000001</c:v>
                </c:pt>
                <c:pt idx="4954">
                  <c:v>4.4745264130000004</c:v>
                </c:pt>
                <c:pt idx="4955">
                  <c:v>4.4752210479999999</c:v>
                </c:pt>
                <c:pt idx="4956">
                  <c:v>4.4751863160000003</c:v>
                </c:pt>
                <c:pt idx="4957">
                  <c:v>4.4751880530000001</c:v>
                </c:pt>
                <c:pt idx="4958">
                  <c:v>4.475187966</c:v>
                </c:pt>
                <c:pt idx="4959">
                  <c:v>4.4751879700000003</c:v>
                </c:pt>
                <c:pt idx="4960">
                  <c:v>4.4751879700000003</c:v>
                </c:pt>
                <c:pt idx="4961">
                  <c:v>4.4751879700000003</c:v>
                </c:pt>
                <c:pt idx="4962">
                  <c:v>4.4751879700000003</c:v>
                </c:pt>
                <c:pt idx="4963">
                  <c:v>0.74651581099999997</c:v>
                </c:pt>
                <c:pt idx="4964">
                  <c:v>0</c:v>
                </c:pt>
                <c:pt idx="4965">
                  <c:v>10.10952</c:v>
                </c:pt>
                <c:pt idx="4966">
                  <c:v>11.35664104</c:v>
                </c:pt>
                <c:pt idx="4967">
                  <c:v>4.1311153159999998</c:v>
                </c:pt>
                <c:pt idx="4968">
                  <c:v>4.4923916029999997</c:v>
                </c:pt>
                <c:pt idx="4969">
                  <c:v>4.4743277880000001</c:v>
                </c:pt>
                <c:pt idx="4970">
                  <c:v>4.475230979</c:v>
                </c:pt>
                <c:pt idx="4971">
                  <c:v>4.475185819</c:v>
                </c:pt>
                <c:pt idx="4972">
                  <c:v>4.4751880770000003</c:v>
                </c:pt>
                <c:pt idx="4973">
                  <c:v>4.351200457</c:v>
                </c:pt>
                <c:pt idx="4974">
                  <c:v>0.157095451</c:v>
                </c:pt>
                <c:pt idx="4975">
                  <c:v>8.5327704180000001</c:v>
                </c:pt>
                <c:pt idx="4976">
                  <c:v>0</c:v>
                </c:pt>
                <c:pt idx="4977">
                  <c:v>1.500003537</c:v>
                </c:pt>
                <c:pt idx="4978">
                  <c:v>10.01837518</c:v>
                </c:pt>
                <c:pt idx="4979">
                  <c:v>6.5192889679999997</c:v>
                </c:pt>
                <c:pt idx="4980">
                  <c:v>4.3729829200000001</c:v>
                </c:pt>
                <c:pt idx="4981">
                  <c:v>4.4802982220000001</c:v>
                </c:pt>
                <c:pt idx="4982">
                  <c:v>4.4749324570000004</c:v>
                </c:pt>
                <c:pt idx="4983">
                  <c:v>4.4752007459999996</c:v>
                </c:pt>
                <c:pt idx="4984">
                  <c:v>4.4751873309999999</c:v>
                </c:pt>
                <c:pt idx="4985">
                  <c:v>0</c:v>
                </c:pt>
                <c:pt idx="4986">
                  <c:v>0</c:v>
                </c:pt>
                <c:pt idx="4987">
                  <c:v>0</c:v>
                </c:pt>
                <c:pt idx="4988">
                  <c:v>0</c:v>
                </c:pt>
                <c:pt idx="4989">
                  <c:v>0</c:v>
                </c:pt>
                <c:pt idx="4990">
                  <c:v>0</c:v>
                </c:pt>
                <c:pt idx="4991">
                  <c:v>13.552289999999999</c:v>
                </c:pt>
                <c:pt idx="4992">
                  <c:v>16.84395</c:v>
                </c:pt>
                <c:pt idx="4993">
                  <c:v>16.057079999999999</c:v>
                </c:pt>
                <c:pt idx="4994">
                  <c:v>16.337879999999998</c:v>
                </c:pt>
                <c:pt idx="4995">
                  <c:v>9.2511064800000007</c:v>
                </c:pt>
                <c:pt idx="4996">
                  <c:v>4.2363920439999996</c:v>
                </c:pt>
                <c:pt idx="4997">
                  <c:v>4.4871277660000004</c:v>
                </c:pt>
                <c:pt idx="4998">
                  <c:v>1.0823137759999999</c:v>
                </c:pt>
                <c:pt idx="4999">
                  <c:v>5.7602434569999996</c:v>
                </c:pt>
                <c:pt idx="5000">
                  <c:v>6.4128241839999998</c:v>
                </c:pt>
                <c:pt idx="5001">
                  <c:v>4.3783061590000001</c:v>
                </c:pt>
                <c:pt idx="5002">
                  <c:v>4.4800320600000001</c:v>
                </c:pt>
                <c:pt idx="5003">
                  <c:v>4.4749457650000002</c:v>
                </c:pt>
                <c:pt idx="5004">
                  <c:v>4.4752000799999996</c:v>
                </c:pt>
                <c:pt idx="5005">
                  <c:v>4.4751873639999999</c:v>
                </c:pt>
                <c:pt idx="5006">
                  <c:v>4.4751880000000002</c:v>
                </c:pt>
                <c:pt idx="5007">
                  <c:v>4.4751879680000002</c:v>
                </c:pt>
                <c:pt idx="5008">
                  <c:v>4.4751879700000003</c:v>
                </c:pt>
                <c:pt idx="5009">
                  <c:v>3.815545132</c:v>
                </c:pt>
                <c:pt idx="5010">
                  <c:v>0</c:v>
                </c:pt>
                <c:pt idx="5011">
                  <c:v>0</c:v>
                </c:pt>
                <c:pt idx="5012">
                  <c:v>0</c:v>
                </c:pt>
                <c:pt idx="5013">
                  <c:v>0</c:v>
                </c:pt>
                <c:pt idx="5014">
                  <c:v>0</c:v>
                </c:pt>
                <c:pt idx="5015">
                  <c:v>0</c:v>
                </c:pt>
                <c:pt idx="5016">
                  <c:v>16.15662</c:v>
                </c:pt>
                <c:pt idx="5017">
                  <c:v>13.81632447</c:v>
                </c:pt>
                <c:pt idx="5018">
                  <c:v>16.500419999999998</c:v>
                </c:pt>
                <c:pt idx="5019">
                  <c:v>10.41549492</c:v>
                </c:pt>
                <c:pt idx="5020">
                  <c:v>16.63794</c:v>
                </c:pt>
                <c:pt idx="5021">
                  <c:v>7.0925555840000003</c:v>
                </c:pt>
                <c:pt idx="5022">
                  <c:v>5.08737715</c:v>
                </c:pt>
                <c:pt idx="5023">
                  <c:v>1.5606179920000001</c:v>
                </c:pt>
                <c:pt idx="5024">
                  <c:v>0</c:v>
                </c:pt>
                <c:pt idx="5025">
                  <c:v>3.085979783</c:v>
                </c:pt>
                <c:pt idx="5026">
                  <c:v>2.8938554339999998</c:v>
                </c:pt>
                <c:pt idx="5027">
                  <c:v>16.05529379</c:v>
                </c:pt>
                <c:pt idx="5028">
                  <c:v>3.8961826789999998</c:v>
                </c:pt>
                <c:pt idx="5029">
                  <c:v>4.504138234</c:v>
                </c:pt>
                <c:pt idx="5030">
                  <c:v>4.4737404569999999</c:v>
                </c:pt>
                <c:pt idx="5031">
                  <c:v>4.4752603459999998</c:v>
                </c:pt>
                <c:pt idx="5032">
                  <c:v>4.4751843510000002</c:v>
                </c:pt>
                <c:pt idx="5033">
                  <c:v>4.4751881510000002</c:v>
                </c:pt>
                <c:pt idx="5034">
                  <c:v>4.4751879609999996</c:v>
                </c:pt>
                <c:pt idx="5035">
                  <c:v>4.4751879700000003</c:v>
                </c:pt>
                <c:pt idx="5036">
                  <c:v>0</c:v>
                </c:pt>
                <c:pt idx="5037">
                  <c:v>0</c:v>
                </c:pt>
                <c:pt idx="5038">
                  <c:v>0</c:v>
                </c:pt>
                <c:pt idx="5039">
                  <c:v>0</c:v>
                </c:pt>
                <c:pt idx="5040">
                  <c:v>0</c:v>
                </c:pt>
                <c:pt idx="5041">
                  <c:v>7.11648178</c:v>
                </c:pt>
                <c:pt idx="5042">
                  <c:v>6.6770000639999996</c:v>
                </c:pt>
                <c:pt idx="5043">
                  <c:v>16.502669999999998</c:v>
                </c:pt>
                <c:pt idx="5044">
                  <c:v>15.573593539999999</c:v>
                </c:pt>
                <c:pt idx="5045">
                  <c:v>13.43204208</c:v>
                </c:pt>
                <c:pt idx="5046">
                  <c:v>4.027345264</c:v>
                </c:pt>
                <c:pt idx="5047">
                  <c:v>4.4975801049999999</c:v>
                </c:pt>
                <c:pt idx="5048">
                  <c:v>4.4740683629999998</c:v>
                </c:pt>
                <c:pt idx="5049">
                  <c:v>4.4752439500000003</c:v>
                </c:pt>
                <c:pt idx="5050">
                  <c:v>4.4751851709999997</c:v>
                </c:pt>
                <c:pt idx="5051">
                  <c:v>4.4751881100000004</c:v>
                </c:pt>
                <c:pt idx="5052">
                  <c:v>4.4751879629999998</c:v>
                </c:pt>
                <c:pt idx="5053">
                  <c:v>4.4751879700000003</c:v>
                </c:pt>
                <c:pt idx="5054">
                  <c:v>4.4751879700000003</c:v>
                </c:pt>
                <c:pt idx="5055">
                  <c:v>4.4751879700000003</c:v>
                </c:pt>
                <c:pt idx="5056">
                  <c:v>4.4751879700000003</c:v>
                </c:pt>
                <c:pt idx="5057">
                  <c:v>4.4751879700000003</c:v>
                </c:pt>
                <c:pt idx="5058">
                  <c:v>4.4751879700000003</c:v>
                </c:pt>
                <c:pt idx="5059">
                  <c:v>4.4751879700000003</c:v>
                </c:pt>
                <c:pt idx="5060">
                  <c:v>0</c:v>
                </c:pt>
                <c:pt idx="5061">
                  <c:v>0</c:v>
                </c:pt>
                <c:pt idx="5062">
                  <c:v>0</c:v>
                </c:pt>
                <c:pt idx="5063">
                  <c:v>0</c:v>
                </c:pt>
                <c:pt idx="5064">
                  <c:v>0</c:v>
                </c:pt>
                <c:pt idx="5065">
                  <c:v>0</c:v>
                </c:pt>
                <c:pt idx="5066">
                  <c:v>0</c:v>
                </c:pt>
                <c:pt idx="5067">
                  <c:v>0</c:v>
                </c:pt>
                <c:pt idx="5068">
                  <c:v>0</c:v>
                </c:pt>
                <c:pt idx="5069">
                  <c:v>0</c:v>
                </c:pt>
                <c:pt idx="5070">
                  <c:v>0</c:v>
                </c:pt>
                <c:pt idx="5071">
                  <c:v>1.030793249</c:v>
                </c:pt>
                <c:pt idx="5072">
                  <c:v>7.9093569610000003</c:v>
                </c:pt>
                <c:pt idx="5073">
                  <c:v>5.6989851720000004</c:v>
                </c:pt>
                <c:pt idx="5074">
                  <c:v>20.255991219999999</c:v>
                </c:pt>
                <c:pt idx="5075">
                  <c:v>31.65184172</c:v>
                </c:pt>
                <c:pt idx="5076">
                  <c:v>5.6723921190000004</c:v>
                </c:pt>
                <c:pt idx="5077">
                  <c:v>4.4153277620000004</c:v>
                </c:pt>
                <c:pt idx="5078">
                  <c:v>4.4781809800000003</c:v>
                </c:pt>
                <c:pt idx="5079">
                  <c:v>4.4750383190000003</c:v>
                </c:pt>
                <c:pt idx="5080">
                  <c:v>4.4751954520000004</c:v>
                </c:pt>
                <c:pt idx="5081">
                  <c:v>4.4751875959999996</c:v>
                </c:pt>
                <c:pt idx="5082">
                  <c:v>4.4751879890000001</c:v>
                </c:pt>
                <c:pt idx="5083">
                  <c:v>4.4751879690000003</c:v>
                </c:pt>
                <c:pt idx="5084">
                  <c:v>4.4751879700000003</c:v>
                </c:pt>
                <c:pt idx="5085">
                  <c:v>4.4751879700000003</c:v>
                </c:pt>
                <c:pt idx="5086">
                  <c:v>4.4751879700000003</c:v>
                </c:pt>
                <c:pt idx="5087">
                  <c:v>0</c:v>
                </c:pt>
                <c:pt idx="5088">
                  <c:v>0</c:v>
                </c:pt>
                <c:pt idx="5089">
                  <c:v>0</c:v>
                </c:pt>
                <c:pt idx="5090">
                  <c:v>3.7822699019999999</c:v>
                </c:pt>
                <c:pt idx="5091">
                  <c:v>10.357487649999999</c:v>
                </c:pt>
                <c:pt idx="5092">
                  <c:v>0.23568457100000001</c:v>
                </c:pt>
                <c:pt idx="5093">
                  <c:v>9.3721470500000006</c:v>
                </c:pt>
                <c:pt idx="5094">
                  <c:v>0.86420052599999997</c:v>
                </c:pt>
                <c:pt idx="5095">
                  <c:v>7.8625749980000004</c:v>
                </c:pt>
                <c:pt idx="5096">
                  <c:v>11.35083861</c:v>
                </c:pt>
                <c:pt idx="5097">
                  <c:v>4.1314054379999998</c:v>
                </c:pt>
                <c:pt idx="5098">
                  <c:v>4.4923770970000003</c:v>
                </c:pt>
                <c:pt idx="5099">
                  <c:v>4.4743285139999998</c:v>
                </c:pt>
                <c:pt idx="5100">
                  <c:v>4.4752309429999997</c:v>
                </c:pt>
                <c:pt idx="5101">
                  <c:v>4.4751858210000002</c:v>
                </c:pt>
                <c:pt idx="5102">
                  <c:v>4.4751880770000003</c:v>
                </c:pt>
                <c:pt idx="5103">
                  <c:v>4.4751879649999999</c:v>
                </c:pt>
                <c:pt idx="5104">
                  <c:v>4.4751879700000003</c:v>
                </c:pt>
                <c:pt idx="5105">
                  <c:v>0</c:v>
                </c:pt>
                <c:pt idx="5106">
                  <c:v>1.9703092959999999</c:v>
                </c:pt>
                <c:pt idx="5107">
                  <c:v>0</c:v>
                </c:pt>
                <c:pt idx="5108">
                  <c:v>0</c:v>
                </c:pt>
                <c:pt idx="5109">
                  <c:v>0</c:v>
                </c:pt>
                <c:pt idx="5110">
                  <c:v>2.401618016</c:v>
                </c:pt>
                <c:pt idx="5111">
                  <c:v>5.8070362180000004</c:v>
                </c:pt>
                <c:pt idx="5112">
                  <c:v>0</c:v>
                </c:pt>
                <c:pt idx="5113">
                  <c:v>0</c:v>
                </c:pt>
                <c:pt idx="5114">
                  <c:v>6.5824100640000003</c:v>
                </c:pt>
                <c:pt idx="5115">
                  <c:v>0</c:v>
                </c:pt>
                <c:pt idx="5116">
                  <c:v>16.52796</c:v>
                </c:pt>
                <c:pt idx="5117">
                  <c:v>9.6896405980000004</c:v>
                </c:pt>
                <c:pt idx="5118">
                  <c:v>15.27438744</c:v>
                </c:pt>
                <c:pt idx="5119">
                  <c:v>1.998695055</c:v>
                </c:pt>
                <c:pt idx="5120">
                  <c:v>0</c:v>
                </c:pt>
                <c:pt idx="5121">
                  <c:v>7.8112647739999996</c:v>
                </c:pt>
                <c:pt idx="5122">
                  <c:v>17.939107799999999</c:v>
                </c:pt>
                <c:pt idx="5123">
                  <c:v>3.8019919780000002</c:v>
                </c:pt>
                <c:pt idx="5124">
                  <c:v>4.5088477689999999</c:v>
                </c:pt>
                <c:pt idx="5125">
                  <c:v>4.4735049800000004</c:v>
                </c:pt>
                <c:pt idx="5126">
                  <c:v>4.4752721190000004</c:v>
                </c:pt>
                <c:pt idx="5127">
                  <c:v>4.4751837620000003</c:v>
                </c:pt>
                <c:pt idx="5128">
                  <c:v>4.47518818</c:v>
                </c:pt>
                <c:pt idx="5129">
                  <c:v>4.4751879590000003</c:v>
                </c:pt>
                <c:pt idx="5130">
                  <c:v>4.4751879700000003</c:v>
                </c:pt>
                <c:pt idx="5131">
                  <c:v>0.35558535899999999</c:v>
                </c:pt>
                <c:pt idx="5132">
                  <c:v>1.0295250090000001</c:v>
                </c:pt>
                <c:pt idx="5133">
                  <c:v>0.82556420799999997</c:v>
                </c:pt>
                <c:pt idx="5134">
                  <c:v>0</c:v>
                </c:pt>
                <c:pt idx="5135">
                  <c:v>0</c:v>
                </c:pt>
                <c:pt idx="5136">
                  <c:v>5.2219893730000004</c:v>
                </c:pt>
                <c:pt idx="5137">
                  <c:v>5.5044093729999997</c:v>
                </c:pt>
                <c:pt idx="5138">
                  <c:v>0.302449737</c:v>
                </c:pt>
                <c:pt idx="5139">
                  <c:v>0.42385976600000003</c:v>
                </c:pt>
                <c:pt idx="5140">
                  <c:v>2.4709833520000002</c:v>
                </c:pt>
                <c:pt idx="5141">
                  <c:v>5.9270293570000003</c:v>
                </c:pt>
                <c:pt idx="5142">
                  <c:v>15.117049160000001</c:v>
                </c:pt>
                <c:pt idx="5143">
                  <c:v>18.263767860000002</c:v>
                </c:pt>
                <c:pt idx="5144">
                  <c:v>5.4221413890000001</c:v>
                </c:pt>
                <c:pt idx="5145">
                  <c:v>4.4278402989999996</c:v>
                </c:pt>
                <c:pt idx="5146">
                  <c:v>4.4775553529999996</c:v>
                </c:pt>
                <c:pt idx="5147">
                  <c:v>4.4750696010000004</c:v>
                </c:pt>
                <c:pt idx="5148">
                  <c:v>4.4751938879999997</c:v>
                </c:pt>
                <c:pt idx="5149">
                  <c:v>4.4751876739999998</c:v>
                </c:pt>
                <c:pt idx="5150">
                  <c:v>4.4751879849999998</c:v>
                </c:pt>
                <c:pt idx="5151">
                  <c:v>4.4751879690000003</c:v>
                </c:pt>
                <c:pt idx="5152">
                  <c:v>4.4751879700000003</c:v>
                </c:pt>
                <c:pt idx="5153">
                  <c:v>4.4751879700000003</c:v>
                </c:pt>
                <c:pt idx="5154">
                  <c:v>4.4751879700000003</c:v>
                </c:pt>
                <c:pt idx="5155">
                  <c:v>0</c:v>
                </c:pt>
                <c:pt idx="5156">
                  <c:v>8.6569373209999991</c:v>
                </c:pt>
                <c:pt idx="5157">
                  <c:v>0</c:v>
                </c:pt>
                <c:pt idx="5158">
                  <c:v>0</c:v>
                </c:pt>
                <c:pt idx="5159">
                  <c:v>0.38886722200000001</c:v>
                </c:pt>
                <c:pt idx="5160">
                  <c:v>0</c:v>
                </c:pt>
                <c:pt idx="5161">
                  <c:v>0.595579737</c:v>
                </c:pt>
                <c:pt idx="5162">
                  <c:v>14.500976550000001</c:v>
                </c:pt>
                <c:pt idx="5163">
                  <c:v>0</c:v>
                </c:pt>
                <c:pt idx="5164">
                  <c:v>1.4055191570000001</c:v>
                </c:pt>
                <c:pt idx="5165">
                  <c:v>0.630336585</c:v>
                </c:pt>
                <c:pt idx="5166">
                  <c:v>7.4503569240000003</c:v>
                </c:pt>
                <c:pt idx="5167">
                  <c:v>0</c:v>
                </c:pt>
                <c:pt idx="5168">
                  <c:v>8.5263706419999998</c:v>
                </c:pt>
                <c:pt idx="5169">
                  <c:v>15.695779890000001</c:v>
                </c:pt>
                <c:pt idx="5170">
                  <c:v>19.453711689999999</c:v>
                </c:pt>
                <c:pt idx="5171">
                  <c:v>3.7262617840000001</c:v>
                </c:pt>
                <c:pt idx="5172">
                  <c:v>4.5126342790000002</c:v>
                </c:pt>
                <c:pt idx="5173">
                  <c:v>4.4733156540000003</c:v>
                </c:pt>
                <c:pt idx="5174">
                  <c:v>4.4752815860000004</c:v>
                </c:pt>
                <c:pt idx="5175">
                  <c:v>4.4751832890000003</c:v>
                </c:pt>
                <c:pt idx="5176">
                  <c:v>4.4751882040000002</c:v>
                </c:pt>
                <c:pt idx="5177">
                  <c:v>4.4751879580000002</c:v>
                </c:pt>
                <c:pt idx="5178">
                  <c:v>4.4751879710000004</c:v>
                </c:pt>
                <c:pt idx="5179">
                  <c:v>4.4751879700000003</c:v>
                </c:pt>
                <c:pt idx="5180">
                  <c:v>4.4751879700000003</c:v>
                </c:pt>
                <c:pt idx="5181">
                  <c:v>0</c:v>
                </c:pt>
                <c:pt idx="5182">
                  <c:v>9.8416800000000002</c:v>
                </c:pt>
                <c:pt idx="5183">
                  <c:v>2.5921156459999999</c:v>
                </c:pt>
                <c:pt idx="5184">
                  <c:v>1.512744624</c:v>
                </c:pt>
                <c:pt idx="5185">
                  <c:v>0.64343470700000005</c:v>
                </c:pt>
                <c:pt idx="5186">
                  <c:v>13.549535089999999</c:v>
                </c:pt>
                <c:pt idx="5187">
                  <c:v>5.8309967829999998</c:v>
                </c:pt>
                <c:pt idx="5188">
                  <c:v>4.4073975289999998</c:v>
                </c:pt>
                <c:pt idx="5189">
                  <c:v>4.4785774920000003</c:v>
                </c:pt>
                <c:pt idx="5190">
                  <c:v>4.4750184940000004</c:v>
                </c:pt>
                <c:pt idx="5191">
                  <c:v>4.4751964439999998</c:v>
                </c:pt>
                <c:pt idx="5192">
                  <c:v>4.4751875459999999</c:v>
                </c:pt>
                <c:pt idx="5193">
                  <c:v>4.4751879910000003</c:v>
                </c:pt>
                <c:pt idx="5194">
                  <c:v>4.4751879690000003</c:v>
                </c:pt>
                <c:pt idx="5195">
                  <c:v>4.4751879700000003</c:v>
                </c:pt>
                <c:pt idx="5196">
                  <c:v>4.4751879700000003</c:v>
                </c:pt>
                <c:pt idx="5197">
                  <c:v>4.4751879700000003</c:v>
                </c:pt>
                <c:pt idx="5198">
                  <c:v>4.4751879700000003</c:v>
                </c:pt>
                <c:pt idx="5199">
                  <c:v>4.4751879700000003</c:v>
                </c:pt>
                <c:pt idx="5200">
                  <c:v>4.4751879700000003</c:v>
                </c:pt>
                <c:pt idx="5201">
                  <c:v>4.4751879700000003</c:v>
                </c:pt>
                <c:pt idx="5202">
                  <c:v>4.4751879700000003</c:v>
                </c:pt>
                <c:pt idx="5203">
                  <c:v>4.4751879700000003</c:v>
                </c:pt>
                <c:pt idx="5204">
                  <c:v>4.4751879700000003</c:v>
                </c:pt>
                <c:pt idx="5205">
                  <c:v>4.4751879700000003</c:v>
                </c:pt>
                <c:pt idx="5206">
                  <c:v>4.4751879700000003</c:v>
                </c:pt>
                <c:pt idx="5207">
                  <c:v>4.4751879700000003</c:v>
                </c:pt>
                <c:pt idx="5208">
                  <c:v>4.4751879700000003</c:v>
                </c:pt>
                <c:pt idx="5209">
                  <c:v>4.4751879700000003</c:v>
                </c:pt>
                <c:pt idx="5210">
                  <c:v>4.4751879700000003</c:v>
                </c:pt>
                <c:pt idx="5211">
                  <c:v>4.0434707E-2</c:v>
                </c:pt>
                <c:pt idx="5212">
                  <c:v>8.9099412329999996</c:v>
                </c:pt>
                <c:pt idx="5213">
                  <c:v>4.2534503069999996</c:v>
                </c:pt>
                <c:pt idx="5214">
                  <c:v>4.4862748530000003</c:v>
                </c:pt>
                <c:pt idx="5215">
                  <c:v>4.4746336260000001</c:v>
                </c:pt>
                <c:pt idx="5216">
                  <c:v>4.4752156870000004</c:v>
                </c:pt>
                <c:pt idx="5217">
                  <c:v>4.4751865840000002</c:v>
                </c:pt>
                <c:pt idx="5218">
                  <c:v>4.4751880389999998</c:v>
                </c:pt>
                <c:pt idx="5219">
                  <c:v>4.475187966</c:v>
                </c:pt>
                <c:pt idx="5220">
                  <c:v>4.4751879700000003</c:v>
                </c:pt>
                <c:pt idx="5221">
                  <c:v>4.4751879700000003</c:v>
                </c:pt>
                <c:pt idx="5222">
                  <c:v>4.4751879700000003</c:v>
                </c:pt>
                <c:pt idx="5223">
                  <c:v>4.4751879700000003</c:v>
                </c:pt>
                <c:pt idx="5224">
                  <c:v>4.4751879700000003</c:v>
                </c:pt>
                <c:pt idx="5225">
                  <c:v>4.4751879700000003</c:v>
                </c:pt>
                <c:pt idx="5226">
                  <c:v>4.4751879700000003</c:v>
                </c:pt>
                <c:pt idx="5227">
                  <c:v>0</c:v>
                </c:pt>
                <c:pt idx="5228">
                  <c:v>1.7810064E-2</c:v>
                </c:pt>
                <c:pt idx="5229">
                  <c:v>5.9931150090000003</c:v>
                </c:pt>
                <c:pt idx="5230">
                  <c:v>0</c:v>
                </c:pt>
                <c:pt idx="5231">
                  <c:v>0</c:v>
                </c:pt>
                <c:pt idx="5232">
                  <c:v>0</c:v>
                </c:pt>
                <c:pt idx="5233">
                  <c:v>2.0545991570000002</c:v>
                </c:pt>
                <c:pt idx="5234">
                  <c:v>0.81670973700000005</c:v>
                </c:pt>
                <c:pt idx="5235">
                  <c:v>0</c:v>
                </c:pt>
                <c:pt idx="5236">
                  <c:v>3.288690753</c:v>
                </c:pt>
                <c:pt idx="5237">
                  <c:v>16.24274935</c:v>
                </c:pt>
                <c:pt idx="5238">
                  <c:v>14.930579359999999</c:v>
                </c:pt>
                <c:pt idx="5239">
                  <c:v>12.26455515</c:v>
                </c:pt>
                <c:pt idx="5240">
                  <c:v>6.2027133399999999</c:v>
                </c:pt>
                <c:pt idx="5241">
                  <c:v>4.6747869140000002</c:v>
                </c:pt>
                <c:pt idx="5242">
                  <c:v>3.850498135</c:v>
                </c:pt>
                <c:pt idx="5243">
                  <c:v>5.0903968549999998</c:v>
                </c:pt>
                <c:pt idx="5244">
                  <c:v>4.4444275260000001</c:v>
                </c:pt>
                <c:pt idx="5245">
                  <c:v>4.4767259920000004</c:v>
                </c:pt>
                <c:pt idx="5246">
                  <c:v>4.4751110690000004</c:v>
                </c:pt>
                <c:pt idx="5247">
                  <c:v>4.4751918149999996</c:v>
                </c:pt>
                <c:pt idx="5248">
                  <c:v>0</c:v>
                </c:pt>
                <c:pt idx="5249">
                  <c:v>7.2030283910000001</c:v>
                </c:pt>
                <c:pt idx="5250">
                  <c:v>8.0799492090000005</c:v>
                </c:pt>
                <c:pt idx="5251">
                  <c:v>0</c:v>
                </c:pt>
                <c:pt idx="5252">
                  <c:v>0</c:v>
                </c:pt>
                <c:pt idx="5253">
                  <c:v>0</c:v>
                </c:pt>
                <c:pt idx="5254">
                  <c:v>1.0090156459999999</c:v>
                </c:pt>
                <c:pt idx="5255">
                  <c:v>6.2944350089999999</c:v>
                </c:pt>
                <c:pt idx="5256">
                  <c:v>14.679266549999999</c:v>
                </c:pt>
                <c:pt idx="5257">
                  <c:v>6.456591586</c:v>
                </c:pt>
                <c:pt idx="5258">
                  <c:v>0.274369737</c:v>
                </c:pt>
                <c:pt idx="5259">
                  <c:v>0</c:v>
                </c:pt>
                <c:pt idx="5260">
                  <c:v>0</c:v>
                </c:pt>
                <c:pt idx="5261">
                  <c:v>11.630588879999999</c:v>
                </c:pt>
                <c:pt idx="5262">
                  <c:v>20.659476519999998</c:v>
                </c:pt>
                <c:pt idx="5263">
                  <c:v>3.6659735429999998</c:v>
                </c:pt>
                <c:pt idx="5264">
                  <c:v>4.515648691</c:v>
                </c:pt>
                <c:pt idx="5265">
                  <c:v>4.4731649339999997</c:v>
                </c:pt>
                <c:pt idx="5266">
                  <c:v>4.4752891220000004</c:v>
                </c:pt>
                <c:pt idx="5267">
                  <c:v>4.4751829120000002</c:v>
                </c:pt>
                <c:pt idx="5268">
                  <c:v>4.475188223</c:v>
                </c:pt>
                <c:pt idx="5269">
                  <c:v>4.4751879570000002</c:v>
                </c:pt>
                <c:pt idx="5270">
                  <c:v>4.4751879710000004</c:v>
                </c:pt>
                <c:pt idx="5271">
                  <c:v>4.4751879700000003</c:v>
                </c:pt>
                <c:pt idx="5272">
                  <c:v>4.4751879700000003</c:v>
                </c:pt>
                <c:pt idx="5273">
                  <c:v>4.4751879700000003</c:v>
                </c:pt>
                <c:pt idx="5274">
                  <c:v>4.4751879700000003</c:v>
                </c:pt>
                <c:pt idx="5275">
                  <c:v>0</c:v>
                </c:pt>
                <c:pt idx="5276">
                  <c:v>6.3543599999999998</c:v>
                </c:pt>
                <c:pt idx="5277">
                  <c:v>0</c:v>
                </c:pt>
                <c:pt idx="5278">
                  <c:v>12.951000000000001</c:v>
                </c:pt>
                <c:pt idx="5279">
                  <c:v>12.9122615</c:v>
                </c:pt>
                <c:pt idx="5280">
                  <c:v>4.0533342929999998</c:v>
                </c:pt>
                <c:pt idx="5281">
                  <c:v>0</c:v>
                </c:pt>
                <c:pt idx="5282">
                  <c:v>0</c:v>
                </c:pt>
                <c:pt idx="5283">
                  <c:v>0</c:v>
                </c:pt>
                <c:pt idx="5284">
                  <c:v>0</c:v>
                </c:pt>
                <c:pt idx="5285">
                  <c:v>0</c:v>
                </c:pt>
                <c:pt idx="5286">
                  <c:v>12.547030619999999</c:v>
                </c:pt>
                <c:pt idx="5287">
                  <c:v>17.450771580000001</c:v>
                </c:pt>
                <c:pt idx="5288">
                  <c:v>9.7348680129999998</c:v>
                </c:pt>
                <c:pt idx="5289">
                  <c:v>4.2122039679999999</c:v>
                </c:pt>
                <c:pt idx="5290">
                  <c:v>4.4883371700000003</c:v>
                </c:pt>
                <c:pt idx="5291">
                  <c:v>4.4745305100000001</c:v>
                </c:pt>
                <c:pt idx="5292">
                  <c:v>4.4752208429999998</c:v>
                </c:pt>
                <c:pt idx="5293">
                  <c:v>4.4751863260000002</c:v>
                </c:pt>
                <c:pt idx="5294">
                  <c:v>4.475188052</c:v>
                </c:pt>
                <c:pt idx="5295">
                  <c:v>4.475187966</c:v>
                </c:pt>
                <c:pt idx="5296">
                  <c:v>4.4751879700000003</c:v>
                </c:pt>
                <c:pt idx="5297">
                  <c:v>4.4751879700000003</c:v>
                </c:pt>
                <c:pt idx="5298">
                  <c:v>0</c:v>
                </c:pt>
                <c:pt idx="5299">
                  <c:v>0</c:v>
                </c:pt>
                <c:pt idx="5300">
                  <c:v>0</c:v>
                </c:pt>
                <c:pt idx="5301">
                  <c:v>0</c:v>
                </c:pt>
                <c:pt idx="5302">
                  <c:v>0</c:v>
                </c:pt>
                <c:pt idx="5303">
                  <c:v>13.84056</c:v>
                </c:pt>
                <c:pt idx="5304">
                  <c:v>15.721109999999999</c:v>
                </c:pt>
                <c:pt idx="5305">
                  <c:v>16.38918</c:v>
                </c:pt>
                <c:pt idx="5306">
                  <c:v>16.32798</c:v>
                </c:pt>
                <c:pt idx="5307">
                  <c:v>10.730683640000001</c:v>
                </c:pt>
                <c:pt idx="5308">
                  <c:v>4.1624131870000003</c:v>
                </c:pt>
                <c:pt idx="5309">
                  <c:v>4.4908267090000002</c:v>
                </c:pt>
                <c:pt idx="5310">
                  <c:v>4.4744060330000002</c:v>
                </c:pt>
                <c:pt idx="5311">
                  <c:v>4.4752270669999996</c:v>
                </c:pt>
                <c:pt idx="5312">
                  <c:v>4.4751860150000002</c:v>
                </c:pt>
                <c:pt idx="5313">
                  <c:v>4.4751880679999996</c:v>
                </c:pt>
                <c:pt idx="5314">
                  <c:v>4.4751879649999999</c:v>
                </c:pt>
                <c:pt idx="5315">
                  <c:v>4.4751879700000003</c:v>
                </c:pt>
                <c:pt idx="5316">
                  <c:v>4.4751879700000003</c:v>
                </c:pt>
                <c:pt idx="5317">
                  <c:v>4.4751879700000003</c:v>
                </c:pt>
                <c:pt idx="5318">
                  <c:v>4.4751879700000003</c:v>
                </c:pt>
                <c:pt idx="5319">
                  <c:v>4.4751879700000003</c:v>
                </c:pt>
                <c:pt idx="5320">
                  <c:v>4.4751879700000003</c:v>
                </c:pt>
                <c:pt idx="5321">
                  <c:v>4.4751879700000003</c:v>
                </c:pt>
                <c:pt idx="5322">
                  <c:v>4.4751879700000003</c:v>
                </c:pt>
                <c:pt idx="5323">
                  <c:v>4.4751879700000003</c:v>
                </c:pt>
                <c:pt idx="5324">
                  <c:v>4.4751879700000003</c:v>
                </c:pt>
                <c:pt idx="5325">
                  <c:v>4.1346865519999998</c:v>
                </c:pt>
                <c:pt idx="5326">
                  <c:v>4.815689388</c:v>
                </c:pt>
                <c:pt idx="5327">
                  <c:v>4.4581628990000004</c:v>
                </c:pt>
                <c:pt idx="5328">
                  <c:v>4.4760392229999999</c:v>
                </c:pt>
                <c:pt idx="5329">
                  <c:v>4.4751454070000003</c:v>
                </c:pt>
                <c:pt idx="5330">
                  <c:v>4.4751900979999997</c:v>
                </c:pt>
                <c:pt idx="5331">
                  <c:v>4.4751878639999996</c:v>
                </c:pt>
                <c:pt idx="5332">
                  <c:v>4.4751879749999999</c:v>
                </c:pt>
                <c:pt idx="5333">
                  <c:v>4.4751879700000003</c:v>
                </c:pt>
                <c:pt idx="5334">
                  <c:v>4.4751879700000003</c:v>
                </c:pt>
                <c:pt idx="5335">
                  <c:v>4.4751879700000003</c:v>
                </c:pt>
                <c:pt idx="5336">
                  <c:v>4.4751879700000003</c:v>
                </c:pt>
                <c:pt idx="5337">
                  <c:v>4.4751879700000003</c:v>
                </c:pt>
                <c:pt idx="5338">
                  <c:v>4.4751879700000003</c:v>
                </c:pt>
                <c:pt idx="5339">
                  <c:v>4.4751879700000003</c:v>
                </c:pt>
                <c:pt idx="5340">
                  <c:v>4.4751879700000003</c:v>
                </c:pt>
                <c:pt idx="5341">
                  <c:v>4.4751879700000003</c:v>
                </c:pt>
                <c:pt idx="5342">
                  <c:v>4.4751879700000003</c:v>
                </c:pt>
                <c:pt idx="5343">
                  <c:v>4.4751879700000003</c:v>
                </c:pt>
                <c:pt idx="5344">
                  <c:v>4.4751879700000003</c:v>
                </c:pt>
                <c:pt idx="5345">
                  <c:v>4.4751879700000003</c:v>
                </c:pt>
                <c:pt idx="5346">
                  <c:v>4.4751879700000003</c:v>
                </c:pt>
                <c:pt idx="5347">
                  <c:v>0</c:v>
                </c:pt>
                <c:pt idx="5348">
                  <c:v>0</c:v>
                </c:pt>
                <c:pt idx="5349">
                  <c:v>0</c:v>
                </c:pt>
                <c:pt idx="5350">
                  <c:v>0</c:v>
                </c:pt>
                <c:pt idx="5351">
                  <c:v>0</c:v>
                </c:pt>
                <c:pt idx="5352">
                  <c:v>0</c:v>
                </c:pt>
                <c:pt idx="5353">
                  <c:v>0</c:v>
                </c:pt>
                <c:pt idx="5354">
                  <c:v>4.8651556459999998</c:v>
                </c:pt>
                <c:pt idx="5355">
                  <c:v>14.92991655</c:v>
                </c:pt>
                <c:pt idx="5356">
                  <c:v>0.23231470700000001</c:v>
                </c:pt>
                <c:pt idx="5357">
                  <c:v>1.5803776620000001</c:v>
                </c:pt>
                <c:pt idx="5358">
                  <c:v>3.4901203280000002</c:v>
                </c:pt>
                <c:pt idx="5359">
                  <c:v>13.027839630000001</c:v>
                </c:pt>
                <c:pt idx="5360">
                  <c:v>23.61420815</c:v>
                </c:pt>
                <c:pt idx="5361">
                  <c:v>11.500504510000001</c:v>
                </c:pt>
                <c:pt idx="5362">
                  <c:v>4.1239221429999997</c:v>
                </c:pt>
                <c:pt idx="5363">
                  <c:v>4.4927512610000004</c:v>
                </c:pt>
                <c:pt idx="5364">
                  <c:v>4.4743098049999999</c:v>
                </c:pt>
                <c:pt idx="5365">
                  <c:v>4.4752318779999998</c:v>
                </c:pt>
                <c:pt idx="5366">
                  <c:v>4.4751857749999999</c:v>
                </c:pt>
                <c:pt idx="5367">
                  <c:v>4.4751880799999997</c:v>
                </c:pt>
                <c:pt idx="5368">
                  <c:v>4.4751879639999999</c:v>
                </c:pt>
                <c:pt idx="5369">
                  <c:v>4.4751879700000003</c:v>
                </c:pt>
                <c:pt idx="5370">
                  <c:v>4.4751879700000003</c:v>
                </c:pt>
                <c:pt idx="5371">
                  <c:v>4.4751879700000003</c:v>
                </c:pt>
                <c:pt idx="5372">
                  <c:v>4.4751879700000003</c:v>
                </c:pt>
                <c:pt idx="5373">
                  <c:v>4.4751879700000003</c:v>
                </c:pt>
                <c:pt idx="5374">
                  <c:v>4.4751879700000003</c:v>
                </c:pt>
                <c:pt idx="5375">
                  <c:v>4.4751879700000003</c:v>
                </c:pt>
                <c:pt idx="5376">
                  <c:v>4.4751879700000003</c:v>
                </c:pt>
                <c:pt idx="5377">
                  <c:v>4.4751879700000003</c:v>
                </c:pt>
                <c:pt idx="5378">
                  <c:v>4.4751879700000003</c:v>
                </c:pt>
                <c:pt idx="5379">
                  <c:v>4.4751879700000003</c:v>
                </c:pt>
                <c:pt idx="5380">
                  <c:v>4.4751879700000003</c:v>
                </c:pt>
                <c:pt idx="5381">
                  <c:v>4.4751879700000003</c:v>
                </c:pt>
                <c:pt idx="5382">
                  <c:v>4.4751879700000003</c:v>
                </c:pt>
                <c:pt idx="5383">
                  <c:v>4.4751879700000003</c:v>
                </c:pt>
                <c:pt idx="5384">
                  <c:v>4.4751879700000003</c:v>
                </c:pt>
                <c:pt idx="5385">
                  <c:v>4.4751879700000003</c:v>
                </c:pt>
                <c:pt idx="5386">
                  <c:v>4.4751879700000003</c:v>
                </c:pt>
                <c:pt idx="5387">
                  <c:v>4.4751879700000003</c:v>
                </c:pt>
                <c:pt idx="5388">
                  <c:v>4.4751879700000003</c:v>
                </c:pt>
                <c:pt idx="5389">
                  <c:v>4.4751879700000003</c:v>
                </c:pt>
                <c:pt idx="5390">
                  <c:v>4.4751879700000003</c:v>
                </c:pt>
                <c:pt idx="5391">
                  <c:v>4.4751879700000003</c:v>
                </c:pt>
                <c:pt idx="5392">
                  <c:v>4.4751879700000003</c:v>
                </c:pt>
                <c:pt idx="5393">
                  <c:v>4.4751879700000003</c:v>
                </c:pt>
                <c:pt idx="5394">
                  <c:v>4.4751879700000003</c:v>
                </c:pt>
                <c:pt idx="5395">
                  <c:v>1.3561762180000001</c:v>
                </c:pt>
                <c:pt idx="5396">
                  <c:v>7.5941997209999998</c:v>
                </c:pt>
                <c:pt idx="5397">
                  <c:v>4.3192373819999998</c:v>
                </c:pt>
                <c:pt idx="5398">
                  <c:v>4.4829854989999998</c:v>
                </c:pt>
                <c:pt idx="5399">
                  <c:v>4.4747980930000004</c:v>
                </c:pt>
                <c:pt idx="5400">
                  <c:v>4.4752074640000004</c:v>
                </c:pt>
                <c:pt idx="5401">
                  <c:v>4.4751869949999996</c:v>
                </c:pt>
                <c:pt idx="5402">
                  <c:v>4.475188019</c:v>
                </c:pt>
                <c:pt idx="5403">
                  <c:v>4.4751879670000001</c:v>
                </c:pt>
                <c:pt idx="5404">
                  <c:v>4.4751879700000003</c:v>
                </c:pt>
                <c:pt idx="5405">
                  <c:v>4.4751879700000003</c:v>
                </c:pt>
                <c:pt idx="5406">
                  <c:v>4.4751879700000003</c:v>
                </c:pt>
                <c:pt idx="5407">
                  <c:v>4.4751879700000003</c:v>
                </c:pt>
                <c:pt idx="5408">
                  <c:v>4.4751879700000003</c:v>
                </c:pt>
                <c:pt idx="5409">
                  <c:v>4.4751879700000003</c:v>
                </c:pt>
                <c:pt idx="5410">
                  <c:v>4.4751879700000003</c:v>
                </c:pt>
                <c:pt idx="5411">
                  <c:v>4.4751879700000003</c:v>
                </c:pt>
                <c:pt idx="5412">
                  <c:v>4.4751879700000003</c:v>
                </c:pt>
                <c:pt idx="5413">
                  <c:v>4.4751879700000003</c:v>
                </c:pt>
                <c:pt idx="5414">
                  <c:v>4.4751879700000003</c:v>
                </c:pt>
                <c:pt idx="5415">
                  <c:v>4.4751879700000003</c:v>
                </c:pt>
                <c:pt idx="5416">
                  <c:v>4.4751879700000003</c:v>
                </c:pt>
                <c:pt idx="5417">
                  <c:v>4.4751879700000003</c:v>
                </c:pt>
                <c:pt idx="5418">
                  <c:v>4.0466144310000001</c:v>
                </c:pt>
                <c:pt idx="5419">
                  <c:v>4.9037615089999997</c:v>
                </c:pt>
                <c:pt idx="5420">
                  <c:v>0</c:v>
                </c:pt>
                <c:pt idx="5421">
                  <c:v>0</c:v>
                </c:pt>
                <c:pt idx="5422">
                  <c:v>0</c:v>
                </c:pt>
                <c:pt idx="5423">
                  <c:v>6.1498831550000004</c:v>
                </c:pt>
                <c:pt idx="5424">
                  <c:v>16.29477</c:v>
                </c:pt>
                <c:pt idx="5425">
                  <c:v>3.9849439599999998</c:v>
                </c:pt>
                <c:pt idx="5426">
                  <c:v>0.70418470700000002</c:v>
                </c:pt>
                <c:pt idx="5427">
                  <c:v>0</c:v>
                </c:pt>
                <c:pt idx="5428">
                  <c:v>0</c:v>
                </c:pt>
                <c:pt idx="5429">
                  <c:v>0.85086022900000002</c:v>
                </c:pt>
                <c:pt idx="5430">
                  <c:v>23.05864893</c:v>
                </c:pt>
                <c:pt idx="5431">
                  <c:v>5.7280883950000003</c:v>
                </c:pt>
                <c:pt idx="5432">
                  <c:v>11.04747349</c:v>
                </c:pt>
                <c:pt idx="5433">
                  <c:v>4.1465736939999998</c:v>
                </c:pt>
                <c:pt idx="5434">
                  <c:v>4.4916186839999996</c:v>
                </c:pt>
                <c:pt idx="5435">
                  <c:v>4.4743664340000002</c:v>
                </c:pt>
                <c:pt idx="5436">
                  <c:v>4.475229047</c:v>
                </c:pt>
                <c:pt idx="5437">
                  <c:v>3.806266457</c:v>
                </c:pt>
                <c:pt idx="5438">
                  <c:v>5.1441075310000004</c:v>
                </c:pt>
                <c:pt idx="5439">
                  <c:v>4.4417419919999999</c:v>
                </c:pt>
                <c:pt idx="5440">
                  <c:v>4.4768602690000003</c:v>
                </c:pt>
                <c:pt idx="5441">
                  <c:v>0</c:v>
                </c:pt>
                <c:pt idx="5442">
                  <c:v>0</c:v>
                </c:pt>
                <c:pt idx="5443">
                  <c:v>0</c:v>
                </c:pt>
                <c:pt idx="5444">
                  <c:v>0</c:v>
                </c:pt>
                <c:pt idx="5445">
                  <c:v>0</c:v>
                </c:pt>
                <c:pt idx="5446">
                  <c:v>0</c:v>
                </c:pt>
                <c:pt idx="5447">
                  <c:v>0</c:v>
                </c:pt>
                <c:pt idx="5448">
                  <c:v>0</c:v>
                </c:pt>
                <c:pt idx="5449">
                  <c:v>0</c:v>
                </c:pt>
                <c:pt idx="5450">
                  <c:v>0</c:v>
                </c:pt>
                <c:pt idx="5451">
                  <c:v>0</c:v>
                </c:pt>
                <c:pt idx="5452">
                  <c:v>0.832909766</c:v>
                </c:pt>
                <c:pt idx="5453">
                  <c:v>0</c:v>
                </c:pt>
                <c:pt idx="5454">
                  <c:v>2.9282672989999998</c:v>
                </c:pt>
                <c:pt idx="5455">
                  <c:v>0</c:v>
                </c:pt>
                <c:pt idx="5456">
                  <c:v>0</c:v>
                </c:pt>
                <c:pt idx="5457">
                  <c:v>4.4880219449999998</c:v>
                </c:pt>
                <c:pt idx="5458">
                  <c:v>15.41762533</c:v>
                </c:pt>
                <c:pt idx="5459">
                  <c:v>29.030700660000001</c:v>
                </c:pt>
                <c:pt idx="5460">
                  <c:v>19.925304369999999</c:v>
                </c:pt>
                <c:pt idx="5461">
                  <c:v>20.14578942</c:v>
                </c:pt>
                <c:pt idx="5462">
                  <c:v>3.6916578969999998</c:v>
                </c:pt>
                <c:pt idx="5463">
                  <c:v>4.5143644739999997</c:v>
                </c:pt>
                <c:pt idx="5464">
                  <c:v>4.4732291450000004</c:v>
                </c:pt>
                <c:pt idx="5465">
                  <c:v>4.4752859110000003</c:v>
                </c:pt>
                <c:pt idx="5466">
                  <c:v>0</c:v>
                </c:pt>
                <c:pt idx="5467">
                  <c:v>0</c:v>
                </c:pt>
                <c:pt idx="5468">
                  <c:v>0</c:v>
                </c:pt>
                <c:pt idx="5469">
                  <c:v>7.1612654390000001</c:v>
                </c:pt>
                <c:pt idx="5470">
                  <c:v>10.80612</c:v>
                </c:pt>
                <c:pt idx="5471">
                  <c:v>14.26122</c:v>
                </c:pt>
                <c:pt idx="5472">
                  <c:v>6.4972152479999998</c:v>
                </c:pt>
                <c:pt idx="5473">
                  <c:v>4.3740866059999997</c:v>
                </c:pt>
                <c:pt idx="5474">
                  <c:v>4.4802430380000002</c:v>
                </c:pt>
                <c:pt idx="5475">
                  <c:v>4.4749352169999996</c:v>
                </c:pt>
                <c:pt idx="5476">
                  <c:v>4.4752006079999997</c:v>
                </c:pt>
                <c:pt idx="5477">
                  <c:v>4.4751873379999996</c:v>
                </c:pt>
                <c:pt idx="5478">
                  <c:v>0</c:v>
                </c:pt>
                <c:pt idx="5479">
                  <c:v>9.4241683890000001</c:v>
                </c:pt>
                <c:pt idx="5480">
                  <c:v>2.1270214529999998</c:v>
                </c:pt>
                <c:pt idx="5481">
                  <c:v>6.5882779170000001</c:v>
                </c:pt>
                <c:pt idx="5482">
                  <c:v>4.3695334729999997</c:v>
                </c:pt>
                <c:pt idx="5483">
                  <c:v>4.4804706950000002</c:v>
                </c:pt>
                <c:pt idx="5484">
                  <c:v>4.4749238340000002</c:v>
                </c:pt>
                <c:pt idx="5485">
                  <c:v>4.4752011769999998</c:v>
                </c:pt>
                <c:pt idx="5486">
                  <c:v>4.4751873099999999</c:v>
                </c:pt>
                <c:pt idx="5487">
                  <c:v>4.4751880030000004</c:v>
                </c:pt>
                <c:pt idx="5488">
                  <c:v>4.4751879680000002</c:v>
                </c:pt>
                <c:pt idx="5489">
                  <c:v>4.4751879700000003</c:v>
                </c:pt>
                <c:pt idx="5490">
                  <c:v>4.4751879700000003</c:v>
                </c:pt>
                <c:pt idx="5491">
                  <c:v>0</c:v>
                </c:pt>
                <c:pt idx="5492">
                  <c:v>0</c:v>
                </c:pt>
                <c:pt idx="5493">
                  <c:v>0</c:v>
                </c:pt>
                <c:pt idx="5494">
                  <c:v>0</c:v>
                </c:pt>
                <c:pt idx="5495">
                  <c:v>0.19248283199999999</c:v>
                </c:pt>
                <c:pt idx="5496">
                  <c:v>0</c:v>
                </c:pt>
                <c:pt idx="5497">
                  <c:v>0</c:v>
                </c:pt>
                <c:pt idx="5498">
                  <c:v>0</c:v>
                </c:pt>
                <c:pt idx="5499">
                  <c:v>0</c:v>
                </c:pt>
                <c:pt idx="5500">
                  <c:v>0</c:v>
                </c:pt>
                <c:pt idx="5501">
                  <c:v>0</c:v>
                </c:pt>
                <c:pt idx="5502">
                  <c:v>12.246492849999999</c:v>
                </c:pt>
                <c:pt idx="5503">
                  <c:v>38.839959700000001</c:v>
                </c:pt>
                <c:pt idx="5504">
                  <c:v>22.512779980000001</c:v>
                </c:pt>
                <c:pt idx="5505">
                  <c:v>3.5733083689999998</c:v>
                </c:pt>
                <c:pt idx="5506">
                  <c:v>4.5202819500000002</c:v>
                </c:pt>
                <c:pt idx="5507">
                  <c:v>4.4729332709999996</c:v>
                </c:pt>
                <c:pt idx="5508">
                  <c:v>4.4753007050000004</c:v>
                </c:pt>
                <c:pt idx="5509">
                  <c:v>4.4751823330000002</c:v>
                </c:pt>
                <c:pt idx="5510">
                  <c:v>4.4751882519999997</c:v>
                </c:pt>
                <c:pt idx="5511">
                  <c:v>4.4751879560000001</c:v>
                </c:pt>
                <c:pt idx="5512">
                  <c:v>4.4751879710000004</c:v>
                </c:pt>
                <c:pt idx="5513">
                  <c:v>4.4751879700000003</c:v>
                </c:pt>
                <c:pt idx="5514">
                  <c:v>4.4751879700000003</c:v>
                </c:pt>
                <c:pt idx="5515">
                  <c:v>4.4751879700000003</c:v>
                </c:pt>
                <c:pt idx="5516">
                  <c:v>4.4751879700000003</c:v>
                </c:pt>
                <c:pt idx="5517">
                  <c:v>4.4751879700000003</c:v>
                </c:pt>
                <c:pt idx="5518">
                  <c:v>0</c:v>
                </c:pt>
                <c:pt idx="5519">
                  <c:v>7.1522071059999996</c:v>
                </c:pt>
                <c:pt idx="5520">
                  <c:v>0</c:v>
                </c:pt>
                <c:pt idx="5521">
                  <c:v>2.0657428320000002</c:v>
                </c:pt>
                <c:pt idx="5522">
                  <c:v>0</c:v>
                </c:pt>
                <c:pt idx="5523">
                  <c:v>0</c:v>
                </c:pt>
                <c:pt idx="5524">
                  <c:v>10.126864919999999</c:v>
                </c:pt>
                <c:pt idx="5525">
                  <c:v>15.668369999999999</c:v>
                </c:pt>
                <c:pt idx="5526">
                  <c:v>9.5958607829999991</c:v>
                </c:pt>
                <c:pt idx="5527">
                  <c:v>4.2191543290000002</c:v>
                </c:pt>
                <c:pt idx="5528">
                  <c:v>4.4879896520000004</c:v>
                </c:pt>
                <c:pt idx="5529">
                  <c:v>4.4745478859999999</c:v>
                </c:pt>
                <c:pt idx="5530">
                  <c:v>4.4752199739999998</c:v>
                </c:pt>
                <c:pt idx="5531">
                  <c:v>4.4751863700000003</c:v>
                </c:pt>
                <c:pt idx="5532">
                  <c:v>4.4751880499999999</c:v>
                </c:pt>
                <c:pt idx="5533">
                  <c:v>4.475187966</c:v>
                </c:pt>
                <c:pt idx="5534">
                  <c:v>4.4751879700000003</c:v>
                </c:pt>
                <c:pt idx="5535">
                  <c:v>4.4751879700000003</c:v>
                </c:pt>
                <c:pt idx="5536">
                  <c:v>4.4751879700000003</c:v>
                </c:pt>
                <c:pt idx="5537">
                  <c:v>4.4751879700000003</c:v>
                </c:pt>
                <c:pt idx="5538">
                  <c:v>0</c:v>
                </c:pt>
                <c:pt idx="5539">
                  <c:v>0</c:v>
                </c:pt>
                <c:pt idx="5540">
                  <c:v>0</c:v>
                </c:pt>
                <c:pt idx="5541">
                  <c:v>0</c:v>
                </c:pt>
                <c:pt idx="5542">
                  <c:v>0</c:v>
                </c:pt>
                <c:pt idx="5543">
                  <c:v>0</c:v>
                </c:pt>
                <c:pt idx="5544">
                  <c:v>15.85242</c:v>
                </c:pt>
                <c:pt idx="5545">
                  <c:v>0</c:v>
                </c:pt>
                <c:pt idx="5546">
                  <c:v>6.2625280160000001</c:v>
                </c:pt>
                <c:pt idx="5547">
                  <c:v>0</c:v>
                </c:pt>
                <c:pt idx="5548">
                  <c:v>2.2361128319999999</c:v>
                </c:pt>
                <c:pt idx="5549">
                  <c:v>0</c:v>
                </c:pt>
                <c:pt idx="5550">
                  <c:v>6.7721067240000004</c:v>
                </c:pt>
                <c:pt idx="5551">
                  <c:v>1.794499968</c:v>
                </c:pt>
                <c:pt idx="5552">
                  <c:v>1.1384397319999999</c:v>
                </c:pt>
                <c:pt idx="5553">
                  <c:v>6.475758838</c:v>
                </c:pt>
                <c:pt idx="5554">
                  <c:v>14.83862886</c:v>
                </c:pt>
                <c:pt idx="5555">
                  <c:v>24.84303018</c:v>
                </c:pt>
                <c:pt idx="5556">
                  <c:v>15.02975859</c:v>
                </c:pt>
                <c:pt idx="5557">
                  <c:v>3.9474594390000002</c:v>
                </c:pt>
                <c:pt idx="5558">
                  <c:v>4.5015743959999996</c:v>
                </c:pt>
                <c:pt idx="5559">
                  <c:v>4.4738686489999999</c:v>
                </c:pt>
                <c:pt idx="5560">
                  <c:v>4.4752539359999997</c:v>
                </c:pt>
                <c:pt idx="5561">
                  <c:v>3.763134365</c:v>
                </c:pt>
                <c:pt idx="5562">
                  <c:v>0</c:v>
                </c:pt>
                <c:pt idx="5563">
                  <c:v>1.2206642080000001</c:v>
                </c:pt>
                <c:pt idx="5564">
                  <c:v>0</c:v>
                </c:pt>
                <c:pt idx="5565">
                  <c:v>0</c:v>
                </c:pt>
                <c:pt idx="5566">
                  <c:v>4.671956218</c:v>
                </c:pt>
                <c:pt idx="5567">
                  <c:v>14.314465439999999</c:v>
                </c:pt>
                <c:pt idx="5568">
                  <c:v>16.338059999999999</c:v>
                </c:pt>
                <c:pt idx="5569">
                  <c:v>14.63357544</c:v>
                </c:pt>
                <c:pt idx="5570">
                  <c:v>3.9672685959999998</c:v>
                </c:pt>
                <c:pt idx="5571">
                  <c:v>4.5005839390000002</c:v>
                </c:pt>
                <c:pt idx="5572">
                  <c:v>4.4739181710000002</c:v>
                </c:pt>
                <c:pt idx="5573">
                  <c:v>4.47525146</c:v>
                </c:pt>
                <c:pt idx="5574">
                  <c:v>4.4751847949999997</c:v>
                </c:pt>
                <c:pt idx="5575">
                  <c:v>4.4751881290000002</c:v>
                </c:pt>
                <c:pt idx="5576">
                  <c:v>0</c:v>
                </c:pt>
                <c:pt idx="5577">
                  <c:v>9.7696902330000004</c:v>
                </c:pt>
                <c:pt idx="5578">
                  <c:v>4.2104628569999996</c:v>
                </c:pt>
                <c:pt idx="5579">
                  <c:v>4.4884242260000002</c:v>
                </c:pt>
                <c:pt idx="5580">
                  <c:v>4.4745261569999997</c:v>
                </c:pt>
                <c:pt idx="5581">
                  <c:v>4.4752210610000001</c:v>
                </c:pt>
                <c:pt idx="5582">
                  <c:v>4.4751863150000002</c:v>
                </c:pt>
                <c:pt idx="5583">
                  <c:v>4.4751880530000001</c:v>
                </c:pt>
                <c:pt idx="5584">
                  <c:v>4.475187966</c:v>
                </c:pt>
                <c:pt idx="5585">
                  <c:v>0</c:v>
                </c:pt>
                <c:pt idx="5586">
                  <c:v>0</c:v>
                </c:pt>
                <c:pt idx="5587">
                  <c:v>0</c:v>
                </c:pt>
                <c:pt idx="5588">
                  <c:v>0</c:v>
                </c:pt>
                <c:pt idx="5589">
                  <c:v>0</c:v>
                </c:pt>
                <c:pt idx="5590">
                  <c:v>0</c:v>
                </c:pt>
                <c:pt idx="5591">
                  <c:v>0</c:v>
                </c:pt>
                <c:pt idx="5592">
                  <c:v>1.4655387959999999</c:v>
                </c:pt>
                <c:pt idx="5593">
                  <c:v>16.296119999999998</c:v>
                </c:pt>
                <c:pt idx="5594">
                  <c:v>16.439129999999999</c:v>
                </c:pt>
                <c:pt idx="5595">
                  <c:v>16.733250000000002</c:v>
                </c:pt>
                <c:pt idx="5596">
                  <c:v>5.9570000639999998</c:v>
                </c:pt>
                <c:pt idx="5597">
                  <c:v>0.29202442899999997</c:v>
                </c:pt>
                <c:pt idx="5598">
                  <c:v>10.127161660000001</c:v>
                </c:pt>
                <c:pt idx="5599">
                  <c:v>22.11311096</c:v>
                </c:pt>
                <c:pt idx="5600">
                  <c:v>3.7079647549999999</c:v>
                </c:pt>
                <c:pt idx="5601">
                  <c:v>4.5135491310000004</c:v>
                </c:pt>
                <c:pt idx="5602">
                  <c:v>4.4732699120000001</c:v>
                </c:pt>
                <c:pt idx="5603">
                  <c:v>4.4752838730000004</c:v>
                </c:pt>
                <c:pt idx="5604">
                  <c:v>4.4751831749999997</c:v>
                </c:pt>
                <c:pt idx="5605">
                  <c:v>4.4751882099999998</c:v>
                </c:pt>
                <c:pt idx="5606">
                  <c:v>4.4751879580000002</c:v>
                </c:pt>
                <c:pt idx="5607">
                  <c:v>4.4751879710000004</c:v>
                </c:pt>
                <c:pt idx="5608">
                  <c:v>4.4751879700000003</c:v>
                </c:pt>
                <c:pt idx="5609">
                  <c:v>4.4751879700000003</c:v>
                </c:pt>
                <c:pt idx="5610">
                  <c:v>4.4751879700000003</c:v>
                </c:pt>
                <c:pt idx="5611">
                  <c:v>4.4751879700000003</c:v>
                </c:pt>
                <c:pt idx="5612">
                  <c:v>4.4751879700000003</c:v>
                </c:pt>
                <c:pt idx="5613">
                  <c:v>4.4751879700000003</c:v>
                </c:pt>
                <c:pt idx="5614">
                  <c:v>4.4751879700000003</c:v>
                </c:pt>
                <c:pt idx="5615">
                  <c:v>4.4751879700000003</c:v>
                </c:pt>
                <c:pt idx="5616">
                  <c:v>4.4751879700000003</c:v>
                </c:pt>
                <c:pt idx="5617">
                  <c:v>4.4751879700000003</c:v>
                </c:pt>
                <c:pt idx="5618">
                  <c:v>4.4751879700000003</c:v>
                </c:pt>
                <c:pt idx="5619">
                  <c:v>4.4751879700000003</c:v>
                </c:pt>
                <c:pt idx="5620">
                  <c:v>4.4751879700000003</c:v>
                </c:pt>
                <c:pt idx="5621">
                  <c:v>4.4751879700000003</c:v>
                </c:pt>
                <c:pt idx="5622">
                  <c:v>4.4751879700000003</c:v>
                </c:pt>
                <c:pt idx="5623">
                  <c:v>4.4751879700000003</c:v>
                </c:pt>
                <c:pt idx="5624">
                  <c:v>4.4751879700000003</c:v>
                </c:pt>
                <c:pt idx="5625">
                  <c:v>4.4751879700000003</c:v>
                </c:pt>
                <c:pt idx="5626">
                  <c:v>4.4751879700000003</c:v>
                </c:pt>
                <c:pt idx="5627">
                  <c:v>4.4751879700000003</c:v>
                </c:pt>
                <c:pt idx="5628">
                  <c:v>4.4751879700000003</c:v>
                </c:pt>
                <c:pt idx="5629">
                  <c:v>4.4751879700000003</c:v>
                </c:pt>
                <c:pt idx="5630">
                  <c:v>4.4751879700000003</c:v>
                </c:pt>
                <c:pt idx="5631">
                  <c:v>4.4751879700000003</c:v>
                </c:pt>
                <c:pt idx="5632">
                  <c:v>4.4751879700000003</c:v>
                </c:pt>
                <c:pt idx="5633">
                  <c:v>4.4751879700000003</c:v>
                </c:pt>
                <c:pt idx="5634">
                  <c:v>4.4751879700000003</c:v>
                </c:pt>
                <c:pt idx="5635">
                  <c:v>0</c:v>
                </c:pt>
                <c:pt idx="5636">
                  <c:v>0</c:v>
                </c:pt>
                <c:pt idx="5637">
                  <c:v>0</c:v>
                </c:pt>
                <c:pt idx="5638">
                  <c:v>0</c:v>
                </c:pt>
                <c:pt idx="5639">
                  <c:v>5.4995080160000001</c:v>
                </c:pt>
                <c:pt idx="5640">
                  <c:v>4.49533396</c:v>
                </c:pt>
                <c:pt idx="5641">
                  <c:v>0</c:v>
                </c:pt>
                <c:pt idx="5642">
                  <c:v>11.226807880000001</c:v>
                </c:pt>
                <c:pt idx="5643">
                  <c:v>14.629766549999999</c:v>
                </c:pt>
                <c:pt idx="5644">
                  <c:v>1.7652033519999999</c:v>
                </c:pt>
                <c:pt idx="5645">
                  <c:v>0.32627462400000001</c:v>
                </c:pt>
                <c:pt idx="5646">
                  <c:v>1.7116530219999999</c:v>
                </c:pt>
                <c:pt idx="5647">
                  <c:v>12.200293479999999</c:v>
                </c:pt>
                <c:pt idx="5648">
                  <c:v>15.910967640000001</c:v>
                </c:pt>
                <c:pt idx="5649">
                  <c:v>12.40343659</c:v>
                </c:pt>
                <c:pt idx="5650">
                  <c:v>4.0787755389999996</c:v>
                </c:pt>
                <c:pt idx="5651">
                  <c:v>4.4950085910000004</c:v>
                </c:pt>
                <c:pt idx="5652">
                  <c:v>4.4741969389999996</c:v>
                </c:pt>
                <c:pt idx="5653">
                  <c:v>4.4752375210000004</c:v>
                </c:pt>
                <c:pt idx="5654">
                  <c:v>4.4751854919999996</c:v>
                </c:pt>
                <c:pt idx="5655">
                  <c:v>4.4751880939999999</c:v>
                </c:pt>
                <c:pt idx="5656">
                  <c:v>4.4751879639999999</c:v>
                </c:pt>
                <c:pt idx="5657">
                  <c:v>4.4751879700000003</c:v>
                </c:pt>
                <c:pt idx="5658">
                  <c:v>4.4751879700000003</c:v>
                </c:pt>
                <c:pt idx="5659">
                  <c:v>4.4751879700000003</c:v>
                </c:pt>
                <c:pt idx="5660">
                  <c:v>4.4751879700000003</c:v>
                </c:pt>
                <c:pt idx="5661">
                  <c:v>4.4751879700000003</c:v>
                </c:pt>
                <c:pt idx="5662">
                  <c:v>4.4751879700000003</c:v>
                </c:pt>
                <c:pt idx="5663">
                  <c:v>4.4751879700000003</c:v>
                </c:pt>
                <c:pt idx="5664">
                  <c:v>4.4751879700000003</c:v>
                </c:pt>
                <c:pt idx="5665">
                  <c:v>4.4751879700000003</c:v>
                </c:pt>
                <c:pt idx="5666">
                  <c:v>4.4751879700000003</c:v>
                </c:pt>
                <c:pt idx="5667">
                  <c:v>1.0918544290000001</c:v>
                </c:pt>
                <c:pt idx="5668">
                  <c:v>7.8585215110000002</c:v>
                </c:pt>
                <c:pt idx="5669">
                  <c:v>0</c:v>
                </c:pt>
                <c:pt idx="5670">
                  <c:v>9.3481886969999994</c:v>
                </c:pt>
                <c:pt idx="5671">
                  <c:v>4.2315379340000003</c:v>
                </c:pt>
                <c:pt idx="5672">
                  <c:v>4.4873704720000003</c:v>
                </c:pt>
                <c:pt idx="5673">
                  <c:v>4.4745788449999999</c:v>
                </c:pt>
                <c:pt idx="5674">
                  <c:v>4.4752184259999996</c:v>
                </c:pt>
                <c:pt idx="5675">
                  <c:v>4.4751864469999996</c:v>
                </c:pt>
                <c:pt idx="5676">
                  <c:v>4.4751880460000004</c:v>
                </c:pt>
                <c:pt idx="5677">
                  <c:v>4.475187966</c:v>
                </c:pt>
                <c:pt idx="5678">
                  <c:v>4.4751879700000003</c:v>
                </c:pt>
                <c:pt idx="5679">
                  <c:v>4.4751879700000003</c:v>
                </c:pt>
                <c:pt idx="5680">
                  <c:v>4.4751879700000003</c:v>
                </c:pt>
                <c:pt idx="5681">
                  <c:v>4.4751879700000003</c:v>
                </c:pt>
                <c:pt idx="5682">
                  <c:v>4.4751879700000003</c:v>
                </c:pt>
                <c:pt idx="5683">
                  <c:v>0</c:v>
                </c:pt>
                <c:pt idx="5684">
                  <c:v>0</c:v>
                </c:pt>
                <c:pt idx="5685">
                  <c:v>0</c:v>
                </c:pt>
                <c:pt idx="5686">
                  <c:v>0</c:v>
                </c:pt>
                <c:pt idx="5687">
                  <c:v>0</c:v>
                </c:pt>
                <c:pt idx="5688">
                  <c:v>4.5966739600000004</c:v>
                </c:pt>
                <c:pt idx="5689">
                  <c:v>0</c:v>
                </c:pt>
                <c:pt idx="5690">
                  <c:v>15.14096655</c:v>
                </c:pt>
                <c:pt idx="5691">
                  <c:v>7.0209534590000002</c:v>
                </c:pt>
                <c:pt idx="5692">
                  <c:v>7.6940117800000003</c:v>
                </c:pt>
                <c:pt idx="5693">
                  <c:v>0</c:v>
                </c:pt>
                <c:pt idx="5694">
                  <c:v>35.05146302</c:v>
                </c:pt>
                <c:pt idx="5695">
                  <c:v>5.1427264719999997</c:v>
                </c:pt>
                <c:pt idx="5696">
                  <c:v>4.4418110449999997</c:v>
                </c:pt>
                <c:pt idx="5697">
                  <c:v>4.4768568159999997</c:v>
                </c:pt>
                <c:pt idx="5698">
                  <c:v>4.4751045280000001</c:v>
                </c:pt>
                <c:pt idx="5699">
                  <c:v>4.475192142</c:v>
                </c:pt>
                <c:pt idx="5700">
                  <c:v>4.4751877609999999</c:v>
                </c:pt>
                <c:pt idx="5701">
                  <c:v>4.4751879800000003</c:v>
                </c:pt>
                <c:pt idx="5702">
                  <c:v>4.4751879690000003</c:v>
                </c:pt>
                <c:pt idx="5703">
                  <c:v>4.4751879700000003</c:v>
                </c:pt>
                <c:pt idx="5704">
                  <c:v>4.4751879700000003</c:v>
                </c:pt>
                <c:pt idx="5705">
                  <c:v>4.4751879700000003</c:v>
                </c:pt>
                <c:pt idx="5706">
                  <c:v>4.4751879700000003</c:v>
                </c:pt>
                <c:pt idx="5707">
                  <c:v>3.5956050089999998</c:v>
                </c:pt>
                <c:pt idx="5708">
                  <c:v>0.93717937299999998</c:v>
                </c:pt>
                <c:pt idx="5709">
                  <c:v>8.8488003800000001</c:v>
                </c:pt>
                <c:pt idx="5710">
                  <c:v>4.2565073489999996</c:v>
                </c:pt>
                <c:pt idx="5711">
                  <c:v>4.486122001</c:v>
                </c:pt>
                <c:pt idx="5712">
                  <c:v>4.4746412680000001</c:v>
                </c:pt>
                <c:pt idx="5713">
                  <c:v>4.4752153049999999</c:v>
                </c:pt>
                <c:pt idx="5714">
                  <c:v>4.475186603</c:v>
                </c:pt>
                <c:pt idx="5715">
                  <c:v>4.4751880379999998</c:v>
                </c:pt>
                <c:pt idx="5716">
                  <c:v>4.4751879670000001</c:v>
                </c:pt>
                <c:pt idx="5717">
                  <c:v>4.4751879700000003</c:v>
                </c:pt>
                <c:pt idx="5718">
                  <c:v>4.4751879700000003</c:v>
                </c:pt>
                <c:pt idx="5719">
                  <c:v>4.4751879700000003</c:v>
                </c:pt>
                <c:pt idx="5720">
                  <c:v>4.4751879700000003</c:v>
                </c:pt>
                <c:pt idx="5721">
                  <c:v>4.4751879700000003</c:v>
                </c:pt>
                <c:pt idx="5722">
                  <c:v>4.4751879700000003</c:v>
                </c:pt>
                <c:pt idx="5723">
                  <c:v>4.4751879700000003</c:v>
                </c:pt>
                <c:pt idx="5724">
                  <c:v>4.4751879700000003</c:v>
                </c:pt>
                <c:pt idx="5725">
                  <c:v>4.4751879700000003</c:v>
                </c:pt>
                <c:pt idx="5726">
                  <c:v>4.4751879700000003</c:v>
                </c:pt>
                <c:pt idx="5727">
                  <c:v>4.4751879700000003</c:v>
                </c:pt>
                <c:pt idx="5728">
                  <c:v>4.4751879700000003</c:v>
                </c:pt>
                <c:pt idx="5729">
                  <c:v>4.4751879700000003</c:v>
                </c:pt>
                <c:pt idx="5730">
                  <c:v>4.4751879700000003</c:v>
                </c:pt>
                <c:pt idx="5731">
                  <c:v>4.4751879700000003</c:v>
                </c:pt>
                <c:pt idx="5732">
                  <c:v>4.4751879700000003</c:v>
                </c:pt>
                <c:pt idx="5733">
                  <c:v>4.4751879700000003</c:v>
                </c:pt>
                <c:pt idx="5734">
                  <c:v>0</c:v>
                </c:pt>
                <c:pt idx="5735">
                  <c:v>11.708513610000001</c:v>
                </c:pt>
                <c:pt idx="5736">
                  <c:v>4.1135216879999996</c:v>
                </c:pt>
                <c:pt idx="5737">
                  <c:v>4.4932712840000004</c:v>
                </c:pt>
                <c:pt idx="5738">
                  <c:v>4.4742838039999997</c:v>
                </c:pt>
                <c:pt idx="5739">
                  <c:v>1.377968796</c:v>
                </c:pt>
                <c:pt idx="5740">
                  <c:v>7.5724500920000004</c:v>
                </c:pt>
                <c:pt idx="5741">
                  <c:v>4.3203248639999998</c:v>
                </c:pt>
                <c:pt idx="5742">
                  <c:v>4.4829311250000003</c:v>
                </c:pt>
                <c:pt idx="5743">
                  <c:v>4.4748008119999998</c:v>
                </c:pt>
                <c:pt idx="5744">
                  <c:v>4.4752073279999998</c:v>
                </c:pt>
                <c:pt idx="5745">
                  <c:v>4.4751870020000002</c:v>
                </c:pt>
                <c:pt idx="5746">
                  <c:v>4.4751880179999999</c:v>
                </c:pt>
                <c:pt idx="5747">
                  <c:v>4.4751879680000002</c:v>
                </c:pt>
                <c:pt idx="5748">
                  <c:v>4.4751879700000003</c:v>
                </c:pt>
                <c:pt idx="5749">
                  <c:v>4.4751879700000003</c:v>
                </c:pt>
                <c:pt idx="5750">
                  <c:v>4.4751879700000003</c:v>
                </c:pt>
                <c:pt idx="5751">
                  <c:v>4.4751879700000003</c:v>
                </c:pt>
                <c:pt idx="5752">
                  <c:v>4.4751879700000003</c:v>
                </c:pt>
                <c:pt idx="5753">
                  <c:v>4.4751879700000003</c:v>
                </c:pt>
                <c:pt idx="5754">
                  <c:v>4.4751879700000003</c:v>
                </c:pt>
                <c:pt idx="5755">
                  <c:v>4.4751879700000003</c:v>
                </c:pt>
                <c:pt idx="5756">
                  <c:v>4.4751879700000003</c:v>
                </c:pt>
                <c:pt idx="5757">
                  <c:v>4.4751879700000003</c:v>
                </c:pt>
                <c:pt idx="5758">
                  <c:v>4.4751879700000003</c:v>
                </c:pt>
                <c:pt idx="5759">
                  <c:v>4.4751879700000003</c:v>
                </c:pt>
                <c:pt idx="5760">
                  <c:v>4.4751879700000003</c:v>
                </c:pt>
                <c:pt idx="5761">
                  <c:v>4.4751879700000003</c:v>
                </c:pt>
                <c:pt idx="5762">
                  <c:v>4.4751879700000003</c:v>
                </c:pt>
                <c:pt idx="5763">
                  <c:v>4.4751879700000003</c:v>
                </c:pt>
                <c:pt idx="5764">
                  <c:v>4.4751879700000003</c:v>
                </c:pt>
                <c:pt idx="5765">
                  <c:v>4.4751879700000003</c:v>
                </c:pt>
                <c:pt idx="5766">
                  <c:v>4.4751879700000003</c:v>
                </c:pt>
                <c:pt idx="5767">
                  <c:v>4.4751879700000003</c:v>
                </c:pt>
                <c:pt idx="5768">
                  <c:v>4.4751879700000003</c:v>
                </c:pt>
                <c:pt idx="5769">
                  <c:v>4.4751879700000003</c:v>
                </c:pt>
                <c:pt idx="5770">
                  <c:v>4.4751879700000003</c:v>
                </c:pt>
                <c:pt idx="5771">
                  <c:v>4.4751879700000003</c:v>
                </c:pt>
                <c:pt idx="5772">
                  <c:v>4.4751879700000003</c:v>
                </c:pt>
                <c:pt idx="5773">
                  <c:v>4.4751879700000003</c:v>
                </c:pt>
                <c:pt idx="5774">
                  <c:v>4.4751879700000003</c:v>
                </c:pt>
                <c:pt idx="5775">
                  <c:v>4.4751879700000003</c:v>
                </c:pt>
                <c:pt idx="5776">
                  <c:v>4.4751879700000003</c:v>
                </c:pt>
                <c:pt idx="5777">
                  <c:v>4.4751879700000003</c:v>
                </c:pt>
                <c:pt idx="5778">
                  <c:v>4.4751879700000003</c:v>
                </c:pt>
                <c:pt idx="5779">
                  <c:v>0</c:v>
                </c:pt>
                <c:pt idx="5780">
                  <c:v>0</c:v>
                </c:pt>
                <c:pt idx="5781">
                  <c:v>0</c:v>
                </c:pt>
                <c:pt idx="5782">
                  <c:v>0</c:v>
                </c:pt>
                <c:pt idx="5783">
                  <c:v>14.639849999999999</c:v>
                </c:pt>
                <c:pt idx="5784">
                  <c:v>16.35408</c:v>
                </c:pt>
                <c:pt idx="5785">
                  <c:v>12.67661777</c:v>
                </c:pt>
                <c:pt idx="5786">
                  <c:v>4.6245768360000001</c:v>
                </c:pt>
                <c:pt idx="5787">
                  <c:v>5.9963362580000004</c:v>
                </c:pt>
                <c:pt idx="5788">
                  <c:v>4.3991305560000002</c:v>
                </c:pt>
                <c:pt idx="5789">
                  <c:v>4.4789908409999999</c:v>
                </c:pt>
                <c:pt idx="5790">
                  <c:v>4.4749978260000001</c:v>
                </c:pt>
                <c:pt idx="5791">
                  <c:v>4.475197477</c:v>
                </c:pt>
                <c:pt idx="5792">
                  <c:v>4.4751874950000001</c:v>
                </c:pt>
                <c:pt idx="5793">
                  <c:v>4.4751879939999997</c:v>
                </c:pt>
                <c:pt idx="5794">
                  <c:v>4.4751879690000003</c:v>
                </c:pt>
                <c:pt idx="5795">
                  <c:v>4.4751879700000003</c:v>
                </c:pt>
                <c:pt idx="5796">
                  <c:v>4.4751879700000003</c:v>
                </c:pt>
                <c:pt idx="5797">
                  <c:v>4.4751879700000003</c:v>
                </c:pt>
                <c:pt idx="5798">
                  <c:v>4.4751879700000003</c:v>
                </c:pt>
                <c:pt idx="5799">
                  <c:v>4.4751879700000003</c:v>
                </c:pt>
                <c:pt idx="5800">
                  <c:v>4.4751879700000003</c:v>
                </c:pt>
                <c:pt idx="5801">
                  <c:v>4.4751879700000003</c:v>
                </c:pt>
                <c:pt idx="5802">
                  <c:v>4.4751879700000003</c:v>
                </c:pt>
                <c:pt idx="5803">
                  <c:v>3.8132071060000001</c:v>
                </c:pt>
                <c:pt idx="5804">
                  <c:v>0</c:v>
                </c:pt>
                <c:pt idx="5805">
                  <c:v>0</c:v>
                </c:pt>
                <c:pt idx="5806">
                  <c:v>8.6492444719999995</c:v>
                </c:pt>
                <c:pt idx="5807">
                  <c:v>3.3230600639999999</c:v>
                </c:pt>
                <c:pt idx="5808">
                  <c:v>16.735769999999999</c:v>
                </c:pt>
                <c:pt idx="5809">
                  <c:v>0</c:v>
                </c:pt>
                <c:pt idx="5810">
                  <c:v>0</c:v>
                </c:pt>
                <c:pt idx="5811">
                  <c:v>0</c:v>
                </c:pt>
                <c:pt idx="5812">
                  <c:v>0</c:v>
                </c:pt>
                <c:pt idx="5813">
                  <c:v>0.22192915699999999</c:v>
                </c:pt>
                <c:pt idx="5814">
                  <c:v>0</c:v>
                </c:pt>
                <c:pt idx="5815">
                  <c:v>2.1213868919999999</c:v>
                </c:pt>
                <c:pt idx="5816">
                  <c:v>0</c:v>
                </c:pt>
                <c:pt idx="5817">
                  <c:v>25.994186840000001</c:v>
                </c:pt>
                <c:pt idx="5818">
                  <c:v>4.6521956199999996</c:v>
                </c:pt>
                <c:pt idx="5819">
                  <c:v>21.324242980000001</c:v>
                </c:pt>
                <c:pt idx="5820">
                  <c:v>3.6327352190000002</c:v>
                </c:pt>
                <c:pt idx="5821">
                  <c:v>1.988131817</c:v>
                </c:pt>
                <c:pt idx="5822">
                  <c:v>7.0022606280000002</c:v>
                </c:pt>
                <c:pt idx="5823">
                  <c:v>4.3488343370000004</c:v>
                </c:pt>
                <c:pt idx="5824">
                  <c:v>4.4815056520000001</c:v>
                </c:pt>
                <c:pt idx="5825">
                  <c:v>0.48252670199999997</c:v>
                </c:pt>
                <c:pt idx="5826">
                  <c:v>1.958055098</c:v>
                </c:pt>
                <c:pt idx="5827">
                  <c:v>0</c:v>
                </c:pt>
                <c:pt idx="5828">
                  <c:v>0</c:v>
                </c:pt>
                <c:pt idx="5829">
                  <c:v>0</c:v>
                </c:pt>
                <c:pt idx="5830">
                  <c:v>0</c:v>
                </c:pt>
                <c:pt idx="5831">
                  <c:v>0</c:v>
                </c:pt>
                <c:pt idx="5832">
                  <c:v>0.190734707</c:v>
                </c:pt>
                <c:pt idx="5833">
                  <c:v>0.70886470700000004</c:v>
                </c:pt>
                <c:pt idx="5834">
                  <c:v>0</c:v>
                </c:pt>
                <c:pt idx="5835">
                  <c:v>15.11270655</c:v>
                </c:pt>
                <c:pt idx="5836">
                  <c:v>12.048385359999999</c:v>
                </c:pt>
                <c:pt idx="5837">
                  <c:v>2.367450753</c:v>
                </c:pt>
                <c:pt idx="5838">
                  <c:v>20.870961130000001</c:v>
                </c:pt>
                <c:pt idx="5839">
                  <c:v>19.856955280000001</c:v>
                </c:pt>
                <c:pt idx="5840">
                  <c:v>3.7060996049999999</c:v>
                </c:pt>
                <c:pt idx="5841">
                  <c:v>4.5136423880000001</c:v>
                </c:pt>
                <c:pt idx="5842">
                  <c:v>4.4732652489999998</c:v>
                </c:pt>
                <c:pt idx="5843">
                  <c:v>4.4752841060000002</c:v>
                </c:pt>
                <c:pt idx="5844">
                  <c:v>4.4751831629999996</c:v>
                </c:pt>
                <c:pt idx="5845">
                  <c:v>4.4751882099999998</c:v>
                </c:pt>
                <c:pt idx="5846">
                  <c:v>4.4751879580000002</c:v>
                </c:pt>
                <c:pt idx="5847">
                  <c:v>4.4751879710000004</c:v>
                </c:pt>
                <c:pt idx="5848">
                  <c:v>4.4751879700000003</c:v>
                </c:pt>
                <c:pt idx="5849">
                  <c:v>4.4751879700000003</c:v>
                </c:pt>
                <c:pt idx="5850">
                  <c:v>4.4751879700000003</c:v>
                </c:pt>
                <c:pt idx="5851">
                  <c:v>3.2763050869999999</c:v>
                </c:pt>
                <c:pt idx="5852">
                  <c:v>5.6740708529999999</c:v>
                </c:pt>
                <c:pt idx="5853">
                  <c:v>4.4152438260000002</c:v>
                </c:pt>
                <c:pt idx="5854">
                  <c:v>4.4781851770000003</c:v>
                </c:pt>
                <c:pt idx="5855">
                  <c:v>4.4750381099999998</c:v>
                </c:pt>
                <c:pt idx="5856">
                  <c:v>4.4751954630000004</c:v>
                </c:pt>
                <c:pt idx="5857">
                  <c:v>4.4751875950000004</c:v>
                </c:pt>
                <c:pt idx="5858">
                  <c:v>4.4751879890000001</c:v>
                </c:pt>
                <c:pt idx="5859">
                  <c:v>4.4751879690000003</c:v>
                </c:pt>
                <c:pt idx="5860">
                  <c:v>4.4751879700000003</c:v>
                </c:pt>
                <c:pt idx="5861">
                  <c:v>3.345319902</c:v>
                </c:pt>
                <c:pt idx="5862">
                  <c:v>5.6050560379999999</c:v>
                </c:pt>
                <c:pt idx="5863">
                  <c:v>4.4186945670000002</c:v>
                </c:pt>
                <c:pt idx="5864">
                  <c:v>4.4780126400000002</c:v>
                </c:pt>
                <c:pt idx="5865">
                  <c:v>4.4750467360000004</c:v>
                </c:pt>
                <c:pt idx="5866">
                  <c:v>4.4751950320000002</c:v>
                </c:pt>
                <c:pt idx="5867">
                  <c:v>4.4751876169999996</c:v>
                </c:pt>
                <c:pt idx="5868">
                  <c:v>4.4751879880000001</c:v>
                </c:pt>
                <c:pt idx="5869">
                  <c:v>4.4751879690000003</c:v>
                </c:pt>
                <c:pt idx="5870">
                  <c:v>4.4751879700000003</c:v>
                </c:pt>
                <c:pt idx="5871">
                  <c:v>4.4751879700000003</c:v>
                </c:pt>
                <c:pt idx="5872">
                  <c:v>4.4751879700000003</c:v>
                </c:pt>
                <c:pt idx="5873">
                  <c:v>4.4751879700000003</c:v>
                </c:pt>
                <c:pt idx="5874">
                  <c:v>4.4751879700000003</c:v>
                </c:pt>
                <c:pt idx="5875">
                  <c:v>4.4751879700000003</c:v>
                </c:pt>
                <c:pt idx="5876">
                  <c:v>4.4751879700000003</c:v>
                </c:pt>
                <c:pt idx="5877">
                  <c:v>0</c:v>
                </c:pt>
                <c:pt idx="5878">
                  <c:v>0</c:v>
                </c:pt>
                <c:pt idx="5879">
                  <c:v>0</c:v>
                </c:pt>
                <c:pt idx="5880">
                  <c:v>10.93816765</c:v>
                </c:pt>
                <c:pt idx="5881">
                  <c:v>15.80360544</c:v>
                </c:pt>
                <c:pt idx="5882">
                  <c:v>11.59522441</c:v>
                </c:pt>
                <c:pt idx="5883">
                  <c:v>4.1191861479999998</c:v>
                </c:pt>
                <c:pt idx="5884">
                  <c:v>4.4929880610000001</c:v>
                </c:pt>
                <c:pt idx="5885">
                  <c:v>4.4742979649999999</c:v>
                </c:pt>
                <c:pt idx="5886">
                  <c:v>4.4752324699999999</c:v>
                </c:pt>
                <c:pt idx="5887">
                  <c:v>4.4751857450000001</c:v>
                </c:pt>
                <c:pt idx="5888">
                  <c:v>4.4751880809999998</c:v>
                </c:pt>
                <c:pt idx="5889">
                  <c:v>4.4751879639999999</c:v>
                </c:pt>
                <c:pt idx="5890">
                  <c:v>4.4751879700000003</c:v>
                </c:pt>
                <c:pt idx="5891">
                  <c:v>4.4751879700000003</c:v>
                </c:pt>
                <c:pt idx="5892">
                  <c:v>4.4751879700000003</c:v>
                </c:pt>
                <c:pt idx="5893">
                  <c:v>4.4751879700000003</c:v>
                </c:pt>
                <c:pt idx="5894">
                  <c:v>4.4751879700000003</c:v>
                </c:pt>
                <c:pt idx="5895">
                  <c:v>4.4751879700000003</c:v>
                </c:pt>
                <c:pt idx="5896">
                  <c:v>4.4751879700000003</c:v>
                </c:pt>
                <c:pt idx="5897">
                  <c:v>4.4751879700000003</c:v>
                </c:pt>
                <c:pt idx="5898">
                  <c:v>4.4751879700000003</c:v>
                </c:pt>
                <c:pt idx="5899">
                  <c:v>4.4751879700000003</c:v>
                </c:pt>
                <c:pt idx="5900">
                  <c:v>4.4751879700000003</c:v>
                </c:pt>
                <c:pt idx="5901">
                  <c:v>4.4751879700000003</c:v>
                </c:pt>
                <c:pt idx="5902">
                  <c:v>4.4751879700000003</c:v>
                </c:pt>
                <c:pt idx="5903">
                  <c:v>4.4751879700000003</c:v>
                </c:pt>
                <c:pt idx="5904">
                  <c:v>2.352466529</c:v>
                </c:pt>
                <c:pt idx="5905">
                  <c:v>6.5979094109999998</c:v>
                </c:pt>
                <c:pt idx="5906">
                  <c:v>4.3690518980000004</c:v>
                </c:pt>
                <c:pt idx="5907">
                  <c:v>4.4804947740000003</c:v>
                </c:pt>
                <c:pt idx="5908">
                  <c:v>4.47492263</c:v>
                </c:pt>
                <c:pt idx="5909">
                  <c:v>4.4752012370000003</c:v>
                </c:pt>
                <c:pt idx="5910">
                  <c:v>4.4751873069999997</c:v>
                </c:pt>
                <c:pt idx="5911">
                  <c:v>4.4751880030000004</c:v>
                </c:pt>
                <c:pt idx="5912">
                  <c:v>4.4751879680000002</c:v>
                </c:pt>
                <c:pt idx="5913">
                  <c:v>4.4751879700000003</c:v>
                </c:pt>
                <c:pt idx="5914">
                  <c:v>4.4751879700000003</c:v>
                </c:pt>
                <c:pt idx="5915">
                  <c:v>4.4751879700000003</c:v>
                </c:pt>
                <c:pt idx="5916">
                  <c:v>4.4751879700000003</c:v>
                </c:pt>
                <c:pt idx="5917">
                  <c:v>4.4751879700000003</c:v>
                </c:pt>
                <c:pt idx="5918">
                  <c:v>4.4751879700000003</c:v>
                </c:pt>
                <c:pt idx="5919">
                  <c:v>4.4751879700000003</c:v>
                </c:pt>
                <c:pt idx="5920">
                  <c:v>4.4751879700000003</c:v>
                </c:pt>
                <c:pt idx="5921">
                  <c:v>4.4751879700000003</c:v>
                </c:pt>
                <c:pt idx="5922">
                  <c:v>4.4751879700000003</c:v>
                </c:pt>
                <c:pt idx="5923">
                  <c:v>4.4751879700000003</c:v>
                </c:pt>
                <c:pt idx="5924">
                  <c:v>4.1717700000000004</c:v>
                </c:pt>
                <c:pt idx="5925">
                  <c:v>4.7786059400000003</c:v>
                </c:pt>
                <c:pt idx="5926">
                  <c:v>4.4600170710000002</c:v>
                </c:pt>
                <c:pt idx="5927">
                  <c:v>4.432851586</c:v>
                </c:pt>
                <c:pt idx="5928">
                  <c:v>0</c:v>
                </c:pt>
                <c:pt idx="5929">
                  <c:v>10.113275270000001</c:v>
                </c:pt>
                <c:pt idx="5930">
                  <c:v>4.1932836050000004</c:v>
                </c:pt>
                <c:pt idx="5931">
                  <c:v>4.4892831879999999</c:v>
                </c:pt>
                <c:pt idx="5932">
                  <c:v>4.4744832089999997</c:v>
                </c:pt>
                <c:pt idx="5933">
                  <c:v>4.4752232080000001</c:v>
                </c:pt>
                <c:pt idx="5934">
                  <c:v>4.4751862080000002</c:v>
                </c:pt>
                <c:pt idx="5935">
                  <c:v>4.4751880579999996</c:v>
                </c:pt>
                <c:pt idx="5936">
                  <c:v>4.475187966</c:v>
                </c:pt>
                <c:pt idx="5937">
                  <c:v>4.4751879700000003</c:v>
                </c:pt>
                <c:pt idx="5938">
                  <c:v>4.4751879700000003</c:v>
                </c:pt>
                <c:pt idx="5939">
                  <c:v>4.4751879700000003</c:v>
                </c:pt>
                <c:pt idx="5940">
                  <c:v>4.4751879700000003</c:v>
                </c:pt>
                <c:pt idx="5941">
                  <c:v>4.4751879700000003</c:v>
                </c:pt>
                <c:pt idx="5942">
                  <c:v>4.4751879700000003</c:v>
                </c:pt>
                <c:pt idx="5943">
                  <c:v>4.4751879700000003</c:v>
                </c:pt>
                <c:pt idx="5944">
                  <c:v>4.4751879700000003</c:v>
                </c:pt>
                <c:pt idx="5945">
                  <c:v>4.4751879700000003</c:v>
                </c:pt>
                <c:pt idx="5946">
                  <c:v>4.4751879700000003</c:v>
                </c:pt>
                <c:pt idx="5947">
                  <c:v>4.4751879700000003</c:v>
                </c:pt>
                <c:pt idx="5948">
                  <c:v>4.4751879700000003</c:v>
                </c:pt>
                <c:pt idx="5949">
                  <c:v>4.4751879700000003</c:v>
                </c:pt>
                <c:pt idx="5950">
                  <c:v>4.4751879700000003</c:v>
                </c:pt>
                <c:pt idx="5951">
                  <c:v>4.4751879700000003</c:v>
                </c:pt>
                <c:pt idx="5952">
                  <c:v>4.4751879700000003</c:v>
                </c:pt>
                <c:pt idx="5953">
                  <c:v>4.4751879700000003</c:v>
                </c:pt>
                <c:pt idx="5954">
                  <c:v>4.4751879700000003</c:v>
                </c:pt>
                <c:pt idx="5955">
                  <c:v>4.4751879700000003</c:v>
                </c:pt>
                <c:pt idx="5956">
                  <c:v>4.4751879700000003</c:v>
                </c:pt>
                <c:pt idx="5957">
                  <c:v>4.4751879700000003</c:v>
                </c:pt>
                <c:pt idx="5958">
                  <c:v>4.4751879700000003</c:v>
                </c:pt>
                <c:pt idx="5959">
                  <c:v>4.4751879700000003</c:v>
                </c:pt>
                <c:pt idx="5960">
                  <c:v>4.4751879700000003</c:v>
                </c:pt>
                <c:pt idx="5961">
                  <c:v>4.4751879700000003</c:v>
                </c:pt>
                <c:pt idx="5962">
                  <c:v>4.4751879700000003</c:v>
                </c:pt>
                <c:pt idx="5963">
                  <c:v>4.4751879700000003</c:v>
                </c:pt>
                <c:pt idx="5964">
                  <c:v>4.4751879700000003</c:v>
                </c:pt>
                <c:pt idx="5965">
                  <c:v>4.4751879700000003</c:v>
                </c:pt>
                <c:pt idx="5966">
                  <c:v>4.4751879700000003</c:v>
                </c:pt>
                <c:pt idx="5967">
                  <c:v>4.4751879700000003</c:v>
                </c:pt>
                <c:pt idx="5968">
                  <c:v>4.4751879700000003</c:v>
                </c:pt>
                <c:pt idx="5969">
                  <c:v>4.4751879700000003</c:v>
                </c:pt>
                <c:pt idx="5970">
                  <c:v>4.4751879700000003</c:v>
                </c:pt>
                <c:pt idx="5971">
                  <c:v>0</c:v>
                </c:pt>
                <c:pt idx="5972">
                  <c:v>0</c:v>
                </c:pt>
                <c:pt idx="5973">
                  <c:v>0</c:v>
                </c:pt>
                <c:pt idx="5974">
                  <c:v>0</c:v>
                </c:pt>
                <c:pt idx="5975">
                  <c:v>0.28882990200000003</c:v>
                </c:pt>
                <c:pt idx="5976">
                  <c:v>0</c:v>
                </c:pt>
                <c:pt idx="5977">
                  <c:v>0</c:v>
                </c:pt>
                <c:pt idx="5978">
                  <c:v>1.265929157</c:v>
                </c:pt>
                <c:pt idx="5979">
                  <c:v>3.1443765290000001</c:v>
                </c:pt>
                <c:pt idx="5980">
                  <c:v>3.5171565290000002</c:v>
                </c:pt>
                <c:pt idx="5981">
                  <c:v>6.4118334590000003</c:v>
                </c:pt>
                <c:pt idx="5982">
                  <c:v>14.468927839999999</c:v>
                </c:pt>
                <c:pt idx="5983">
                  <c:v>0</c:v>
                </c:pt>
                <c:pt idx="5984">
                  <c:v>0</c:v>
                </c:pt>
                <c:pt idx="5985">
                  <c:v>3.774089912</c:v>
                </c:pt>
                <c:pt idx="5986">
                  <c:v>12.050234659999999</c:v>
                </c:pt>
                <c:pt idx="5987">
                  <c:v>21.931508220000001</c:v>
                </c:pt>
                <c:pt idx="5988">
                  <c:v>3.602371958</c:v>
                </c:pt>
                <c:pt idx="5989">
                  <c:v>4.5188287709999999</c:v>
                </c:pt>
                <c:pt idx="5990">
                  <c:v>4.4730059300000002</c:v>
                </c:pt>
                <c:pt idx="5991">
                  <c:v>4.475297072</c:v>
                </c:pt>
                <c:pt idx="5992">
                  <c:v>4.4751825150000002</c:v>
                </c:pt>
                <c:pt idx="5993">
                  <c:v>4.4751882429999998</c:v>
                </c:pt>
                <c:pt idx="5994">
                  <c:v>0</c:v>
                </c:pt>
                <c:pt idx="5995">
                  <c:v>0</c:v>
                </c:pt>
                <c:pt idx="5996">
                  <c:v>0</c:v>
                </c:pt>
                <c:pt idx="5997">
                  <c:v>5.1537600000000001</c:v>
                </c:pt>
                <c:pt idx="5998">
                  <c:v>7.8941444719999998</c:v>
                </c:pt>
                <c:pt idx="5999">
                  <c:v>8.2877149200000009</c:v>
                </c:pt>
                <c:pt idx="6000">
                  <c:v>13.115177320000001</c:v>
                </c:pt>
                <c:pt idx="6001">
                  <c:v>0</c:v>
                </c:pt>
                <c:pt idx="6002">
                  <c:v>2.4682272219999999</c:v>
                </c:pt>
                <c:pt idx="6003">
                  <c:v>16.566030000000001</c:v>
                </c:pt>
                <c:pt idx="6004">
                  <c:v>7.865865909</c:v>
                </c:pt>
                <c:pt idx="6005">
                  <c:v>4.3056540730000004</c:v>
                </c:pt>
                <c:pt idx="6006">
                  <c:v>4.483664665</c:v>
                </c:pt>
                <c:pt idx="6007">
                  <c:v>4.474764135</c:v>
                </c:pt>
                <c:pt idx="6008">
                  <c:v>4.4752091619999996</c:v>
                </c:pt>
                <c:pt idx="6009">
                  <c:v>4.4751869099999997</c:v>
                </c:pt>
                <c:pt idx="6010">
                  <c:v>4.4751880230000003</c:v>
                </c:pt>
                <c:pt idx="6011">
                  <c:v>4.4751879670000001</c:v>
                </c:pt>
                <c:pt idx="6012">
                  <c:v>4.4751879700000003</c:v>
                </c:pt>
                <c:pt idx="6013">
                  <c:v>4.4751879700000003</c:v>
                </c:pt>
                <c:pt idx="6014">
                  <c:v>4.4751879700000003</c:v>
                </c:pt>
                <c:pt idx="6015">
                  <c:v>4.4751879700000003</c:v>
                </c:pt>
                <c:pt idx="6016">
                  <c:v>4.4751879700000003</c:v>
                </c:pt>
                <c:pt idx="6017">
                  <c:v>4.4751879700000003</c:v>
                </c:pt>
                <c:pt idx="6018">
                  <c:v>4.4751879700000003</c:v>
                </c:pt>
                <c:pt idx="6019">
                  <c:v>4.4751879700000003</c:v>
                </c:pt>
                <c:pt idx="6020">
                  <c:v>0</c:v>
                </c:pt>
                <c:pt idx="6021">
                  <c:v>0</c:v>
                </c:pt>
                <c:pt idx="6022">
                  <c:v>0</c:v>
                </c:pt>
                <c:pt idx="6023">
                  <c:v>14.27796</c:v>
                </c:pt>
                <c:pt idx="6024">
                  <c:v>16.476120000000002</c:v>
                </c:pt>
                <c:pt idx="6025">
                  <c:v>14.434053990000001</c:v>
                </c:pt>
                <c:pt idx="6026">
                  <c:v>3.9772446690000001</c:v>
                </c:pt>
                <c:pt idx="6027">
                  <c:v>4.500085135</c:v>
                </c:pt>
                <c:pt idx="6028">
                  <c:v>4.4739431119999997</c:v>
                </c:pt>
                <c:pt idx="6029">
                  <c:v>4.4752502129999998</c:v>
                </c:pt>
                <c:pt idx="6030">
                  <c:v>4.4751848580000004</c:v>
                </c:pt>
                <c:pt idx="6031">
                  <c:v>4.4751881259999999</c:v>
                </c:pt>
                <c:pt idx="6032">
                  <c:v>4.4751879619999997</c:v>
                </c:pt>
                <c:pt idx="6033">
                  <c:v>4.4751879700000003</c:v>
                </c:pt>
                <c:pt idx="6034">
                  <c:v>4.4751879700000003</c:v>
                </c:pt>
                <c:pt idx="6035">
                  <c:v>4.4751879700000003</c:v>
                </c:pt>
                <c:pt idx="6036">
                  <c:v>4.4751879700000003</c:v>
                </c:pt>
                <c:pt idx="6037">
                  <c:v>4.4751879700000003</c:v>
                </c:pt>
                <c:pt idx="6038">
                  <c:v>4.4751879700000003</c:v>
                </c:pt>
                <c:pt idx="6039">
                  <c:v>4.4751879700000003</c:v>
                </c:pt>
                <c:pt idx="6040">
                  <c:v>4.4751879700000003</c:v>
                </c:pt>
                <c:pt idx="6041">
                  <c:v>4.4751879700000003</c:v>
                </c:pt>
                <c:pt idx="6042">
                  <c:v>0</c:v>
                </c:pt>
                <c:pt idx="6043">
                  <c:v>0</c:v>
                </c:pt>
                <c:pt idx="6044">
                  <c:v>0</c:v>
                </c:pt>
                <c:pt idx="6045">
                  <c:v>0</c:v>
                </c:pt>
                <c:pt idx="6046">
                  <c:v>0</c:v>
                </c:pt>
                <c:pt idx="6047">
                  <c:v>0</c:v>
                </c:pt>
                <c:pt idx="6048">
                  <c:v>0.58727462399999997</c:v>
                </c:pt>
                <c:pt idx="6049">
                  <c:v>0</c:v>
                </c:pt>
                <c:pt idx="6050">
                  <c:v>6.8370200639999998</c:v>
                </c:pt>
                <c:pt idx="6051">
                  <c:v>14.829656549999999</c:v>
                </c:pt>
                <c:pt idx="6052">
                  <c:v>2.0807433519999998</c:v>
                </c:pt>
                <c:pt idx="6053">
                  <c:v>0</c:v>
                </c:pt>
                <c:pt idx="6054">
                  <c:v>1.8384771310000001</c:v>
                </c:pt>
                <c:pt idx="6055">
                  <c:v>8.3902056490000003</c:v>
                </c:pt>
                <c:pt idx="6056">
                  <c:v>8.0355229270000006</c:v>
                </c:pt>
                <c:pt idx="6057">
                  <c:v>15.43094243</c:v>
                </c:pt>
                <c:pt idx="6058">
                  <c:v>17.375613569999999</c:v>
                </c:pt>
                <c:pt idx="6059">
                  <c:v>14.73417514</c:v>
                </c:pt>
                <c:pt idx="6060">
                  <c:v>3.9622386110000001</c:v>
                </c:pt>
                <c:pt idx="6061">
                  <c:v>4.5008354380000002</c:v>
                </c:pt>
                <c:pt idx="6062">
                  <c:v>4.4739055969999999</c:v>
                </c:pt>
                <c:pt idx="6063">
                  <c:v>4.4752520889999996</c:v>
                </c:pt>
                <c:pt idx="6064">
                  <c:v>4.4751847639999998</c:v>
                </c:pt>
                <c:pt idx="6065">
                  <c:v>4.4751881300000003</c:v>
                </c:pt>
                <c:pt idx="6066">
                  <c:v>4.4751879619999997</c:v>
                </c:pt>
                <c:pt idx="6067">
                  <c:v>4.4751879700000003</c:v>
                </c:pt>
                <c:pt idx="6068">
                  <c:v>4.4751879700000003</c:v>
                </c:pt>
                <c:pt idx="6069">
                  <c:v>4.4751879700000003</c:v>
                </c:pt>
                <c:pt idx="6070">
                  <c:v>4.4751879700000003</c:v>
                </c:pt>
                <c:pt idx="6071">
                  <c:v>4.4751879700000003</c:v>
                </c:pt>
                <c:pt idx="6072">
                  <c:v>4.4751879700000003</c:v>
                </c:pt>
                <c:pt idx="6073">
                  <c:v>4.4751879700000003</c:v>
                </c:pt>
                <c:pt idx="6074">
                  <c:v>4.4751879700000003</c:v>
                </c:pt>
                <c:pt idx="6075">
                  <c:v>4.4751879700000003</c:v>
                </c:pt>
                <c:pt idx="6076">
                  <c:v>4.4751879700000003</c:v>
                </c:pt>
                <c:pt idx="6077">
                  <c:v>4.4751879700000003</c:v>
                </c:pt>
                <c:pt idx="6078">
                  <c:v>4.4751879700000003</c:v>
                </c:pt>
                <c:pt idx="6079">
                  <c:v>4.4751879700000003</c:v>
                </c:pt>
                <c:pt idx="6080">
                  <c:v>4.4751879700000003</c:v>
                </c:pt>
                <c:pt idx="6081">
                  <c:v>4.4751879700000003</c:v>
                </c:pt>
                <c:pt idx="6082">
                  <c:v>4.4751879700000003</c:v>
                </c:pt>
                <c:pt idx="6083">
                  <c:v>4.4751879700000003</c:v>
                </c:pt>
                <c:pt idx="6084">
                  <c:v>4.4751879700000003</c:v>
                </c:pt>
                <c:pt idx="6085">
                  <c:v>4.4751879700000003</c:v>
                </c:pt>
                <c:pt idx="6086">
                  <c:v>4.4751879700000003</c:v>
                </c:pt>
                <c:pt idx="6087">
                  <c:v>4.4751879700000003</c:v>
                </c:pt>
                <c:pt idx="6088">
                  <c:v>4.4751879700000003</c:v>
                </c:pt>
                <c:pt idx="6089">
                  <c:v>4.4751879700000003</c:v>
                </c:pt>
                <c:pt idx="6090">
                  <c:v>4.4751879700000003</c:v>
                </c:pt>
                <c:pt idx="6091">
                  <c:v>4.4751879700000003</c:v>
                </c:pt>
                <c:pt idx="6092">
                  <c:v>4.4751879700000003</c:v>
                </c:pt>
                <c:pt idx="6093">
                  <c:v>4.4751879700000003</c:v>
                </c:pt>
                <c:pt idx="6094">
                  <c:v>4.4751879700000003</c:v>
                </c:pt>
                <c:pt idx="6095">
                  <c:v>4.4751879700000003</c:v>
                </c:pt>
                <c:pt idx="6096">
                  <c:v>4.4751879700000003</c:v>
                </c:pt>
                <c:pt idx="6097">
                  <c:v>4.4751879700000003</c:v>
                </c:pt>
                <c:pt idx="6098">
                  <c:v>4.4751879700000003</c:v>
                </c:pt>
                <c:pt idx="6099">
                  <c:v>4.4751879700000003</c:v>
                </c:pt>
                <c:pt idx="6100">
                  <c:v>4.4751879700000003</c:v>
                </c:pt>
                <c:pt idx="6101">
                  <c:v>4.4751879700000003</c:v>
                </c:pt>
                <c:pt idx="6102">
                  <c:v>4.4751879700000003</c:v>
                </c:pt>
                <c:pt idx="6103">
                  <c:v>4.4751879700000003</c:v>
                </c:pt>
                <c:pt idx="6104">
                  <c:v>4.4751879700000003</c:v>
                </c:pt>
                <c:pt idx="6105">
                  <c:v>4.4751879700000003</c:v>
                </c:pt>
                <c:pt idx="6106">
                  <c:v>4.4751879700000003</c:v>
                </c:pt>
                <c:pt idx="6107">
                  <c:v>4.4751879700000003</c:v>
                </c:pt>
                <c:pt idx="6108">
                  <c:v>4.4751879700000003</c:v>
                </c:pt>
                <c:pt idx="6109">
                  <c:v>4.4751879700000003</c:v>
                </c:pt>
                <c:pt idx="6110">
                  <c:v>4.4751879700000003</c:v>
                </c:pt>
                <c:pt idx="6111">
                  <c:v>4.4751879700000003</c:v>
                </c:pt>
                <c:pt idx="6112">
                  <c:v>4.4751879700000003</c:v>
                </c:pt>
                <c:pt idx="6113">
                  <c:v>4.4751879700000003</c:v>
                </c:pt>
                <c:pt idx="6114">
                  <c:v>4.4751879700000003</c:v>
                </c:pt>
                <c:pt idx="6115">
                  <c:v>4.4751879700000003</c:v>
                </c:pt>
                <c:pt idx="6116">
                  <c:v>4.4751879700000003</c:v>
                </c:pt>
                <c:pt idx="6117">
                  <c:v>3.9304800000000002</c:v>
                </c:pt>
                <c:pt idx="6118">
                  <c:v>5.0198959399999996</c:v>
                </c:pt>
                <c:pt idx="6119">
                  <c:v>4.4479525710000001</c:v>
                </c:pt>
                <c:pt idx="6120">
                  <c:v>4.4765497400000003</c:v>
                </c:pt>
                <c:pt idx="6121">
                  <c:v>4.4751198810000004</c:v>
                </c:pt>
                <c:pt idx="6122">
                  <c:v>4.4751913739999996</c:v>
                </c:pt>
                <c:pt idx="6123">
                  <c:v>4.4751877999999996</c:v>
                </c:pt>
                <c:pt idx="6124">
                  <c:v>4.4751879780000001</c:v>
                </c:pt>
                <c:pt idx="6125">
                  <c:v>4.4751879690000003</c:v>
                </c:pt>
                <c:pt idx="6126">
                  <c:v>4.4751879700000003</c:v>
                </c:pt>
                <c:pt idx="6127">
                  <c:v>4.4751879700000003</c:v>
                </c:pt>
                <c:pt idx="6128">
                  <c:v>4.4751879700000003</c:v>
                </c:pt>
                <c:pt idx="6129">
                  <c:v>4.4751879700000003</c:v>
                </c:pt>
                <c:pt idx="6130">
                  <c:v>4.4751879700000003</c:v>
                </c:pt>
                <c:pt idx="6131">
                  <c:v>4.4751879700000003</c:v>
                </c:pt>
                <c:pt idx="6132">
                  <c:v>4.4751879700000003</c:v>
                </c:pt>
                <c:pt idx="6133">
                  <c:v>4.4751879700000003</c:v>
                </c:pt>
                <c:pt idx="6134">
                  <c:v>4.4751879700000003</c:v>
                </c:pt>
                <c:pt idx="6135">
                  <c:v>4.4751879700000003</c:v>
                </c:pt>
                <c:pt idx="6136">
                  <c:v>4.4751879700000003</c:v>
                </c:pt>
                <c:pt idx="6137">
                  <c:v>4.4751879700000003</c:v>
                </c:pt>
                <c:pt idx="6138">
                  <c:v>4.0662871059999999</c:v>
                </c:pt>
                <c:pt idx="6139">
                  <c:v>0</c:v>
                </c:pt>
                <c:pt idx="6140">
                  <c:v>0</c:v>
                </c:pt>
                <c:pt idx="6141">
                  <c:v>0</c:v>
                </c:pt>
                <c:pt idx="6142">
                  <c:v>0</c:v>
                </c:pt>
                <c:pt idx="6143">
                  <c:v>0</c:v>
                </c:pt>
                <c:pt idx="6144">
                  <c:v>0</c:v>
                </c:pt>
                <c:pt idx="6145">
                  <c:v>0</c:v>
                </c:pt>
                <c:pt idx="6146">
                  <c:v>5.637501586</c:v>
                </c:pt>
                <c:pt idx="6147">
                  <c:v>4.5817368360000001</c:v>
                </c:pt>
                <c:pt idx="6148">
                  <c:v>5.4865715860000002</c:v>
                </c:pt>
                <c:pt idx="6149">
                  <c:v>3.638095646</c:v>
                </c:pt>
                <c:pt idx="6150">
                  <c:v>0</c:v>
                </c:pt>
                <c:pt idx="6151">
                  <c:v>0</c:v>
                </c:pt>
                <c:pt idx="6152">
                  <c:v>0</c:v>
                </c:pt>
                <c:pt idx="6153">
                  <c:v>0</c:v>
                </c:pt>
                <c:pt idx="6154">
                  <c:v>3.0801982309999998</c:v>
                </c:pt>
                <c:pt idx="6155">
                  <c:v>6.4828856650000004</c:v>
                </c:pt>
                <c:pt idx="6156">
                  <c:v>12.565323380000001</c:v>
                </c:pt>
                <c:pt idx="6157">
                  <c:v>2.444836859</c:v>
                </c:pt>
                <c:pt idx="6158">
                  <c:v>4.8048336379999999</c:v>
                </c:pt>
                <c:pt idx="6159">
                  <c:v>6.0437220419999997</c:v>
                </c:pt>
                <c:pt idx="6160">
                  <c:v>11.02921594</c:v>
                </c:pt>
                <c:pt idx="6161">
                  <c:v>0</c:v>
                </c:pt>
                <c:pt idx="6162">
                  <c:v>0</c:v>
                </c:pt>
                <c:pt idx="6163">
                  <c:v>1.662687877</c:v>
                </c:pt>
                <c:pt idx="6164">
                  <c:v>9.1253700000000002</c:v>
                </c:pt>
                <c:pt idx="6165">
                  <c:v>9.4047300000000007</c:v>
                </c:pt>
                <c:pt idx="6166">
                  <c:v>9.36585</c:v>
                </c:pt>
                <c:pt idx="6167">
                  <c:v>8.3846077700000006</c:v>
                </c:pt>
                <c:pt idx="6168">
                  <c:v>5.9393615860000004</c:v>
                </c:pt>
                <c:pt idx="6169">
                  <c:v>1.3304444289999999</c:v>
                </c:pt>
                <c:pt idx="6170">
                  <c:v>0</c:v>
                </c:pt>
                <c:pt idx="6171">
                  <c:v>0</c:v>
                </c:pt>
                <c:pt idx="6172">
                  <c:v>0</c:v>
                </c:pt>
                <c:pt idx="6173">
                  <c:v>2.8101607529999999</c:v>
                </c:pt>
                <c:pt idx="6174">
                  <c:v>11.882654479999999</c:v>
                </c:pt>
                <c:pt idx="6175">
                  <c:v>22.09501255</c:v>
                </c:pt>
                <c:pt idx="6176">
                  <c:v>10.621406370000001</c:v>
                </c:pt>
                <c:pt idx="6177">
                  <c:v>4.1678770500000004</c:v>
                </c:pt>
                <c:pt idx="6178">
                  <c:v>4.4905535160000003</c:v>
                </c:pt>
                <c:pt idx="6179">
                  <c:v>4.4744196929999998</c:v>
                </c:pt>
                <c:pt idx="6180">
                  <c:v>4.4752263839999999</c:v>
                </c:pt>
                <c:pt idx="6181">
                  <c:v>4.4751860490000004</c:v>
                </c:pt>
                <c:pt idx="6182">
                  <c:v>4.4751880660000003</c:v>
                </c:pt>
                <c:pt idx="6183">
                  <c:v>4.4751879649999999</c:v>
                </c:pt>
                <c:pt idx="6184">
                  <c:v>4.4751879700000003</c:v>
                </c:pt>
                <c:pt idx="6185">
                  <c:v>4.4751879700000003</c:v>
                </c:pt>
                <c:pt idx="6186">
                  <c:v>0</c:v>
                </c:pt>
                <c:pt idx="6187">
                  <c:v>3.8135977699999999</c:v>
                </c:pt>
                <c:pt idx="6188">
                  <c:v>6.99282</c:v>
                </c:pt>
                <c:pt idx="6189">
                  <c:v>0</c:v>
                </c:pt>
                <c:pt idx="6190">
                  <c:v>0.61497315500000005</c:v>
                </c:pt>
                <c:pt idx="6191">
                  <c:v>5.9569217800000001</c:v>
                </c:pt>
                <c:pt idx="6192">
                  <c:v>2.512772832</c:v>
                </c:pt>
                <c:pt idx="6193">
                  <c:v>0.65976442899999999</c:v>
                </c:pt>
                <c:pt idx="6194">
                  <c:v>3.8697439600000001</c:v>
                </c:pt>
                <c:pt idx="6195">
                  <c:v>1.5276491569999999</c:v>
                </c:pt>
                <c:pt idx="6196">
                  <c:v>0</c:v>
                </c:pt>
                <c:pt idx="6197">
                  <c:v>2.42029396</c:v>
                </c:pt>
                <c:pt idx="6198">
                  <c:v>3.6228001669999998</c:v>
                </c:pt>
                <c:pt idx="6199">
                  <c:v>16.839017290000001</c:v>
                </c:pt>
                <c:pt idx="6200">
                  <c:v>11.22097862</c:v>
                </c:pt>
                <c:pt idx="6201">
                  <c:v>9.5750661279999996</c:v>
                </c:pt>
                <c:pt idx="6202">
                  <c:v>4.220194062</c:v>
                </c:pt>
                <c:pt idx="6203">
                  <c:v>4.4879376649999996</c:v>
                </c:pt>
                <c:pt idx="6204">
                  <c:v>4.474550485</c:v>
                </c:pt>
                <c:pt idx="6205">
                  <c:v>4.4752198439999997</c:v>
                </c:pt>
                <c:pt idx="6206">
                  <c:v>4.4751863759999999</c:v>
                </c:pt>
                <c:pt idx="6207">
                  <c:v>4.4751880499999999</c:v>
                </c:pt>
                <c:pt idx="6208">
                  <c:v>4.475187966</c:v>
                </c:pt>
                <c:pt idx="6209">
                  <c:v>4.4751879700000003</c:v>
                </c:pt>
                <c:pt idx="6210">
                  <c:v>2.1490142080000001</c:v>
                </c:pt>
                <c:pt idx="6211">
                  <c:v>0</c:v>
                </c:pt>
                <c:pt idx="6212">
                  <c:v>3.3198949199999999</c:v>
                </c:pt>
                <c:pt idx="6213">
                  <c:v>0</c:v>
                </c:pt>
                <c:pt idx="6214">
                  <c:v>4.0398556550000002</c:v>
                </c:pt>
                <c:pt idx="6215">
                  <c:v>5.6544675089999998</c:v>
                </c:pt>
                <c:pt idx="6216">
                  <c:v>3.8531220849999999</c:v>
                </c:pt>
                <c:pt idx="6217">
                  <c:v>14.74052652</c:v>
                </c:pt>
                <c:pt idx="6218">
                  <c:v>3.9619210420000002</c:v>
                </c:pt>
                <c:pt idx="6219">
                  <c:v>4.5008513160000003</c:v>
                </c:pt>
                <c:pt idx="6220">
                  <c:v>4.4739048029999999</c:v>
                </c:pt>
                <c:pt idx="6221">
                  <c:v>4.4752521280000002</c:v>
                </c:pt>
                <c:pt idx="6222">
                  <c:v>4.4751847619999996</c:v>
                </c:pt>
                <c:pt idx="6223">
                  <c:v>4.4751881300000003</c:v>
                </c:pt>
                <c:pt idx="6224">
                  <c:v>4.4751879619999997</c:v>
                </c:pt>
                <c:pt idx="6225">
                  <c:v>4.4751879700000003</c:v>
                </c:pt>
                <c:pt idx="6226">
                  <c:v>4.4751879700000003</c:v>
                </c:pt>
                <c:pt idx="6227">
                  <c:v>4.4751879700000003</c:v>
                </c:pt>
                <c:pt idx="6228">
                  <c:v>4.4751879700000003</c:v>
                </c:pt>
                <c:pt idx="6229">
                  <c:v>4.4751879700000003</c:v>
                </c:pt>
                <c:pt idx="6230">
                  <c:v>4.4751879700000003</c:v>
                </c:pt>
                <c:pt idx="6231">
                  <c:v>4.4751879700000003</c:v>
                </c:pt>
                <c:pt idx="6232">
                  <c:v>0</c:v>
                </c:pt>
                <c:pt idx="6233">
                  <c:v>0</c:v>
                </c:pt>
                <c:pt idx="6234">
                  <c:v>0</c:v>
                </c:pt>
                <c:pt idx="6235">
                  <c:v>0</c:v>
                </c:pt>
                <c:pt idx="6236">
                  <c:v>0</c:v>
                </c:pt>
                <c:pt idx="6237">
                  <c:v>0</c:v>
                </c:pt>
                <c:pt idx="6238">
                  <c:v>10.572480000000001</c:v>
                </c:pt>
                <c:pt idx="6239">
                  <c:v>13.76064</c:v>
                </c:pt>
                <c:pt idx="6240">
                  <c:v>16.226099999999999</c:v>
                </c:pt>
                <c:pt idx="6241">
                  <c:v>5.1336093729999996</c:v>
                </c:pt>
                <c:pt idx="6242">
                  <c:v>0</c:v>
                </c:pt>
                <c:pt idx="6243">
                  <c:v>0</c:v>
                </c:pt>
                <c:pt idx="6244">
                  <c:v>0</c:v>
                </c:pt>
                <c:pt idx="6245">
                  <c:v>0</c:v>
                </c:pt>
                <c:pt idx="6246">
                  <c:v>6.4576333479999999</c:v>
                </c:pt>
                <c:pt idx="6247">
                  <c:v>15.770275229999999</c:v>
                </c:pt>
                <c:pt idx="6248">
                  <c:v>4.1791271590000001</c:v>
                </c:pt>
                <c:pt idx="6249">
                  <c:v>8.4761485299999997</c:v>
                </c:pt>
                <c:pt idx="6250">
                  <c:v>7.8455076149999998</c:v>
                </c:pt>
                <c:pt idx="6251">
                  <c:v>5.60918735</c:v>
                </c:pt>
                <c:pt idx="6252">
                  <c:v>6.3140821770000004</c:v>
                </c:pt>
                <c:pt idx="6253">
                  <c:v>11.62304518</c:v>
                </c:pt>
                <c:pt idx="6254">
                  <c:v>4.1177951090000002</c:v>
                </c:pt>
                <c:pt idx="6255">
                  <c:v>4.4930576130000004</c:v>
                </c:pt>
                <c:pt idx="6256">
                  <c:v>4.474294488</c:v>
                </c:pt>
                <c:pt idx="6257">
                  <c:v>4.4752326440000001</c:v>
                </c:pt>
                <c:pt idx="6258">
                  <c:v>4.4751857360000002</c:v>
                </c:pt>
                <c:pt idx="6259">
                  <c:v>4.4751880819999998</c:v>
                </c:pt>
                <c:pt idx="6260">
                  <c:v>4.4751879639999999</c:v>
                </c:pt>
                <c:pt idx="6261">
                  <c:v>4.4751879700000003</c:v>
                </c:pt>
                <c:pt idx="6262">
                  <c:v>4.4751879700000003</c:v>
                </c:pt>
                <c:pt idx="6263">
                  <c:v>4.4751879700000003</c:v>
                </c:pt>
                <c:pt idx="6264">
                  <c:v>2.5181772219999998</c:v>
                </c:pt>
                <c:pt idx="6265">
                  <c:v>6.4321987180000004</c:v>
                </c:pt>
                <c:pt idx="6266">
                  <c:v>4.3773374330000001</c:v>
                </c:pt>
                <c:pt idx="6267">
                  <c:v>4.4800804970000003</c:v>
                </c:pt>
                <c:pt idx="6268">
                  <c:v>4.4749433439999997</c:v>
                </c:pt>
                <c:pt idx="6269">
                  <c:v>4.4752002009999998</c:v>
                </c:pt>
                <c:pt idx="6270">
                  <c:v>4.4751873580000003</c:v>
                </c:pt>
                <c:pt idx="6271">
                  <c:v>4.4751880010000002</c:v>
                </c:pt>
                <c:pt idx="6272">
                  <c:v>4.4751879680000002</c:v>
                </c:pt>
                <c:pt idx="6273">
                  <c:v>4.4751879700000003</c:v>
                </c:pt>
                <c:pt idx="6274">
                  <c:v>4.4751879700000003</c:v>
                </c:pt>
                <c:pt idx="6275">
                  <c:v>4.4751879700000003</c:v>
                </c:pt>
                <c:pt idx="6276">
                  <c:v>4.4751879700000003</c:v>
                </c:pt>
                <c:pt idx="6277">
                  <c:v>4.4751879700000003</c:v>
                </c:pt>
                <c:pt idx="6278">
                  <c:v>4.4751879700000003</c:v>
                </c:pt>
                <c:pt idx="6279">
                  <c:v>4.4751879700000003</c:v>
                </c:pt>
                <c:pt idx="6280">
                  <c:v>4.4751879700000003</c:v>
                </c:pt>
                <c:pt idx="6281">
                  <c:v>4.4751879700000003</c:v>
                </c:pt>
                <c:pt idx="6282">
                  <c:v>0</c:v>
                </c:pt>
                <c:pt idx="6283">
                  <c:v>4.651677877</c:v>
                </c:pt>
                <c:pt idx="6284">
                  <c:v>8.0357422710000002</c:v>
                </c:pt>
                <c:pt idx="6285">
                  <c:v>0</c:v>
                </c:pt>
                <c:pt idx="6286">
                  <c:v>3.79863178</c:v>
                </c:pt>
                <c:pt idx="6287">
                  <c:v>0</c:v>
                </c:pt>
                <c:pt idx="6288">
                  <c:v>0</c:v>
                </c:pt>
                <c:pt idx="6289">
                  <c:v>5.2249766000000003E-2</c:v>
                </c:pt>
                <c:pt idx="6290">
                  <c:v>0</c:v>
                </c:pt>
                <c:pt idx="6291">
                  <c:v>5.2335093730000004</c:v>
                </c:pt>
                <c:pt idx="6292">
                  <c:v>5.5914624000000003E-2</c:v>
                </c:pt>
                <c:pt idx="6293">
                  <c:v>6.4211417800000001</c:v>
                </c:pt>
                <c:pt idx="6294">
                  <c:v>25.328191499999999</c:v>
                </c:pt>
                <c:pt idx="6295">
                  <c:v>12.22162848</c:v>
                </c:pt>
                <c:pt idx="6296">
                  <c:v>4.0878659449999999</c:v>
                </c:pt>
                <c:pt idx="6297">
                  <c:v>4.4945540709999996</c:v>
                </c:pt>
                <c:pt idx="6298">
                  <c:v>4.4742196649999997</c:v>
                </c:pt>
                <c:pt idx="6299">
                  <c:v>4.4752363849999997</c:v>
                </c:pt>
                <c:pt idx="6300">
                  <c:v>4.4751855489999999</c:v>
                </c:pt>
                <c:pt idx="6301">
                  <c:v>4.4751880909999997</c:v>
                </c:pt>
                <c:pt idx="6302">
                  <c:v>4.4751879639999999</c:v>
                </c:pt>
                <c:pt idx="6303">
                  <c:v>4.4751879700000003</c:v>
                </c:pt>
                <c:pt idx="6304">
                  <c:v>4.4751879700000003</c:v>
                </c:pt>
                <c:pt idx="6305">
                  <c:v>4.4751879700000003</c:v>
                </c:pt>
                <c:pt idx="6306">
                  <c:v>0</c:v>
                </c:pt>
                <c:pt idx="6307">
                  <c:v>8.3752200000000006</c:v>
                </c:pt>
                <c:pt idx="6308">
                  <c:v>0</c:v>
                </c:pt>
                <c:pt idx="6309">
                  <c:v>0</c:v>
                </c:pt>
                <c:pt idx="6310">
                  <c:v>0</c:v>
                </c:pt>
                <c:pt idx="6311">
                  <c:v>0</c:v>
                </c:pt>
                <c:pt idx="6312">
                  <c:v>8.2783050090000003</c:v>
                </c:pt>
                <c:pt idx="6313">
                  <c:v>13.52908732</c:v>
                </c:pt>
                <c:pt idx="6314">
                  <c:v>16.531020000000002</c:v>
                </c:pt>
                <c:pt idx="6315">
                  <c:v>14.84657655</c:v>
                </c:pt>
                <c:pt idx="6316">
                  <c:v>6.2178038210000004</c:v>
                </c:pt>
                <c:pt idx="6317">
                  <c:v>4.3880571770000003</c:v>
                </c:pt>
                <c:pt idx="6318">
                  <c:v>4.4795445100000002</c:v>
                </c:pt>
                <c:pt idx="6319">
                  <c:v>4.4749701430000002</c:v>
                </c:pt>
                <c:pt idx="6320">
                  <c:v>4.475198861</c:v>
                </c:pt>
                <c:pt idx="6321">
                  <c:v>4.4751874249999997</c:v>
                </c:pt>
                <c:pt idx="6322">
                  <c:v>4.4751879969999999</c:v>
                </c:pt>
                <c:pt idx="6323">
                  <c:v>4.4751879690000003</c:v>
                </c:pt>
                <c:pt idx="6324">
                  <c:v>4.4751879700000003</c:v>
                </c:pt>
                <c:pt idx="6325">
                  <c:v>4.4751879700000003</c:v>
                </c:pt>
                <c:pt idx="6326">
                  <c:v>4.4751879700000003</c:v>
                </c:pt>
                <c:pt idx="6327">
                  <c:v>4.4751879700000003</c:v>
                </c:pt>
                <c:pt idx="6328">
                  <c:v>2.667599702</c:v>
                </c:pt>
                <c:pt idx="6329">
                  <c:v>2.1994572049999999</c:v>
                </c:pt>
                <c:pt idx="6330">
                  <c:v>0</c:v>
                </c:pt>
                <c:pt idx="6331">
                  <c:v>0</c:v>
                </c:pt>
                <c:pt idx="6332">
                  <c:v>0</c:v>
                </c:pt>
                <c:pt idx="6333">
                  <c:v>0</c:v>
                </c:pt>
                <c:pt idx="6334">
                  <c:v>3.4956562180000001</c:v>
                </c:pt>
                <c:pt idx="6335">
                  <c:v>0.56189564599999997</c:v>
                </c:pt>
                <c:pt idx="6336">
                  <c:v>16.052759999999999</c:v>
                </c:pt>
                <c:pt idx="6337">
                  <c:v>16.128990000000002</c:v>
                </c:pt>
                <c:pt idx="6338">
                  <c:v>16.461359999999999</c:v>
                </c:pt>
                <c:pt idx="6339">
                  <c:v>16.318481309999999</c:v>
                </c:pt>
                <c:pt idx="6340">
                  <c:v>3.8830233029999999</c:v>
                </c:pt>
                <c:pt idx="6341">
                  <c:v>4.5047962029999997</c:v>
                </c:pt>
                <c:pt idx="6342">
                  <c:v>4.4737075580000001</c:v>
                </c:pt>
                <c:pt idx="6343">
                  <c:v>0</c:v>
                </c:pt>
                <c:pt idx="6344">
                  <c:v>10.99118372</c:v>
                </c:pt>
                <c:pt idx="6345">
                  <c:v>1.3133336470000001</c:v>
                </c:pt>
                <c:pt idx="6346">
                  <c:v>6.4173021529999996</c:v>
                </c:pt>
                <c:pt idx="6347">
                  <c:v>2.7089114570000001</c:v>
                </c:pt>
                <c:pt idx="6348">
                  <c:v>1.6200711889999999</c:v>
                </c:pt>
                <c:pt idx="6349">
                  <c:v>9.7010382750000002</c:v>
                </c:pt>
                <c:pt idx="6350">
                  <c:v>4.2138954550000003</c:v>
                </c:pt>
                <c:pt idx="6351">
                  <c:v>4.4882525959999997</c:v>
                </c:pt>
                <c:pt idx="6352">
                  <c:v>4.4745347390000001</c:v>
                </c:pt>
                <c:pt idx="6353">
                  <c:v>4.475220631</c:v>
                </c:pt>
                <c:pt idx="6354">
                  <c:v>4.4126250090000001</c:v>
                </c:pt>
                <c:pt idx="6355">
                  <c:v>0</c:v>
                </c:pt>
                <c:pt idx="6356">
                  <c:v>0</c:v>
                </c:pt>
                <c:pt idx="6357">
                  <c:v>5.0770253109999999</c:v>
                </c:pt>
                <c:pt idx="6358">
                  <c:v>10.58153544</c:v>
                </c:pt>
                <c:pt idx="6359">
                  <c:v>3.6036140859999999</c:v>
                </c:pt>
                <c:pt idx="6360">
                  <c:v>0.96019789099999997</c:v>
                </c:pt>
                <c:pt idx="6361">
                  <c:v>0</c:v>
                </c:pt>
                <c:pt idx="6362">
                  <c:v>6.3098061410000001</c:v>
                </c:pt>
                <c:pt idx="6363">
                  <c:v>8.5047162800000002</c:v>
                </c:pt>
                <c:pt idx="6364">
                  <c:v>5.6526393730000004</c:v>
                </c:pt>
                <c:pt idx="6365">
                  <c:v>3.1873796539999999</c:v>
                </c:pt>
                <c:pt idx="6366">
                  <c:v>0</c:v>
                </c:pt>
                <c:pt idx="6367">
                  <c:v>1.5268167130000001</c:v>
                </c:pt>
                <c:pt idx="6368">
                  <c:v>7.2448840370000003</c:v>
                </c:pt>
                <c:pt idx="6369">
                  <c:v>15.246935110000001</c:v>
                </c:pt>
                <c:pt idx="6370">
                  <c:v>8.9245193619999998</c:v>
                </c:pt>
                <c:pt idx="6371">
                  <c:v>4.2527214000000004</c:v>
                </c:pt>
                <c:pt idx="6372">
                  <c:v>4.4863112980000004</c:v>
                </c:pt>
                <c:pt idx="6373">
                  <c:v>4.4746318040000004</c:v>
                </c:pt>
                <c:pt idx="6374">
                  <c:v>0</c:v>
                </c:pt>
                <c:pt idx="6375">
                  <c:v>9.4083658289999992</c:v>
                </c:pt>
                <c:pt idx="6376">
                  <c:v>4.2285290770000001</c:v>
                </c:pt>
                <c:pt idx="6377">
                  <c:v>4.4875209150000002</c:v>
                </c:pt>
                <c:pt idx="6378">
                  <c:v>4.4745713230000002</c:v>
                </c:pt>
                <c:pt idx="6379">
                  <c:v>4.4752188019999997</c:v>
                </c:pt>
                <c:pt idx="6380">
                  <c:v>4.4751864279999998</c:v>
                </c:pt>
                <c:pt idx="6381">
                  <c:v>4.4751880469999996</c:v>
                </c:pt>
                <c:pt idx="6382">
                  <c:v>4.475187966</c:v>
                </c:pt>
                <c:pt idx="6383">
                  <c:v>4.4751879700000003</c:v>
                </c:pt>
                <c:pt idx="6384">
                  <c:v>4.4751879700000003</c:v>
                </c:pt>
                <c:pt idx="6385">
                  <c:v>4.4751879700000003</c:v>
                </c:pt>
                <c:pt idx="6386">
                  <c:v>4.4751879700000003</c:v>
                </c:pt>
                <c:pt idx="6387">
                  <c:v>4.4751879700000003</c:v>
                </c:pt>
                <c:pt idx="6388">
                  <c:v>4.4751879700000003</c:v>
                </c:pt>
                <c:pt idx="6389">
                  <c:v>4.4751879700000003</c:v>
                </c:pt>
                <c:pt idx="6390">
                  <c:v>4.4751879700000003</c:v>
                </c:pt>
                <c:pt idx="6391">
                  <c:v>4.4751879700000003</c:v>
                </c:pt>
                <c:pt idx="6392">
                  <c:v>4.4751879700000003</c:v>
                </c:pt>
                <c:pt idx="6393">
                  <c:v>4.4751879700000003</c:v>
                </c:pt>
                <c:pt idx="6394">
                  <c:v>4.4751879700000003</c:v>
                </c:pt>
                <c:pt idx="6395">
                  <c:v>4.4751879700000003</c:v>
                </c:pt>
                <c:pt idx="6396">
                  <c:v>4.4751879700000003</c:v>
                </c:pt>
                <c:pt idx="6397">
                  <c:v>4.4751879700000003</c:v>
                </c:pt>
                <c:pt idx="6398">
                  <c:v>4.4751879700000003</c:v>
                </c:pt>
                <c:pt idx="6399">
                  <c:v>4.4751879700000003</c:v>
                </c:pt>
                <c:pt idx="6400">
                  <c:v>4.4751879700000003</c:v>
                </c:pt>
                <c:pt idx="6401">
                  <c:v>4.4751879700000003</c:v>
                </c:pt>
                <c:pt idx="6402">
                  <c:v>4.4751879700000003</c:v>
                </c:pt>
                <c:pt idx="6403">
                  <c:v>0</c:v>
                </c:pt>
                <c:pt idx="6404">
                  <c:v>0</c:v>
                </c:pt>
                <c:pt idx="6405">
                  <c:v>0</c:v>
                </c:pt>
                <c:pt idx="6406">
                  <c:v>1.2703162180000001</c:v>
                </c:pt>
                <c:pt idx="6407">
                  <c:v>0</c:v>
                </c:pt>
                <c:pt idx="6408">
                  <c:v>0</c:v>
                </c:pt>
                <c:pt idx="6409">
                  <c:v>3.3012007529999998</c:v>
                </c:pt>
                <c:pt idx="6410">
                  <c:v>3.7476139599999998</c:v>
                </c:pt>
                <c:pt idx="6411">
                  <c:v>4.1622439599999996</c:v>
                </c:pt>
                <c:pt idx="6412">
                  <c:v>0.91687973700000003</c:v>
                </c:pt>
                <c:pt idx="6413">
                  <c:v>4.2677193730000003</c:v>
                </c:pt>
                <c:pt idx="6414">
                  <c:v>25.082241920000001</c:v>
                </c:pt>
                <c:pt idx="6415">
                  <c:v>15.7005397</c:v>
                </c:pt>
                <c:pt idx="6416">
                  <c:v>14.113676740000001</c:v>
                </c:pt>
                <c:pt idx="6417">
                  <c:v>3.9932635319999998</c:v>
                </c:pt>
                <c:pt idx="6418">
                  <c:v>4.4992841920000002</c:v>
                </c:pt>
                <c:pt idx="6419">
                  <c:v>4.4739831590000003</c:v>
                </c:pt>
                <c:pt idx="6420">
                  <c:v>4.4752482100000002</c:v>
                </c:pt>
                <c:pt idx="6421">
                  <c:v>4.4751849579999998</c:v>
                </c:pt>
                <c:pt idx="6422">
                  <c:v>4.4751881210000004</c:v>
                </c:pt>
                <c:pt idx="6423">
                  <c:v>4.4751879619999997</c:v>
                </c:pt>
                <c:pt idx="6424">
                  <c:v>4.4751879700000003</c:v>
                </c:pt>
                <c:pt idx="6425">
                  <c:v>4.4751879700000003</c:v>
                </c:pt>
                <c:pt idx="6426">
                  <c:v>4.4751879700000003</c:v>
                </c:pt>
                <c:pt idx="6427">
                  <c:v>0</c:v>
                </c:pt>
                <c:pt idx="6428">
                  <c:v>1.82646178</c:v>
                </c:pt>
                <c:pt idx="6429">
                  <c:v>0</c:v>
                </c:pt>
                <c:pt idx="6430">
                  <c:v>0</c:v>
                </c:pt>
                <c:pt idx="6431">
                  <c:v>0.917550753</c:v>
                </c:pt>
                <c:pt idx="6432">
                  <c:v>0</c:v>
                </c:pt>
                <c:pt idx="6433">
                  <c:v>0</c:v>
                </c:pt>
                <c:pt idx="6434">
                  <c:v>0</c:v>
                </c:pt>
                <c:pt idx="6435">
                  <c:v>0</c:v>
                </c:pt>
                <c:pt idx="6436">
                  <c:v>9.4603471060000004</c:v>
                </c:pt>
                <c:pt idx="6437">
                  <c:v>8.5307149199999994</c:v>
                </c:pt>
                <c:pt idx="6438">
                  <c:v>22.412025069999999</c:v>
                </c:pt>
                <c:pt idx="6439">
                  <c:v>15.035347290000001</c:v>
                </c:pt>
                <c:pt idx="6440">
                  <c:v>3.9471800039999998</c:v>
                </c:pt>
                <c:pt idx="6441">
                  <c:v>4.5015883680000002</c:v>
                </c:pt>
                <c:pt idx="6442">
                  <c:v>4.4738679499999998</c:v>
                </c:pt>
                <c:pt idx="6443">
                  <c:v>4.4752539709999999</c:v>
                </c:pt>
                <c:pt idx="6444">
                  <c:v>4.47518467</c:v>
                </c:pt>
                <c:pt idx="6445">
                  <c:v>4.4751881349999998</c:v>
                </c:pt>
                <c:pt idx="6446">
                  <c:v>4.4751879619999997</c:v>
                </c:pt>
                <c:pt idx="6447">
                  <c:v>4.4751879700000003</c:v>
                </c:pt>
                <c:pt idx="6448">
                  <c:v>4.4751879700000003</c:v>
                </c:pt>
                <c:pt idx="6449">
                  <c:v>4.4751879700000003</c:v>
                </c:pt>
                <c:pt idx="6450">
                  <c:v>0</c:v>
                </c:pt>
                <c:pt idx="6451">
                  <c:v>3.5646331550000001</c:v>
                </c:pt>
                <c:pt idx="6452">
                  <c:v>6.3438299999999996</c:v>
                </c:pt>
                <c:pt idx="6453">
                  <c:v>9.0976522709999994</c:v>
                </c:pt>
                <c:pt idx="6454">
                  <c:v>5.2183100439999999</c:v>
                </c:pt>
                <c:pt idx="6455">
                  <c:v>4.4380318660000002</c:v>
                </c:pt>
                <c:pt idx="6456">
                  <c:v>4.4770457749999997</c:v>
                </c:pt>
                <c:pt idx="6457">
                  <c:v>4.47509508</c:v>
                </c:pt>
                <c:pt idx="6458">
                  <c:v>0.64109462399999995</c:v>
                </c:pt>
                <c:pt idx="6459">
                  <c:v>4.8722656459999998</c:v>
                </c:pt>
                <c:pt idx="6460">
                  <c:v>0</c:v>
                </c:pt>
                <c:pt idx="6461">
                  <c:v>0</c:v>
                </c:pt>
                <c:pt idx="6462">
                  <c:v>3.2289705949999998</c:v>
                </c:pt>
                <c:pt idx="6463">
                  <c:v>16.38643369</c:v>
                </c:pt>
                <c:pt idx="6464">
                  <c:v>0</c:v>
                </c:pt>
                <c:pt idx="6465">
                  <c:v>5.754330843</c:v>
                </c:pt>
                <c:pt idx="6466">
                  <c:v>12.4726389</c:v>
                </c:pt>
                <c:pt idx="6467">
                  <c:v>4.0753154230000002</c:v>
                </c:pt>
                <c:pt idx="6468">
                  <c:v>4.4951815970000002</c:v>
                </c:pt>
                <c:pt idx="6469">
                  <c:v>4.4741882889999998</c:v>
                </c:pt>
                <c:pt idx="6470">
                  <c:v>4.4752379539999998</c:v>
                </c:pt>
                <c:pt idx="6471">
                  <c:v>4.4751854709999996</c:v>
                </c:pt>
                <c:pt idx="6472">
                  <c:v>4.475188095</c:v>
                </c:pt>
                <c:pt idx="6473">
                  <c:v>4.4751879639999999</c:v>
                </c:pt>
                <c:pt idx="6474">
                  <c:v>4.4751879700000003</c:v>
                </c:pt>
                <c:pt idx="6475">
                  <c:v>3.4677899999999999</c:v>
                </c:pt>
                <c:pt idx="6476">
                  <c:v>5.4825859399999999</c:v>
                </c:pt>
                <c:pt idx="6477">
                  <c:v>4.4248180709999998</c:v>
                </c:pt>
                <c:pt idx="6478">
                  <c:v>4.4777064649999998</c:v>
                </c:pt>
                <c:pt idx="6479">
                  <c:v>4.4750620449999996</c:v>
                </c:pt>
                <c:pt idx="6480">
                  <c:v>4.4751942659999999</c:v>
                </c:pt>
                <c:pt idx="6481">
                  <c:v>4.475187655</c:v>
                </c:pt>
                <c:pt idx="6482">
                  <c:v>4.4751879859999999</c:v>
                </c:pt>
                <c:pt idx="6483">
                  <c:v>0.80299584499999999</c:v>
                </c:pt>
                <c:pt idx="6484">
                  <c:v>0</c:v>
                </c:pt>
                <c:pt idx="6485">
                  <c:v>0</c:v>
                </c:pt>
                <c:pt idx="6486">
                  <c:v>6.552537547</c:v>
                </c:pt>
                <c:pt idx="6487">
                  <c:v>12.07002597</c:v>
                </c:pt>
                <c:pt idx="6488">
                  <c:v>8.2332693559999992</c:v>
                </c:pt>
                <c:pt idx="6489">
                  <c:v>1.5407251740000001</c:v>
                </c:pt>
                <c:pt idx="6490">
                  <c:v>2.8281666319999998</c:v>
                </c:pt>
                <c:pt idx="6491">
                  <c:v>8.7403655409999992</c:v>
                </c:pt>
                <c:pt idx="6492">
                  <c:v>4.2619290909999998</c:v>
                </c:pt>
                <c:pt idx="6493">
                  <c:v>4.4858509140000002</c:v>
                </c:pt>
                <c:pt idx="6494">
                  <c:v>4.4746548229999998</c:v>
                </c:pt>
                <c:pt idx="6495">
                  <c:v>2.5955462429999998</c:v>
                </c:pt>
                <c:pt idx="6496">
                  <c:v>6.3548550219999997</c:v>
                </c:pt>
                <c:pt idx="6497">
                  <c:v>4.3812046169999999</c:v>
                </c:pt>
                <c:pt idx="6498">
                  <c:v>0</c:v>
                </c:pt>
                <c:pt idx="6499">
                  <c:v>2.6211877700000001</c:v>
                </c:pt>
                <c:pt idx="6500">
                  <c:v>2.2736217999999999E-2</c:v>
                </c:pt>
                <c:pt idx="6501">
                  <c:v>8.4654000000000007</c:v>
                </c:pt>
                <c:pt idx="6502">
                  <c:v>4.3053650870000002</c:v>
                </c:pt>
                <c:pt idx="6503">
                  <c:v>4.3302234589999999</c:v>
                </c:pt>
                <c:pt idx="6504">
                  <c:v>0</c:v>
                </c:pt>
                <c:pt idx="6505">
                  <c:v>7.3655634589999996</c:v>
                </c:pt>
                <c:pt idx="6506">
                  <c:v>0.27407470699999997</c:v>
                </c:pt>
                <c:pt idx="6507">
                  <c:v>0</c:v>
                </c:pt>
                <c:pt idx="6508">
                  <c:v>0</c:v>
                </c:pt>
                <c:pt idx="6509">
                  <c:v>0</c:v>
                </c:pt>
                <c:pt idx="6510">
                  <c:v>4.6751503540000003</c:v>
                </c:pt>
                <c:pt idx="6511">
                  <c:v>20.559629000000001</c:v>
                </c:pt>
                <c:pt idx="6512">
                  <c:v>13.61761059</c:v>
                </c:pt>
                <c:pt idx="6513">
                  <c:v>6.1941770050000002</c:v>
                </c:pt>
                <c:pt idx="6514">
                  <c:v>4.389238518</c:v>
                </c:pt>
                <c:pt idx="6515">
                  <c:v>4.4794854429999997</c:v>
                </c:pt>
                <c:pt idx="6516">
                  <c:v>4.4749730960000003</c:v>
                </c:pt>
                <c:pt idx="6517">
                  <c:v>4.4751987140000002</c:v>
                </c:pt>
                <c:pt idx="6518">
                  <c:v>4.4751874330000003</c:v>
                </c:pt>
                <c:pt idx="6519">
                  <c:v>4.4751879969999999</c:v>
                </c:pt>
                <c:pt idx="6520">
                  <c:v>4.4751879690000003</c:v>
                </c:pt>
                <c:pt idx="6521">
                  <c:v>4.4751879700000003</c:v>
                </c:pt>
                <c:pt idx="6522">
                  <c:v>6.5427105999999999E-2</c:v>
                </c:pt>
                <c:pt idx="6523">
                  <c:v>8.8849488339999994</c:v>
                </c:pt>
                <c:pt idx="6524">
                  <c:v>0</c:v>
                </c:pt>
                <c:pt idx="6525">
                  <c:v>0</c:v>
                </c:pt>
                <c:pt idx="6526">
                  <c:v>0</c:v>
                </c:pt>
                <c:pt idx="6527">
                  <c:v>0</c:v>
                </c:pt>
                <c:pt idx="6528">
                  <c:v>0</c:v>
                </c:pt>
                <c:pt idx="6529">
                  <c:v>5.4770656459999998</c:v>
                </c:pt>
                <c:pt idx="6530">
                  <c:v>7.5269731550000003</c:v>
                </c:pt>
                <c:pt idx="6531">
                  <c:v>10.15476492</c:v>
                </c:pt>
                <c:pt idx="6532">
                  <c:v>0.96289915699999995</c:v>
                </c:pt>
                <c:pt idx="6533">
                  <c:v>0</c:v>
                </c:pt>
                <c:pt idx="6534">
                  <c:v>5.0926288609999997</c:v>
                </c:pt>
                <c:pt idx="6535">
                  <c:v>7.7350865850000003</c:v>
                </c:pt>
                <c:pt idx="6536">
                  <c:v>0</c:v>
                </c:pt>
                <c:pt idx="6537">
                  <c:v>0.10955590900000001</c:v>
                </c:pt>
                <c:pt idx="6538">
                  <c:v>0</c:v>
                </c:pt>
                <c:pt idx="6539">
                  <c:v>3.97061419</c:v>
                </c:pt>
                <c:pt idx="6540">
                  <c:v>7.0126573160000003</c:v>
                </c:pt>
                <c:pt idx="6541">
                  <c:v>16.874651270000001</c:v>
                </c:pt>
                <c:pt idx="6542">
                  <c:v>14.2943979</c:v>
                </c:pt>
                <c:pt idx="6543">
                  <c:v>3.5614987789999999</c:v>
                </c:pt>
                <c:pt idx="6544">
                  <c:v>3.2295195099999998</c:v>
                </c:pt>
                <c:pt idx="6545">
                  <c:v>0</c:v>
                </c:pt>
                <c:pt idx="6546">
                  <c:v>0</c:v>
                </c:pt>
                <c:pt idx="6547">
                  <c:v>9.2390335639999996</c:v>
                </c:pt>
                <c:pt idx="6548">
                  <c:v>3.383277106</c:v>
                </c:pt>
                <c:pt idx="6549">
                  <c:v>1.7935115859999999</c:v>
                </c:pt>
                <c:pt idx="6550">
                  <c:v>8.1153277700000004</c:v>
                </c:pt>
                <c:pt idx="6551">
                  <c:v>5.0626831550000002</c:v>
                </c:pt>
                <c:pt idx="6552">
                  <c:v>4.1908329359999996</c:v>
                </c:pt>
                <c:pt idx="6553">
                  <c:v>1.216328796</c:v>
                </c:pt>
                <c:pt idx="6554">
                  <c:v>0.66885442900000003</c:v>
                </c:pt>
                <c:pt idx="6555">
                  <c:v>0</c:v>
                </c:pt>
                <c:pt idx="6556">
                  <c:v>16.26642</c:v>
                </c:pt>
                <c:pt idx="6557">
                  <c:v>4.1739556459999996</c:v>
                </c:pt>
                <c:pt idx="6558">
                  <c:v>20.11957774</c:v>
                </c:pt>
                <c:pt idx="6559">
                  <c:v>3.6929684809999999</c:v>
                </c:pt>
                <c:pt idx="6560">
                  <c:v>4.5142989440000001</c:v>
                </c:pt>
                <c:pt idx="6561">
                  <c:v>4.4732324209999996</c:v>
                </c:pt>
                <c:pt idx="6562">
                  <c:v>4.475285747</c:v>
                </c:pt>
                <c:pt idx="6563">
                  <c:v>4.475183081</c:v>
                </c:pt>
                <c:pt idx="6564">
                  <c:v>4.4751882140000001</c:v>
                </c:pt>
                <c:pt idx="6565">
                  <c:v>4.4751879580000002</c:v>
                </c:pt>
                <c:pt idx="6566">
                  <c:v>4.4751879710000004</c:v>
                </c:pt>
                <c:pt idx="6567">
                  <c:v>4.4751879700000003</c:v>
                </c:pt>
                <c:pt idx="6568">
                  <c:v>4.4751879700000003</c:v>
                </c:pt>
                <c:pt idx="6569">
                  <c:v>4.4751879700000003</c:v>
                </c:pt>
                <c:pt idx="6570">
                  <c:v>4.4751879700000003</c:v>
                </c:pt>
                <c:pt idx="6571">
                  <c:v>0</c:v>
                </c:pt>
                <c:pt idx="6572">
                  <c:v>0</c:v>
                </c:pt>
                <c:pt idx="6573">
                  <c:v>0</c:v>
                </c:pt>
                <c:pt idx="6574">
                  <c:v>0</c:v>
                </c:pt>
                <c:pt idx="6575">
                  <c:v>0</c:v>
                </c:pt>
                <c:pt idx="6576">
                  <c:v>0</c:v>
                </c:pt>
                <c:pt idx="6577">
                  <c:v>0</c:v>
                </c:pt>
                <c:pt idx="6578">
                  <c:v>2.980800753</c:v>
                </c:pt>
                <c:pt idx="6579">
                  <c:v>0</c:v>
                </c:pt>
                <c:pt idx="6580">
                  <c:v>0</c:v>
                </c:pt>
                <c:pt idx="6581">
                  <c:v>13.23044655</c:v>
                </c:pt>
                <c:pt idx="6582">
                  <c:v>0.42088444200000003</c:v>
                </c:pt>
                <c:pt idx="6583">
                  <c:v>0.51292446000000003</c:v>
                </c:pt>
                <c:pt idx="6584">
                  <c:v>13.87053573</c:v>
                </c:pt>
                <c:pt idx="6585">
                  <c:v>6.9270031559999996</c:v>
                </c:pt>
                <c:pt idx="6586">
                  <c:v>18.270099890000001</c:v>
                </c:pt>
                <c:pt idx="6587">
                  <c:v>24.175937860000001</c:v>
                </c:pt>
                <c:pt idx="6588">
                  <c:v>3.4901504750000001</c:v>
                </c:pt>
                <c:pt idx="6589">
                  <c:v>4.5244398449999998</c:v>
                </c:pt>
                <c:pt idx="6590">
                  <c:v>4.4727253759999996</c:v>
                </c:pt>
                <c:pt idx="6591">
                  <c:v>4.4753110999999999</c:v>
                </c:pt>
                <c:pt idx="6592">
                  <c:v>4.4751818129999998</c:v>
                </c:pt>
                <c:pt idx="6593">
                  <c:v>4.4751882780000001</c:v>
                </c:pt>
                <c:pt idx="6594">
                  <c:v>2.6986778770000002</c:v>
                </c:pt>
                <c:pt idx="6595">
                  <c:v>0</c:v>
                </c:pt>
                <c:pt idx="6596">
                  <c:v>3.0148171060000002</c:v>
                </c:pt>
                <c:pt idx="6597">
                  <c:v>0</c:v>
                </c:pt>
                <c:pt idx="6598">
                  <c:v>0</c:v>
                </c:pt>
                <c:pt idx="6599">
                  <c:v>0</c:v>
                </c:pt>
                <c:pt idx="6600">
                  <c:v>2.6745765289999999</c:v>
                </c:pt>
                <c:pt idx="6601">
                  <c:v>15.127373540000001</c:v>
                </c:pt>
                <c:pt idx="6602">
                  <c:v>16.93233</c:v>
                </c:pt>
                <c:pt idx="6603">
                  <c:v>16.064820000000001</c:v>
                </c:pt>
                <c:pt idx="6604">
                  <c:v>5.3393315860000001</c:v>
                </c:pt>
                <c:pt idx="6605">
                  <c:v>1.3124591569999999</c:v>
                </c:pt>
                <c:pt idx="6606">
                  <c:v>0.12825325100000001</c:v>
                </c:pt>
                <c:pt idx="6607">
                  <c:v>18.15219278</c:v>
                </c:pt>
                <c:pt idx="6608">
                  <c:v>3.7913377289999999</c:v>
                </c:pt>
                <c:pt idx="6609">
                  <c:v>4.5093804820000001</c:v>
                </c:pt>
                <c:pt idx="6610">
                  <c:v>4.4734783440000001</c:v>
                </c:pt>
                <c:pt idx="6611">
                  <c:v>1.863940277</c:v>
                </c:pt>
                <c:pt idx="6612">
                  <c:v>6.522307681</c:v>
                </c:pt>
                <c:pt idx="6613">
                  <c:v>1.6974550470000001</c:v>
                </c:pt>
                <c:pt idx="6614">
                  <c:v>7.6648814999999999</c:v>
                </c:pt>
                <c:pt idx="6615">
                  <c:v>9.8617774000000005E-2</c:v>
                </c:pt>
                <c:pt idx="6616">
                  <c:v>0</c:v>
                </c:pt>
                <c:pt idx="6617">
                  <c:v>0</c:v>
                </c:pt>
                <c:pt idx="6618">
                  <c:v>0</c:v>
                </c:pt>
                <c:pt idx="6619">
                  <c:v>0</c:v>
                </c:pt>
                <c:pt idx="6620">
                  <c:v>0</c:v>
                </c:pt>
                <c:pt idx="6621">
                  <c:v>6.397947877</c:v>
                </c:pt>
                <c:pt idx="6622">
                  <c:v>9.2249099999999995</c:v>
                </c:pt>
                <c:pt idx="6623">
                  <c:v>12.27563655</c:v>
                </c:pt>
                <c:pt idx="6624">
                  <c:v>15.67409544</c:v>
                </c:pt>
                <c:pt idx="6625">
                  <c:v>4.8349968360000002</c:v>
                </c:pt>
                <c:pt idx="6626">
                  <c:v>0</c:v>
                </c:pt>
                <c:pt idx="6627">
                  <c:v>0</c:v>
                </c:pt>
                <c:pt idx="6628">
                  <c:v>0</c:v>
                </c:pt>
                <c:pt idx="6629">
                  <c:v>0</c:v>
                </c:pt>
                <c:pt idx="6630">
                  <c:v>0</c:v>
                </c:pt>
                <c:pt idx="6631">
                  <c:v>9.2716884329999996</c:v>
                </c:pt>
                <c:pt idx="6632">
                  <c:v>0</c:v>
                </c:pt>
                <c:pt idx="6633">
                  <c:v>7.1613257350000001</c:v>
                </c:pt>
                <c:pt idx="6634">
                  <c:v>14.98683232</c:v>
                </c:pt>
                <c:pt idx="6635">
                  <c:v>26.04131988</c:v>
                </c:pt>
                <c:pt idx="6636">
                  <c:v>3.3968813739999999</c:v>
                </c:pt>
                <c:pt idx="6637">
                  <c:v>4.5291033000000001</c:v>
                </c:pt>
                <c:pt idx="6638">
                  <c:v>4.4724922029999998</c:v>
                </c:pt>
                <c:pt idx="6639">
                  <c:v>4.4753227579999999</c:v>
                </c:pt>
                <c:pt idx="6640">
                  <c:v>4.4751812309999996</c:v>
                </c:pt>
                <c:pt idx="6641">
                  <c:v>0</c:v>
                </c:pt>
                <c:pt idx="6642">
                  <c:v>0</c:v>
                </c:pt>
                <c:pt idx="6643">
                  <c:v>0</c:v>
                </c:pt>
                <c:pt idx="6644">
                  <c:v>0</c:v>
                </c:pt>
                <c:pt idx="6645">
                  <c:v>0</c:v>
                </c:pt>
                <c:pt idx="6646">
                  <c:v>0</c:v>
                </c:pt>
                <c:pt idx="6647">
                  <c:v>0</c:v>
                </c:pt>
                <c:pt idx="6648">
                  <c:v>4.4482668360000002</c:v>
                </c:pt>
                <c:pt idx="6649">
                  <c:v>0</c:v>
                </c:pt>
                <c:pt idx="6650">
                  <c:v>0</c:v>
                </c:pt>
                <c:pt idx="6651">
                  <c:v>0</c:v>
                </c:pt>
                <c:pt idx="6652">
                  <c:v>0</c:v>
                </c:pt>
                <c:pt idx="6653">
                  <c:v>0</c:v>
                </c:pt>
                <c:pt idx="6654">
                  <c:v>2.212876514</c:v>
                </c:pt>
                <c:pt idx="6655">
                  <c:v>19.017937440000001</c:v>
                </c:pt>
                <c:pt idx="6656">
                  <c:v>28.432594160000001</c:v>
                </c:pt>
                <c:pt idx="6657">
                  <c:v>34.57652968</c:v>
                </c:pt>
                <c:pt idx="6658">
                  <c:v>8.7414920800000004</c:v>
                </c:pt>
                <c:pt idx="6659">
                  <c:v>4.2618727639999996</c:v>
                </c:pt>
                <c:pt idx="6660">
                  <c:v>4.4858537299999997</c:v>
                </c:pt>
                <c:pt idx="6661">
                  <c:v>4.4746546819999997</c:v>
                </c:pt>
                <c:pt idx="6662">
                  <c:v>4.4752146340000003</c:v>
                </c:pt>
                <c:pt idx="6663">
                  <c:v>4.4751866370000002</c:v>
                </c:pt>
                <c:pt idx="6664">
                  <c:v>4.4751880369999997</c:v>
                </c:pt>
                <c:pt idx="6665">
                  <c:v>3.2429735019999999</c:v>
                </c:pt>
                <c:pt idx="6666">
                  <c:v>0</c:v>
                </c:pt>
                <c:pt idx="6667">
                  <c:v>0</c:v>
                </c:pt>
                <c:pt idx="6668">
                  <c:v>0</c:v>
                </c:pt>
                <c:pt idx="6669">
                  <c:v>0</c:v>
                </c:pt>
                <c:pt idx="6670">
                  <c:v>1.805481586</c:v>
                </c:pt>
                <c:pt idx="6671">
                  <c:v>3.5092715860000001</c:v>
                </c:pt>
                <c:pt idx="6672">
                  <c:v>9.0870242080000008</c:v>
                </c:pt>
                <c:pt idx="6673">
                  <c:v>7.968423155</c:v>
                </c:pt>
                <c:pt idx="6674">
                  <c:v>1.8543372220000001</c:v>
                </c:pt>
                <c:pt idx="6675">
                  <c:v>11.245617879999999</c:v>
                </c:pt>
                <c:pt idx="6676">
                  <c:v>1.1889644290000001</c:v>
                </c:pt>
                <c:pt idx="6677">
                  <c:v>3.607618016</c:v>
                </c:pt>
                <c:pt idx="6678">
                  <c:v>3.5329901750000001</c:v>
                </c:pt>
                <c:pt idx="6679">
                  <c:v>4.3193710120000004</c:v>
                </c:pt>
                <c:pt idx="6680">
                  <c:v>19.790837660000001</c:v>
                </c:pt>
                <c:pt idx="6681">
                  <c:v>10.448065290000001</c:v>
                </c:pt>
                <c:pt idx="6682">
                  <c:v>4.1765441040000004</c:v>
                </c:pt>
                <c:pt idx="6683">
                  <c:v>4.4901201630000003</c:v>
                </c:pt>
                <c:pt idx="6684">
                  <c:v>4.4744413600000001</c:v>
                </c:pt>
                <c:pt idx="6685">
                  <c:v>4.4752253</c:v>
                </c:pt>
                <c:pt idx="6686">
                  <c:v>4.4751861030000004</c:v>
                </c:pt>
                <c:pt idx="6687">
                  <c:v>4.475188063</c:v>
                </c:pt>
                <c:pt idx="6688">
                  <c:v>4.4751879649999999</c:v>
                </c:pt>
                <c:pt idx="6689">
                  <c:v>4.4751879700000003</c:v>
                </c:pt>
                <c:pt idx="6690">
                  <c:v>0</c:v>
                </c:pt>
                <c:pt idx="6691">
                  <c:v>0</c:v>
                </c:pt>
                <c:pt idx="6692">
                  <c:v>0</c:v>
                </c:pt>
                <c:pt idx="6693">
                  <c:v>0</c:v>
                </c:pt>
                <c:pt idx="6694">
                  <c:v>0</c:v>
                </c:pt>
                <c:pt idx="6695">
                  <c:v>0.78661990199999998</c:v>
                </c:pt>
                <c:pt idx="6696">
                  <c:v>10.146995309999999</c:v>
                </c:pt>
                <c:pt idx="6697">
                  <c:v>7.0570700640000004</c:v>
                </c:pt>
                <c:pt idx="6698">
                  <c:v>5.8709056459999998</c:v>
                </c:pt>
                <c:pt idx="6699">
                  <c:v>16.685369999999999</c:v>
                </c:pt>
                <c:pt idx="6700">
                  <c:v>16.034310000000001</c:v>
                </c:pt>
                <c:pt idx="6701">
                  <c:v>16.414200000000001</c:v>
                </c:pt>
                <c:pt idx="6702">
                  <c:v>7.7043932120000003</c:v>
                </c:pt>
                <c:pt idx="6703">
                  <c:v>4.313727708</c:v>
                </c:pt>
                <c:pt idx="6704">
                  <c:v>4.4832609830000001</c:v>
                </c:pt>
                <c:pt idx="6705">
                  <c:v>4.4747843190000003</c:v>
                </c:pt>
                <c:pt idx="6706">
                  <c:v>4.4752081520000004</c:v>
                </c:pt>
                <c:pt idx="6707">
                  <c:v>4.4751869610000004</c:v>
                </c:pt>
                <c:pt idx="6708">
                  <c:v>4.47518802</c:v>
                </c:pt>
                <c:pt idx="6709">
                  <c:v>4.4751879670000001</c:v>
                </c:pt>
                <c:pt idx="6710">
                  <c:v>4.4751879700000003</c:v>
                </c:pt>
                <c:pt idx="6711">
                  <c:v>4.4751879700000003</c:v>
                </c:pt>
                <c:pt idx="6712">
                  <c:v>4.4751879700000003</c:v>
                </c:pt>
                <c:pt idx="6713">
                  <c:v>4.4751879700000003</c:v>
                </c:pt>
                <c:pt idx="6714">
                  <c:v>4.4751879700000003</c:v>
                </c:pt>
                <c:pt idx="6715">
                  <c:v>3.424494208</c:v>
                </c:pt>
                <c:pt idx="6716">
                  <c:v>1.8793050090000001</c:v>
                </c:pt>
                <c:pt idx="6717">
                  <c:v>8.0692300039999996</c:v>
                </c:pt>
                <c:pt idx="6718">
                  <c:v>4.2954858680000001</c:v>
                </c:pt>
                <c:pt idx="6719">
                  <c:v>4.4841730750000002</c:v>
                </c:pt>
                <c:pt idx="6720">
                  <c:v>3.4631239599999999</c:v>
                </c:pt>
                <c:pt idx="6721">
                  <c:v>0</c:v>
                </c:pt>
                <c:pt idx="6722">
                  <c:v>1.650848796</c:v>
                </c:pt>
                <c:pt idx="6723">
                  <c:v>14.09629763</c:v>
                </c:pt>
                <c:pt idx="6724">
                  <c:v>3.9941324869999999</c:v>
                </c:pt>
                <c:pt idx="6725">
                  <c:v>4.4992407439999997</c:v>
                </c:pt>
                <c:pt idx="6726">
                  <c:v>4.4739853309999997</c:v>
                </c:pt>
                <c:pt idx="6727">
                  <c:v>4.4752481020000001</c:v>
                </c:pt>
                <c:pt idx="6728">
                  <c:v>4.0017725369999999</c:v>
                </c:pt>
                <c:pt idx="6729">
                  <c:v>4.9486005469999998</c:v>
                </c:pt>
                <c:pt idx="6730">
                  <c:v>4.4515173409999997</c:v>
                </c:pt>
                <c:pt idx="6731">
                  <c:v>4.476371501</c:v>
                </c:pt>
                <c:pt idx="6732">
                  <c:v>4.4751287929999997</c:v>
                </c:pt>
                <c:pt idx="6733">
                  <c:v>4.475190929</c:v>
                </c:pt>
                <c:pt idx="6734">
                  <c:v>4.4751878219999996</c:v>
                </c:pt>
                <c:pt idx="6735">
                  <c:v>4.475187977</c:v>
                </c:pt>
                <c:pt idx="6736">
                  <c:v>4.4751879700000003</c:v>
                </c:pt>
                <c:pt idx="6737">
                  <c:v>4.4751879700000003</c:v>
                </c:pt>
                <c:pt idx="6738">
                  <c:v>4.4751879700000003</c:v>
                </c:pt>
                <c:pt idx="6739">
                  <c:v>4.4751879700000003</c:v>
                </c:pt>
                <c:pt idx="6740">
                  <c:v>4.4751879700000003</c:v>
                </c:pt>
                <c:pt idx="6741">
                  <c:v>4.4751879700000003</c:v>
                </c:pt>
                <c:pt idx="6742">
                  <c:v>4.4751879700000003</c:v>
                </c:pt>
                <c:pt idx="6743">
                  <c:v>4.4751879700000003</c:v>
                </c:pt>
                <c:pt idx="6744">
                  <c:v>4.4751879700000003</c:v>
                </c:pt>
                <c:pt idx="6745">
                  <c:v>4.4751879700000003</c:v>
                </c:pt>
                <c:pt idx="6746">
                  <c:v>4.4751879700000003</c:v>
                </c:pt>
                <c:pt idx="6747">
                  <c:v>4.4751879700000003</c:v>
                </c:pt>
                <c:pt idx="6748">
                  <c:v>4.4751879700000003</c:v>
                </c:pt>
                <c:pt idx="6749">
                  <c:v>4.4751879700000003</c:v>
                </c:pt>
                <c:pt idx="6750">
                  <c:v>4.4751879700000003</c:v>
                </c:pt>
                <c:pt idx="6751">
                  <c:v>0</c:v>
                </c:pt>
                <c:pt idx="6752">
                  <c:v>5.5864719139999997</c:v>
                </c:pt>
                <c:pt idx="6753">
                  <c:v>7.6156351229999997</c:v>
                </c:pt>
                <c:pt idx="6754">
                  <c:v>0.25712030400000002</c:v>
                </c:pt>
                <c:pt idx="6755">
                  <c:v>0.88457468399999994</c:v>
                </c:pt>
                <c:pt idx="6756">
                  <c:v>7.8772346779999998</c:v>
                </c:pt>
                <c:pt idx="6757">
                  <c:v>8.1564029080000005</c:v>
                </c:pt>
                <c:pt idx="6758">
                  <c:v>4.2911272230000002</c:v>
                </c:pt>
                <c:pt idx="6759">
                  <c:v>1.1841246729999999</c:v>
                </c:pt>
                <c:pt idx="6760">
                  <c:v>7.7749941519999997</c:v>
                </c:pt>
                <c:pt idx="6761">
                  <c:v>0</c:v>
                </c:pt>
                <c:pt idx="6762">
                  <c:v>0</c:v>
                </c:pt>
                <c:pt idx="6763">
                  <c:v>0</c:v>
                </c:pt>
                <c:pt idx="6764">
                  <c:v>0</c:v>
                </c:pt>
                <c:pt idx="6765">
                  <c:v>0</c:v>
                </c:pt>
                <c:pt idx="6766">
                  <c:v>0</c:v>
                </c:pt>
                <c:pt idx="6767">
                  <c:v>4.448690064</c:v>
                </c:pt>
                <c:pt idx="6768">
                  <c:v>5.1147993730000003</c:v>
                </c:pt>
                <c:pt idx="6769">
                  <c:v>5.267668016</c:v>
                </c:pt>
                <c:pt idx="6770">
                  <c:v>10.013507649999999</c:v>
                </c:pt>
                <c:pt idx="6771">
                  <c:v>1.3398028319999999</c:v>
                </c:pt>
                <c:pt idx="6772">
                  <c:v>0</c:v>
                </c:pt>
                <c:pt idx="6773">
                  <c:v>0</c:v>
                </c:pt>
                <c:pt idx="6774">
                  <c:v>0</c:v>
                </c:pt>
                <c:pt idx="6775">
                  <c:v>0</c:v>
                </c:pt>
                <c:pt idx="6776">
                  <c:v>0.82313338000000003</c:v>
                </c:pt>
                <c:pt idx="6777">
                  <c:v>5.645988912</c:v>
                </c:pt>
                <c:pt idx="6778">
                  <c:v>13.63819752</c:v>
                </c:pt>
                <c:pt idx="6779">
                  <c:v>0</c:v>
                </c:pt>
                <c:pt idx="6780">
                  <c:v>2.3069057100000001</c:v>
                </c:pt>
                <c:pt idx="6781">
                  <c:v>4.9016172420000004</c:v>
                </c:pt>
                <c:pt idx="6782">
                  <c:v>1.5730267570000001</c:v>
                </c:pt>
                <c:pt idx="6783">
                  <c:v>0</c:v>
                </c:pt>
                <c:pt idx="6784">
                  <c:v>0</c:v>
                </c:pt>
                <c:pt idx="6785">
                  <c:v>0</c:v>
                </c:pt>
                <c:pt idx="6786">
                  <c:v>0</c:v>
                </c:pt>
                <c:pt idx="6787">
                  <c:v>0</c:v>
                </c:pt>
                <c:pt idx="6788">
                  <c:v>0</c:v>
                </c:pt>
                <c:pt idx="6789">
                  <c:v>0</c:v>
                </c:pt>
                <c:pt idx="6790">
                  <c:v>2.7167934589999998</c:v>
                </c:pt>
                <c:pt idx="6791">
                  <c:v>0</c:v>
                </c:pt>
                <c:pt idx="6792">
                  <c:v>8.5861462179999997</c:v>
                </c:pt>
                <c:pt idx="6793">
                  <c:v>1.9861828319999999</c:v>
                </c:pt>
                <c:pt idx="6794">
                  <c:v>0.58387973699999995</c:v>
                </c:pt>
                <c:pt idx="6795">
                  <c:v>14.883563540000001</c:v>
                </c:pt>
                <c:pt idx="6796">
                  <c:v>12.77634509</c:v>
                </c:pt>
                <c:pt idx="6797">
                  <c:v>8.0678642079999996</c:v>
                </c:pt>
                <c:pt idx="6798">
                  <c:v>12.704040000000001</c:v>
                </c:pt>
                <c:pt idx="6799">
                  <c:v>13.3572592</c:v>
                </c:pt>
                <c:pt idx="6800">
                  <c:v>7.3153206500000003</c:v>
                </c:pt>
                <c:pt idx="6801">
                  <c:v>8.1939047770000002</c:v>
                </c:pt>
                <c:pt idx="6802">
                  <c:v>14.195130900000001</c:v>
                </c:pt>
                <c:pt idx="6803">
                  <c:v>4.9930589779999996</c:v>
                </c:pt>
                <c:pt idx="6804">
                  <c:v>6.9877090620000004</c:v>
                </c:pt>
                <c:pt idx="6805">
                  <c:v>4.3495619149999998</c:v>
                </c:pt>
                <c:pt idx="6806">
                  <c:v>4.4814692730000001</c:v>
                </c:pt>
                <c:pt idx="6807">
                  <c:v>4.4748739049999999</c:v>
                </c:pt>
                <c:pt idx="6808">
                  <c:v>4.4752036730000002</c:v>
                </c:pt>
                <c:pt idx="6809">
                  <c:v>4.4751871850000002</c:v>
                </c:pt>
                <c:pt idx="6810">
                  <c:v>0</c:v>
                </c:pt>
                <c:pt idx="6811">
                  <c:v>0</c:v>
                </c:pt>
                <c:pt idx="6812">
                  <c:v>0</c:v>
                </c:pt>
                <c:pt idx="6813">
                  <c:v>0</c:v>
                </c:pt>
                <c:pt idx="6814">
                  <c:v>0</c:v>
                </c:pt>
                <c:pt idx="6815">
                  <c:v>0.135109902</c:v>
                </c:pt>
                <c:pt idx="6816">
                  <c:v>3.07072396</c:v>
                </c:pt>
                <c:pt idx="6817">
                  <c:v>16.047809999999998</c:v>
                </c:pt>
                <c:pt idx="6818">
                  <c:v>8.2094062179999998</c:v>
                </c:pt>
                <c:pt idx="6819">
                  <c:v>11.969757769999999</c:v>
                </c:pt>
                <c:pt idx="6820">
                  <c:v>15.97851</c:v>
                </c:pt>
                <c:pt idx="6821">
                  <c:v>14.76918</c:v>
                </c:pt>
                <c:pt idx="6822">
                  <c:v>8.0773905809999995</c:v>
                </c:pt>
                <c:pt idx="6823">
                  <c:v>4.2950778390000002</c:v>
                </c:pt>
                <c:pt idx="6824">
                  <c:v>0.85261018300000002</c:v>
                </c:pt>
                <c:pt idx="6825">
                  <c:v>0</c:v>
                </c:pt>
                <c:pt idx="6826">
                  <c:v>1.301162567</c:v>
                </c:pt>
                <c:pt idx="6827">
                  <c:v>19.872286150000001</c:v>
                </c:pt>
                <c:pt idx="6828">
                  <c:v>4.5944356229999999</c:v>
                </c:pt>
                <c:pt idx="6829">
                  <c:v>0</c:v>
                </c:pt>
                <c:pt idx="6830">
                  <c:v>8.4266564689999992</c:v>
                </c:pt>
                <c:pt idx="6831">
                  <c:v>0</c:v>
                </c:pt>
                <c:pt idx="6832">
                  <c:v>0</c:v>
                </c:pt>
                <c:pt idx="6833">
                  <c:v>6.5100950869999998</c:v>
                </c:pt>
                <c:pt idx="6834">
                  <c:v>0</c:v>
                </c:pt>
                <c:pt idx="6835">
                  <c:v>4.8786300000000002</c:v>
                </c:pt>
                <c:pt idx="6836">
                  <c:v>4.9655977699999996</c:v>
                </c:pt>
                <c:pt idx="6837">
                  <c:v>0</c:v>
                </c:pt>
                <c:pt idx="6838">
                  <c:v>0</c:v>
                </c:pt>
                <c:pt idx="6839">
                  <c:v>0</c:v>
                </c:pt>
                <c:pt idx="6840">
                  <c:v>1.6597233520000001</c:v>
                </c:pt>
                <c:pt idx="6841">
                  <c:v>14.23124655</c:v>
                </c:pt>
                <c:pt idx="6842">
                  <c:v>11.17136788</c:v>
                </c:pt>
                <c:pt idx="6843">
                  <c:v>16.217459999999999</c:v>
                </c:pt>
                <c:pt idx="6844">
                  <c:v>16.562339999999999</c:v>
                </c:pt>
                <c:pt idx="6845">
                  <c:v>11.72028087</c:v>
                </c:pt>
                <c:pt idx="6846">
                  <c:v>4.1129333250000002</c:v>
                </c:pt>
                <c:pt idx="6847">
                  <c:v>4.493300702</c:v>
                </c:pt>
                <c:pt idx="6848">
                  <c:v>4.4742823329999997</c:v>
                </c:pt>
                <c:pt idx="6849">
                  <c:v>4.4752332519999998</c:v>
                </c:pt>
                <c:pt idx="6850">
                  <c:v>4.4751857060000004</c:v>
                </c:pt>
                <c:pt idx="6851">
                  <c:v>4.4751880829999999</c:v>
                </c:pt>
                <c:pt idx="6852">
                  <c:v>4.4751879639999999</c:v>
                </c:pt>
                <c:pt idx="6853">
                  <c:v>4.4751879700000003</c:v>
                </c:pt>
                <c:pt idx="6854">
                  <c:v>4.4751879700000003</c:v>
                </c:pt>
                <c:pt idx="6855">
                  <c:v>4.4751879700000003</c:v>
                </c:pt>
                <c:pt idx="6856">
                  <c:v>4.4751879700000003</c:v>
                </c:pt>
                <c:pt idx="6857">
                  <c:v>3.92787</c:v>
                </c:pt>
                <c:pt idx="6858">
                  <c:v>0</c:v>
                </c:pt>
                <c:pt idx="6859">
                  <c:v>5.6456965520000004</c:v>
                </c:pt>
                <c:pt idx="6860">
                  <c:v>0</c:v>
                </c:pt>
                <c:pt idx="6861">
                  <c:v>9.4302899999999994</c:v>
                </c:pt>
                <c:pt idx="6862">
                  <c:v>0</c:v>
                </c:pt>
                <c:pt idx="6863">
                  <c:v>12.505229999999999</c:v>
                </c:pt>
                <c:pt idx="6864">
                  <c:v>5.5139080160000002</c:v>
                </c:pt>
                <c:pt idx="6865">
                  <c:v>0</c:v>
                </c:pt>
                <c:pt idx="6866">
                  <c:v>13.81974447</c:v>
                </c:pt>
                <c:pt idx="6867">
                  <c:v>4.2259736999999999E-2</c:v>
                </c:pt>
                <c:pt idx="6868">
                  <c:v>0</c:v>
                </c:pt>
                <c:pt idx="6869">
                  <c:v>2.4657499020000002</c:v>
                </c:pt>
                <c:pt idx="6870">
                  <c:v>13.60449</c:v>
                </c:pt>
                <c:pt idx="6871">
                  <c:v>15.888337979999999</c:v>
                </c:pt>
                <c:pt idx="6872">
                  <c:v>4.2487191449999999</c:v>
                </c:pt>
                <c:pt idx="6873">
                  <c:v>4.4865114110000004</c:v>
                </c:pt>
                <c:pt idx="6874">
                  <c:v>4.4746217980000003</c:v>
                </c:pt>
                <c:pt idx="6875">
                  <c:v>4.4752162789999996</c:v>
                </c:pt>
                <c:pt idx="6876">
                  <c:v>4.4751865540000004</c:v>
                </c:pt>
                <c:pt idx="6877">
                  <c:v>1.6170726310000001</c:v>
                </c:pt>
                <c:pt idx="6878">
                  <c:v>7.3333033759999999</c:v>
                </c:pt>
                <c:pt idx="6879">
                  <c:v>4.3322821999999999</c:v>
                </c:pt>
                <c:pt idx="6880">
                  <c:v>4.4823332579999997</c:v>
                </c:pt>
                <c:pt idx="6881">
                  <c:v>4.4748307049999996</c:v>
                </c:pt>
                <c:pt idx="6882">
                  <c:v>4.4752058330000004</c:v>
                </c:pt>
                <c:pt idx="6883">
                  <c:v>4.4751870770000002</c:v>
                </c:pt>
                <c:pt idx="6884">
                  <c:v>4.4751880149999996</c:v>
                </c:pt>
                <c:pt idx="6885">
                  <c:v>4.4751879680000002</c:v>
                </c:pt>
                <c:pt idx="6886">
                  <c:v>0</c:v>
                </c:pt>
                <c:pt idx="6887">
                  <c:v>4.564725009</c:v>
                </c:pt>
                <c:pt idx="6888">
                  <c:v>8.0916331550000002</c:v>
                </c:pt>
                <c:pt idx="6889">
                  <c:v>12.497067769999999</c:v>
                </c:pt>
                <c:pt idx="6890">
                  <c:v>5.2152073520000002</c:v>
                </c:pt>
                <c:pt idx="6891">
                  <c:v>4.4381870010000002</c:v>
                </c:pt>
                <c:pt idx="6892">
                  <c:v>4.477038018</c:v>
                </c:pt>
                <c:pt idx="6893">
                  <c:v>4.4750954680000001</c:v>
                </c:pt>
                <c:pt idx="6894">
                  <c:v>4.4751925950000002</c:v>
                </c:pt>
                <c:pt idx="6895">
                  <c:v>4.4751877389999999</c:v>
                </c:pt>
                <c:pt idx="6896">
                  <c:v>4.4751879810000004</c:v>
                </c:pt>
                <c:pt idx="6897">
                  <c:v>4.4751879690000003</c:v>
                </c:pt>
                <c:pt idx="6898">
                  <c:v>2.4090429590000002</c:v>
                </c:pt>
                <c:pt idx="6899">
                  <c:v>6.541332981</c:v>
                </c:pt>
                <c:pt idx="6900">
                  <c:v>4.371880719</c:v>
                </c:pt>
                <c:pt idx="6901">
                  <c:v>4.480353332</c:v>
                </c:pt>
                <c:pt idx="6902">
                  <c:v>4.4749297019999998</c:v>
                </c:pt>
                <c:pt idx="6903">
                  <c:v>0.56659171500000005</c:v>
                </c:pt>
                <c:pt idx="6904">
                  <c:v>8.3837964930000002</c:v>
                </c:pt>
                <c:pt idx="6905">
                  <c:v>4.2797575439999997</c:v>
                </c:pt>
                <c:pt idx="6906">
                  <c:v>4.4849594909999997</c:v>
                </c:pt>
                <c:pt idx="6907">
                  <c:v>4.4746993939999999</c:v>
                </c:pt>
                <c:pt idx="6908">
                  <c:v>0</c:v>
                </c:pt>
                <c:pt idx="6909">
                  <c:v>0</c:v>
                </c:pt>
                <c:pt idx="6910">
                  <c:v>0</c:v>
                </c:pt>
                <c:pt idx="6911">
                  <c:v>0</c:v>
                </c:pt>
                <c:pt idx="6912">
                  <c:v>8.3423642079999993</c:v>
                </c:pt>
                <c:pt idx="6913">
                  <c:v>16.43319</c:v>
                </c:pt>
                <c:pt idx="6914">
                  <c:v>16.04466</c:v>
                </c:pt>
                <c:pt idx="6915">
                  <c:v>10.620477879999999</c:v>
                </c:pt>
                <c:pt idx="6916">
                  <c:v>0.49637462399999999</c:v>
                </c:pt>
                <c:pt idx="6917">
                  <c:v>2.7460039599999999</c:v>
                </c:pt>
                <c:pt idx="6918">
                  <c:v>0</c:v>
                </c:pt>
                <c:pt idx="6919">
                  <c:v>20.771998159999999</c:v>
                </c:pt>
                <c:pt idx="6920">
                  <c:v>3.6603474610000002</c:v>
                </c:pt>
                <c:pt idx="6921">
                  <c:v>4.5159299949999996</c:v>
                </c:pt>
                <c:pt idx="6922">
                  <c:v>4.4731508690000004</c:v>
                </c:pt>
                <c:pt idx="6923">
                  <c:v>4.4752898249999999</c:v>
                </c:pt>
                <c:pt idx="6924">
                  <c:v>4.4751828769999999</c:v>
                </c:pt>
                <c:pt idx="6925">
                  <c:v>4.4751882250000001</c:v>
                </c:pt>
                <c:pt idx="6926">
                  <c:v>4.4751879570000002</c:v>
                </c:pt>
                <c:pt idx="6927">
                  <c:v>4.4751879710000004</c:v>
                </c:pt>
                <c:pt idx="6928">
                  <c:v>4.4751879700000003</c:v>
                </c:pt>
                <c:pt idx="6929">
                  <c:v>4.4751879700000003</c:v>
                </c:pt>
                <c:pt idx="6930">
                  <c:v>4.4751879700000003</c:v>
                </c:pt>
                <c:pt idx="6931">
                  <c:v>4.3460999999999999</c:v>
                </c:pt>
                <c:pt idx="6932">
                  <c:v>4.60427594</c:v>
                </c:pt>
                <c:pt idx="6933">
                  <c:v>4.4687335709999996</c:v>
                </c:pt>
                <c:pt idx="6934">
                  <c:v>1.510550064</c:v>
                </c:pt>
                <c:pt idx="6935">
                  <c:v>7.4401324600000001</c:v>
                </c:pt>
                <c:pt idx="6936">
                  <c:v>4.3269407449999999</c:v>
                </c:pt>
                <c:pt idx="6937">
                  <c:v>0</c:v>
                </c:pt>
                <c:pt idx="6938">
                  <c:v>0</c:v>
                </c:pt>
                <c:pt idx="6939">
                  <c:v>0</c:v>
                </c:pt>
                <c:pt idx="6940">
                  <c:v>0</c:v>
                </c:pt>
                <c:pt idx="6941">
                  <c:v>8.1068342080000004</c:v>
                </c:pt>
                <c:pt idx="6942">
                  <c:v>13.13802227</c:v>
                </c:pt>
                <c:pt idx="6943">
                  <c:v>13.85661447</c:v>
                </c:pt>
                <c:pt idx="6944">
                  <c:v>4.0061166449999996</c:v>
                </c:pt>
                <c:pt idx="6945">
                  <c:v>4.4986415360000001</c:v>
                </c:pt>
                <c:pt idx="6946">
                  <c:v>4.4740152919999998</c:v>
                </c:pt>
                <c:pt idx="6947">
                  <c:v>4.4752466039999996</c:v>
                </c:pt>
                <c:pt idx="6948">
                  <c:v>4.4751850380000002</c:v>
                </c:pt>
                <c:pt idx="6949">
                  <c:v>4.4751881170000001</c:v>
                </c:pt>
                <c:pt idx="6950">
                  <c:v>4.4751879629999998</c:v>
                </c:pt>
                <c:pt idx="6951">
                  <c:v>4.4751879700000003</c:v>
                </c:pt>
                <c:pt idx="6952">
                  <c:v>4.4751879700000003</c:v>
                </c:pt>
                <c:pt idx="6953">
                  <c:v>4.4751879700000003</c:v>
                </c:pt>
                <c:pt idx="6954">
                  <c:v>4.4751879700000003</c:v>
                </c:pt>
                <c:pt idx="6955">
                  <c:v>4.4751879700000003</c:v>
                </c:pt>
                <c:pt idx="6956">
                  <c:v>0</c:v>
                </c:pt>
                <c:pt idx="6957">
                  <c:v>9.3252600000000001</c:v>
                </c:pt>
                <c:pt idx="6958">
                  <c:v>5.5309400809999998</c:v>
                </c:pt>
                <c:pt idx="6959">
                  <c:v>4.4224003639999996</c:v>
                </c:pt>
                <c:pt idx="6960">
                  <c:v>4.4778273500000001</c:v>
                </c:pt>
                <c:pt idx="6961">
                  <c:v>4.4750560009999996</c:v>
                </c:pt>
                <c:pt idx="6962">
                  <c:v>4.475194568</c:v>
                </c:pt>
                <c:pt idx="6963">
                  <c:v>3.5943499019999998</c:v>
                </c:pt>
                <c:pt idx="6964">
                  <c:v>5.3560257250000003</c:v>
                </c:pt>
                <c:pt idx="6965">
                  <c:v>4.4311460819999997</c:v>
                </c:pt>
                <c:pt idx="6966">
                  <c:v>4.4773900639999997</c:v>
                </c:pt>
                <c:pt idx="6967">
                  <c:v>4.4750778650000003</c:v>
                </c:pt>
                <c:pt idx="6968">
                  <c:v>4.4751934750000002</c:v>
                </c:pt>
                <c:pt idx="6969">
                  <c:v>4.4751876949999998</c:v>
                </c:pt>
                <c:pt idx="6970">
                  <c:v>4.4751879839999997</c:v>
                </c:pt>
                <c:pt idx="6971">
                  <c:v>4.4751879690000003</c:v>
                </c:pt>
                <c:pt idx="6972">
                  <c:v>4.4751879700000003</c:v>
                </c:pt>
                <c:pt idx="6973">
                  <c:v>4.4751879700000003</c:v>
                </c:pt>
                <c:pt idx="6974">
                  <c:v>4.4751879700000003</c:v>
                </c:pt>
                <c:pt idx="6975">
                  <c:v>4.4751879700000003</c:v>
                </c:pt>
                <c:pt idx="6976">
                  <c:v>4.4751879700000003</c:v>
                </c:pt>
                <c:pt idx="6977">
                  <c:v>2.9850049200000002</c:v>
                </c:pt>
                <c:pt idx="6978">
                  <c:v>0</c:v>
                </c:pt>
                <c:pt idx="6979">
                  <c:v>6.6896100000000001</c:v>
                </c:pt>
                <c:pt idx="6980">
                  <c:v>9.6569629809999995</c:v>
                </c:pt>
                <c:pt idx="6981">
                  <c:v>2.7662399999999998</c:v>
                </c:pt>
                <c:pt idx="6982">
                  <c:v>5.9380016270000002</c:v>
                </c:pt>
                <c:pt idx="6983">
                  <c:v>4.4020472870000003</c:v>
                </c:pt>
                <c:pt idx="6984">
                  <c:v>2.0548365290000001</c:v>
                </c:pt>
                <c:pt idx="6985">
                  <c:v>0.63933442900000004</c:v>
                </c:pt>
                <c:pt idx="6986">
                  <c:v>0</c:v>
                </c:pt>
                <c:pt idx="6987">
                  <c:v>12.52056509</c:v>
                </c:pt>
                <c:pt idx="6988">
                  <c:v>9.0366142119999999</c:v>
                </c:pt>
                <c:pt idx="6989">
                  <c:v>1.091823352</c:v>
                </c:pt>
                <c:pt idx="6990">
                  <c:v>0</c:v>
                </c:pt>
                <c:pt idx="6991">
                  <c:v>6.1755512149999996</c:v>
                </c:pt>
                <c:pt idx="6992">
                  <c:v>3.1932653690000001</c:v>
                </c:pt>
                <c:pt idx="6993">
                  <c:v>14.599774650000001</c:v>
                </c:pt>
                <c:pt idx="6994">
                  <c:v>3.968958636</c:v>
                </c:pt>
                <c:pt idx="6995">
                  <c:v>4.5004994370000002</c:v>
                </c:pt>
                <c:pt idx="6996">
                  <c:v>4.4739223969999999</c:v>
                </c:pt>
                <c:pt idx="6997">
                  <c:v>4.4752512490000003</c:v>
                </c:pt>
                <c:pt idx="6998">
                  <c:v>4.4751848059999997</c:v>
                </c:pt>
                <c:pt idx="6999">
                  <c:v>4.4751881280000001</c:v>
                </c:pt>
                <c:pt idx="7000">
                  <c:v>4.4751879619999997</c:v>
                </c:pt>
                <c:pt idx="7001">
                  <c:v>4.4751879700000003</c:v>
                </c:pt>
                <c:pt idx="7002">
                  <c:v>4.4751879700000003</c:v>
                </c:pt>
                <c:pt idx="7003">
                  <c:v>0</c:v>
                </c:pt>
                <c:pt idx="7004">
                  <c:v>7.2279900000000001</c:v>
                </c:pt>
                <c:pt idx="7005">
                  <c:v>6.60771</c:v>
                </c:pt>
                <c:pt idx="7006">
                  <c:v>4.9011062340000002</c:v>
                </c:pt>
                <c:pt idx="7007">
                  <c:v>4.453892057</c:v>
                </c:pt>
                <c:pt idx="7008">
                  <c:v>4.476252766</c:v>
                </c:pt>
                <c:pt idx="7009">
                  <c:v>0</c:v>
                </c:pt>
                <c:pt idx="7010">
                  <c:v>9.0145915490000004</c:v>
                </c:pt>
                <c:pt idx="7011">
                  <c:v>4.2482177910000001</c:v>
                </c:pt>
                <c:pt idx="7012">
                  <c:v>4.4865364789999997</c:v>
                </c:pt>
                <c:pt idx="7013">
                  <c:v>4.4746205440000004</c:v>
                </c:pt>
                <c:pt idx="7014">
                  <c:v>4.4752163410000003</c:v>
                </c:pt>
                <c:pt idx="7015">
                  <c:v>0</c:v>
                </c:pt>
                <c:pt idx="7016">
                  <c:v>8.9728251530000005</c:v>
                </c:pt>
                <c:pt idx="7017">
                  <c:v>4.2503061110000004</c:v>
                </c:pt>
                <c:pt idx="7018">
                  <c:v>4.4864320629999996</c:v>
                </c:pt>
                <c:pt idx="7019">
                  <c:v>4.4746257649999999</c:v>
                </c:pt>
                <c:pt idx="7020">
                  <c:v>0</c:v>
                </c:pt>
                <c:pt idx="7021">
                  <c:v>0</c:v>
                </c:pt>
                <c:pt idx="7022">
                  <c:v>0</c:v>
                </c:pt>
                <c:pt idx="7023">
                  <c:v>0</c:v>
                </c:pt>
                <c:pt idx="7024">
                  <c:v>1.7697884129999999</c:v>
                </c:pt>
                <c:pt idx="7025">
                  <c:v>10.121219999999999</c:v>
                </c:pt>
                <c:pt idx="7026">
                  <c:v>13.444652270000001</c:v>
                </c:pt>
                <c:pt idx="7027">
                  <c:v>0</c:v>
                </c:pt>
                <c:pt idx="7028">
                  <c:v>0</c:v>
                </c:pt>
                <c:pt idx="7029">
                  <c:v>0</c:v>
                </c:pt>
                <c:pt idx="7030">
                  <c:v>9.8952299999999997</c:v>
                </c:pt>
                <c:pt idx="7031">
                  <c:v>14.078519999999999</c:v>
                </c:pt>
                <c:pt idx="7032">
                  <c:v>16.47297</c:v>
                </c:pt>
                <c:pt idx="7033">
                  <c:v>1.3237887960000001</c:v>
                </c:pt>
                <c:pt idx="7034">
                  <c:v>8.9470742080000001</c:v>
                </c:pt>
                <c:pt idx="7035">
                  <c:v>3.9313968359999998</c:v>
                </c:pt>
                <c:pt idx="7036">
                  <c:v>15.873535439999999</c:v>
                </c:pt>
                <c:pt idx="7037">
                  <c:v>10.99609323</c:v>
                </c:pt>
                <c:pt idx="7038">
                  <c:v>4.1456717799999998</c:v>
                </c:pt>
                <c:pt idx="7039">
                  <c:v>4.4949611599999999</c:v>
                </c:pt>
                <c:pt idx="7040">
                  <c:v>4.4741993100000004</c:v>
                </c:pt>
                <c:pt idx="7041">
                  <c:v>4.4752374030000004</c:v>
                </c:pt>
                <c:pt idx="7042">
                  <c:v>4.4751854980000001</c:v>
                </c:pt>
                <c:pt idx="7043">
                  <c:v>4.4751880939999999</c:v>
                </c:pt>
                <c:pt idx="7044">
                  <c:v>4.4751879639999999</c:v>
                </c:pt>
                <c:pt idx="7045">
                  <c:v>4.4751879700000003</c:v>
                </c:pt>
                <c:pt idx="7046">
                  <c:v>4.4751879700000003</c:v>
                </c:pt>
                <c:pt idx="7047">
                  <c:v>4.4751879700000003</c:v>
                </c:pt>
                <c:pt idx="7048">
                  <c:v>4.4751879700000003</c:v>
                </c:pt>
                <c:pt idx="7049">
                  <c:v>0</c:v>
                </c:pt>
                <c:pt idx="7050">
                  <c:v>3.1469342079999998</c:v>
                </c:pt>
                <c:pt idx="7051">
                  <c:v>1.0122862180000001</c:v>
                </c:pt>
                <c:pt idx="7052">
                  <c:v>0</c:v>
                </c:pt>
                <c:pt idx="7053">
                  <c:v>0</c:v>
                </c:pt>
                <c:pt idx="7054">
                  <c:v>0</c:v>
                </c:pt>
                <c:pt idx="7055">
                  <c:v>10.06030732</c:v>
                </c:pt>
                <c:pt idx="7056">
                  <c:v>16.507079999999998</c:v>
                </c:pt>
                <c:pt idx="7057">
                  <c:v>0</c:v>
                </c:pt>
                <c:pt idx="7058">
                  <c:v>0</c:v>
                </c:pt>
                <c:pt idx="7059">
                  <c:v>0</c:v>
                </c:pt>
                <c:pt idx="7060">
                  <c:v>0</c:v>
                </c:pt>
                <c:pt idx="7061">
                  <c:v>0</c:v>
                </c:pt>
                <c:pt idx="7062">
                  <c:v>9.3053153109999993</c:v>
                </c:pt>
                <c:pt idx="7063">
                  <c:v>16.708924100000001</c:v>
                </c:pt>
                <c:pt idx="7064">
                  <c:v>18.65157997</c:v>
                </c:pt>
                <c:pt idx="7065">
                  <c:v>18.31286137</c:v>
                </c:pt>
                <c:pt idx="7066">
                  <c:v>3.7833043000000002</c:v>
                </c:pt>
                <c:pt idx="7067">
                  <c:v>4.5097821529999997</c:v>
                </c:pt>
                <c:pt idx="7068">
                  <c:v>4.4734582610000002</c:v>
                </c:pt>
                <c:pt idx="7069">
                  <c:v>4.4752744550000001</c:v>
                </c:pt>
                <c:pt idx="7070">
                  <c:v>4.4751836459999996</c:v>
                </c:pt>
                <c:pt idx="7071">
                  <c:v>4.4751881859999996</c:v>
                </c:pt>
                <c:pt idx="7072">
                  <c:v>4.4751879590000003</c:v>
                </c:pt>
                <c:pt idx="7073">
                  <c:v>4.4751879700000003</c:v>
                </c:pt>
                <c:pt idx="7074">
                  <c:v>4.4751879700000003</c:v>
                </c:pt>
                <c:pt idx="7075">
                  <c:v>4.4751879700000003</c:v>
                </c:pt>
                <c:pt idx="7076">
                  <c:v>4.4751879700000003</c:v>
                </c:pt>
                <c:pt idx="7077">
                  <c:v>4.4751879700000003</c:v>
                </c:pt>
                <c:pt idx="7078">
                  <c:v>4.4751879700000003</c:v>
                </c:pt>
                <c:pt idx="7079">
                  <c:v>0.323527222</c:v>
                </c:pt>
                <c:pt idx="7080">
                  <c:v>8.6268487179999997</c:v>
                </c:pt>
                <c:pt idx="7081">
                  <c:v>4.2676049330000003</c:v>
                </c:pt>
                <c:pt idx="7082">
                  <c:v>4.485567122</c:v>
                </c:pt>
                <c:pt idx="7083">
                  <c:v>4.4746690119999997</c:v>
                </c:pt>
                <c:pt idx="7084">
                  <c:v>4.4752139179999997</c:v>
                </c:pt>
                <c:pt idx="7085">
                  <c:v>4.4751866729999996</c:v>
                </c:pt>
                <c:pt idx="7086">
                  <c:v>4.4751880350000004</c:v>
                </c:pt>
                <c:pt idx="7087">
                  <c:v>4.4751879670000001</c:v>
                </c:pt>
                <c:pt idx="7088">
                  <c:v>4.4751879700000003</c:v>
                </c:pt>
                <c:pt idx="7089">
                  <c:v>4.4751879700000003</c:v>
                </c:pt>
                <c:pt idx="7090">
                  <c:v>4.4751879700000003</c:v>
                </c:pt>
                <c:pt idx="7091">
                  <c:v>4.4751879700000003</c:v>
                </c:pt>
                <c:pt idx="7092">
                  <c:v>4.4751879700000003</c:v>
                </c:pt>
                <c:pt idx="7093">
                  <c:v>4.4751879700000003</c:v>
                </c:pt>
                <c:pt idx="7094">
                  <c:v>4.4751879700000003</c:v>
                </c:pt>
                <c:pt idx="7095">
                  <c:v>4.4751879700000003</c:v>
                </c:pt>
                <c:pt idx="7096">
                  <c:v>4.4751879700000003</c:v>
                </c:pt>
                <c:pt idx="7097">
                  <c:v>4.4751879700000003</c:v>
                </c:pt>
                <c:pt idx="7098">
                  <c:v>0.43588670800000001</c:v>
                </c:pt>
                <c:pt idx="7099">
                  <c:v>8.5144892310000007</c:v>
                </c:pt>
                <c:pt idx="7100">
                  <c:v>4.2732229070000001</c:v>
                </c:pt>
                <c:pt idx="7101">
                  <c:v>4.4852862230000001</c:v>
                </c:pt>
                <c:pt idx="7102">
                  <c:v>4.474683057</c:v>
                </c:pt>
                <c:pt idx="7103">
                  <c:v>4.4752132160000002</c:v>
                </c:pt>
                <c:pt idx="7104">
                  <c:v>4.4751867079999998</c:v>
                </c:pt>
                <c:pt idx="7105">
                  <c:v>4.4751880330000002</c:v>
                </c:pt>
                <c:pt idx="7106">
                  <c:v>0</c:v>
                </c:pt>
                <c:pt idx="7107">
                  <c:v>10.67630447</c:v>
                </c:pt>
                <c:pt idx="7108">
                  <c:v>4.1651321450000003</c:v>
                </c:pt>
                <c:pt idx="7109">
                  <c:v>0</c:v>
                </c:pt>
                <c:pt idx="7110">
                  <c:v>3.62034178</c:v>
                </c:pt>
                <c:pt idx="7111">
                  <c:v>8.5948175710000001</c:v>
                </c:pt>
                <c:pt idx="7112">
                  <c:v>0</c:v>
                </c:pt>
                <c:pt idx="7113">
                  <c:v>0</c:v>
                </c:pt>
                <c:pt idx="7114">
                  <c:v>4.8891962749999998</c:v>
                </c:pt>
                <c:pt idx="7115">
                  <c:v>13.222935339999999</c:v>
                </c:pt>
                <c:pt idx="7116">
                  <c:v>0</c:v>
                </c:pt>
                <c:pt idx="7117">
                  <c:v>3.684054454</c:v>
                </c:pt>
                <c:pt idx="7118">
                  <c:v>10.37432407</c:v>
                </c:pt>
                <c:pt idx="7119">
                  <c:v>8.6228165949999998</c:v>
                </c:pt>
                <c:pt idx="7120">
                  <c:v>4.2678065390000004</c:v>
                </c:pt>
                <c:pt idx="7121">
                  <c:v>4.4855570409999999</c:v>
                </c:pt>
                <c:pt idx="7122">
                  <c:v>0</c:v>
                </c:pt>
                <c:pt idx="7123">
                  <c:v>0</c:v>
                </c:pt>
                <c:pt idx="7124">
                  <c:v>0</c:v>
                </c:pt>
                <c:pt idx="7125">
                  <c:v>0</c:v>
                </c:pt>
                <c:pt idx="7126">
                  <c:v>0</c:v>
                </c:pt>
                <c:pt idx="7127">
                  <c:v>0</c:v>
                </c:pt>
                <c:pt idx="7128">
                  <c:v>9.9384271060000007</c:v>
                </c:pt>
                <c:pt idx="7129">
                  <c:v>16.6968</c:v>
                </c:pt>
                <c:pt idx="7130">
                  <c:v>16.6005</c:v>
                </c:pt>
                <c:pt idx="7131">
                  <c:v>16.603472270000001</c:v>
                </c:pt>
                <c:pt idx="7132">
                  <c:v>13.891356</c:v>
                </c:pt>
                <c:pt idx="7133">
                  <c:v>4.0043795680000001</c:v>
                </c:pt>
                <c:pt idx="7134">
                  <c:v>4.4987283900000001</c:v>
                </c:pt>
                <c:pt idx="7135">
                  <c:v>4.4740109490000002</c:v>
                </c:pt>
                <c:pt idx="7136">
                  <c:v>4.4752468209999998</c:v>
                </c:pt>
                <c:pt idx="7137">
                  <c:v>4.4751850270000002</c:v>
                </c:pt>
                <c:pt idx="7138">
                  <c:v>4.4751881170000001</c:v>
                </c:pt>
                <c:pt idx="7139">
                  <c:v>4.4751879629999998</c:v>
                </c:pt>
                <c:pt idx="7140">
                  <c:v>4.4751879700000003</c:v>
                </c:pt>
                <c:pt idx="7141">
                  <c:v>4.4751879700000003</c:v>
                </c:pt>
                <c:pt idx="7142">
                  <c:v>4.4751879700000003</c:v>
                </c:pt>
                <c:pt idx="7143">
                  <c:v>4.4751879700000003</c:v>
                </c:pt>
                <c:pt idx="7144">
                  <c:v>4.4751879700000003</c:v>
                </c:pt>
                <c:pt idx="7145">
                  <c:v>4.4751879700000003</c:v>
                </c:pt>
                <c:pt idx="7146">
                  <c:v>0</c:v>
                </c:pt>
                <c:pt idx="7147">
                  <c:v>7.0773299999999999</c:v>
                </c:pt>
                <c:pt idx="7148">
                  <c:v>5.6715044719999996</c:v>
                </c:pt>
                <c:pt idx="7149">
                  <c:v>5.1565453589999999</c:v>
                </c:pt>
                <c:pt idx="7150">
                  <c:v>7.2743577180000001</c:v>
                </c:pt>
                <c:pt idx="7151">
                  <c:v>4.335229483</c:v>
                </c:pt>
                <c:pt idx="7152">
                  <c:v>4.4821858939999997</c:v>
                </c:pt>
                <c:pt idx="7153">
                  <c:v>4.474838074</c:v>
                </c:pt>
                <c:pt idx="7154">
                  <c:v>4.4752054650000002</c:v>
                </c:pt>
                <c:pt idx="7155">
                  <c:v>4.4751870949999999</c:v>
                </c:pt>
                <c:pt idx="7156">
                  <c:v>4.4751880140000004</c:v>
                </c:pt>
                <c:pt idx="7157">
                  <c:v>4.4751879680000002</c:v>
                </c:pt>
                <c:pt idx="7158">
                  <c:v>4.4751879700000003</c:v>
                </c:pt>
                <c:pt idx="7159">
                  <c:v>4.4751879700000003</c:v>
                </c:pt>
                <c:pt idx="7160">
                  <c:v>4.4751879700000003</c:v>
                </c:pt>
                <c:pt idx="7161">
                  <c:v>4.4751879700000003</c:v>
                </c:pt>
                <c:pt idx="7162">
                  <c:v>4.4751879700000003</c:v>
                </c:pt>
                <c:pt idx="7163">
                  <c:v>4.4751879700000003</c:v>
                </c:pt>
                <c:pt idx="7164">
                  <c:v>4.4751879700000003</c:v>
                </c:pt>
                <c:pt idx="7165">
                  <c:v>4.4751879700000003</c:v>
                </c:pt>
                <c:pt idx="7166">
                  <c:v>4.4751879700000003</c:v>
                </c:pt>
                <c:pt idx="7167">
                  <c:v>4.4751879700000003</c:v>
                </c:pt>
                <c:pt idx="7168">
                  <c:v>4.4751879700000003</c:v>
                </c:pt>
                <c:pt idx="7169">
                  <c:v>4.4751879700000003</c:v>
                </c:pt>
                <c:pt idx="7170">
                  <c:v>4.4751879700000003</c:v>
                </c:pt>
                <c:pt idx="7171">
                  <c:v>4.4751879700000003</c:v>
                </c:pt>
                <c:pt idx="7172">
                  <c:v>4.4751879700000003</c:v>
                </c:pt>
                <c:pt idx="7173">
                  <c:v>0.81051492000000003</c:v>
                </c:pt>
                <c:pt idx="7174">
                  <c:v>0</c:v>
                </c:pt>
                <c:pt idx="7175">
                  <c:v>0</c:v>
                </c:pt>
                <c:pt idx="7176">
                  <c:v>0.37703462399999998</c:v>
                </c:pt>
                <c:pt idx="7177">
                  <c:v>1.004194429</c:v>
                </c:pt>
                <c:pt idx="7178">
                  <c:v>15.728490000000001</c:v>
                </c:pt>
                <c:pt idx="7179">
                  <c:v>10.744505309999999</c:v>
                </c:pt>
                <c:pt idx="7180">
                  <c:v>13.02307826</c:v>
                </c:pt>
                <c:pt idx="7181">
                  <c:v>4.0477934549999999</c:v>
                </c:pt>
                <c:pt idx="7182">
                  <c:v>4.496557696</c:v>
                </c:pt>
                <c:pt idx="7183">
                  <c:v>4.474119484</c:v>
                </c:pt>
                <c:pt idx="7184">
                  <c:v>4.4752413940000002</c:v>
                </c:pt>
                <c:pt idx="7185">
                  <c:v>4.4751852989999996</c:v>
                </c:pt>
                <c:pt idx="7186">
                  <c:v>4.4751881029999998</c:v>
                </c:pt>
                <c:pt idx="7187">
                  <c:v>4.4751879629999998</c:v>
                </c:pt>
                <c:pt idx="7188">
                  <c:v>4.4751879700000003</c:v>
                </c:pt>
                <c:pt idx="7189">
                  <c:v>4.4751879700000003</c:v>
                </c:pt>
                <c:pt idx="7190">
                  <c:v>4.4751879700000003</c:v>
                </c:pt>
                <c:pt idx="7191">
                  <c:v>4.4751879700000003</c:v>
                </c:pt>
                <c:pt idx="7192">
                  <c:v>4.4751879700000003</c:v>
                </c:pt>
                <c:pt idx="7193">
                  <c:v>4.4751879700000003</c:v>
                </c:pt>
                <c:pt idx="7194">
                  <c:v>4.4751879700000003</c:v>
                </c:pt>
                <c:pt idx="7195">
                  <c:v>4.4751879700000003</c:v>
                </c:pt>
                <c:pt idx="7196">
                  <c:v>4.4751879700000003</c:v>
                </c:pt>
                <c:pt idx="7197">
                  <c:v>4.4751879700000003</c:v>
                </c:pt>
                <c:pt idx="7198">
                  <c:v>0</c:v>
                </c:pt>
                <c:pt idx="7199">
                  <c:v>9.2614850870000005</c:v>
                </c:pt>
                <c:pt idx="7200">
                  <c:v>7.2925949049999996</c:v>
                </c:pt>
                <c:pt idx="7201">
                  <c:v>4.6203990800000003</c:v>
                </c:pt>
                <c:pt idx="7202">
                  <c:v>4.467927414</c:v>
                </c:pt>
                <c:pt idx="7203">
                  <c:v>2.9996772219999999</c:v>
                </c:pt>
                <c:pt idx="7204">
                  <c:v>5.9510435939999997</c:v>
                </c:pt>
                <c:pt idx="7205">
                  <c:v>4.4013951889999996</c:v>
                </c:pt>
                <c:pt idx="7206">
                  <c:v>4.4788776090000004</c:v>
                </c:pt>
                <c:pt idx="7207">
                  <c:v>4.4750034879999996</c:v>
                </c:pt>
                <c:pt idx="7208">
                  <c:v>4.4751971939999997</c:v>
                </c:pt>
                <c:pt idx="7209">
                  <c:v>4.4751875090000004</c:v>
                </c:pt>
                <c:pt idx="7210">
                  <c:v>4.4751879929999996</c:v>
                </c:pt>
                <c:pt idx="7211">
                  <c:v>4.4751879690000003</c:v>
                </c:pt>
                <c:pt idx="7212">
                  <c:v>4.4751879700000003</c:v>
                </c:pt>
                <c:pt idx="7213">
                  <c:v>4.4751879700000003</c:v>
                </c:pt>
                <c:pt idx="7214">
                  <c:v>4.4751879700000003</c:v>
                </c:pt>
                <c:pt idx="7215">
                  <c:v>4.4751879700000003</c:v>
                </c:pt>
                <c:pt idx="7216">
                  <c:v>4.4751879700000003</c:v>
                </c:pt>
                <c:pt idx="7217">
                  <c:v>0</c:v>
                </c:pt>
                <c:pt idx="7218">
                  <c:v>0</c:v>
                </c:pt>
                <c:pt idx="7219">
                  <c:v>0.69674606100000003</c:v>
                </c:pt>
                <c:pt idx="7220">
                  <c:v>0</c:v>
                </c:pt>
                <c:pt idx="7221">
                  <c:v>0</c:v>
                </c:pt>
                <c:pt idx="7222">
                  <c:v>0</c:v>
                </c:pt>
                <c:pt idx="7223">
                  <c:v>0</c:v>
                </c:pt>
                <c:pt idx="7224">
                  <c:v>0</c:v>
                </c:pt>
                <c:pt idx="7225">
                  <c:v>0</c:v>
                </c:pt>
                <c:pt idx="7226">
                  <c:v>0</c:v>
                </c:pt>
                <c:pt idx="7227">
                  <c:v>0</c:v>
                </c:pt>
                <c:pt idx="7228">
                  <c:v>0</c:v>
                </c:pt>
                <c:pt idx="7229">
                  <c:v>6.1777649050000001</c:v>
                </c:pt>
                <c:pt idx="7230">
                  <c:v>10.96208655</c:v>
                </c:pt>
                <c:pt idx="7231">
                  <c:v>18.67333404</c:v>
                </c:pt>
                <c:pt idx="7232">
                  <c:v>2.1752580969999999</c:v>
                </c:pt>
                <c:pt idx="7233">
                  <c:v>21.27946644</c:v>
                </c:pt>
                <c:pt idx="7234">
                  <c:v>16.687245369999999</c:v>
                </c:pt>
                <c:pt idx="7235">
                  <c:v>13.172957589999999</c:v>
                </c:pt>
                <c:pt idx="7236">
                  <c:v>4.0402994889999997</c:v>
                </c:pt>
                <c:pt idx="7237">
                  <c:v>4.4969323939999999</c:v>
                </c:pt>
                <c:pt idx="7238">
                  <c:v>4.4741007489999998</c:v>
                </c:pt>
                <c:pt idx="7239">
                  <c:v>4.4752423309999996</c:v>
                </c:pt>
                <c:pt idx="7240">
                  <c:v>4.4751852520000002</c:v>
                </c:pt>
                <c:pt idx="7241">
                  <c:v>4.4751881060000001</c:v>
                </c:pt>
                <c:pt idx="7242">
                  <c:v>0</c:v>
                </c:pt>
                <c:pt idx="7243">
                  <c:v>8.9046000000000003</c:v>
                </c:pt>
                <c:pt idx="7244">
                  <c:v>5.6124745489999999</c:v>
                </c:pt>
                <c:pt idx="7245">
                  <c:v>4.4183236409999997</c:v>
                </c:pt>
                <c:pt idx="7246">
                  <c:v>0</c:v>
                </c:pt>
                <c:pt idx="7247">
                  <c:v>6.338613155</c:v>
                </c:pt>
                <c:pt idx="7248">
                  <c:v>0</c:v>
                </c:pt>
                <c:pt idx="7249">
                  <c:v>0</c:v>
                </c:pt>
                <c:pt idx="7250">
                  <c:v>0</c:v>
                </c:pt>
                <c:pt idx="7251">
                  <c:v>0</c:v>
                </c:pt>
                <c:pt idx="7252">
                  <c:v>2.7850065289999999</c:v>
                </c:pt>
                <c:pt idx="7253">
                  <c:v>16.118189999999998</c:v>
                </c:pt>
                <c:pt idx="7254">
                  <c:v>12.41559</c:v>
                </c:pt>
                <c:pt idx="7255">
                  <c:v>11.716825010000001</c:v>
                </c:pt>
                <c:pt idx="7256">
                  <c:v>4.1131061180000001</c:v>
                </c:pt>
                <c:pt idx="7257">
                  <c:v>4.4932920630000002</c:v>
                </c:pt>
                <c:pt idx="7258">
                  <c:v>4.4742827649999999</c:v>
                </c:pt>
                <c:pt idx="7259">
                  <c:v>4.4752332299999997</c:v>
                </c:pt>
                <c:pt idx="7260">
                  <c:v>4.4751857069999996</c:v>
                </c:pt>
                <c:pt idx="7261">
                  <c:v>4.4751880829999999</c:v>
                </c:pt>
                <c:pt idx="7262">
                  <c:v>4.2516323500000004</c:v>
                </c:pt>
                <c:pt idx="7263">
                  <c:v>4.6987435839999998</c:v>
                </c:pt>
                <c:pt idx="7264">
                  <c:v>3.9899708820000002</c:v>
                </c:pt>
                <c:pt idx="7265">
                  <c:v>0</c:v>
                </c:pt>
                <c:pt idx="7266">
                  <c:v>0</c:v>
                </c:pt>
                <c:pt idx="7267">
                  <c:v>9.8809222709999993</c:v>
                </c:pt>
                <c:pt idx="7268">
                  <c:v>8.1863100000000006</c:v>
                </c:pt>
                <c:pt idx="7269">
                  <c:v>5.7754799999999999</c:v>
                </c:pt>
                <c:pt idx="7270">
                  <c:v>0</c:v>
                </c:pt>
                <c:pt idx="7271">
                  <c:v>8.7612476519999998</c:v>
                </c:pt>
                <c:pt idx="7272">
                  <c:v>8.2314845800000001</c:v>
                </c:pt>
                <c:pt idx="7273">
                  <c:v>4.2782568359999997</c:v>
                </c:pt>
                <c:pt idx="7274">
                  <c:v>4.4936950150000001</c:v>
                </c:pt>
                <c:pt idx="7275">
                  <c:v>4.474262618</c:v>
                </c:pt>
                <c:pt idx="7276">
                  <c:v>0.130009766</c:v>
                </c:pt>
                <c:pt idx="7277">
                  <c:v>6.8382150089999998</c:v>
                </c:pt>
                <c:pt idx="7278">
                  <c:v>6.2401219809999997</c:v>
                </c:pt>
                <c:pt idx="7279">
                  <c:v>4.3869412690000003</c:v>
                </c:pt>
                <c:pt idx="7280">
                  <c:v>4.4796003049999999</c:v>
                </c:pt>
                <c:pt idx="7281">
                  <c:v>4.4749673530000003</c:v>
                </c:pt>
                <c:pt idx="7282">
                  <c:v>4.475199001</c:v>
                </c:pt>
                <c:pt idx="7283">
                  <c:v>4.475187418</c:v>
                </c:pt>
                <c:pt idx="7284">
                  <c:v>4.475187998</c:v>
                </c:pt>
                <c:pt idx="7285">
                  <c:v>4.4751879690000003</c:v>
                </c:pt>
                <c:pt idx="7286">
                  <c:v>4.4751879700000003</c:v>
                </c:pt>
                <c:pt idx="7287">
                  <c:v>4.4751879700000003</c:v>
                </c:pt>
                <c:pt idx="7288">
                  <c:v>4.4751879700000003</c:v>
                </c:pt>
                <c:pt idx="7289">
                  <c:v>1.065864208</c:v>
                </c:pt>
                <c:pt idx="7290">
                  <c:v>0</c:v>
                </c:pt>
                <c:pt idx="7291">
                  <c:v>0</c:v>
                </c:pt>
                <c:pt idx="7292">
                  <c:v>0</c:v>
                </c:pt>
                <c:pt idx="7293">
                  <c:v>0</c:v>
                </c:pt>
                <c:pt idx="7294">
                  <c:v>0</c:v>
                </c:pt>
                <c:pt idx="7295">
                  <c:v>0</c:v>
                </c:pt>
                <c:pt idx="7296">
                  <c:v>6.6425417800000002</c:v>
                </c:pt>
                <c:pt idx="7297">
                  <c:v>5.657750064</c:v>
                </c:pt>
                <c:pt idx="7298">
                  <c:v>15.996779999999999</c:v>
                </c:pt>
                <c:pt idx="7299">
                  <c:v>14.34590354</c:v>
                </c:pt>
                <c:pt idx="7300">
                  <c:v>15.217560000000001</c:v>
                </c:pt>
                <c:pt idx="7301">
                  <c:v>14.656313539999999</c:v>
                </c:pt>
                <c:pt idx="7302">
                  <c:v>0</c:v>
                </c:pt>
                <c:pt idx="7303">
                  <c:v>0</c:v>
                </c:pt>
                <c:pt idx="7304">
                  <c:v>0</c:v>
                </c:pt>
                <c:pt idx="7305">
                  <c:v>8.7038935999999997E-2</c:v>
                </c:pt>
                <c:pt idx="7306">
                  <c:v>3.810063258</c:v>
                </c:pt>
                <c:pt idx="7307">
                  <c:v>3.1966643110000001</c:v>
                </c:pt>
                <c:pt idx="7308">
                  <c:v>6.8807768620000003</c:v>
                </c:pt>
                <c:pt idx="7309">
                  <c:v>0</c:v>
                </c:pt>
                <c:pt idx="7310">
                  <c:v>0</c:v>
                </c:pt>
                <c:pt idx="7311">
                  <c:v>9.2587840490000008</c:v>
                </c:pt>
                <c:pt idx="7312">
                  <c:v>12.913505990000001</c:v>
                </c:pt>
                <c:pt idx="7313">
                  <c:v>5.1778765519999999</c:v>
                </c:pt>
                <c:pt idx="7314">
                  <c:v>0</c:v>
                </c:pt>
                <c:pt idx="7315">
                  <c:v>0</c:v>
                </c:pt>
                <c:pt idx="7316">
                  <c:v>0</c:v>
                </c:pt>
                <c:pt idx="7317">
                  <c:v>0</c:v>
                </c:pt>
                <c:pt idx="7318">
                  <c:v>0</c:v>
                </c:pt>
                <c:pt idx="7319">
                  <c:v>0</c:v>
                </c:pt>
                <c:pt idx="7320">
                  <c:v>0</c:v>
                </c:pt>
                <c:pt idx="7321">
                  <c:v>0</c:v>
                </c:pt>
                <c:pt idx="7322">
                  <c:v>0</c:v>
                </c:pt>
                <c:pt idx="7323">
                  <c:v>0</c:v>
                </c:pt>
                <c:pt idx="7324">
                  <c:v>0</c:v>
                </c:pt>
                <c:pt idx="7325">
                  <c:v>0</c:v>
                </c:pt>
                <c:pt idx="7326">
                  <c:v>0</c:v>
                </c:pt>
                <c:pt idx="7327">
                  <c:v>2.9579636979999999</c:v>
                </c:pt>
                <c:pt idx="7328">
                  <c:v>2.2840019840000001</c:v>
                </c:pt>
                <c:pt idx="7329">
                  <c:v>12.77171602</c:v>
                </c:pt>
                <c:pt idx="7330">
                  <c:v>6.5828004379999996</c:v>
                </c:pt>
                <c:pt idx="7331">
                  <c:v>11.607483119999999</c:v>
                </c:pt>
                <c:pt idx="7332">
                  <c:v>5.3664096350000001</c:v>
                </c:pt>
                <c:pt idx="7333">
                  <c:v>2.8175589799999998</c:v>
                </c:pt>
                <c:pt idx="7334">
                  <c:v>10.07787662</c:v>
                </c:pt>
                <c:pt idx="7335">
                  <c:v>4.520357572</c:v>
                </c:pt>
                <c:pt idx="7336">
                  <c:v>0.37985987399999999</c:v>
                </c:pt>
                <c:pt idx="7337">
                  <c:v>7.5700799999999999</c:v>
                </c:pt>
                <c:pt idx="7338">
                  <c:v>0.13478621800000001</c:v>
                </c:pt>
                <c:pt idx="7339">
                  <c:v>5.7017699999999998</c:v>
                </c:pt>
                <c:pt idx="7340">
                  <c:v>5.8220999999999998</c:v>
                </c:pt>
                <c:pt idx="7341">
                  <c:v>0</c:v>
                </c:pt>
                <c:pt idx="7342">
                  <c:v>0</c:v>
                </c:pt>
                <c:pt idx="7343">
                  <c:v>0</c:v>
                </c:pt>
                <c:pt idx="7344">
                  <c:v>0</c:v>
                </c:pt>
                <c:pt idx="7345">
                  <c:v>2.519479902</c:v>
                </c:pt>
                <c:pt idx="7346">
                  <c:v>10.44928765</c:v>
                </c:pt>
                <c:pt idx="7347">
                  <c:v>0</c:v>
                </c:pt>
                <c:pt idx="7348">
                  <c:v>9.1058962179999998</c:v>
                </c:pt>
                <c:pt idx="7349">
                  <c:v>0</c:v>
                </c:pt>
                <c:pt idx="7350">
                  <c:v>0</c:v>
                </c:pt>
                <c:pt idx="7351">
                  <c:v>14.737812419999999</c:v>
                </c:pt>
                <c:pt idx="7352">
                  <c:v>5.61708827</c:v>
                </c:pt>
                <c:pt idx="7353">
                  <c:v>1.673911444</c:v>
                </c:pt>
                <c:pt idx="7354">
                  <c:v>0</c:v>
                </c:pt>
                <c:pt idx="7355">
                  <c:v>0</c:v>
                </c:pt>
                <c:pt idx="7356">
                  <c:v>0</c:v>
                </c:pt>
                <c:pt idx="7357">
                  <c:v>2.6304938299999998</c:v>
                </c:pt>
                <c:pt idx="7358">
                  <c:v>1.907272233</c:v>
                </c:pt>
                <c:pt idx="7359">
                  <c:v>0</c:v>
                </c:pt>
                <c:pt idx="7360">
                  <c:v>0</c:v>
                </c:pt>
                <c:pt idx="7361">
                  <c:v>0</c:v>
                </c:pt>
                <c:pt idx="7362">
                  <c:v>0</c:v>
                </c:pt>
                <c:pt idx="7363">
                  <c:v>0</c:v>
                </c:pt>
                <c:pt idx="7364">
                  <c:v>0</c:v>
                </c:pt>
                <c:pt idx="7365">
                  <c:v>0</c:v>
                </c:pt>
                <c:pt idx="7366">
                  <c:v>2.992376218</c:v>
                </c:pt>
                <c:pt idx="7367">
                  <c:v>0</c:v>
                </c:pt>
                <c:pt idx="7368">
                  <c:v>0</c:v>
                </c:pt>
                <c:pt idx="7369">
                  <c:v>5.9986700639999997</c:v>
                </c:pt>
                <c:pt idx="7370">
                  <c:v>0</c:v>
                </c:pt>
                <c:pt idx="7371">
                  <c:v>14.841900000000001</c:v>
                </c:pt>
                <c:pt idx="7372">
                  <c:v>7.9541071060000004</c:v>
                </c:pt>
                <c:pt idx="7373">
                  <c:v>14.903425439999999</c:v>
                </c:pt>
                <c:pt idx="7374">
                  <c:v>0.81871293599999995</c:v>
                </c:pt>
                <c:pt idx="7375">
                  <c:v>0</c:v>
                </c:pt>
                <c:pt idx="7376">
                  <c:v>9.7085193150000002</c:v>
                </c:pt>
                <c:pt idx="7377">
                  <c:v>5.7037565749999999</c:v>
                </c:pt>
                <c:pt idx="7378">
                  <c:v>18.210798090000001</c:v>
                </c:pt>
                <c:pt idx="7379">
                  <c:v>27.96852131</c:v>
                </c:pt>
                <c:pt idx="7380">
                  <c:v>6.4958172010000004</c:v>
                </c:pt>
                <c:pt idx="7381">
                  <c:v>4.3741565080000004</c:v>
                </c:pt>
                <c:pt idx="7382">
                  <c:v>4.4802395429999997</c:v>
                </c:pt>
                <c:pt idx="7383">
                  <c:v>4.4749353909999998</c:v>
                </c:pt>
                <c:pt idx="7384">
                  <c:v>4.4752005989999999</c:v>
                </c:pt>
                <c:pt idx="7385">
                  <c:v>0</c:v>
                </c:pt>
                <c:pt idx="7386">
                  <c:v>2.3737453589999999</c:v>
                </c:pt>
                <c:pt idx="7387">
                  <c:v>0</c:v>
                </c:pt>
                <c:pt idx="7388">
                  <c:v>0</c:v>
                </c:pt>
                <c:pt idx="7389">
                  <c:v>0</c:v>
                </c:pt>
                <c:pt idx="7390">
                  <c:v>0</c:v>
                </c:pt>
                <c:pt idx="7391">
                  <c:v>3.2599893729999998</c:v>
                </c:pt>
                <c:pt idx="7392">
                  <c:v>4.6431993729999999</c:v>
                </c:pt>
                <c:pt idx="7393">
                  <c:v>9.4729736999999994E-2</c:v>
                </c:pt>
                <c:pt idx="7394">
                  <c:v>0</c:v>
                </c:pt>
                <c:pt idx="7395">
                  <c:v>1.3638933520000001</c:v>
                </c:pt>
                <c:pt idx="7396">
                  <c:v>0.83346879600000001</c:v>
                </c:pt>
                <c:pt idx="7397">
                  <c:v>0.23152973700000001</c:v>
                </c:pt>
                <c:pt idx="7398">
                  <c:v>0</c:v>
                </c:pt>
                <c:pt idx="7399">
                  <c:v>0</c:v>
                </c:pt>
                <c:pt idx="7400">
                  <c:v>0</c:v>
                </c:pt>
                <c:pt idx="7401">
                  <c:v>4.5234939560000003</c:v>
                </c:pt>
                <c:pt idx="7402">
                  <c:v>32.520394670000002</c:v>
                </c:pt>
                <c:pt idx="7403">
                  <c:v>42.821640649999999</c:v>
                </c:pt>
                <c:pt idx="7404">
                  <c:v>4.3381262239999998</c:v>
                </c:pt>
                <c:pt idx="7405">
                  <c:v>4.482041057</c:v>
                </c:pt>
                <c:pt idx="7406">
                  <c:v>4.4748453159999997</c:v>
                </c:pt>
                <c:pt idx="7407">
                  <c:v>4.4752051030000004</c:v>
                </c:pt>
                <c:pt idx="7408">
                  <c:v>1.325612937</c:v>
                </c:pt>
                <c:pt idx="7409">
                  <c:v>0</c:v>
                </c:pt>
                <c:pt idx="7410">
                  <c:v>0</c:v>
                </c:pt>
                <c:pt idx="7411">
                  <c:v>2.4786173210000002</c:v>
                </c:pt>
                <c:pt idx="7412">
                  <c:v>0</c:v>
                </c:pt>
                <c:pt idx="7413">
                  <c:v>0</c:v>
                </c:pt>
                <c:pt idx="7414">
                  <c:v>0</c:v>
                </c:pt>
                <c:pt idx="7415">
                  <c:v>0</c:v>
                </c:pt>
                <c:pt idx="7416">
                  <c:v>0.36427973699999999</c:v>
                </c:pt>
                <c:pt idx="7417">
                  <c:v>14.286596550000001</c:v>
                </c:pt>
                <c:pt idx="7418">
                  <c:v>0</c:v>
                </c:pt>
                <c:pt idx="7419">
                  <c:v>1.898359157</c:v>
                </c:pt>
                <c:pt idx="7420">
                  <c:v>0</c:v>
                </c:pt>
                <c:pt idx="7421">
                  <c:v>7.8373549200000001</c:v>
                </c:pt>
                <c:pt idx="7422">
                  <c:v>0</c:v>
                </c:pt>
                <c:pt idx="7423">
                  <c:v>2.7345618140000001</c:v>
                </c:pt>
                <c:pt idx="7424">
                  <c:v>20.518232019999999</c:v>
                </c:pt>
                <c:pt idx="7425">
                  <c:v>32.141516090000003</c:v>
                </c:pt>
                <c:pt idx="7426">
                  <c:v>13.95209182</c:v>
                </c:pt>
                <c:pt idx="7427">
                  <c:v>4.0013427769999996</c:v>
                </c:pt>
                <c:pt idx="7428">
                  <c:v>4.4988802300000001</c:v>
                </c:pt>
                <c:pt idx="7429">
                  <c:v>4.474003357</c:v>
                </c:pt>
                <c:pt idx="7430">
                  <c:v>4.4752472010000002</c:v>
                </c:pt>
                <c:pt idx="7431">
                  <c:v>4.4751850080000004</c:v>
                </c:pt>
                <c:pt idx="7432">
                  <c:v>0</c:v>
                </c:pt>
                <c:pt idx="7433">
                  <c:v>4.2630650870000002</c:v>
                </c:pt>
                <c:pt idx="7434">
                  <c:v>4.1011199999999999</c:v>
                </c:pt>
                <c:pt idx="7435">
                  <c:v>8.15625</c:v>
                </c:pt>
                <c:pt idx="7436">
                  <c:v>0</c:v>
                </c:pt>
                <c:pt idx="7437">
                  <c:v>7.6158000000000001</c:v>
                </c:pt>
                <c:pt idx="7438">
                  <c:v>0</c:v>
                </c:pt>
                <c:pt idx="7439">
                  <c:v>0</c:v>
                </c:pt>
                <c:pt idx="7440">
                  <c:v>0</c:v>
                </c:pt>
                <c:pt idx="7441">
                  <c:v>12.68436509</c:v>
                </c:pt>
                <c:pt idx="7442">
                  <c:v>16.530283130000001</c:v>
                </c:pt>
                <c:pt idx="7443">
                  <c:v>13.256320880000001</c:v>
                </c:pt>
                <c:pt idx="7444">
                  <c:v>4.0361313240000003</c:v>
                </c:pt>
                <c:pt idx="7445">
                  <c:v>3.527774961</c:v>
                </c:pt>
                <c:pt idx="7446">
                  <c:v>5.4434561690000001</c:v>
                </c:pt>
                <c:pt idx="7447">
                  <c:v>4.4267745600000001</c:v>
                </c:pt>
                <c:pt idx="7448">
                  <c:v>4.4776086399999997</c:v>
                </c:pt>
                <c:pt idx="7449">
                  <c:v>4.4750669360000002</c:v>
                </c:pt>
                <c:pt idx="7450">
                  <c:v>4.4751940220000002</c:v>
                </c:pt>
                <c:pt idx="7451">
                  <c:v>4.4751876670000001</c:v>
                </c:pt>
                <c:pt idx="7452">
                  <c:v>4.4751879849999998</c:v>
                </c:pt>
                <c:pt idx="7453">
                  <c:v>4.4751879690000003</c:v>
                </c:pt>
                <c:pt idx="7454">
                  <c:v>4.4751879700000003</c:v>
                </c:pt>
                <c:pt idx="7455">
                  <c:v>4.4751879700000003</c:v>
                </c:pt>
                <c:pt idx="7456">
                  <c:v>4.4751879700000003</c:v>
                </c:pt>
                <c:pt idx="7457">
                  <c:v>4.4751879700000003</c:v>
                </c:pt>
                <c:pt idx="7458">
                  <c:v>4.4751879700000003</c:v>
                </c:pt>
                <c:pt idx="7459">
                  <c:v>4.4751879700000003</c:v>
                </c:pt>
                <c:pt idx="7460">
                  <c:v>4.4751879700000003</c:v>
                </c:pt>
                <c:pt idx="7461">
                  <c:v>4.4751879700000003</c:v>
                </c:pt>
                <c:pt idx="7462">
                  <c:v>4.4751879700000003</c:v>
                </c:pt>
                <c:pt idx="7463">
                  <c:v>4.4751879700000003</c:v>
                </c:pt>
                <c:pt idx="7464">
                  <c:v>4.4751879700000003</c:v>
                </c:pt>
                <c:pt idx="7465">
                  <c:v>4.4751879700000003</c:v>
                </c:pt>
                <c:pt idx="7466">
                  <c:v>0.98077720700000004</c:v>
                </c:pt>
                <c:pt idx="7467">
                  <c:v>7.9695987329999998</c:v>
                </c:pt>
                <c:pt idx="7468">
                  <c:v>4.3004674319999996</c:v>
                </c:pt>
                <c:pt idx="7469">
                  <c:v>4.4839239969999998</c:v>
                </c:pt>
                <c:pt idx="7470">
                  <c:v>4.4747511690000001</c:v>
                </c:pt>
                <c:pt idx="7471">
                  <c:v>4.47520981</c:v>
                </c:pt>
                <c:pt idx="7472">
                  <c:v>4.4751868779999997</c:v>
                </c:pt>
                <c:pt idx="7473">
                  <c:v>4.4751880249999996</c:v>
                </c:pt>
                <c:pt idx="7474">
                  <c:v>4.4751879670000001</c:v>
                </c:pt>
                <c:pt idx="7475">
                  <c:v>4.4751879700000003</c:v>
                </c:pt>
                <c:pt idx="7476">
                  <c:v>4.4751879700000003</c:v>
                </c:pt>
                <c:pt idx="7477">
                  <c:v>4.4751879700000003</c:v>
                </c:pt>
                <c:pt idx="7478">
                  <c:v>4.4751879700000003</c:v>
                </c:pt>
                <c:pt idx="7479">
                  <c:v>4.4751879700000003</c:v>
                </c:pt>
                <c:pt idx="7480">
                  <c:v>4.4751879700000003</c:v>
                </c:pt>
                <c:pt idx="7481">
                  <c:v>4.4751879700000003</c:v>
                </c:pt>
                <c:pt idx="7482">
                  <c:v>0</c:v>
                </c:pt>
                <c:pt idx="7483">
                  <c:v>0</c:v>
                </c:pt>
                <c:pt idx="7484">
                  <c:v>7.9755009000000002E-2</c:v>
                </c:pt>
                <c:pt idx="7485">
                  <c:v>0</c:v>
                </c:pt>
                <c:pt idx="7486">
                  <c:v>0</c:v>
                </c:pt>
                <c:pt idx="7487">
                  <c:v>0</c:v>
                </c:pt>
                <c:pt idx="7488">
                  <c:v>1.597579157</c:v>
                </c:pt>
                <c:pt idx="7489">
                  <c:v>1.8049737E-2</c:v>
                </c:pt>
                <c:pt idx="7490">
                  <c:v>0</c:v>
                </c:pt>
                <c:pt idx="7491">
                  <c:v>3.2598907530000001</c:v>
                </c:pt>
                <c:pt idx="7492">
                  <c:v>16.091533120000001</c:v>
                </c:pt>
                <c:pt idx="7493">
                  <c:v>14.836397939999999</c:v>
                </c:pt>
                <c:pt idx="7494">
                  <c:v>10.518319050000001</c:v>
                </c:pt>
                <c:pt idx="7495">
                  <c:v>9.725981204</c:v>
                </c:pt>
                <c:pt idx="7496">
                  <c:v>29.45020122</c:v>
                </c:pt>
                <c:pt idx="7497">
                  <c:v>0</c:v>
                </c:pt>
                <c:pt idx="7498">
                  <c:v>0</c:v>
                </c:pt>
                <c:pt idx="7499">
                  <c:v>3.722086467</c:v>
                </c:pt>
                <c:pt idx="7500">
                  <c:v>11.23639322</c:v>
                </c:pt>
                <c:pt idx="7501">
                  <c:v>11.27431217</c:v>
                </c:pt>
                <c:pt idx="7502">
                  <c:v>4.1352317599999999</c:v>
                </c:pt>
                <c:pt idx="7503">
                  <c:v>0</c:v>
                </c:pt>
                <c:pt idx="7504">
                  <c:v>4.2674989610000003</c:v>
                </c:pt>
                <c:pt idx="7505">
                  <c:v>5.0174065519999997</c:v>
                </c:pt>
                <c:pt idx="7506">
                  <c:v>0</c:v>
                </c:pt>
                <c:pt idx="7507">
                  <c:v>0</c:v>
                </c:pt>
                <c:pt idx="7508">
                  <c:v>0</c:v>
                </c:pt>
                <c:pt idx="7509">
                  <c:v>0</c:v>
                </c:pt>
                <c:pt idx="7510">
                  <c:v>2.6282231340000002</c:v>
                </c:pt>
                <c:pt idx="7511">
                  <c:v>11.53288905</c:v>
                </c:pt>
                <c:pt idx="7512">
                  <c:v>6.1271240860000002</c:v>
                </c:pt>
                <c:pt idx="7513">
                  <c:v>1.0771528619999999</c:v>
                </c:pt>
                <c:pt idx="7514">
                  <c:v>0</c:v>
                </c:pt>
                <c:pt idx="7515">
                  <c:v>0</c:v>
                </c:pt>
                <c:pt idx="7516">
                  <c:v>7.0436897109999999</c:v>
                </c:pt>
                <c:pt idx="7517">
                  <c:v>15.02801356</c:v>
                </c:pt>
                <c:pt idx="7518">
                  <c:v>12.340260000000001</c:v>
                </c:pt>
                <c:pt idx="7519">
                  <c:v>12.27924896</c:v>
                </c:pt>
                <c:pt idx="7520">
                  <c:v>12.459743189999999</c:v>
                </c:pt>
                <c:pt idx="7521">
                  <c:v>4.0759602089999998</c:v>
                </c:pt>
                <c:pt idx="7522">
                  <c:v>4.4951493579999999</c:v>
                </c:pt>
                <c:pt idx="7523">
                  <c:v>4.4741899009999999</c:v>
                </c:pt>
                <c:pt idx="7524">
                  <c:v>4.4752378730000002</c:v>
                </c:pt>
                <c:pt idx="7525">
                  <c:v>4.475185475</c:v>
                </c:pt>
                <c:pt idx="7526">
                  <c:v>4.475188095</c:v>
                </c:pt>
                <c:pt idx="7527">
                  <c:v>4.4751879639999999</c:v>
                </c:pt>
                <c:pt idx="7528">
                  <c:v>2.2552727699999999</c:v>
                </c:pt>
                <c:pt idx="7529">
                  <c:v>0</c:v>
                </c:pt>
                <c:pt idx="7530">
                  <c:v>0</c:v>
                </c:pt>
                <c:pt idx="7531">
                  <c:v>4.7822399999999998</c:v>
                </c:pt>
                <c:pt idx="7532">
                  <c:v>0</c:v>
                </c:pt>
                <c:pt idx="7533">
                  <c:v>7.0031699999999999</c:v>
                </c:pt>
                <c:pt idx="7534">
                  <c:v>7.7468399999999997</c:v>
                </c:pt>
                <c:pt idx="7535">
                  <c:v>13.21227</c:v>
                </c:pt>
                <c:pt idx="7536">
                  <c:v>0</c:v>
                </c:pt>
                <c:pt idx="7537">
                  <c:v>0</c:v>
                </c:pt>
                <c:pt idx="7538">
                  <c:v>0</c:v>
                </c:pt>
                <c:pt idx="7539">
                  <c:v>0</c:v>
                </c:pt>
                <c:pt idx="7540">
                  <c:v>0</c:v>
                </c:pt>
                <c:pt idx="7541">
                  <c:v>15.67305</c:v>
                </c:pt>
                <c:pt idx="7542">
                  <c:v>13.00023</c:v>
                </c:pt>
                <c:pt idx="7543">
                  <c:v>15.05776446</c:v>
                </c:pt>
                <c:pt idx="7544">
                  <c:v>13.251337039999999</c:v>
                </c:pt>
                <c:pt idx="7545">
                  <c:v>10.76073815</c:v>
                </c:pt>
                <c:pt idx="7546">
                  <c:v>5.1503612390000004</c:v>
                </c:pt>
                <c:pt idx="7547">
                  <c:v>4.4414293059999999</c:v>
                </c:pt>
                <c:pt idx="7548">
                  <c:v>3.6775422139999998</c:v>
                </c:pt>
                <c:pt idx="7549">
                  <c:v>4.355582418</c:v>
                </c:pt>
                <c:pt idx="7550">
                  <c:v>5.3540803490000002</c:v>
                </c:pt>
                <c:pt idx="7551">
                  <c:v>4.431243351</c:v>
                </c:pt>
                <c:pt idx="7552">
                  <c:v>0</c:v>
                </c:pt>
                <c:pt idx="7553">
                  <c:v>0</c:v>
                </c:pt>
                <c:pt idx="7554">
                  <c:v>0</c:v>
                </c:pt>
                <c:pt idx="7555">
                  <c:v>0</c:v>
                </c:pt>
                <c:pt idx="7556">
                  <c:v>0</c:v>
                </c:pt>
                <c:pt idx="7557">
                  <c:v>0</c:v>
                </c:pt>
                <c:pt idx="7558">
                  <c:v>9.5680800000000001</c:v>
                </c:pt>
                <c:pt idx="7559">
                  <c:v>13.68585</c:v>
                </c:pt>
                <c:pt idx="7560">
                  <c:v>16.09713</c:v>
                </c:pt>
                <c:pt idx="7561">
                  <c:v>16.0227</c:v>
                </c:pt>
                <c:pt idx="7562">
                  <c:v>16.30161</c:v>
                </c:pt>
                <c:pt idx="7563">
                  <c:v>15.723443749999999</c:v>
                </c:pt>
                <c:pt idx="7564">
                  <c:v>3.9127751810000002</c:v>
                </c:pt>
                <c:pt idx="7565">
                  <c:v>4.5033086090000003</c:v>
                </c:pt>
                <c:pt idx="7566">
                  <c:v>4.4737819380000001</c:v>
                </c:pt>
                <c:pt idx="7567">
                  <c:v>4.4752582719999996</c:v>
                </c:pt>
                <c:pt idx="7568">
                  <c:v>4.475184455</c:v>
                </c:pt>
                <c:pt idx="7569">
                  <c:v>4.4751881459999998</c:v>
                </c:pt>
                <c:pt idx="7570">
                  <c:v>4.4751879609999996</c:v>
                </c:pt>
                <c:pt idx="7571">
                  <c:v>4.4751879700000003</c:v>
                </c:pt>
                <c:pt idx="7572">
                  <c:v>4.4751879700000003</c:v>
                </c:pt>
                <c:pt idx="7573">
                  <c:v>4.4751879700000003</c:v>
                </c:pt>
                <c:pt idx="7574">
                  <c:v>4.4751879700000003</c:v>
                </c:pt>
                <c:pt idx="7575">
                  <c:v>4.4751879700000003</c:v>
                </c:pt>
                <c:pt idx="7576">
                  <c:v>4.4751879700000003</c:v>
                </c:pt>
                <c:pt idx="7577">
                  <c:v>4.4751879700000003</c:v>
                </c:pt>
                <c:pt idx="7578">
                  <c:v>4.4751879700000003</c:v>
                </c:pt>
                <c:pt idx="7579">
                  <c:v>4.4751879700000003</c:v>
                </c:pt>
                <c:pt idx="7580">
                  <c:v>4.4751879700000003</c:v>
                </c:pt>
                <c:pt idx="7581">
                  <c:v>4.4751879700000003</c:v>
                </c:pt>
                <c:pt idx="7582">
                  <c:v>4.4751879700000003</c:v>
                </c:pt>
                <c:pt idx="7583">
                  <c:v>4.4751879700000003</c:v>
                </c:pt>
                <c:pt idx="7584">
                  <c:v>4.4751879700000003</c:v>
                </c:pt>
                <c:pt idx="7585">
                  <c:v>4.4751879700000003</c:v>
                </c:pt>
                <c:pt idx="7586">
                  <c:v>4.4751879700000003</c:v>
                </c:pt>
                <c:pt idx="7587">
                  <c:v>4.4751879700000003</c:v>
                </c:pt>
                <c:pt idx="7588">
                  <c:v>4.4751879700000003</c:v>
                </c:pt>
                <c:pt idx="7589">
                  <c:v>4.4751879700000003</c:v>
                </c:pt>
                <c:pt idx="7590">
                  <c:v>4.4751879700000003</c:v>
                </c:pt>
                <c:pt idx="7591">
                  <c:v>4.4751879700000003</c:v>
                </c:pt>
                <c:pt idx="7592">
                  <c:v>4.4751879700000003</c:v>
                </c:pt>
                <c:pt idx="7593">
                  <c:v>4.4751879700000003</c:v>
                </c:pt>
                <c:pt idx="7594">
                  <c:v>4.4751879700000003</c:v>
                </c:pt>
                <c:pt idx="7595">
                  <c:v>4.4751879700000003</c:v>
                </c:pt>
                <c:pt idx="7596">
                  <c:v>4.4751879700000003</c:v>
                </c:pt>
                <c:pt idx="7597">
                  <c:v>4.4751879700000003</c:v>
                </c:pt>
                <c:pt idx="7598">
                  <c:v>4.4751879700000003</c:v>
                </c:pt>
                <c:pt idx="7599">
                  <c:v>4.4751879700000003</c:v>
                </c:pt>
                <c:pt idx="7600">
                  <c:v>1.4700249519999999</c:v>
                </c:pt>
                <c:pt idx="7601">
                  <c:v>0</c:v>
                </c:pt>
                <c:pt idx="7602">
                  <c:v>0</c:v>
                </c:pt>
                <c:pt idx="7603">
                  <c:v>0</c:v>
                </c:pt>
                <c:pt idx="7604">
                  <c:v>0</c:v>
                </c:pt>
                <c:pt idx="7605">
                  <c:v>0</c:v>
                </c:pt>
                <c:pt idx="7606">
                  <c:v>0</c:v>
                </c:pt>
                <c:pt idx="7607">
                  <c:v>0</c:v>
                </c:pt>
                <c:pt idx="7608">
                  <c:v>0.156214571</c:v>
                </c:pt>
                <c:pt idx="7609">
                  <c:v>4.6047856459999998</c:v>
                </c:pt>
                <c:pt idx="7610">
                  <c:v>14.583686549999999</c:v>
                </c:pt>
                <c:pt idx="7611">
                  <c:v>0</c:v>
                </c:pt>
                <c:pt idx="7612">
                  <c:v>1.2569291570000001</c:v>
                </c:pt>
                <c:pt idx="7613">
                  <c:v>0</c:v>
                </c:pt>
                <c:pt idx="7614">
                  <c:v>0</c:v>
                </c:pt>
                <c:pt idx="7615">
                  <c:v>8.9004079120000004</c:v>
                </c:pt>
                <c:pt idx="7616">
                  <c:v>1.5747682140000001</c:v>
                </c:pt>
                <c:pt idx="7617">
                  <c:v>12.213341700000001</c:v>
                </c:pt>
                <c:pt idx="7618">
                  <c:v>17.628721599999999</c:v>
                </c:pt>
                <c:pt idx="7619">
                  <c:v>15.98462659</c:v>
                </c:pt>
                <c:pt idx="7620">
                  <c:v>16.523770450000001</c:v>
                </c:pt>
                <c:pt idx="7621">
                  <c:v>13.25013762</c:v>
                </c:pt>
                <c:pt idx="7622">
                  <c:v>4.8334327119999996</c:v>
                </c:pt>
                <c:pt idx="7623">
                  <c:v>4.4572757330000004</c:v>
                </c:pt>
                <c:pt idx="7624">
                  <c:v>4.4760835820000002</c:v>
                </c:pt>
                <c:pt idx="7625">
                  <c:v>4.4751431889999997</c:v>
                </c:pt>
                <c:pt idx="7626">
                  <c:v>4.475190209</c:v>
                </c:pt>
                <c:pt idx="7627">
                  <c:v>4.475187858</c:v>
                </c:pt>
                <c:pt idx="7628">
                  <c:v>4.475187976</c:v>
                </c:pt>
                <c:pt idx="7629">
                  <c:v>4.4751879700000003</c:v>
                </c:pt>
                <c:pt idx="7630">
                  <c:v>4.4751879700000003</c:v>
                </c:pt>
                <c:pt idx="7631">
                  <c:v>4.4751879700000003</c:v>
                </c:pt>
                <c:pt idx="7632">
                  <c:v>4.4751879700000003</c:v>
                </c:pt>
                <c:pt idx="7633">
                  <c:v>4.4751879700000003</c:v>
                </c:pt>
                <c:pt idx="7634">
                  <c:v>4.4751879700000003</c:v>
                </c:pt>
                <c:pt idx="7635">
                  <c:v>4.4751879700000003</c:v>
                </c:pt>
                <c:pt idx="7636">
                  <c:v>4.4751879700000003</c:v>
                </c:pt>
                <c:pt idx="7637">
                  <c:v>4.4751879700000003</c:v>
                </c:pt>
                <c:pt idx="7638">
                  <c:v>4.4751879700000003</c:v>
                </c:pt>
                <c:pt idx="7639">
                  <c:v>4.4751879700000003</c:v>
                </c:pt>
                <c:pt idx="7640">
                  <c:v>2.8928408229999998</c:v>
                </c:pt>
                <c:pt idx="7641">
                  <c:v>6.0575351169999996</c:v>
                </c:pt>
                <c:pt idx="7642">
                  <c:v>4.396070613</c:v>
                </c:pt>
                <c:pt idx="7643">
                  <c:v>4.4791438379999997</c:v>
                </c:pt>
                <c:pt idx="7644">
                  <c:v>4.4749901769999996</c:v>
                </c:pt>
                <c:pt idx="7645">
                  <c:v>4.4751978599999997</c:v>
                </c:pt>
                <c:pt idx="7646">
                  <c:v>4.4751874750000002</c:v>
                </c:pt>
                <c:pt idx="7647">
                  <c:v>4.4751879949999998</c:v>
                </c:pt>
                <c:pt idx="7648">
                  <c:v>0.64855579399999996</c:v>
                </c:pt>
                <c:pt idx="7649">
                  <c:v>5.1237000000000004</c:v>
                </c:pt>
                <c:pt idx="7650">
                  <c:v>0</c:v>
                </c:pt>
                <c:pt idx="7651">
                  <c:v>5.0984100000000003</c:v>
                </c:pt>
                <c:pt idx="7652">
                  <c:v>7.0360199999999997</c:v>
                </c:pt>
                <c:pt idx="7653">
                  <c:v>5.5334700000000003</c:v>
                </c:pt>
                <c:pt idx="7654">
                  <c:v>8.8504199999999997</c:v>
                </c:pt>
                <c:pt idx="7655">
                  <c:v>5.9359042329999996</c:v>
                </c:pt>
                <c:pt idx="7656">
                  <c:v>4.4021521569999997</c:v>
                </c:pt>
                <c:pt idx="7657">
                  <c:v>4.4788397609999997</c:v>
                </c:pt>
                <c:pt idx="7658">
                  <c:v>4.4750053799999998</c:v>
                </c:pt>
                <c:pt idx="7659">
                  <c:v>4.4751970989999998</c:v>
                </c:pt>
                <c:pt idx="7660">
                  <c:v>4.4751875129999998</c:v>
                </c:pt>
                <c:pt idx="7661">
                  <c:v>4.4751879929999996</c:v>
                </c:pt>
                <c:pt idx="7662">
                  <c:v>4.4751879690000003</c:v>
                </c:pt>
                <c:pt idx="7663">
                  <c:v>4.4751879700000003</c:v>
                </c:pt>
                <c:pt idx="7664">
                  <c:v>4.4751879700000003</c:v>
                </c:pt>
                <c:pt idx="7665">
                  <c:v>4.4751879700000003</c:v>
                </c:pt>
                <c:pt idx="7666">
                  <c:v>4.4751879700000003</c:v>
                </c:pt>
                <c:pt idx="7667">
                  <c:v>4.4751879700000003</c:v>
                </c:pt>
                <c:pt idx="7668">
                  <c:v>4.4751879700000003</c:v>
                </c:pt>
                <c:pt idx="7669">
                  <c:v>4.4751879700000003</c:v>
                </c:pt>
                <c:pt idx="7670">
                  <c:v>4.4751879700000003</c:v>
                </c:pt>
                <c:pt idx="7671">
                  <c:v>4.4751879700000003</c:v>
                </c:pt>
                <c:pt idx="7672">
                  <c:v>4.4751879700000003</c:v>
                </c:pt>
                <c:pt idx="7673">
                  <c:v>0</c:v>
                </c:pt>
                <c:pt idx="7674">
                  <c:v>5.713667321</c:v>
                </c:pt>
                <c:pt idx="7675">
                  <c:v>0</c:v>
                </c:pt>
                <c:pt idx="7676">
                  <c:v>0</c:v>
                </c:pt>
                <c:pt idx="7677">
                  <c:v>0</c:v>
                </c:pt>
                <c:pt idx="7678">
                  <c:v>1.1307631549999999</c:v>
                </c:pt>
                <c:pt idx="7679">
                  <c:v>14.82608813</c:v>
                </c:pt>
                <c:pt idx="7680">
                  <c:v>3.9855064599999999</c:v>
                </c:pt>
                <c:pt idx="7681">
                  <c:v>0</c:v>
                </c:pt>
                <c:pt idx="7682">
                  <c:v>0</c:v>
                </c:pt>
                <c:pt idx="7683">
                  <c:v>0</c:v>
                </c:pt>
                <c:pt idx="7684">
                  <c:v>0</c:v>
                </c:pt>
                <c:pt idx="7685">
                  <c:v>5.4247180159999999</c:v>
                </c:pt>
                <c:pt idx="7686">
                  <c:v>0</c:v>
                </c:pt>
                <c:pt idx="7687">
                  <c:v>0</c:v>
                </c:pt>
                <c:pt idx="7688">
                  <c:v>14.925898780000001</c:v>
                </c:pt>
                <c:pt idx="7689">
                  <c:v>16.15909319</c:v>
                </c:pt>
                <c:pt idx="7690">
                  <c:v>22.601945529999998</c:v>
                </c:pt>
                <c:pt idx="7691">
                  <c:v>11.872274170000001</c:v>
                </c:pt>
                <c:pt idx="7692">
                  <c:v>4.1053336600000003</c:v>
                </c:pt>
                <c:pt idx="7693">
                  <c:v>4.4936806850000002</c:v>
                </c:pt>
                <c:pt idx="7694">
                  <c:v>4.4742633339999998</c:v>
                </c:pt>
                <c:pt idx="7695">
                  <c:v>4.4752342020000002</c:v>
                </c:pt>
                <c:pt idx="7696">
                  <c:v>4.475185658</c:v>
                </c:pt>
                <c:pt idx="7697">
                  <c:v>0</c:v>
                </c:pt>
                <c:pt idx="7698">
                  <c:v>0</c:v>
                </c:pt>
                <c:pt idx="7699">
                  <c:v>0</c:v>
                </c:pt>
                <c:pt idx="7700">
                  <c:v>0</c:v>
                </c:pt>
                <c:pt idx="7701">
                  <c:v>0</c:v>
                </c:pt>
                <c:pt idx="7702">
                  <c:v>0</c:v>
                </c:pt>
                <c:pt idx="7703">
                  <c:v>0</c:v>
                </c:pt>
                <c:pt idx="7704">
                  <c:v>0.360064571</c:v>
                </c:pt>
                <c:pt idx="7705">
                  <c:v>0</c:v>
                </c:pt>
                <c:pt idx="7706">
                  <c:v>0</c:v>
                </c:pt>
                <c:pt idx="7707">
                  <c:v>4.5859766000000003E-2</c:v>
                </c:pt>
                <c:pt idx="7708">
                  <c:v>0</c:v>
                </c:pt>
                <c:pt idx="7709">
                  <c:v>0</c:v>
                </c:pt>
                <c:pt idx="7710">
                  <c:v>0</c:v>
                </c:pt>
                <c:pt idx="7711">
                  <c:v>0</c:v>
                </c:pt>
                <c:pt idx="7712">
                  <c:v>1.2569855130000001</c:v>
                </c:pt>
                <c:pt idx="7713">
                  <c:v>6.4970781549999996</c:v>
                </c:pt>
                <c:pt idx="7714">
                  <c:v>13.62271192</c:v>
                </c:pt>
                <c:pt idx="7715">
                  <c:v>13.077539379999999</c:v>
                </c:pt>
                <c:pt idx="7716">
                  <c:v>11.54745855</c:v>
                </c:pt>
                <c:pt idx="7717">
                  <c:v>13.707231269999999</c:v>
                </c:pt>
                <c:pt idx="7718">
                  <c:v>11.89638302</c:v>
                </c:pt>
                <c:pt idx="7719">
                  <c:v>10.8403197</c:v>
                </c:pt>
                <c:pt idx="7720">
                  <c:v>7.1057509679999997</c:v>
                </c:pt>
                <c:pt idx="7721">
                  <c:v>0</c:v>
                </c:pt>
                <c:pt idx="7722">
                  <c:v>0</c:v>
                </c:pt>
                <c:pt idx="7723">
                  <c:v>0</c:v>
                </c:pt>
                <c:pt idx="7724">
                  <c:v>9.0937454389999992</c:v>
                </c:pt>
                <c:pt idx="7725">
                  <c:v>3.9370500000000002</c:v>
                </c:pt>
                <c:pt idx="7726">
                  <c:v>11.785410000000001</c:v>
                </c:pt>
                <c:pt idx="7727">
                  <c:v>13.642469999999999</c:v>
                </c:pt>
                <c:pt idx="7728">
                  <c:v>14.55559723</c:v>
                </c:pt>
                <c:pt idx="7729">
                  <c:v>3.9711675070000001</c:v>
                </c:pt>
                <c:pt idx="7730">
                  <c:v>4.5003889929999996</c:v>
                </c:pt>
                <c:pt idx="7731">
                  <c:v>4.4739279190000003</c:v>
                </c:pt>
                <c:pt idx="7732">
                  <c:v>4.4752509720000004</c:v>
                </c:pt>
                <c:pt idx="7733">
                  <c:v>0</c:v>
                </c:pt>
                <c:pt idx="7734">
                  <c:v>5.8947242080000004</c:v>
                </c:pt>
                <c:pt idx="7735">
                  <c:v>0</c:v>
                </c:pt>
                <c:pt idx="7736">
                  <c:v>13.94635079</c:v>
                </c:pt>
                <c:pt idx="7737">
                  <c:v>10.15583629</c:v>
                </c:pt>
                <c:pt idx="7738">
                  <c:v>4.1911555539999998</c:v>
                </c:pt>
                <c:pt idx="7739">
                  <c:v>4.4893895910000001</c:v>
                </c:pt>
                <c:pt idx="7740">
                  <c:v>4.4744778890000001</c:v>
                </c:pt>
                <c:pt idx="7741">
                  <c:v>4.4752234739999999</c:v>
                </c:pt>
                <c:pt idx="7742">
                  <c:v>3.9011424520000002</c:v>
                </c:pt>
                <c:pt idx="7743">
                  <c:v>5.0492318010000004</c:v>
                </c:pt>
                <c:pt idx="7744">
                  <c:v>4.1267001749999999</c:v>
                </c:pt>
                <c:pt idx="7745">
                  <c:v>0</c:v>
                </c:pt>
                <c:pt idx="7746">
                  <c:v>0</c:v>
                </c:pt>
                <c:pt idx="7747">
                  <c:v>0</c:v>
                </c:pt>
                <c:pt idx="7748">
                  <c:v>0</c:v>
                </c:pt>
                <c:pt idx="7749">
                  <c:v>0</c:v>
                </c:pt>
                <c:pt idx="7750">
                  <c:v>0</c:v>
                </c:pt>
                <c:pt idx="7751">
                  <c:v>0</c:v>
                </c:pt>
                <c:pt idx="7752">
                  <c:v>0</c:v>
                </c:pt>
                <c:pt idx="7753">
                  <c:v>0</c:v>
                </c:pt>
                <c:pt idx="7754">
                  <c:v>0</c:v>
                </c:pt>
                <c:pt idx="7755">
                  <c:v>0</c:v>
                </c:pt>
                <c:pt idx="7756">
                  <c:v>0.24799976600000001</c:v>
                </c:pt>
                <c:pt idx="7757">
                  <c:v>0</c:v>
                </c:pt>
                <c:pt idx="7758">
                  <c:v>13.22505</c:v>
                </c:pt>
                <c:pt idx="7759">
                  <c:v>0.96472290900000002</c:v>
                </c:pt>
                <c:pt idx="7760">
                  <c:v>15.602251689999999</c:v>
                </c:pt>
                <c:pt idx="7761">
                  <c:v>19.80833762</c:v>
                </c:pt>
                <c:pt idx="7762">
                  <c:v>25.899974060000002</c:v>
                </c:pt>
                <c:pt idx="7763">
                  <c:v>19.299414030000001</c:v>
                </c:pt>
                <c:pt idx="7764">
                  <c:v>3.7339766669999999</c:v>
                </c:pt>
                <c:pt idx="7765">
                  <c:v>4.5122485350000003</c:v>
                </c:pt>
                <c:pt idx="7766">
                  <c:v>4.4733349420000001</c:v>
                </c:pt>
                <c:pt idx="7767">
                  <c:v>4.4752806209999996</c:v>
                </c:pt>
                <c:pt idx="7768">
                  <c:v>0</c:v>
                </c:pt>
                <c:pt idx="7769">
                  <c:v>7.0833599999999999</c:v>
                </c:pt>
                <c:pt idx="7770">
                  <c:v>4.0459725000000004</c:v>
                </c:pt>
                <c:pt idx="7771">
                  <c:v>7.8164100000000003</c:v>
                </c:pt>
                <c:pt idx="7772">
                  <c:v>2.8051373210000001</c:v>
                </c:pt>
                <c:pt idx="7773">
                  <c:v>0</c:v>
                </c:pt>
                <c:pt idx="7774">
                  <c:v>2.5948771060000002</c:v>
                </c:pt>
                <c:pt idx="7775">
                  <c:v>0</c:v>
                </c:pt>
                <c:pt idx="7776">
                  <c:v>2.4882028319999998</c:v>
                </c:pt>
                <c:pt idx="7777">
                  <c:v>0</c:v>
                </c:pt>
                <c:pt idx="7778">
                  <c:v>0</c:v>
                </c:pt>
                <c:pt idx="7779">
                  <c:v>9.5436649199999994</c:v>
                </c:pt>
                <c:pt idx="7780">
                  <c:v>15.88428</c:v>
                </c:pt>
                <c:pt idx="7781">
                  <c:v>15.35778</c:v>
                </c:pt>
                <c:pt idx="7782">
                  <c:v>12.263310000000001</c:v>
                </c:pt>
                <c:pt idx="7783">
                  <c:v>0</c:v>
                </c:pt>
                <c:pt idx="7784">
                  <c:v>17.235623449999999</c:v>
                </c:pt>
                <c:pt idx="7785">
                  <c:v>3.8371661960000001</c:v>
                </c:pt>
                <c:pt idx="7786">
                  <c:v>4.5070890590000001</c:v>
                </c:pt>
                <c:pt idx="7787">
                  <c:v>4.4735929150000002</c:v>
                </c:pt>
                <c:pt idx="7788">
                  <c:v>4.475267723</c:v>
                </c:pt>
                <c:pt idx="7789">
                  <c:v>4.4751839819999999</c:v>
                </c:pt>
                <c:pt idx="7790">
                  <c:v>4.4751881689999999</c:v>
                </c:pt>
                <c:pt idx="7791">
                  <c:v>4.4751879600000004</c:v>
                </c:pt>
                <c:pt idx="7792">
                  <c:v>0</c:v>
                </c:pt>
                <c:pt idx="7793">
                  <c:v>0</c:v>
                </c:pt>
                <c:pt idx="7794">
                  <c:v>0</c:v>
                </c:pt>
                <c:pt idx="7795">
                  <c:v>0</c:v>
                </c:pt>
                <c:pt idx="7796">
                  <c:v>0</c:v>
                </c:pt>
                <c:pt idx="7797">
                  <c:v>0</c:v>
                </c:pt>
                <c:pt idx="7798">
                  <c:v>0</c:v>
                </c:pt>
                <c:pt idx="7799">
                  <c:v>13.52322</c:v>
                </c:pt>
                <c:pt idx="7800">
                  <c:v>0</c:v>
                </c:pt>
                <c:pt idx="7801">
                  <c:v>5.1367180159999997</c:v>
                </c:pt>
                <c:pt idx="7802">
                  <c:v>0</c:v>
                </c:pt>
                <c:pt idx="7803">
                  <c:v>1.463552832</c:v>
                </c:pt>
                <c:pt idx="7804">
                  <c:v>0</c:v>
                </c:pt>
                <c:pt idx="7805">
                  <c:v>4.5564200640000001</c:v>
                </c:pt>
                <c:pt idx="7806">
                  <c:v>0.92881990199999998</c:v>
                </c:pt>
                <c:pt idx="7807">
                  <c:v>0</c:v>
                </c:pt>
                <c:pt idx="7808">
                  <c:v>0</c:v>
                </c:pt>
                <c:pt idx="7809">
                  <c:v>5.8404287569999997</c:v>
                </c:pt>
                <c:pt idx="7810">
                  <c:v>27.83959488</c:v>
                </c:pt>
                <c:pt idx="7811">
                  <c:v>25.43089209</c:v>
                </c:pt>
                <c:pt idx="7812">
                  <c:v>24.221402739999998</c:v>
                </c:pt>
                <c:pt idx="7813">
                  <c:v>10.94974307</c:v>
                </c:pt>
                <c:pt idx="7814">
                  <c:v>4.1514602150000002</c:v>
                </c:pt>
                <c:pt idx="7815">
                  <c:v>4.4913743579999998</c:v>
                </c:pt>
                <c:pt idx="7816">
                  <c:v>0</c:v>
                </c:pt>
                <c:pt idx="7817">
                  <c:v>0</c:v>
                </c:pt>
                <c:pt idx="7818">
                  <c:v>0</c:v>
                </c:pt>
                <c:pt idx="7819">
                  <c:v>0</c:v>
                </c:pt>
                <c:pt idx="7820">
                  <c:v>0</c:v>
                </c:pt>
                <c:pt idx="7821">
                  <c:v>0</c:v>
                </c:pt>
                <c:pt idx="7822">
                  <c:v>5.3516354389999998</c:v>
                </c:pt>
                <c:pt idx="7823">
                  <c:v>11.917439999999999</c:v>
                </c:pt>
                <c:pt idx="7824">
                  <c:v>16.874099999999999</c:v>
                </c:pt>
                <c:pt idx="7825">
                  <c:v>15.301439999999999</c:v>
                </c:pt>
                <c:pt idx="7826">
                  <c:v>17.026019999999999</c:v>
                </c:pt>
                <c:pt idx="7827">
                  <c:v>14.10187693</c:v>
                </c:pt>
                <c:pt idx="7828">
                  <c:v>3.9938535220000002</c:v>
                </c:pt>
                <c:pt idx="7829">
                  <c:v>4.4992546920000001</c:v>
                </c:pt>
                <c:pt idx="7830">
                  <c:v>4.4739846339999998</c:v>
                </c:pt>
                <c:pt idx="7831">
                  <c:v>0</c:v>
                </c:pt>
                <c:pt idx="7832">
                  <c:v>2.1033765199999999</c:v>
                </c:pt>
                <c:pt idx="7833">
                  <c:v>9.0720475090000008</c:v>
                </c:pt>
                <c:pt idx="7834">
                  <c:v>13.819400399999999</c:v>
                </c:pt>
                <c:pt idx="7835">
                  <c:v>4.0079773489999999</c:v>
                </c:pt>
                <c:pt idx="7836">
                  <c:v>4.4985485010000001</c:v>
                </c:pt>
                <c:pt idx="7837">
                  <c:v>4.4740199430000001</c:v>
                </c:pt>
                <c:pt idx="7838">
                  <c:v>4.4752463709999999</c:v>
                </c:pt>
                <c:pt idx="7839">
                  <c:v>4.4751850500000003</c:v>
                </c:pt>
                <c:pt idx="7840">
                  <c:v>0</c:v>
                </c:pt>
                <c:pt idx="7841">
                  <c:v>0</c:v>
                </c:pt>
                <c:pt idx="7842">
                  <c:v>0</c:v>
                </c:pt>
                <c:pt idx="7843">
                  <c:v>0</c:v>
                </c:pt>
                <c:pt idx="7844">
                  <c:v>0</c:v>
                </c:pt>
                <c:pt idx="7845">
                  <c:v>0</c:v>
                </c:pt>
                <c:pt idx="7846">
                  <c:v>0</c:v>
                </c:pt>
                <c:pt idx="7847">
                  <c:v>0</c:v>
                </c:pt>
                <c:pt idx="7848">
                  <c:v>15.487019999999999</c:v>
                </c:pt>
                <c:pt idx="7849">
                  <c:v>15.392340000000001</c:v>
                </c:pt>
                <c:pt idx="7850">
                  <c:v>16.548120000000001</c:v>
                </c:pt>
                <c:pt idx="7851">
                  <c:v>5.500610064</c:v>
                </c:pt>
                <c:pt idx="7852">
                  <c:v>1.4529344289999999</c:v>
                </c:pt>
                <c:pt idx="7853">
                  <c:v>9.7093253110000006</c:v>
                </c:pt>
                <c:pt idx="7854">
                  <c:v>13.118309999999999</c:v>
                </c:pt>
                <c:pt idx="7855">
                  <c:v>12.21759</c:v>
                </c:pt>
                <c:pt idx="7856">
                  <c:v>16.34979092</c:v>
                </c:pt>
                <c:pt idx="7857">
                  <c:v>3.8814578229999999</c:v>
                </c:pt>
                <c:pt idx="7858">
                  <c:v>4.5048744770000004</c:v>
                </c:pt>
                <c:pt idx="7859">
                  <c:v>4.4737036449999996</c:v>
                </c:pt>
                <c:pt idx="7860">
                  <c:v>4.4752621860000001</c:v>
                </c:pt>
                <c:pt idx="7861">
                  <c:v>4.4751842589999997</c:v>
                </c:pt>
                <c:pt idx="7862">
                  <c:v>4.4751881549999997</c:v>
                </c:pt>
                <c:pt idx="7863">
                  <c:v>4.4751879609999996</c:v>
                </c:pt>
                <c:pt idx="7864">
                  <c:v>0</c:v>
                </c:pt>
                <c:pt idx="7865">
                  <c:v>0</c:v>
                </c:pt>
                <c:pt idx="7866">
                  <c:v>0</c:v>
                </c:pt>
                <c:pt idx="7867">
                  <c:v>7.4548800000000002</c:v>
                </c:pt>
                <c:pt idx="7868">
                  <c:v>6.0229799999999996</c:v>
                </c:pt>
                <c:pt idx="7869">
                  <c:v>6.6557700000000004</c:v>
                </c:pt>
                <c:pt idx="7870">
                  <c:v>8.5306499999999996</c:v>
                </c:pt>
                <c:pt idx="7871">
                  <c:v>3.5553234589999998</c:v>
                </c:pt>
                <c:pt idx="7872">
                  <c:v>16.082820000000002</c:v>
                </c:pt>
                <c:pt idx="7873">
                  <c:v>10.123287680000001</c:v>
                </c:pt>
                <c:pt idx="7874">
                  <c:v>4.1927829839999999</c:v>
                </c:pt>
                <c:pt idx="7875">
                  <c:v>4.4893082189999998</c:v>
                </c:pt>
                <c:pt idx="7876">
                  <c:v>4.4744819570000001</c:v>
                </c:pt>
                <c:pt idx="7877">
                  <c:v>4.4752232709999999</c:v>
                </c:pt>
                <c:pt idx="7878">
                  <c:v>4.475186205</c:v>
                </c:pt>
                <c:pt idx="7879">
                  <c:v>4.4751880579999996</c:v>
                </c:pt>
                <c:pt idx="7880">
                  <c:v>4.475187966</c:v>
                </c:pt>
                <c:pt idx="7881">
                  <c:v>4.4751879700000003</c:v>
                </c:pt>
                <c:pt idx="7882">
                  <c:v>4.4751879700000003</c:v>
                </c:pt>
                <c:pt idx="7883">
                  <c:v>4.4751879700000003</c:v>
                </c:pt>
                <c:pt idx="7884">
                  <c:v>4.4751879700000003</c:v>
                </c:pt>
                <c:pt idx="7885">
                  <c:v>4.4751879700000003</c:v>
                </c:pt>
                <c:pt idx="7886">
                  <c:v>4.4751879700000003</c:v>
                </c:pt>
                <c:pt idx="7887">
                  <c:v>4.4751879700000003</c:v>
                </c:pt>
                <c:pt idx="7888">
                  <c:v>4.4751879700000003</c:v>
                </c:pt>
                <c:pt idx="7889">
                  <c:v>0</c:v>
                </c:pt>
                <c:pt idx="7890">
                  <c:v>0</c:v>
                </c:pt>
                <c:pt idx="7891">
                  <c:v>0</c:v>
                </c:pt>
                <c:pt idx="7892">
                  <c:v>0</c:v>
                </c:pt>
                <c:pt idx="7893">
                  <c:v>0</c:v>
                </c:pt>
                <c:pt idx="7894">
                  <c:v>0</c:v>
                </c:pt>
                <c:pt idx="7895">
                  <c:v>0.51895396000000005</c:v>
                </c:pt>
                <c:pt idx="7896">
                  <c:v>0</c:v>
                </c:pt>
                <c:pt idx="7897">
                  <c:v>10.45172788</c:v>
                </c:pt>
                <c:pt idx="7898">
                  <c:v>14.67944655</c:v>
                </c:pt>
                <c:pt idx="7899">
                  <c:v>1.2570633520000001</c:v>
                </c:pt>
                <c:pt idx="7900">
                  <c:v>0.56243462399999999</c:v>
                </c:pt>
                <c:pt idx="7901">
                  <c:v>0</c:v>
                </c:pt>
                <c:pt idx="7902">
                  <c:v>0</c:v>
                </c:pt>
                <c:pt idx="7903">
                  <c:v>0</c:v>
                </c:pt>
                <c:pt idx="7904">
                  <c:v>8.8521680469999993</c:v>
                </c:pt>
                <c:pt idx="7905">
                  <c:v>15.4687787</c:v>
                </c:pt>
                <c:pt idx="7906">
                  <c:v>20.28040275</c:v>
                </c:pt>
                <c:pt idx="7907">
                  <c:v>10.59951088</c:v>
                </c:pt>
                <c:pt idx="7908">
                  <c:v>14.839821840000001</c:v>
                </c:pt>
                <c:pt idx="7909">
                  <c:v>3.9569562760000001</c:v>
                </c:pt>
                <c:pt idx="7910">
                  <c:v>4.5010995549999997</c:v>
                </c:pt>
                <c:pt idx="7911">
                  <c:v>0</c:v>
                </c:pt>
                <c:pt idx="7912">
                  <c:v>0</c:v>
                </c:pt>
                <c:pt idx="7913">
                  <c:v>9.6111900000000006</c:v>
                </c:pt>
                <c:pt idx="7914">
                  <c:v>7.59429</c:v>
                </c:pt>
                <c:pt idx="7915">
                  <c:v>3.5673300000000001</c:v>
                </c:pt>
                <c:pt idx="7916">
                  <c:v>4.8340800000000002</c:v>
                </c:pt>
                <c:pt idx="7917">
                  <c:v>3.6658753590000002</c:v>
                </c:pt>
                <c:pt idx="7918">
                  <c:v>9.4693500000000004</c:v>
                </c:pt>
                <c:pt idx="7919">
                  <c:v>6.9483143079999996</c:v>
                </c:pt>
                <c:pt idx="7920">
                  <c:v>4.3515316530000003</c:v>
                </c:pt>
                <c:pt idx="7921">
                  <c:v>4.4813707860000003</c:v>
                </c:pt>
                <c:pt idx="7922">
                  <c:v>1.0387544289999999</c:v>
                </c:pt>
                <c:pt idx="7923">
                  <c:v>7.911327827</c:v>
                </c:pt>
                <c:pt idx="7924">
                  <c:v>0</c:v>
                </c:pt>
                <c:pt idx="7925">
                  <c:v>9.6550211170000004</c:v>
                </c:pt>
                <c:pt idx="7926">
                  <c:v>4.2161963130000002</c:v>
                </c:pt>
                <c:pt idx="7927">
                  <c:v>4.4881375529999996</c:v>
                </c:pt>
                <c:pt idx="7928">
                  <c:v>0</c:v>
                </c:pt>
                <c:pt idx="7929">
                  <c:v>0.52020943200000003</c:v>
                </c:pt>
                <c:pt idx="7930">
                  <c:v>0</c:v>
                </c:pt>
                <c:pt idx="7931">
                  <c:v>0</c:v>
                </c:pt>
                <c:pt idx="7932">
                  <c:v>5.4540387030000002</c:v>
                </c:pt>
                <c:pt idx="7933">
                  <c:v>0</c:v>
                </c:pt>
                <c:pt idx="7934">
                  <c:v>0.11078465699999999</c:v>
                </c:pt>
                <c:pt idx="7935">
                  <c:v>0</c:v>
                </c:pt>
                <c:pt idx="7936">
                  <c:v>3.9106250870000001</c:v>
                </c:pt>
                <c:pt idx="7937">
                  <c:v>0</c:v>
                </c:pt>
                <c:pt idx="7938">
                  <c:v>0</c:v>
                </c:pt>
                <c:pt idx="7939">
                  <c:v>0</c:v>
                </c:pt>
                <c:pt idx="7940">
                  <c:v>0</c:v>
                </c:pt>
                <c:pt idx="7941">
                  <c:v>0</c:v>
                </c:pt>
                <c:pt idx="7942">
                  <c:v>0</c:v>
                </c:pt>
                <c:pt idx="7943">
                  <c:v>0.51688396000000003</c:v>
                </c:pt>
                <c:pt idx="7944">
                  <c:v>0</c:v>
                </c:pt>
                <c:pt idx="7945">
                  <c:v>15.765476550000001</c:v>
                </c:pt>
                <c:pt idx="7946">
                  <c:v>6.9693834590000003</c:v>
                </c:pt>
                <c:pt idx="7947">
                  <c:v>8.08272178</c:v>
                </c:pt>
                <c:pt idx="7948">
                  <c:v>0</c:v>
                </c:pt>
                <c:pt idx="7949">
                  <c:v>16.44876</c:v>
                </c:pt>
                <c:pt idx="7950">
                  <c:v>13.0158</c:v>
                </c:pt>
                <c:pt idx="7951">
                  <c:v>11.4876</c:v>
                </c:pt>
                <c:pt idx="7952">
                  <c:v>13.886777410000001</c:v>
                </c:pt>
                <c:pt idx="7953">
                  <c:v>12.855531839999999</c:v>
                </c:pt>
                <c:pt idx="7954">
                  <c:v>9.0235055190000004</c:v>
                </c:pt>
                <c:pt idx="7955">
                  <c:v>4.2477720919999999</c:v>
                </c:pt>
                <c:pt idx="7956">
                  <c:v>4.4865587639999998</c:v>
                </c:pt>
                <c:pt idx="7957">
                  <c:v>4.4746194299999997</c:v>
                </c:pt>
                <c:pt idx="7958">
                  <c:v>4.4752163969999996</c:v>
                </c:pt>
                <c:pt idx="7959">
                  <c:v>0.52853234500000001</c:v>
                </c:pt>
                <c:pt idx="7960">
                  <c:v>0</c:v>
                </c:pt>
                <c:pt idx="7961">
                  <c:v>0</c:v>
                </c:pt>
                <c:pt idx="7962">
                  <c:v>0.61867500900000005</c:v>
                </c:pt>
                <c:pt idx="7963">
                  <c:v>1.2031574979999999</c:v>
                </c:pt>
                <c:pt idx="7964">
                  <c:v>6.0363475969999998</c:v>
                </c:pt>
                <c:pt idx="7965">
                  <c:v>7.3510031250000001</c:v>
                </c:pt>
                <c:pt idx="7966">
                  <c:v>10.33938</c:v>
                </c:pt>
                <c:pt idx="7967">
                  <c:v>14.14584</c:v>
                </c:pt>
                <c:pt idx="7968">
                  <c:v>5.811772897</c:v>
                </c:pt>
                <c:pt idx="7969">
                  <c:v>4.4083587240000002</c:v>
                </c:pt>
                <c:pt idx="7970">
                  <c:v>4.4785294320000002</c:v>
                </c:pt>
                <c:pt idx="7971">
                  <c:v>4.4750208970000003</c:v>
                </c:pt>
                <c:pt idx="7972">
                  <c:v>4.4751963239999997</c:v>
                </c:pt>
                <c:pt idx="7973">
                  <c:v>4.4751875520000004</c:v>
                </c:pt>
                <c:pt idx="7974">
                  <c:v>0</c:v>
                </c:pt>
                <c:pt idx="7975">
                  <c:v>0</c:v>
                </c:pt>
                <c:pt idx="7976">
                  <c:v>7.1288230459999999</c:v>
                </c:pt>
                <c:pt idx="7977">
                  <c:v>21.181730850000001</c:v>
                </c:pt>
                <c:pt idx="7978">
                  <c:v>3.639860826</c:v>
                </c:pt>
                <c:pt idx="7979">
                  <c:v>4.5169543269999997</c:v>
                </c:pt>
                <c:pt idx="7980">
                  <c:v>4.4730996520000001</c:v>
                </c:pt>
                <c:pt idx="7981">
                  <c:v>4.4752923859999996</c:v>
                </c:pt>
                <c:pt idx="7982">
                  <c:v>4.475182749</c:v>
                </c:pt>
                <c:pt idx="7983">
                  <c:v>0</c:v>
                </c:pt>
                <c:pt idx="7984">
                  <c:v>0</c:v>
                </c:pt>
                <c:pt idx="7985">
                  <c:v>0</c:v>
                </c:pt>
                <c:pt idx="7986">
                  <c:v>0</c:v>
                </c:pt>
                <c:pt idx="7987">
                  <c:v>0</c:v>
                </c:pt>
                <c:pt idx="7988">
                  <c:v>0</c:v>
                </c:pt>
                <c:pt idx="7989">
                  <c:v>0</c:v>
                </c:pt>
                <c:pt idx="7990">
                  <c:v>9.2810354390000001</c:v>
                </c:pt>
                <c:pt idx="7991">
                  <c:v>15.58413</c:v>
                </c:pt>
                <c:pt idx="7992">
                  <c:v>4.1084356460000002</c:v>
                </c:pt>
                <c:pt idx="7993">
                  <c:v>8.2582142080000001</c:v>
                </c:pt>
                <c:pt idx="7994">
                  <c:v>15.56964</c:v>
                </c:pt>
                <c:pt idx="7995">
                  <c:v>16.43364</c:v>
                </c:pt>
                <c:pt idx="7996">
                  <c:v>15.39728702</c:v>
                </c:pt>
                <c:pt idx="7997">
                  <c:v>3.929083018</c:v>
                </c:pt>
                <c:pt idx="7998">
                  <c:v>4.5024932179999997</c:v>
                </c:pt>
                <c:pt idx="7999">
                  <c:v>4.4738227080000001</c:v>
                </c:pt>
                <c:pt idx="8000">
                  <c:v>4.4752562329999996</c:v>
                </c:pt>
                <c:pt idx="8001">
                  <c:v>4.4751845570000004</c:v>
                </c:pt>
                <c:pt idx="8002">
                  <c:v>4.4751881410000003</c:v>
                </c:pt>
                <c:pt idx="8003">
                  <c:v>4.4751879609999996</c:v>
                </c:pt>
                <c:pt idx="8004">
                  <c:v>4.4751879700000003</c:v>
                </c:pt>
                <c:pt idx="8005">
                  <c:v>0.152060529</c:v>
                </c:pt>
                <c:pt idx="8006">
                  <c:v>8.7983154110000008</c:v>
                </c:pt>
                <c:pt idx="8007">
                  <c:v>0</c:v>
                </c:pt>
                <c:pt idx="8008">
                  <c:v>10.334160000000001</c:v>
                </c:pt>
                <c:pt idx="8009">
                  <c:v>0</c:v>
                </c:pt>
                <c:pt idx="8010">
                  <c:v>4.43133</c:v>
                </c:pt>
                <c:pt idx="8011">
                  <c:v>5.8648522710000002</c:v>
                </c:pt>
                <c:pt idx="8012">
                  <c:v>7.5486599999999999</c:v>
                </c:pt>
                <c:pt idx="8013">
                  <c:v>6.0160499999999999</c:v>
                </c:pt>
                <c:pt idx="8014">
                  <c:v>8.1305999999999994</c:v>
                </c:pt>
                <c:pt idx="8015">
                  <c:v>4.8234734970000002</c:v>
                </c:pt>
                <c:pt idx="8016">
                  <c:v>4.4577736940000001</c:v>
                </c:pt>
                <c:pt idx="8017">
                  <c:v>4.4760586839999998</c:v>
                </c:pt>
                <c:pt idx="8018">
                  <c:v>4.4751444339999997</c:v>
                </c:pt>
                <c:pt idx="8019">
                  <c:v>4.4751901470000002</c:v>
                </c:pt>
                <c:pt idx="8020">
                  <c:v>4.4751878610000002</c:v>
                </c:pt>
                <c:pt idx="8021">
                  <c:v>4.4751879749999999</c:v>
                </c:pt>
                <c:pt idx="8022">
                  <c:v>4.4751879700000003</c:v>
                </c:pt>
                <c:pt idx="8023">
                  <c:v>4.4751879700000003</c:v>
                </c:pt>
                <c:pt idx="8024">
                  <c:v>4.4751879700000003</c:v>
                </c:pt>
                <c:pt idx="8025">
                  <c:v>4.4751879700000003</c:v>
                </c:pt>
                <c:pt idx="8026">
                  <c:v>4.4751879700000003</c:v>
                </c:pt>
                <c:pt idx="8027">
                  <c:v>4.4751879700000003</c:v>
                </c:pt>
                <c:pt idx="8028">
                  <c:v>4.4751879700000003</c:v>
                </c:pt>
                <c:pt idx="8029">
                  <c:v>4.4751879700000003</c:v>
                </c:pt>
                <c:pt idx="8030">
                  <c:v>4.4751879700000003</c:v>
                </c:pt>
                <c:pt idx="8031">
                  <c:v>4.4751879700000003</c:v>
                </c:pt>
                <c:pt idx="8032">
                  <c:v>4.4751879700000003</c:v>
                </c:pt>
                <c:pt idx="8033">
                  <c:v>4.4751879700000003</c:v>
                </c:pt>
                <c:pt idx="8034">
                  <c:v>0.56069353700000002</c:v>
                </c:pt>
                <c:pt idx="8035">
                  <c:v>5.1264554389999999</c:v>
                </c:pt>
                <c:pt idx="8036">
                  <c:v>1.9581299999999999</c:v>
                </c:pt>
                <c:pt idx="8037">
                  <c:v>0</c:v>
                </c:pt>
                <c:pt idx="8038">
                  <c:v>8.5916700000000006</c:v>
                </c:pt>
                <c:pt idx="8039">
                  <c:v>0</c:v>
                </c:pt>
                <c:pt idx="8040">
                  <c:v>5.0090656459999998</c:v>
                </c:pt>
                <c:pt idx="8041">
                  <c:v>15.16991544</c:v>
                </c:pt>
                <c:pt idx="8042">
                  <c:v>6.699327308</c:v>
                </c:pt>
                <c:pt idx="8043">
                  <c:v>4.3639810030000001</c:v>
                </c:pt>
                <c:pt idx="8044">
                  <c:v>4.4807483179999998</c:v>
                </c:pt>
                <c:pt idx="8045">
                  <c:v>4.4749099530000001</c:v>
                </c:pt>
                <c:pt idx="8046">
                  <c:v>4.4752018710000003</c:v>
                </c:pt>
                <c:pt idx="8047">
                  <c:v>4.4751872749999997</c:v>
                </c:pt>
                <c:pt idx="8048">
                  <c:v>4.4751880049999997</c:v>
                </c:pt>
                <c:pt idx="8049">
                  <c:v>4.4751879680000002</c:v>
                </c:pt>
                <c:pt idx="8050">
                  <c:v>4.4751879700000003</c:v>
                </c:pt>
                <c:pt idx="8051">
                  <c:v>4.4751879700000003</c:v>
                </c:pt>
                <c:pt idx="8052">
                  <c:v>4.4751879700000003</c:v>
                </c:pt>
                <c:pt idx="8053">
                  <c:v>4.4751879700000003</c:v>
                </c:pt>
                <c:pt idx="8054">
                  <c:v>4.4751879700000003</c:v>
                </c:pt>
                <c:pt idx="8055">
                  <c:v>4.4751879700000003</c:v>
                </c:pt>
                <c:pt idx="8056">
                  <c:v>4.4751879700000003</c:v>
                </c:pt>
                <c:pt idx="8057">
                  <c:v>4.4751879700000003</c:v>
                </c:pt>
                <c:pt idx="8058">
                  <c:v>4.4751879700000003</c:v>
                </c:pt>
                <c:pt idx="8059">
                  <c:v>4.4751879700000003</c:v>
                </c:pt>
                <c:pt idx="8060">
                  <c:v>4.4751879700000003</c:v>
                </c:pt>
                <c:pt idx="8061">
                  <c:v>4.4751879700000003</c:v>
                </c:pt>
                <c:pt idx="8062">
                  <c:v>1.9985431549999999</c:v>
                </c:pt>
                <c:pt idx="8063">
                  <c:v>6.9518327849999997</c:v>
                </c:pt>
                <c:pt idx="8064">
                  <c:v>4.320279373</c:v>
                </c:pt>
                <c:pt idx="8065">
                  <c:v>4.5124559389999996</c:v>
                </c:pt>
                <c:pt idx="8066">
                  <c:v>4.473324571</c:v>
                </c:pt>
                <c:pt idx="8067">
                  <c:v>4.4752811399999999</c:v>
                </c:pt>
                <c:pt idx="8068">
                  <c:v>4.4751833110000003</c:v>
                </c:pt>
                <c:pt idx="8069">
                  <c:v>4.4751882030000001</c:v>
                </c:pt>
                <c:pt idx="8070">
                  <c:v>4.4751879580000002</c:v>
                </c:pt>
                <c:pt idx="8071">
                  <c:v>4.4751879710000004</c:v>
                </c:pt>
                <c:pt idx="8072">
                  <c:v>4.4751879700000003</c:v>
                </c:pt>
                <c:pt idx="8073">
                  <c:v>4.4751879700000003</c:v>
                </c:pt>
                <c:pt idx="8074">
                  <c:v>4.4751879700000003</c:v>
                </c:pt>
                <c:pt idx="8075">
                  <c:v>2.277698929</c:v>
                </c:pt>
                <c:pt idx="8076">
                  <c:v>5.0033240169999997</c:v>
                </c:pt>
                <c:pt idx="8077">
                  <c:v>6.0346665120000003</c:v>
                </c:pt>
                <c:pt idx="8078">
                  <c:v>0</c:v>
                </c:pt>
                <c:pt idx="8079">
                  <c:v>0</c:v>
                </c:pt>
                <c:pt idx="8080">
                  <c:v>0</c:v>
                </c:pt>
                <c:pt idx="8081">
                  <c:v>0</c:v>
                </c:pt>
                <c:pt idx="8082">
                  <c:v>0</c:v>
                </c:pt>
                <c:pt idx="8083">
                  <c:v>0</c:v>
                </c:pt>
                <c:pt idx="8084">
                  <c:v>4.4382599999999996</c:v>
                </c:pt>
                <c:pt idx="8085">
                  <c:v>5.0845500000000001</c:v>
                </c:pt>
                <c:pt idx="8086">
                  <c:v>8.8692299999999999</c:v>
                </c:pt>
                <c:pt idx="8087">
                  <c:v>13.679639999999999</c:v>
                </c:pt>
                <c:pt idx="8088">
                  <c:v>15.708780000000001</c:v>
                </c:pt>
                <c:pt idx="8089">
                  <c:v>16.570260000000001</c:v>
                </c:pt>
                <c:pt idx="8090">
                  <c:v>7.2575939309999997</c:v>
                </c:pt>
                <c:pt idx="8091">
                  <c:v>4.3360676720000004</c:v>
                </c:pt>
                <c:pt idx="8092">
                  <c:v>4.4821439850000004</c:v>
                </c:pt>
                <c:pt idx="8093">
                  <c:v>4.4748401690000001</c:v>
                </c:pt>
                <c:pt idx="8094">
                  <c:v>4.4752053600000004</c:v>
                </c:pt>
                <c:pt idx="8095">
                  <c:v>4.4751871000000003</c:v>
                </c:pt>
                <c:pt idx="8096">
                  <c:v>4.4751880130000004</c:v>
                </c:pt>
                <c:pt idx="8097">
                  <c:v>4.4751879680000002</c:v>
                </c:pt>
                <c:pt idx="8098">
                  <c:v>4.4751879700000003</c:v>
                </c:pt>
                <c:pt idx="8099">
                  <c:v>4.4751879700000003</c:v>
                </c:pt>
                <c:pt idx="8100">
                  <c:v>4.4751879700000003</c:v>
                </c:pt>
                <c:pt idx="8101">
                  <c:v>4.4751879700000003</c:v>
                </c:pt>
                <c:pt idx="8102">
                  <c:v>4.4751879700000003</c:v>
                </c:pt>
                <c:pt idx="8103">
                  <c:v>4.4751879700000003</c:v>
                </c:pt>
                <c:pt idx="8104">
                  <c:v>0</c:v>
                </c:pt>
                <c:pt idx="8105">
                  <c:v>0</c:v>
                </c:pt>
                <c:pt idx="8106">
                  <c:v>0</c:v>
                </c:pt>
                <c:pt idx="8107">
                  <c:v>8.4176122709999994</c:v>
                </c:pt>
                <c:pt idx="8108">
                  <c:v>3.79199777</c:v>
                </c:pt>
                <c:pt idx="8109">
                  <c:v>4.4605800000000002</c:v>
                </c:pt>
                <c:pt idx="8110">
                  <c:v>0</c:v>
                </c:pt>
                <c:pt idx="8111">
                  <c:v>0</c:v>
                </c:pt>
                <c:pt idx="8112">
                  <c:v>0</c:v>
                </c:pt>
                <c:pt idx="8113">
                  <c:v>0</c:v>
                </c:pt>
                <c:pt idx="8114">
                  <c:v>0.167694707</c:v>
                </c:pt>
                <c:pt idx="8115">
                  <c:v>1.0130646240000001</c:v>
                </c:pt>
                <c:pt idx="8116">
                  <c:v>0</c:v>
                </c:pt>
                <c:pt idx="8117">
                  <c:v>0</c:v>
                </c:pt>
                <c:pt idx="8118">
                  <c:v>0</c:v>
                </c:pt>
                <c:pt idx="8119">
                  <c:v>6.813355359</c:v>
                </c:pt>
                <c:pt idx="8120">
                  <c:v>7.2398698990000003</c:v>
                </c:pt>
                <c:pt idx="8121">
                  <c:v>2.6609037299999998</c:v>
                </c:pt>
                <c:pt idx="8122">
                  <c:v>4.1304832999999999</c:v>
                </c:pt>
                <c:pt idx="8123">
                  <c:v>13.377288070000001</c:v>
                </c:pt>
                <c:pt idx="8124">
                  <c:v>0</c:v>
                </c:pt>
                <c:pt idx="8125">
                  <c:v>9.789682612</c:v>
                </c:pt>
                <c:pt idx="8126">
                  <c:v>6.9121904670000003</c:v>
                </c:pt>
                <c:pt idx="8127">
                  <c:v>0</c:v>
                </c:pt>
                <c:pt idx="8128">
                  <c:v>0</c:v>
                </c:pt>
                <c:pt idx="8129">
                  <c:v>0</c:v>
                </c:pt>
                <c:pt idx="8130">
                  <c:v>0</c:v>
                </c:pt>
                <c:pt idx="8131">
                  <c:v>0</c:v>
                </c:pt>
                <c:pt idx="8132">
                  <c:v>0</c:v>
                </c:pt>
                <c:pt idx="8133">
                  <c:v>0</c:v>
                </c:pt>
                <c:pt idx="8134">
                  <c:v>0</c:v>
                </c:pt>
                <c:pt idx="8135">
                  <c:v>4.995444343</c:v>
                </c:pt>
                <c:pt idx="8136">
                  <c:v>16.528702500000001</c:v>
                </c:pt>
                <c:pt idx="8137">
                  <c:v>8.5775342079999994</c:v>
                </c:pt>
                <c:pt idx="8138">
                  <c:v>2.710799722</c:v>
                </c:pt>
                <c:pt idx="8139">
                  <c:v>3.3215407529999998</c:v>
                </c:pt>
                <c:pt idx="8140">
                  <c:v>0</c:v>
                </c:pt>
                <c:pt idx="8141">
                  <c:v>7.5648842800000002</c:v>
                </c:pt>
                <c:pt idx="8142">
                  <c:v>3.1040281890000001</c:v>
                </c:pt>
                <c:pt idx="8143">
                  <c:v>11.409954770000001</c:v>
                </c:pt>
                <c:pt idx="8144">
                  <c:v>9.0079283140000008</c:v>
                </c:pt>
                <c:pt idx="8145">
                  <c:v>7.3102063069999996</c:v>
                </c:pt>
                <c:pt idx="8146">
                  <c:v>11.824359429999999</c:v>
                </c:pt>
                <c:pt idx="8147">
                  <c:v>12.14418219</c:v>
                </c:pt>
                <c:pt idx="8148">
                  <c:v>13.96255289</c:v>
                </c:pt>
                <c:pt idx="8149">
                  <c:v>5.9394191699999999</c:v>
                </c:pt>
                <c:pt idx="8150">
                  <c:v>2.8911210839999999</c:v>
                </c:pt>
                <c:pt idx="8151">
                  <c:v>5.9897038739999999</c:v>
                </c:pt>
                <c:pt idx="8152">
                  <c:v>4.399462175</c:v>
                </c:pt>
                <c:pt idx="8153">
                  <c:v>0</c:v>
                </c:pt>
                <c:pt idx="8154">
                  <c:v>2.8719899999999998</c:v>
                </c:pt>
                <c:pt idx="8155">
                  <c:v>5.84091</c:v>
                </c:pt>
                <c:pt idx="8156">
                  <c:v>3.18276</c:v>
                </c:pt>
                <c:pt idx="8157">
                  <c:v>1.4497199999999999</c:v>
                </c:pt>
                <c:pt idx="8158">
                  <c:v>5.7019500000000001</c:v>
                </c:pt>
                <c:pt idx="8159">
                  <c:v>12.570119999999999</c:v>
                </c:pt>
                <c:pt idx="8160">
                  <c:v>8.3609544620000005</c:v>
                </c:pt>
                <c:pt idx="8161">
                  <c:v>4.2808996449999999</c:v>
                </c:pt>
                <c:pt idx="8162">
                  <c:v>2.5498099019999998</c:v>
                </c:pt>
                <c:pt idx="8163">
                  <c:v>2.9977339600000001</c:v>
                </c:pt>
                <c:pt idx="8164">
                  <c:v>7.7905184050000003</c:v>
                </c:pt>
                <c:pt idx="8165">
                  <c:v>4.3094214480000002</c:v>
                </c:pt>
                <c:pt idx="8166">
                  <c:v>1.9672734590000001</c:v>
                </c:pt>
                <c:pt idx="8167">
                  <c:v>3.8072078770000002</c:v>
                </c:pt>
                <c:pt idx="8168">
                  <c:v>7.5331670629999996</c:v>
                </c:pt>
                <c:pt idx="8169">
                  <c:v>4.322289015</c:v>
                </c:pt>
                <c:pt idx="8170">
                  <c:v>4.4828329179999997</c:v>
                </c:pt>
                <c:pt idx="8171">
                  <c:v>4.4748057230000002</c:v>
                </c:pt>
                <c:pt idx="8172">
                  <c:v>4.4752070819999998</c:v>
                </c:pt>
                <c:pt idx="8173">
                  <c:v>4.4751870140000003</c:v>
                </c:pt>
                <c:pt idx="8174">
                  <c:v>4.4751880179999999</c:v>
                </c:pt>
                <c:pt idx="8175">
                  <c:v>4.4751879680000002</c:v>
                </c:pt>
                <c:pt idx="8176">
                  <c:v>4.4751879700000003</c:v>
                </c:pt>
                <c:pt idx="8177">
                  <c:v>4.1415044720000003</c:v>
                </c:pt>
                <c:pt idx="8178">
                  <c:v>0</c:v>
                </c:pt>
                <c:pt idx="8179">
                  <c:v>0</c:v>
                </c:pt>
                <c:pt idx="8180">
                  <c:v>0</c:v>
                </c:pt>
                <c:pt idx="8181">
                  <c:v>0</c:v>
                </c:pt>
                <c:pt idx="8182">
                  <c:v>8.0583854390000003</c:v>
                </c:pt>
                <c:pt idx="8183">
                  <c:v>11.64897</c:v>
                </c:pt>
                <c:pt idx="8184">
                  <c:v>16.142489999999999</c:v>
                </c:pt>
                <c:pt idx="8185">
                  <c:v>16.122420000000002</c:v>
                </c:pt>
                <c:pt idx="8186">
                  <c:v>16.555499999999999</c:v>
                </c:pt>
                <c:pt idx="8187">
                  <c:v>7.9001505190000003</c:v>
                </c:pt>
                <c:pt idx="8188">
                  <c:v>4.3039398420000001</c:v>
                </c:pt>
                <c:pt idx="8189">
                  <c:v>4.4837503759999997</c:v>
                </c:pt>
                <c:pt idx="8190">
                  <c:v>4.4747598499999999</c:v>
                </c:pt>
                <c:pt idx="8191">
                  <c:v>4.4752093759999996</c:v>
                </c:pt>
                <c:pt idx="8192">
                  <c:v>4.4751868999999997</c:v>
                </c:pt>
                <c:pt idx="8193">
                  <c:v>4.4751880230000003</c:v>
                </c:pt>
                <c:pt idx="8194">
                  <c:v>4.4751879670000001</c:v>
                </c:pt>
                <c:pt idx="8195">
                  <c:v>4.4751879700000003</c:v>
                </c:pt>
                <c:pt idx="8196">
                  <c:v>4.4751879700000003</c:v>
                </c:pt>
                <c:pt idx="8197">
                  <c:v>4.4751879700000003</c:v>
                </c:pt>
                <c:pt idx="8198">
                  <c:v>4.4751879700000003</c:v>
                </c:pt>
                <c:pt idx="8199">
                  <c:v>4.4751879700000003</c:v>
                </c:pt>
                <c:pt idx="8200">
                  <c:v>4.4751879700000003</c:v>
                </c:pt>
                <c:pt idx="8201">
                  <c:v>4.4751879700000003</c:v>
                </c:pt>
                <c:pt idx="8202">
                  <c:v>4.4751879700000003</c:v>
                </c:pt>
                <c:pt idx="8203">
                  <c:v>4.4751879700000003</c:v>
                </c:pt>
                <c:pt idx="8204">
                  <c:v>4.4751879700000003</c:v>
                </c:pt>
                <c:pt idx="8205">
                  <c:v>0</c:v>
                </c:pt>
                <c:pt idx="8206">
                  <c:v>7.7865235369999999</c:v>
                </c:pt>
                <c:pt idx="8207">
                  <c:v>12.487862270000001</c:v>
                </c:pt>
                <c:pt idx="8208">
                  <c:v>6.7760174519999996</c:v>
                </c:pt>
                <c:pt idx="8209">
                  <c:v>4.3601464959999996</c:v>
                </c:pt>
                <c:pt idx="8210">
                  <c:v>4.4809400439999996</c:v>
                </c:pt>
                <c:pt idx="8211">
                  <c:v>4.474900366</c:v>
                </c:pt>
                <c:pt idx="8212">
                  <c:v>4.47520235</c:v>
                </c:pt>
                <c:pt idx="8213">
                  <c:v>4.4751872510000004</c:v>
                </c:pt>
                <c:pt idx="8214">
                  <c:v>4.4751880059999998</c:v>
                </c:pt>
                <c:pt idx="8215">
                  <c:v>4.4751879680000002</c:v>
                </c:pt>
                <c:pt idx="8216">
                  <c:v>4.4751879700000003</c:v>
                </c:pt>
                <c:pt idx="8217">
                  <c:v>3.1785578819999998</c:v>
                </c:pt>
                <c:pt idx="8218">
                  <c:v>5.771818058</c:v>
                </c:pt>
                <c:pt idx="8219">
                  <c:v>4.4103564659999996</c:v>
                </c:pt>
                <c:pt idx="8220">
                  <c:v>4.478429545</c:v>
                </c:pt>
                <c:pt idx="8221">
                  <c:v>4.4750258909999996</c:v>
                </c:pt>
                <c:pt idx="8222">
                  <c:v>4.4751960740000003</c:v>
                </c:pt>
                <c:pt idx="8223">
                  <c:v>4.4751875649999997</c:v>
                </c:pt>
                <c:pt idx="8224">
                  <c:v>4.4751879900000002</c:v>
                </c:pt>
                <c:pt idx="8225">
                  <c:v>4.4751879690000003</c:v>
                </c:pt>
                <c:pt idx="8226">
                  <c:v>4.4751879700000003</c:v>
                </c:pt>
                <c:pt idx="8227">
                  <c:v>4.4751879700000003</c:v>
                </c:pt>
                <c:pt idx="8228">
                  <c:v>4.4751879700000003</c:v>
                </c:pt>
                <c:pt idx="8229">
                  <c:v>0</c:v>
                </c:pt>
                <c:pt idx="8230">
                  <c:v>8.6160599999999992</c:v>
                </c:pt>
                <c:pt idx="8231">
                  <c:v>7.601113593</c:v>
                </c:pt>
                <c:pt idx="8232">
                  <c:v>4.318891689</c:v>
                </c:pt>
                <c:pt idx="8233">
                  <c:v>4.483002784</c:v>
                </c:pt>
                <c:pt idx="8234">
                  <c:v>4.474797229</c:v>
                </c:pt>
                <c:pt idx="8235">
                  <c:v>4.4752075070000004</c:v>
                </c:pt>
                <c:pt idx="8236">
                  <c:v>4.4751869930000003</c:v>
                </c:pt>
                <c:pt idx="8237">
                  <c:v>4.475188019</c:v>
                </c:pt>
                <c:pt idx="8238">
                  <c:v>4.4751879670000001</c:v>
                </c:pt>
                <c:pt idx="8239">
                  <c:v>4.4751879700000003</c:v>
                </c:pt>
                <c:pt idx="8240">
                  <c:v>4.3302006100000003</c:v>
                </c:pt>
                <c:pt idx="8241">
                  <c:v>4.6201753300000004</c:v>
                </c:pt>
                <c:pt idx="8242">
                  <c:v>0</c:v>
                </c:pt>
                <c:pt idx="8243">
                  <c:v>11.7756139</c:v>
                </c:pt>
                <c:pt idx="8244">
                  <c:v>4.1101666730000002</c:v>
                </c:pt>
                <c:pt idx="8245">
                  <c:v>4.4934390349999997</c:v>
                </c:pt>
                <c:pt idx="8246">
                  <c:v>4.4742754170000003</c:v>
                </c:pt>
                <c:pt idx="8247">
                  <c:v>4.475233598</c:v>
                </c:pt>
                <c:pt idx="8248">
                  <c:v>4.4751856889999999</c:v>
                </c:pt>
                <c:pt idx="8249">
                  <c:v>4.475188084</c:v>
                </c:pt>
                <c:pt idx="8250">
                  <c:v>1.8989100000000001</c:v>
                </c:pt>
                <c:pt idx="8251">
                  <c:v>6.3614699999999997</c:v>
                </c:pt>
                <c:pt idx="8252">
                  <c:v>5.0363700060000003</c:v>
                </c:pt>
                <c:pt idx="8253">
                  <c:v>2.9273400000000001</c:v>
                </c:pt>
                <c:pt idx="8254">
                  <c:v>5.996379793</c:v>
                </c:pt>
                <c:pt idx="8255">
                  <c:v>4.3991283790000004</c:v>
                </c:pt>
                <c:pt idx="8256">
                  <c:v>4.4789909489999999</c:v>
                </c:pt>
                <c:pt idx="8257">
                  <c:v>4.4749978209999997</c:v>
                </c:pt>
                <c:pt idx="8258">
                  <c:v>4.475197477</c:v>
                </c:pt>
                <c:pt idx="8259">
                  <c:v>4.4751874950000001</c:v>
                </c:pt>
                <c:pt idx="8260">
                  <c:v>4.4751879939999997</c:v>
                </c:pt>
                <c:pt idx="8261">
                  <c:v>4.4751879690000003</c:v>
                </c:pt>
                <c:pt idx="8262">
                  <c:v>4.4751879700000003</c:v>
                </c:pt>
                <c:pt idx="8263">
                  <c:v>4.4751879700000003</c:v>
                </c:pt>
                <c:pt idx="8264">
                  <c:v>4.4751879700000003</c:v>
                </c:pt>
                <c:pt idx="8265">
                  <c:v>4.4751879700000003</c:v>
                </c:pt>
                <c:pt idx="8266">
                  <c:v>0</c:v>
                </c:pt>
                <c:pt idx="8267">
                  <c:v>13.34359596</c:v>
                </c:pt>
                <c:pt idx="8268">
                  <c:v>4.0317675700000004</c:v>
                </c:pt>
                <c:pt idx="8269">
                  <c:v>4.4973589900000004</c:v>
                </c:pt>
                <c:pt idx="8270">
                  <c:v>4.4740794189999997</c:v>
                </c:pt>
                <c:pt idx="8271">
                  <c:v>4.4752433969999998</c:v>
                </c:pt>
                <c:pt idx="8272">
                  <c:v>4.4751851990000002</c:v>
                </c:pt>
                <c:pt idx="8273">
                  <c:v>4.4751881080000002</c:v>
                </c:pt>
                <c:pt idx="8274">
                  <c:v>0</c:v>
                </c:pt>
                <c:pt idx="8275">
                  <c:v>0</c:v>
                </c:pt>
                <c:pt idx="8276">
                  <c:v>0</c:v>
                </c:pt>
                <c:pt idx="8277">
                  <c:v>0</c:v>
                </c:pt>
                <c:pt idx="8278">
                  <c:v>0</c:v>
                </c:pt>
                <c:pt idx="8279">
                  <c:v>8.9039977700000001</c:v>
                </c:pt>
                <c:pt idx="8280">
                  <c:v>11.13913765</c:v>
                </c:pt>
                <c:pt idx="8281">
                  <c:v>1.6035972220000001</c:v>
                </c:pt>
                <c:pt idx="8282">
                  <c:v>15.464972270000001</c:v>
                </c:pt>
                <c:pt idx="8283">
                  <c:v>0</c:v>
                </c:pt>
                <c:pt idx="8284">
                  <c:v>0</c:v>
                </c:pt>
                <c:pt idx="8285">
                  <c:v>0</c:v>
                </c:pt>
                <c:pt idx="8286">
                  <c:v>0</c:v>
                </c:pt>
                <c:pt idx="8287">
                  <c:v>0</c:v>
                </c:pt>
                <c:pt idx="8288">
                  <c:v>0</c:v>
                </c:pt>
                <c:pt idx="8289">
                  <c:v>0</c:v>
                </c:pt>
                <c:pt idx="8290">
                  <c:v>0</c:v>
                </c:pt>
                <c:pt idx="8291">
                  <c:v>4.566438979</c:v>
                </c:pt>
                <c:pt idx="8292">
                  <c:v>6.8116427230000003</c:v>
                </c:pt>
                <c:pt idx="8293">
                  <c:v>8.0777113929999995</c:v>
                </c:pt>
                <c:pt idx="8294">
                  <c:v>0.92780553600000004</c:v>
                </c:pt>
                <c:pt idx="8295">
                  <c:v>1.6979097489999999</c:v>
                </c:pt>
                <c:pt idx="8296">
                  <c:v>0</c:v>
                </c:pt>
                <c:pt idx="8297">
                  <c:v>0</c:v>
                </c:pt>
                <c:pt idx="8298">
                  <c:v>0</c:v>
                </c:pt>
                <c:pt idx="8299">
                  <c:v>0</c:v>
                </c:pt>
                <c:pt idx="8300">
                  <c:v>0.15397627999999999</c:v>
                </c:pt>
                <c:pt idx="8301">
                  <c:v>7.5976931250000002</c:v>
                </c:pt>
                <c:pt idx="8302">
                  <c:v>0</c:v>
                </c:pt>
                <c:pt idx="8303">
                  <c:v>0</c:v>
                </c:pt>
                <c:pt idx="8304">
                  <c:v>17.164372499999999</c:v>
                </c:pt>
                <c:pt idx="8305">
                  <c:v>17.873662499999998</c:v>
                </c:pt>
                <c:pt idx="8306">
                  <c:v>17.465399999999999</c:v>
                </c:pt>
                <c:pt idx="8307">
                  <c:v>16.666852500000001</c:v>
                </c:pt>
                <c:pt idx="8308">
                  <c:v>16.851808129999998</c:v>
                </c:pt>
                <c:pt idx="8309">
                  <c:v>12.173455909999999</c:v>
                </c:pt>
                <c:pt idx="8310">
                  <c:v>4.0902745730000003</c:v>
                </c:pt>
                <c:pt idx="8311">
                  <c:v>0</c:v>
                </c:pt>
                <c:pt idx="8312">
                  <c:v>0</c:v>
                </c:pt>
                <c:pt idx="8313">
                  <c:v>6.404083032</c:v>
                </c:pt>
                <c:pt idx="8314">
                  <c:v>0</c:v>
                </c:pt>
                <c:pt idx="8315">
                  <c:v>0</c:v>
                </c:pt>
                <c:pt idx="8316">
                  <c:v>2.2346638510000001</c:v>
                </c:pt>
                <c:pt idx="8317">
                  <c:v>6.6538403480000001</c:v>
                </c:pt>
                <c:pt idx="8318">
                  <c:v>11.70017262</c:v>
                </c:pt>
                <c:pt idx="8319">
                  <c:v>7.7080744750000001</c:v>
                </c:pt>
                <c:pt idx="8320">
                  <c:v>7.1331131250000004</c:v>
                </c:pt>
                <c:pt idx="8321">
                  <c:v>0</c:v>
                </c:pt>
                <c:pt idx="8322">
                  <c:v>0</c:v>
                </c:pt>
                <c:pt idx="8323">
                  <c:v>6.952448564</c:v>
                </c:pt>
                <c:pt idx="8324">
                  <c:v>4.5970199999999997</c:v>
                </c:pt>
                <c:pt idx="8325">
                  <c:v>7.5458924999999999</c:v>
                </c:pt>
                <c:pt idx="8326">
                  <c:v>11.147422499999999</c:v>
                </c:pt>
                <c:pt idx="8327">
                  <c:v>12.81645058</c:v>
                </c:pt>
                <c:pt idx="8328">
                  <c:v>4.0581248390000004</c:v>
                </c:pt>
                <c:pt idx="8329">
                  <c:v>4.4960411259999997</c:v>
                </c:pt>
                <c:pt idx="8330">
                  <c:v>4.4741453120000001</c:v>
                </c:pt>
                <c:pt idx="8331">
                  <c:v>4.475240103</c:v>
                </c:pt>
                <c:pt idx="8332">
                  <c:v>4.4751853629999996</c:v>
                </c:pt>
                <c:pt idx="8333">
                  <c:v>4.4751880999999996</c:v>
                </c:pt>
                <c:pt idx="8334">
                  <c:v>0</c:v>
                </c:pt>
                <c:pt idx="8335">
                  <c:v>5.8644312799999998</c:v>
                </c:pt>
                <c:pt idx="8336">
                  <c:v>9.1612848929999995</c:v>
                </c:pt>
                <c:pt idx="8337">
                  <c:v>9.2541339140000005</c:v>
                </c:pt>
                <c:pt idx="8338">
                  <c:v>4.2362406730000002</c:v>
                </c:pt>
                <c:pt idx="8339">
                  <c:v>4.4871353349999996</c:v>
                </c:pt>
                <c:pt idx="8340">
                  <c:v>4.4745906020000001</c:v>
                </c:pt>
                <c:pt idx="8341">
                  <c:v>4.4752178379999998</c:v>
                </c:pt>
                <c:pt idx="8342">
                  <c:v>4.4751864770000003</c:v>
                </c:pt>
                <c:pt idx="8343">
                  <c:v>4.4751880450000003</c:v>
                </c:pt>
                <c:pt idx="8344">
                  <c:v>0</c:v>
                </c:pt>
                <c:pt idx="8345">
                  <c:v>0</c:v>
                </c:pt>
                <c:pt idx="8346">
                  <c:v>0</c:v>
                </c:pt>
                <c:pt idx="8347">
                  <c:v>0</c:v>
                </c:pt>
                <c:pt idx="8348">
                  <c:v>0</c:v>
                </c:pt>
                <c:pt idx="8349">
                  <c:v>0</c:v>
                </c:pt>
                <c:pt idx="8350">
                  <c:v>0</c:v>
                </c:pt>
                <c:pt idx="8351">
                  <c:v>0</c:v>
                </c:pt>
                <c:pt idx="8352">
                  <c:v>12.744378210000001</c:v>
                </c:pt>
                <c:pt idx="8353">
                  <c:v>0</c:v>
                </c:pt>
                <c:pt idx="8354">
                  <c:v>16.663438129999999</c:v>
                </c:pt>
                <c:pt idx="8355">
                  <c:v>16.39784813</c:v>
                </c:pt>
                <c:pt idx="8356">
                  <c:v>6.5364481889999997</c:v>
                </c:pt>
                <c:pt idx="8357">
                  <c:v>7.5708312800000002</c:v>
                </c:pt>
                <c:pt idx="8358">
                  <c:v>14.522062500000001</c:v>
                </c:pt>
                <c:pt idx="8359">
                  <c:v>10.79359313</c:v>
                </c:pt>
                <c:pt idx="8360">
                  <c:v>19.72182085</c:v>
                </c:pt>
                <c:pt idx="8361">
                  <c:v>3.7128563259999998</c:v>
                </c:pt>
                <c:pt idx="8362">
                  <c:v>4.5133045520000001</c:v>
                </c:pt>
                <c:pt idx="8363">
                  <c:v>4.4732821410000003</c:v>
                </c:pt>
                <c:pt idx="8364">
                  <c:v>4.4752832610000004</c:v>
                </c:pt>
                <c:pt idx="8365">
                  <c:v>4.4751832050000004</c:v>
                </c:pt>
                <c:pt idx="8366">
                  <c:v>4.4751882079999996</c:v>
                </c:pt>
                <c:pt idx="8367">
                  <c:v>4.4751879580000002</c:v>
                </c:pt>
                <c:pt idx="8368">
                  <c:v>4.4751879710000004</c:v>
                </c:pt>
                <c:pt idx="8369">
                  <c:v>4.4751879700000003</c:v>
                </c:pt>
                <c:pt idx="8370">
                  <c:v>4.4751879700000003</c:v>
                </c:pt>
                <c:pt idx="8371">
                  <c:v>4.4751879700000003</c:v>
                </c:pt>
                <c:pt idx="8372">
                  <c:v>4.4751879700000003</c:v>
                </c:pt>
                <c:pt idx="8373">
                  <c:v>4.4751879700000003</c:v>
                </c:pt>
                <c:pt idx="8374">
                  <c:v>4.4751879700000003</c:v>
                </c:pt>
                <c:pt idx="8375">
                  <c:v>4.4751879700000003</c:v>
                </c:pt>
                <c:pt idx="8376">
                  <c:v>4.4751879700000003</c:v>
                </c:pt>
                <c:pt idx="8377">
                  <c:v>4.4751879700000003</c:v>
                </c:pt>
                <c:pt idx="8378">
                  <c:v>4.4751879700000003</c:v>
                </c:pt>
                <c:pt idx="8379">
                  <c:v>4.4751879700000003</c:v>
                </c:pt>
                <c:pt idx="8380">
                  <c:v>4.4751879700000003</c:v>
                </c:pt>
                <c:pt idx="8381">
                  <c:v>4.4751879700000003</c:v>
                </c:pt>
                <c:pt idx="8382">
                  <c:v>4.4751879700000003</c:v>
                </c:pt>
                <c:pt idx="8383">
                  <c:v>4.4751879700000003</c:v>
                </c:pt>
                <c:pt idx="8384">
                  <c:v>4.4751879700000003</c:v>
                </c:pt>
                <c:pt idx="8385">
                  <c:v>4.4751879700000003</c:v>
                </c:pt>
                <c:pt idx="8386">
                  <c:v>4.4751879700000003</c:v>
                </c:pt>
                <c:pt idx="8387">
                  <c:v>4.4751879700000003</c:v>
                </c:pt>
                <c:pt idx="8388">
                  <c:v>4.4751879700000003</c:v>
                </c:pt>
                <c:pt idx="8389">
                  <c:v>4.4751879700000003</c:v>
                </c:pt>
                <c:pt idx="8390">
                  <c:v>4.4751879700000003</c:v>
                </c:pt>
                <c:pt idx="8391">
                  <c:v>4.4751879700000003</c:v>
                </c:pt>
                <c:pt idx="8392">
                  <c:v>4.4751879700000003</c:v>
                </c:pt>
                <c:pt idx="8393">
                  <c:v>4.4751879700000003</c:v>
                </c:pt>
                <c:pt idx="8394">
                  <c:v>4.4751879700000003</c:v>
                </c:pt>
                <c:pt idx="8395">
                  <c:v>4.4751879700000003</c:v>
                </c:pt>
                <c:pt idx="8396">
                  <c:v>4.4751879700000003</c:v>
                </c:pt>
                <c:pt idx="8397">
                  <c:v>4.4751879700000003</c:v>
                </c:pt>
                <c:pt idx="8398">
                  <c:v>4.4751879700000003</c:v>
                </c:pt>
                <c:pt idx="8399">
                  <c:v>0.24916802699999999</c:v>
                </c:pt>
                <c:pt idx="8400">
                  <c:v>0</c:v>
                </c:pt>
                <c:pt idx="8401">
                  <c:v>0.61143247599999995</c:v>
                </c:pt>
                <c:pt idx="8402">
                  <c:v>0</c:v>
                </c:pt>
                <c:pt idx="8403">
                  <c:v>8.0057942799999999</c:v>
                </c:pt>
                <c:pt idx="8404">
                  <c:v>17.080228129999998</c:v>
                </c:pt>
                <c:pt idx="8405">
                  <c:v>5.4264552989999997</c:v>
                </c:pt>
                <c:pt idx="8406">
                  <c:v>4.4276246029999999</c:v>
                </c:pt>
                <c:pt idx="8407">
                  <c:v>4.4775661380000003</c:v>
                </c:pt>
                <c:pt idx="8408">
                  <c:v>4.4750690620000002</c:v>
                </c:pt>
                <c:pt idx="8409">
                  <c:v>4.4751939150000002</c:v>
                </c:pt>
                <c:pt idx="8410">
                  <c:v>4.4751876729999998</c:v>
                </c:pt>
                <c:pt idx="8411">
                  <c:v>4.4751879849999998</c:v>
                </c:pt>
                <c:pt idx="8412">
                  <c:v>4.4751879690000003</c:v>
                </c:pt>
                <c:pt idx="8413">
                  <c:v>4.4751879700000003</c:v>
                </c:pt>
                <c:pt idx="8414">
                  <c:v>4.4751879700000003</c:v>
                </c:pt>
                <c:pt idx="8415">
                  <c:v>4.4751879700000003</c:v>
                </c:pt>
                <c:pt idx="8416">
                  <c:v>4.4751879700000003</c:v>
                </c:pt>
                <c:pt idx="8417">
                  <c:v>4.4751879700000003</c:v>
                </c:pt>
                <c:pt idx="8418">
                  <c:v>4.4751879700000003</c:v>
                </c:pt>
                <c:pt idx="8419">
                  <c:v>4.4751879700000003</c:v>
                </c:pt>
                <c:pt idx="8420">
                  <c:v>4.3862365519999997</c:v>
                </c:pt>
                <c:pt idx="8421">
                  <c:v>4.5641393880000001</c:v>
                </c:pt>
                <c:pt idx="8422">
                  <c:v>4.4707403990000003</c:v>
                </c:pt>
                <c:pt idx="8423">
                  <c:v>4.4754103479999996</c:v>
                </c:pt>
                <c:pt idx="8424">
                  <c:v>4.4751768509999996</c:v>
                </c:pt>
                <c:pt idx="8425">
                  <c:v>4.4751885260000002</c:v>
                </c:pt>
                <c:pt idx="8426">
                  <c:v>4.4751879419999998</c:v>
                </c:pt>
                <c:pt idx="8427">
                  <c:v>4.4751879710000004</c:v>
                </c:pt>
                <c:pt idx="8428">
                  <c:v>4.4751879700000003</c:v>
                </c:pt>
                <c:pt idx="8429">
                  <c:v>4.4751879700000003</c:v>
                </c:pt>
                <c:pt idx="8430">
                  <c:v>4.4751879700000003</c:v>
                </c:pt>
                <c:pt idx="8431">
                  <c:v>4.4751879700000003</c:v>
                </c:pt>
                <c:pt idx="8432">
                  <c:v>4.4751879700000003</c:v>
                </c:pt>
                <c:pt idx="8433">
                  <c:v>4.4751879700000003</c:v>
                </c:pt>
                <c:pt idx="8434">
                  <c:v>4.4751879700000003</c:v>
                </c:pt>
                <c:pt idx="8435">
                  <c:v>4.4751879700000003</c:v>
                </c:pt>
                <c:pt idx="8436">
                  <c:v>4.4751879700000003</c:v>
                </c:pt>
                <c:pt idx="8437">
                  <c:v>4.4751879700000003</c:v>
                </c:pt>
                <c:pt idx="8438">
                  <c:v>4.4751879700000003</c:v>
                </c:pt>
                <c:pt idx="8439">
                  <c:v>4.4751879700000003</c:v>
                </c:pt>
                <c:pt idx="8440">
                  <c:v>0</c:v>
                </c:pt>
                <c:pt idx="8441">
                  <c:v>0</c:v>
                </c:pt>
                <c:pt idx="8442">
                  <c:v>0</c:v>
                </c:pt>
                <c:pt idx="8443">
                  <c:v>0</c:v>
                </c:pt>
                <c:pt idx="8444">
                  <c:v>0</c:v>
                </c:pt>
                <c:pt idx="8445">
                  <c:v>0</c:v>
                </c:pt>
                <c:pt idx="8446">
                  <c:v>0</c:v>
                </c:pt>
                <c:pt idx="8447">
                  <c:v>0</c:v>
                </c:pt>
                <c:pt idx="8448">
                  <c:v>0</c:v>
                </c:pt>
                <c:pt idx="8449">
                  <c:v>2.8950765289999998</c:v>
                </c:pt>
                <c:pt idx="8450">
                  <c:v>0</c:v>
                </c:pt>
                <c:pt idx="8451">
                  <c:v>5.6760393730000001</c:v>
                </c:pt>
                <c:pt idx="8452">
                  <c:v>0</c:v>
                </c:pt>
                <c:pt idx="8453">
                  <c:v>0</c:v>
                </c:pt>
                <c:pt idx="8454">
                  <c:v>0</c:v>
                </c:pt>
                <c:pt idx="8455">
                  <c:v>0</c:v>
                </c:pt>
                <c:pt idx="8456">
                  <c:v>0</c:v>
                </c:pt>
                <c:pt idx="8457">
                  <c:v>0</c:v>
                </c:pt>
                <c:pt idx="8458">
                  <c:v>0</c:v>
                </c:pt>
                <c:pt idx="8459">
                  <c:v>0</c:v>
                </c:pt>
                <c:pt idx="8460">
                  <c:v>0.59376686899999997</c:v>
                </c:pt>
                <c:pt idx="8461">
                  <c:v>0</c:v>
                </c:pt>
                <c:pt idx="8462">
                  <c:v>0</c:v>
                </c:pt>
                <c:pt idx="8463">
                  <c:v>0</c:v>
                </c:pt>
                <c:pt idx="8464">
                  <c:v>10.98639</c:v>
                </c:pt>
                <c:pt idx="8465">
                  <c:v>7.7490899999999998</c:v>
                </c:pt>
                <c:pt idx="8466">
                  <c:v>5.0369400000000004</c:v>
                </c:pt>
                <c:pt idx="8467">
                  <c:v>6.7394699999999998</c:v>
                </c:pt>
                <c:pt idx="8468">
                  <c:v>0</c:v>
                </c:pt>
                <c:pt idx="8469">
                  <c:v>0</c:v>
                </c:pt>
                <c:pt idx="8470">
                  <c:v>0</c:v>
                </c:pt>
                <c:pt idx="8471">
                  <c:v>0</c:v>
                </c:pt>
                <c:pt idx="8472">
                  <c:v>0</c:v>
                </c:pt>
                <c:pt idx="8473">
                  <c:v>4.7923293730000003</c:v>
                </c:pt>
                <c:pt idx="8474">
                  <c:v>2.1714928320000002</c:v>
                </c:pt>
                <c:pt idx="8475">
                  <c:v>2.38159396</c:v>
                </c:pt>
                <c:pt idx="8476">
                  <c:v>0</c:v>
                </c:pt>
                <c:pt idx="8477">
                  <c:v>1.486459902</c:v>
                </c:pt>
                <c:pt idx="8478">
                  <c:v>3.940554208</c:v>
                </c:pt>
                <c:pt idx="8479">
                  <c:v>10.19628</c:v>
                </c:pt>
                <c:pt idx="8480">
                  <c:v>25.701177879999999</c:v>
                </c:pt>
                <c:pt idx="8481">
                  <c:v>17.138790409999999</c:v>
                </c:pt>
                <c:pt idx="8482">
                  <c:v>25.420450800000001</c:v>
                </c:pt>
                <c:pt idx="8483">
                  <c:v>7.4836859139999996</c:v>
                </c:pt>
                <c:pt idx="8484">
                  <c:v>4.3247630729999997</c:v>
                </c:pt>
                <c:pt idx="8485">
                  <c:v>4.4827092149999999</c:v>
                </c:pt>
                <c:pt idx="8486">
                  <c:v>4.4748119080000004</c:v>
                </c:pt>
                <c:pt idx="8487">
                  <c:v>4.475206773</c:v>
                </c:pt>
                <c:pt idx="8488">
                  <c:v>4.4751870299999998</c:v>
                </c:pt>
                <c:pt idx="8489">
                  <c:v>4.4751880169999998</c:v>
                </c:pt>
                <c:pt idx="8490">
                  <c:v>0</c:v>
                </c:pt>
                <c:pt idx="8491">
                  <c:v>4.8476699999999999</c:v>
                </c:pt>
                <c:pt idx="8492">
                  <c:v>0</c:v>
                </c:pt>
                <c:pt idx="8493">
                  <c:v>0</c:v>
                </c:pt>
                <c:pt idx="8494">
                  <c:v>12.002698130000001</c:v>
                </c:pt>
                <c:pt idx="8495">
                  <c:v>0</c:v>
                </c:pt>
                <c:pt idx="8496">
                  <c:v>5.021540516</c:v>
                </c:pt>
                <c:pt idx="8497">
                  <c:v>13.23289821</c:v>
                </c:pt>
                <c:pt idx="8498">
                  <c:v>0</c:v>
                </c:pt>
                <c:pt idx="8499">
                  <c:v>0</c:v>
                </c:pt>
                <c:pt idx="8500">
                  <c:v>0</c:v>
                </c:pt>
                <c:pt idx="8501">
                  <c:v>6.6667756550000004</c:v>
                </c:pt>
                <c:pt idx="8502">
                  <c:v>7.9056252310000001</c:v>
                </c:pt>
                <c:pt idx="8503">
                  <c:v>0</c:v>
                </c:pt>
                <c:pt idx="8504">
                  <c:v>28.555035440000001</c:v>
                </c:pt>
                <c:pt idx="8505">
                  <c:v>6.8006603080000003</c:v>
                </c:pt>
                <c:pt idx="8506">
                  <c:v>4.3589143530000003</c:v>
                </c:pt>
                <c:pt idx="8507">
                  <c:v>4.4810016509999997</c:v>
                </c:pt>
                <c:pt idx="8508">
                  <c:v>4.474897286</c:v>
                </c:pt>
                <c:pt idx="8509">
                  <c:v>4.4752025040000003</c:v>
                </c:pt>
                <c:pt idx="8510">
                  <c:v>4.4751872429999997</c:v>
                </c:pt>
                <c:pt idx="8511">
                  <c:v>4.4751880059999998</c:v>
                </c:pt>
                <c:pt idx="8512">
                  <c:v>4.4751879680000002</c:v>
                </c:pt>
                <c:pt idx="8513">
                  <c:v>0</c:v>
                </c:pt>
                <c:pt idx="8514">
                  <c:v>0</c:v>
                </c:pt>
                <c:pt idx="8515">
                  <c:v>0.26648434300000001</c:v>
                </c:pt>
                <c:pt idx="8516">
                  <c:v>0</c:v>
                </c:pt>
                <c:pt idx="8517">
                  <c:v>0</c:v>
                </c:pt>
                <c:pt idx="8518">
                  <c:v>9.8700299999999999</c:v>
                </c:pt>
                <c:pt idx="8519">
                  <c:v>12.72969</c:v>
                </c:pt>
                <c:pt idx="8520">
                  <c:v>16.260958129999999</c:v>
                </c:pt>
                <c:pt idx="8521">
                  <c:v>15.94505813</c:v>
                </c:pt>
                <c:pt idx="8522">
                  <c:v>3.9715862909999999</c:v>
                </c:pt>
                <c:pt idx="8523">
                  <c:v>4.0752954360000002</c:v>
                </c:pt>
                <c:pt idx="8524">
                  <c:v>0.13548289099999999</c:v>
                </c:pt>
                <c:pt idx="8525">
                  <c:v>3.494266836</c:v>
                </c:pt>
                <c:pt idx="8526">
                  <c:v>5.5988250089999996</c:v>
                </c:pt>
                <c:pt idx="8527">
                  <c:v>1.1408417799999999</c:v>
                </c:pt>
                <c:pt idx="8528">
                  <c:v>11.69331378</c:v>
                </c:pt>
                <c:pt idx="8529">
                  <c:v>4.1142816800000004</c:v>
                </c:pt>
                <c:pt idx="8530">
                  <c:v>4.4932332840000004</c:v>
                </c:pt>
                <c:pt idx="8531">
                  <c:v>4.4742857039999997</c:v>
                </c:pt>
                <c:pt idx="8532">
                  <c:v>4.475233083</c:v>
                </c:pt>
                <c:pt idx="8533">
                  <c:v>4.4751857140000002</c:v>
                </c:pt>
                <c:pt idx="8534">
                  <c:v>4.4751880829999999</c:v>
                </c:pt>
                <c:pt idx="8535">
                  <c:v>4.4751879639999999</c:v>
                </c:pt>
                <c:pt idx="8536">
                  <c:v>0</c:v>
                </c:pt>
                <c:pt idx="8537">
                  <c:v>0</c:v>
                </c:pt>
                <c:pt idx="8538">
                  <c:v>9.8825400000000005</c:v>
                </c:pt>
                <c:pt idx="8539">
                  <c:v>8.2399500000000003</c:v>
                </c:pt>
                <c:pt idx="8540">
                  <c:v>11.071619999999999</c:v>
                </c:pt>
                <c:pt idx="8541">
                  <c:v>0.982997652</c:v>
                </c:pt>
                <c:pt idx="8542">
                  <c:v>0</c:v>
                </c:pt>
                <c:pt idx="8543">
                  <c:v>0</c:v>
                </c:pt>
                <c:pt idx="8544">
                  <c:v>0</c:v>
                </c:pt>
                <c:pt idx="8545">
                  <c:v>2.1484428999999999E-2</c:v>
                </c:pt>
                <c:pt idx="8546">
                  <c:v>3.6363856459999999</c:v>
                </c:pt>
                <c:pt idx="8547">
                  <c:v>15.94584</c:v>
                </c:pt>
                <c:pt idx="8548">
                  <c:v>4.7848593729999997</c:v>
                </c:pt>
                <c:pt idx="8549">
                  <c:v>3.5865993729999999</c:v>
                </c:pt>
                <c:pt idx="8550">
                  <c:v>3.0794980160000001</c:v>
                </c:pt>
                <c:pt idx="8551">
                  <c:v>8.892535359</c:v>
                </c:pt>
                <c:pt idx="8552">
                  <c:v>0</c:v>
                </c:pt>
                <c:pt idx="8553">
                  <c:v>7.3241621749999997</c:v>
                </c:pt>
                <c:pt idx="8554">
                  <c:v>16.34688396</c:v>
                </c:pt>
                <c:pt idx="8555">
                  <c:v>12.419223710000001</c:v>
                </c:pt>
                <c:pt idx="8556">
                  <c:v>4.0779861830000002</c:v>
                </c:pt>
                <c:pt idx="8557">
                  <c:v>4.4950480590000002</c:v>
                </c:pt>
                <c:pt idx="8558">
                  <c:v>4.4741949649999997</c:v>
                </c:pt>
                <c:pt idx="8559">
                  <c:v>4.4752376199999997</c:v>
                </c:pt>
                <c:pt idx="8560">
                  <c:v>4.4751854870000001</c:v>
                </c:pt>
                <c:pt idx="8561">
                  <c:v>4.4751880939999999</c:v>
                </c:pt>
                <c:pt idx="8562">
                  <c:v>4.4751879639999999</c:v>
                </c:pt>
                <c:pt idx="8563">
                  <c:v>4.4751879700000003</c:v>
                </c:pt>
                <c:pt idx="8564">
                  <c:v>4.4751879700000003</c:v>
                </c:pt>
                <c:pt idx="8565">
                  <c:v>0</c:v>
                </c:pt>
                <c:pt idx="8566">
                  <c:v>10.228792500000001</c:v>
                </c:pt>
                <c:pt idx="8567">
                  <c:v>12.10031918</c:v>
                </c:pt>
                <c:pt idx="8568">
                  <c:v>4.0939314089999996</c:v>
                </c:pt>
                <c:pt idx="8569">
                  <c:v>4.4942507980000004</c:v>
                </c:pt>
                <c:pt idx="8570">
                  <c:v>4.4742348290000002</c:v>
                </c:pt>
                <c:pt idx="8571">
                  <c:v>4.475235627</c:v>
                </c:pt>
                <c:pt idx="8572">
                  <c:v>4.4751855870000004</c:v>
                </c:pt>
                <c:pt idx="8573">
                  <c:v>4.4751880890000004</c:v>
                </c:pt>
                <c:pt idx="8574">
                  <c:v>4.4751879639999999</c:v>
                </c:pt>
                <c:pt idx="8575">
                  <c:v>4.4751879700000003</c:v>
                </c:pt>
                <c:pt idx="8576">
                  <c:v>4.4751879700000003</c:v>
                </c:pt>
                <c:pt idx="8577">
                  <c:v>4.4751879700000003</c:v>
                </c:pt>
                <c:pt idx="8578">
                  <c:v>4.4751879700000003</c:v>
                </c:pt>
                <c:pt idx="8579">
                  <c:v>4.4751879700000003</c:v>
                </c:pt>
                <c:pt idx="8580">
                  <c:v>4.4751879700000003</c:v>
                </c:pt>
                <c:pt idx="8581">
                  <c:v>4.4751879700000003</c:v>
                </c:pt>
                <c:pt idx="8582">
                  <c:v>4.4751879700000003</c:v>
                </c:pt>
                <c:pt idx="8583">
                  <c:v>4.4751879700000003</c:v>
                </c:pt>
                <c:pt idx="8584">
                  <c:v>0</c:v>
                </c:pt>
                <c:pt idx="8585">
                  <c:v>0</c:v>
                </c:pt>
                <c:pt idx="8586">
                  <c:v>0</c:v>
                </c:pt>
                <c:pt idx="8587">
                  <c:v>0</c:v>
                </c:pt>
                <c:pt idx="8588">
                  <c:v>0</c:v>
                </c:pt>
                <c:pt idx="8589">
                  <c:v>0</c:v>
                </c:pt>
                <c:pt idx="8590">
                  <c:v>0</c:v>
                </c:pt>
                <c:pt idx="8591">
                  <c:v>0</c:v>
                </c:pt>
                <c:pt idx="8592">
                  <c:v>0</c:v>
                </c:pt>
                <c:pt idx="8593">
                  <c:v>12.61856777</c:v>
                </c:pt>
                <c:pt idx="8594">
                  <c:v>11.93921536</c:v>
                </c:pt>
                <c:pt idx="8595">
                  <c:v>11.191585359999999</c:v>
                </c:pt>
                <c:pt idx="8596">
                  <c:v>15.8787</c:v>
                </c:pt>
                <c:pt idx="8597">
                  <c:v>6.2239387180000003</c:v>
                </c:pt>
                <c:pt idx="8598">
                  <c:v>0</c:v>
                </c:pt>
                <c:pt idx="8599">
                  <c:v>0</c:v>
                </c:pt>
                <c:pt idx="8600">
                  <c:v>0</c:v>
                </c:pt>
                <c:pt idx="8601">
                  <c:v>0</c:v>
                </c:pt>
                <c:pt idx="8602">
                  <c:v>9.9010190770000008</c:v>
                </c:pt>
                <c:pt idx="8603">
                  <c:v>0.91056926400000004</c:v>
                </c:pt>
                <c:pt idx="8604">
                  <c:v>0</c:v>
                </c:pt>
                <c:pt idx="8605">
                  <c:v>0</c:v>
                </c:pt>
                <c:pt idx="8606">
                  <c:v>0</c:v>
                </c:pt>
                <c:pt idx="8607">
                  <c:v>0</c:v>
                </c:pt>
                <c:pt idx="8608">
                  <c:v>0</c:v>
                </c:pt>
                <c:pt idx="8609">
                  <c:v>3.2449530270000002</c:v>
                </c:pt>
                <c:pt idx="8610">
                  <c:v>10.98839166</c:v>
                </c:pt>
                <c:pt idx="8611">
                  <c:v>0</c:v>
                </c:pt>
                <c:pt idx="8612">
                  <c:v>0</c:v>
                </c:pt>
                <c:pt idx="8613">
                  <c:v>4.9513678590000003</c:v>
                </c:pt>
                <c:pt idx="8614">
                  <c:v>0</c:v>
                </c:pt>
                <c:pt idx="8615">
                  <c:v>10.137647599999999</c:v>
                </c:pt>
                <c:pt idx="8616">
                  <c:v>5.7534711410000003</c:v>
                </c:pt>
                <c:pt idx="8617">
                  <c:v>16.889203129999999</c:v>
                </c:pt>
                <c:pt idx="8618">
                  <c:v>16.867732499999999</c:v>
                </c:pt>
                <c:pt idx="8619">
                  <c:v>17.248139999999999</c:v>
                </c:pt>
                <c:pt idx="8620">
                  <c:v>14.005800450000001</c:v>
                </c:pt>
                <c:pt idx="8621">
                  <c:v>15.615208129999999</c:v>
                </c:pt>
                <c:pt idx="8622">
                  <c:v>5.6210990589999996</c:v>
                </c:pt>
                <c:pt idx="8623">
                  <c:v>4.4178924149999999</c:v>
                </c:pt>
                <c:pt idx="8624">
                  <c:v>4.4780527479999996</c:v>
                </c:pt>
                <c:pt idx="8625">
                  <c:v>4.4750447309999997</c:v>
                </c:pt>
                <c:pt idx="8626">
                  <c:v>4.4751951319999996</c:v>
                </c:pt>
                <c:pt idx="8627">
                  <c:v>0</c:v>
                </c:pt>
                <c:pt idx="8628">
                  <c:v>9.9214319139999994</c:v>
                </c:pt>
                <c:pt idx="8629">
                  <c:v>3.8885585329999999</c:v>
                </c:pt>
                <c:pt idx="8630">
                  <c:v>7.2977492899999996</c:v>
                </c:pt>
                <c:pt idx="8631">
                  <c:v>0</c:v>
                </c:pt>
                <c:pt idx="8632">
                  <c:v>0</c:v>
                </c:pt>
                <c:pt idx="8633">
                  <c:v>0</c:v>
                </c:pt>
                <c:pt idx="8634">
                  <c:v>0</c:v>
                </c:pt>
                <c:pt idx="8635">
                  <c:v>0</c:v>
                </c:pt>
                <c:pt idx="8636">
                  <c:v>11.40545813</c:v>
                </c:pt>
                <c:pt idx="8637">
                  <c:v>5.995369052</c:v>
                </c:pt>
                <c:pt idx="8638">
                  <c:v>0</c:v>
                </c:pt>
                <c:pt idx="8639">
                  <c:v>14.80743</c:v>
                </c:pt>
                <c:pt idx="8640">
                  <c:v>17.55142313</c:v>
                </c:pt>
                <c:pt idx="8641">
                  <c:v>10.872588049999999</c:v>
                </c:pt>
                <c:pt idx="8642">
                  <c:v>9.7009842590000002</c:v>
                </c:pt>
                <c:pt idx="8643">
                  <c:v>4.2138981549999999</c:v>
                </c:pt>
                <c:pt idx="8644">
                  <c:v>2.8331559569999998</c:v>
                </c:pt>
                <c:pt idx="8645">
                  <c:v>3.2949870849999998</c:v>
                </c:pt>
                <c:pt idx="8646">
                  <c:v>5.4088062800000003</c:v>
                </c:pt>
                <c:pt idx="8647">
                  <c:v>0</c:v>
                </c:pt>
                <c:pt idx="8648">
                  <c:v>14.50850758</c:v>
                </c:pt>
                <c:pt idx="8649">
                  <c:v>3.973521989</c:v>
                </c:pt>
                <c:pt idx="8650">
                  <c:v>4.5002712689999997</c:v>
                </c:pt>
                <c:pt idx="8651">
                  <c:v>4.4739338049999997</c:v>
                </c:pt>
                <c:pt idx="8652">
                  <c:v>4.4752506780000001</c:v>
                </c:pt>
                <c:pt idx="8653">
                  <c:v>4.4751848350000003</c:v>
                </c:pt>
                <c:pt idx="8654">
                  <c:v>4.475188127</c:v>
                </c:pt>
                <c:pt idx="8655">
                  <c:v>4.4751879619999997</c:v>
                </c:pt>
                <c:pt idx="8656">
                  <c:v>0</c:v>
                </c:pt>
                <c:pt idx="8657">
                  <c:v>3.8816356550000002</c:v>
                </c:pt>
                <c:pt idx="8658">
                  <c:v>4.0654084360000002</c:v>
                </c:pt>
                <c:pt idx="8659">
                  <c:v>0.53412447200000002</c:v>
                </c:pt>
                <c:pt idx="8660">
                  <c:v>0</c:v>
                </c:pt>
                <c:pt idx="8661">
                  <c:v>0</c:v>
                </c:pt>
                <c:pt idx="8662">
                  <c:v>0</c:v>
                </c:pt>
                <c:pt idx="8663">
                  <c:v>4.699425959</c:v>
                </c:pt>
                <c:pt idx="8664">
                  <c:v>7.0681625639999996</c:v>
                </c:pt>
                <c:pt idx="8665">
                  <c:v>0</c:v>
                </c:pt>
                <c:pt idx="8666">
                  <c:v>0</c:v>
                </c:pt>
                <c:pt idx="8667">
                  <c:v>0</c:v>
                </c:pt>
                <c:pt idx="8668">
                  <c:v>6.5973781889999996</c:v>
                </c:pt>
                <c:pt idx="8669">
                  <c:v>0</c:v>
                </c:pt>
                <c:pt idx="8670">
                  <c:v>0</c:v>
                </c:pt>
                <c:pt idx="8671">
                  <c:v>0</c:v>
                </c:pt>
                <c:pt idx="8672">
                  <c:v>9.7629831859999996</c:v>
                </c:pt>
                <c:pt idx="8673">
                  <c:v>9.9456993530000002</c:v>
                </c:pt>
                <c:pt idx="8674">
                  <c:v>15.742708759999999</c:v>
                </c:pt>
                <c:pt idx="8675">
                  <c:v>29.703260409999999</c:v>
                </c:pt>
                <c:pt idx="8676">
                  <c:v>22.225198750000001</c:v>
                </c:pt>
                <c:pt idx="8677">
                  <c:v>3.587687431</c:v>
                </c:pt>
                <c:pt idx="8678">
                  <c:v>4.5195629970000004</c:v>
                </c:pt>
                <c:pt idx="8679">
                  <c:v>4.4729692190000003</c:v>
                </c:pt>
                <c:pt idx="8680">
                  <c:v>4.475298907</c:v>
                </c:pt>
                <c:pt idx="8681">
                  <c:v>4.4751824229999997</c:v>
                </c:pt>
                <c:pt idx="8682">
                  <c:v>4.4751882470000002</c:v>
                </c:pt>
                <c:pt idx="8683">
                  <c:v>4.4751879560000001</c:v>
                </c:pt>
                <c:pt idx="8684">
                  <c:v>4.4751879710000004</c:v>
                </c:pt>
                <c:pt idx="8685">
                  <c:v>4.4751879700000003</c:v>
                </c:pt>
                <c:pt idx="8686">
                  <c:v>0</c:v>
                </c:pt>
                <c:pt idx="8687">
                  <c:v>9.1793364329999996</c:v>
                </c:pt>
                <c:pt idx="8688">
                  <c:v>4.239980547</c:v>
                </c:pt>
                <c:pt idx="8689">
                  <c:v>4.4869483409999997</c:v>
                </c:pt>
                <c:pt idx="8690">
                  <c:v>4.4745999510000001</c:v>
                </c:pt>
                <c:pt idx="8691">
                  <c:v>4.4752173710000003</c:v>
                </c:pt>
                <c:pt idx="8692">
                  <c:v>4.4751865000000004</c:v>
                </c:pt>
                <c:pt idx="8693">
                  <c:v>4.4751880430000002</c:v>
                </c:pt>
                <c:pt idx="8694">
                  <c:v>0.41815683599999998</c:v>
                </c:pt>
                <c:pt idx="8695">
                  <c:v>1.6791862179999999</c:v>
                </c:pt>
                <c:pt idx="8696">
                  <c:v>4.0449109239999999</c:v>
                </c:pt>
                <c:pt idx="8697">
                  <c:v>11.22313727</c:v>
                </c:pt>
                <c:pt idx="8698">
                  <c:v>4.1377905049999999</c:v>
                </c:pt>
                <c:pt idx="8699">
                  <c:v>4.4920578430000004</c:v>
                </c:pt>
                <c:pt idx="8700">
                  <c:v>0.26654325200000001</c:v>
                </c:pt>
                <c:pt idx="8701">
                  <c:v>0.91891219599999996</c:v>
                </c:pt>
                <c:pt idx="8702">
                  <c:v>8.8974367020000003</c:v>
                </c:pt>
                <c:pt idx="8703">
                  <c:v>0</c:v>
                </c:pt>
                <c:pt idx="8704">
                  <c:v>0</c:v>
                </c:pt>
                <c:pt idx="8705">
                  <c:v>0</c:v>
                </c:pt>
                <c:pt idx="8706">
                  <c:v>0</c:v>
                </c:pt>
                <c:pt idx="8707">
                  <c:v>0</c:v>
                </c:pt>
                <c:pt idx="8708">
                  <c:v>0</c:v>
                </c:pt>
                <c:pt idx="8709">
                  <c:v>0</c:v>
                </c:pt>
                <c:pt idx="8710">
                  <c:v>0</c:v>
                </c:pt>
                <c:pt idx="8711">
                  <c:v>0</c:v>
                </c:pt>
                <c:pt idx="8712">
                  <c:v>0</c:v>
                </c:pt>
                <c:pt idx="8713">
                  <c:v>10.187397880000001</c:v>
                </c:pt>
                <c:pt idx="8714">
                  <c:v>12.26436447</c:v>
                </c:pt>
                <c:pt idx="8715">
                  <c:v>3.9463780160000002</c:v>
                </c:pt>
                <c:pt idx="8716">
                  <c:v>4.958450064</c:v>
                </c:pt>
                <c:pt idx="8717">
                  <c:v>14.26824227</c:v>
                </c:pt>
                <c:pt idx="8718">
                  <c:v>0</c:v>
                </c:pt>
                <c:pt idx="8719">
                  <c:v>9.4675499999999992</c:v>
                </c:pt>
                <c:pt idx="8720">
                  <c:v>23.267117519999999</c:v>
                </c:pt>
                <c:pt idx="8721">
                  <c:v>24.791416420000001</c:v>
                </c:pt>
                <c:pt idx="8722">
                  <c:v>3.4593765479999998</c:v>
                </c:pt>
                <c:pt idx="8723">
                  <c:v>4.5259785409999997</c:v>
                </c:pt>
                <c:pt idx="8724">
                  <c:v>4.4726484409999996</c:v>
                </c:pt>
                <c:pt idx="8725">
                  <c:v>4.4753149460000001</c:v>
                </c:pt>
                <c:pt idx="8726">
                  <c:v>4.4751816209999999</c:v>
                </c:pt>
                <c:pt idx="8727">
                  <c:v>4.4751882869999999</c:v>
                </c:pt>
                <c:pt idx="8728">
                  <c:v>0</c:v>
                </c:pt>
                <c:pt idx="8729">
                  <c:v>0</c:v>
                </c:pt>
                <c:pt idx="8730">
                  <c:v>0</c:v>
                </c:pt>
                <c:pt idx="8731">
                  <c:v>0</c:v>
                </c:pt>
                <c:pt idx="8732">
                  <c:v>0</c:v>
                </c:pt>
                <c:pt idx="8733">
                  <c:v>0</c:v>
                </c:pt>
                <c:pt idx="8734">
                  <c:v>0</c:v>
                </c:pt>
                <c:pt idx="8735">
                  <c:v>0</c:v>
                </c:pt>
                <c:pt idx="8736">
                  <c:v>0</c:v>
                </c:pt>
                <c:pt idx="8737">
                  <c:v>14.921875440000001</c:v>
                </c:pt>
                <c:pt idx="8738">
                  <c:v>15.919650000000001</c:v>
                </c:pt>
                <c:pt idx="8739">
                  <c:v>16.201889999999999</c:v>
                </c:pt>
                <c:pt idx="8740">
                  <c:v>15.35202</c:v>
                </c:pt>
                <c:pt idx="8741">
                  <c:v>5.5400934590000004</c:v>
                </c:pt>
                <c:pt idx="8742">
                  <c:v>0</c:v>
                </c:pt>
                <c:pt idx="8743">
                  <c:v>0</c:v>
                </c:pt>
                <c:pt idx="8744">
                  <c:v>6.5900627370000002</c:v>
                </c:pt>
                <c:pt idx="8745">
                  <c:v>17.440749109999999</c:v>
                </c:pt>
                <c:pt idx="8746">
                  <c:v>23.381469790000001</c:v>
                </c:pt>
                <c:pt idx="8747">
                  <c:v>5.081120748</c:v>
                </c:pt>
                <c:pt idx="8748">
                  <c:v>4.444891331</c:v>
                </c:pt>
                <c:pt idx="8749">
                  <c:v>4.4767028020000001</c:v>
                </c:pt>
                <c:pt idx="8750">
                  <c:v>4.4751122280000004</c:v>
                </c:pt>
                <c:pt idx="8751">
                  <c:v>4.4751917570000002</c:v>
                </c:pt>
                <c:pt idx="8752">
                  <c:v>4.4751877809999998</c:v>
                </c:pt>
                <c:pt idx="8753">
                  <c:v>4.4751879790000002</c:v>
                </c:pt>
                <c:pt idx="8754">
                  <c:v>4.4751879690000003</c:v>
                </c:pt>
                <c:pt idx="8755">
                  <c:v>4.4751879700000003</c:v>
                </c:pt>
                <c:pt idx="8756">
                  <c:v>0</c:v>
                </c:pt>
                <c:pt idx="8757">
                  <c:v>0</c:v>
                </c:pt>
                <c:pt idx="8758">
                  <c:v>0</c:v>
                </c:pt>
                <c:pt idx="8759">
                  <c:v>0</c:v>
                </c:pt>
              </c:numCache>
            </c:numRef>
          </c:val>
          <c:extLst>
            <c:ext xmlns:c16="http://schemas.microsoft.com/office/drawing/2014/chart" uri="{C3380CC4-5D6E-409C-BE32-E72D297353CC}">
              <c16:uniqueId val="{00000000-336D-45FF-9685-5DE17718F8CD}"/>
            </c:ext>
          </c:extLst>
        </c:ser>
        <c:ser>
          <c:idx val="1"/>
          <c:order val="1"/>
          <c:tx>
            <c:strRef>
              <c:f>battery_management_results!$B$1</c:f>
              <c:strCache>
                <c:ptCount val="1"/>
                <c:pt idx="0">
                  <c:v>Discharging Power</c:v>
                </c:pt>
              </c:strCache>
            </c:strRef>
          </c:tx>
          <c:spPr>
            <a:solidFill>
              <a:schemeClr val="accent3"/>
            </a:solidFill>
            <a:ln>
              <a:noFill/>
            </a:ln>
            <a:effectLst/>
          </c:spPr>
          <c:invertIfNegative val="0"/>
          <c:val>
            <c:numRef>
              <c:f>battery_management_results!$B$2:$B$8761</c:f>
              <c:numCache>
                <c:formatCode>General</c:formatCode>
                <c:ptCount val="8760"/>
                <c:pt idx="0">
                  <c:v>0</c:v>
                </c:pt>
                <c:pt idx="1">
                  <c:v>0</c:v>
                </c:pt>
                <c:pt idx="2">
                  <c:v>0</c:v>
                </c:pt>
                <c:pt idx="3">
                  <c:v>0</c:v>
                </c:pt>
                <c:pt idx="4">
                  <c:v>0</c:v>
                </c:pt>
                <c:pt idx="5">
                  <c:v>4.3386300000000002</c:v>
                </c:pt>
                <c:pt idx="6">
                  <c:v>5.2129329990000004</c:v>
                </c:pt>
                <c:pt idx="7">
                  <c:v>0</c:v>
                </c:pt>
                <c:pt idx="8">
                  <c:v>0</c:v>
                </c:pt>
                <c:pt idx="9">
                  <c:v>0</c:v>
                </c:pt>
                <c:pt idx="10">
                  <c:v>0</c:v>
                </c:pt>
                <c:pt idx="11">
                  <c:v>0</c:v>
                </c:pt>
                <c:pt idx="12">
                  <c:v>0</c:v>
                </c:pt>
                <c:pt idx="13">
                  <c:v>0</c:v>
                </c:pt>
                <c:pt idx="14">
                  <c:v>0</c:v>
                </c:pt>
                <c:pt idx="15">
                  <c:v>1.8066575039999999</c:v>
                </c:pt>
                <c:pt idx="16">
                  <c:v>8.2048688520000006</c:v>
                </c:pt>
                <c:pt idx="17">
                  <c:v>7.154395429</c:v>
                </c:pt>
                <c:pt idx="18">
                  <c:v>10.122095379999999</c:v>
                </c:pt>
                <c:pt idx="19">
                  <c:v>7.433027064</c:v>
                </c:pt>
                <c:pt idx="20">
                  <c:v>8.1441731639999997</c:v>
                </c:pt>
                <c:pt idx="21">
                  <c:v>8.0835206270000004</c:v>
                </c:pt>
                <c:pt idx="22">
                  <c:v>5.2121808429999996</c:v>
                </c:pt>
                <c:pt idx="23">
                  <c:v>0</c:v>
                </c:pt>
                <c:pt idx="24">
                  <c:v>0</c:v>
                </c:pt>
                <c:pt idx="25">
                  <c:v>0</c:v>
                </c:pt>
                <c:pt idx="26">
                  <c:v>0</c:v>
                </c:pt>
                <c:pt idx="27">
                  <c:v>0</c:v>
                </c:pt>
                <c:pt idx="28">
                  <c:v>0</c:v>
                </c:pt>
                <c:pt idx="29">
                  <c:v>0</c:v>
                </c:pt>
                <c:pt idx="30">
                  <c:v>0</c:v>
                </c:pt>
                <c:pt idx="31">
                  <c:v>0</c:v>
                </c:pt>
                <c:pt idx="32">
                  <c:v>0.70897453499999996</c:v>
                </c:pt>
                <c:pt idx="33">
                  <c:v>0</c:v>
                </c:pt>
                <c:pt idx="34">
                  <c:v>0</c:v>
                </c:pt>
                <c:pt idx="35">
                  <c:v>0</c:v>
                </c:pt>
                <c:pt idx="36">
                  <c:v>0</c:v>
                </c:pt>
                <c:pt idx="37">
                  <c:v>2.1768770399999999</c:v>
                </c:pt>
                <c:pt idx="38">
                  <c:v>0</c:v>
                </c:pt>
                <c:pt idx="39">
                  <c:v>0</c:v>
                </c:pt>
                <c:pt idx="40">
                  <c:v>0</c:v>
                </c:pt>
                <c:pt idx="41">
                  <c:v>0</c:v>
                </c:pt>
                <c:pt idx="42">
                  <c:v>0</c:v>
                </c:pt>
                <c:pt idx="43">
                  <c:v>8.8994452929999994</c:v>
                </c:pt>
                <c:pt idx="44">
                  <c:v>11.92455</c:v>
                </c:pt>
                <c:pt idx="45">
                  <c:v>7.718786809</c:v>
                </c:pt>
                <c:pt idx="46">
                  <c:v>6.0244763409999997</c:v>
                </c:pt>
                <c:pt idx="47">
                  <c:v>0</c:v>
                </c:pt>
                <c:pt idx="48">
                  <c:v>0</c:v>
                </c:pt>
                <c:pt idx="49">
                  <c:v>0</c:v>
                </c:pt>
                <c:pt idx="50">
                  <c:v>0</c:v>
                </c:pt>
                <c:pt idx="51">
                  <c:v>0</c:v>
                </c:pt>
                <c:pt idx="52">
                  <c:v>0</c:v>
                </c:pt>
                <c:pt idx="53">
                  <c:v>1.636480843</c:v>
                </c:pt>
                <c:pt idx="54">
                  <c:v>0</c:v>
                </c:pt>
                <c:pt idx="55">
                  <c:v>5.8804629989999997</c:v>
                </c:pt>
                <c:pt idx="56">
                  <c:v>1.388185818</c:v>
                </c:pt>
                <c:pt idx="57">
                  <c:v>0</c:v>
                </c:pt>
                <c:pt idx="58">
                  <c:v>2.2307446030000002</c:v>
                </c:pt>
                <c:pt idx="59">
                  <c:v>0</c:v>
                </c:pt>
                <c:pt idx="60">
                  <c:v>0</c:v>
                </c:pt>
                <c:pt idx="61">
                  <c:v>0</c:v>
                </c:pt>
                <c:pt idx="62">
                  <c:v>0</c:v>
                </c:pt>
                <c:pt idx="63">
                  <c:v>0</c:v>
                </c:pt>
                <c:pt idx="64">
                  <c:v>3.2960896380000002</c:v>
                </c:pt>
                <c:pt idx="65">
                  <c:v>16.629930000000002</c:v>
                </c:pt>
                <c:pt idx="66">
                  <c:v>14.48226</c:v>
                </c:pt>
                <c:pt idx="67">
                  <c:v>0</c:v>
                </c:pt>
                <c:pt idx="68">
                  <c:v>0</c:v>
                </c:pt>
                <c:pt idx="69">
                  <c:v>7.4291719839999999</c:v>
                </c:pt>
                <c:pt idx="70">
                  <c:v>9.2980792470000004</c:v>
                </c:pt>
                <c:pt idx="71">
                  <c:v>6.7105800000000002</c:v>
                </c:pt>
                <c:pt idx="72">
                  <c:v>2.05002</c:v>
                </c:pt>
                <c:pt idx="73">
                  <c:v>0</c:v>
                </c:pt>
                <c:pt idx="74">
                  <c:v>0</c:v>
                </c:pt>
                <c:pt idx="75">
                  <c:v>0</c:v>
                </c:pt>
                <c:pt idx="76">
                  <c:v>0</c:v>
                </c:pt>
                <c:pt idx="77">
                  <c:v>0</c:v>
                </c:pt>
                <c:pt idx="78">
                  <c:v>0</c:v>
                </c:pt>
                <c:pt idx="79">
                  <c:v>0</c:v>
                </c:pt>
                <c:pt idx="80">
                  <c:v>0</c:v>
                </c:pt>
                <c:pt idx="81">
                  <c:v>0.76224106999999997</c:v>
                </c:pt>
                <c:pt idx="82">
                  <c:v>0</c:v>
                </c:pt>
                <c:pt idx="83">
                  <c:v>0</c:v>
                </c:pt>
                <c:pt idx="84">
                  <c:v>0</c:v>
                </c:pt>
                <c:pt idx="85">
                  <c:v>0</c:v>
                </c:pt>
                <c:pt idx="86">
                  <c:v>0</c:v>
                </c:pt>
                <c:pt idx="87">
                  <c:v>0</c:v>
                </c:pt>
                <c:pt idx="88">
                  <c:v>0</c:v>
                </c:pt>
                <c:pt idx="89">
                  <c:v>0</c:v>
                </c:pt>
                <c:pt idx="90">
                  <c:v>5.8036482200000004</c:v>
                </c:pt>
                <c:pt idx="91">
                  <c:v>7.2821870640000004</c:v>
                </c:pt>
                <c:pt idx="92">
                  <c:v>5.4872635399999998</c:v>
                </c:pt>
                <c:pt idx="93">
                  <c:v>11.72319529</c:v>
                </c:pt>
                <c:pt idx="94">
                  <c:v>10.584331880000001</c:v>
                </c:pt>
                <c:pt idx="95">
                  <c:v>0</c:v>
                </c:pt>
                <c:pt idx="96">
                  <c:v>0</c:v>
                </c:pt>
                <c:pt idx="97">
                  <c:v>0</c:v>
                </c:pt>
                <c:pt idx="98">
                  <c:v>0.85178236100000004</c:v>
                </c:pt>
                <c:pt idx="99">
                  <c:v>0.21727210899999999</c:v>
                </c:pt>
                <c:pt idx="100">
                  <c:v>0</c:v>
                </c:pt>
                <c:pt idx="101">
                  <c:v>2.4292175239999998</c:v>
                </c:pt>
                <c:pt idx="102">
                  <c:v>4.3598699999999999</c:v>
                </c:pt>
                <c:pt idx="103">
                  <c:v>4.5938699999999999</c:v>
                </c:pt>
                <c:pt idx="104">
                  <c:v>8.1697460480000004</c:v>
                </c:pt>
                <c:pt idx="105">
                  <c:v>0</c:v>
                </c:pt>
                <c:pt idx="106">
                  <c:v>0</c:v>
                </c:pt>
                <c:pt idx="107">
                  <c:v>0</c:v>
                </c:pt>
                <c:pt idx="108">
                  <c:v>0</c:v>
                </c:pt>
                <c:pt idx="109">
                  <c:v>0</c:v>
                </c:pt>
                <c:pt idx="110">
                  <c:v>0</c:v>
                </c:pt>
                <c:pt idx="111">
                  <c:v>0</c:v>
                </c:pt>
                <c:pt idx="112">
                  <c:v>0</c:v>
                </c:pt>
                <c:pt idx="113">
                  <c:v>2.9621218539999998</c:v>
                </c:pt>
                <c:pt idx="114">
                  <c:v>9.5631074999999992</c:v>
                </c:pt>
                <c:pt idx="115">
                  <c:v>1.10764372</c:v>
                </c:pt>
                <c:pt idx="116">
                  <c:v>10.66861688</c:v>
                </c:pt>
                <c:pt idx="117">
                  <c:v>0</c:v>
                </c:pt>
                <c:pt idx="118">
                  <c:v>0</c:v>
                </c:pt>
                <c:pt idx="119">
                  <c:v>0</c:v>
                </c:pt>
                <c:pt idx="120">
                  <c:v>0</c:v>
                </c:pt>
                <c:pt idx="121">
                  <c:v>0</c:v>
                </c:pt>
                <c:pt idx="122">
                  <c:v>0</c:v>
                </c:pt>
                <c:pt idx="123">
                  <c:v>0</c:v>
                </c:pt>
                <c:pt idx="124">
                  <c:v>0.89203026299999999</c:v>
                </c:pt>
                <c:pt idx="125">
                  <c:v>0</c:v>
                </c:pt>
                <c:pt idx="126">
                  <c:v>6.2258399999999998</c:v>
                </c:pt>
                <c:pt idx="127">
                  <c:v>6.1032599999999997</c:v>
                </c:pt>
                <c:pt idx="128">
                  <c:v>0</c:v>
                </c:pt>
                <c:pt idx="129">
                  <c:v>0</c:v>
                </c:pt>
                <c:pt idx="130">
                  <c:v>0</c:v>
                </c:pt>
                <c:pt idx="131">
                  <c:v>0</c:v>
                </c:pt>
                <c:pt idx="132">
                  <c:v>0</c:v>
                </c:pt>
                <c:pt idx="133">
                  <c:v>0</c:v>
                </c:pt>
                <c:pt idx="134">
                  <c:v>0</c:v>
                </c:pt>
                <c:pt idx="135">
                  <c:v>0</c:v>
                </c:pt>
                <c:pt idx="136">
                  <c:v>0</c:v>
                </c:pt>
                <c:pt idx="137">
                  <c:v>0.87020684500000001</c:v>
                </c:pt>
                <c:pt idx="138">
                  <c:v>5.6054955709999996</c:v>
                </c:pt>
                <c:pt idx="139">
                  <c:v>12.164849999999999</c:v>
                </c:pt>
                <c:pt idx="140">
                  <c:v>10.082203</c:v>
                </c:pt>
                <c:pt idx="141">
                  <c:v>0</c:v>
                </c:pt>
                <c:pt idx="142">
                  <c:v>8.5100802630000008</c:v>
                </c:pt>
                <c:pt idx="143">
                  <c:v>4.0104563410000003</c:v>
                </c:pt>
                <c:pt idx="144">
                  <c:v>0</c:v>
                </c:pt>
                <c:pt idx="145">
                  <c:v>0</c:v>
                </c:pt>
                <c:pt idx="146">
                  <c:v>2.5404300000000002</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4.7891806490000004</c:v>
                </c:pt>
                <c:pt idx="176">
                  <c:v>0</c:v>
                </c:pt>
                <c:pt idx="177">
                  <c:v>0</c:v>
                </c:pt>
                <c:pt idx="178">
                  <c:v>0</c:v>
                </c:pt>
                <c:pt idx="179">
                  <c:v>0</c:v>
                </c:pt>
                <c:pt idx="180">
                  <c:v>0</c:v>
                </c:pt>
                <c:pt idx="181">
                  <c:v>0</c:v>
                </c:pt>
                <c:pt idx="182">
                  <c:v>0</c:v>
                </c:pt>
                <c:pt idx="183">
                  <c:v>0</c:v>
                </c:pt>
                <c:pt idx="184">
                  <c:v>3.721697679</c:v>
                </c:pt>
                <c:pt idx="185">
                  <c:v>0</c:v>
                </c:pt>
                <c:pt idx="186">
                  <c:v>2.2763668450000001</c:v>
                </c:pt>
                <c:pt idx="187">
                  <c:v>0</c:v>
                </c:pt>
                <c:pt idx="188">
                  <c:v>8.1330470639999994</c:v>
                </c:pt>
                <c:pt idx="189">
                  <c:v>0</c:v>
                </c:pt>
                <c:pt idx="190">
                  <c:v>0</c:v>
                </c:pt>
                <c:pt idx="191">
                  <c:v>1.3890854290000001</c:v>
                </c:pt>
                <c:pt idx="192">
                  <c:v>1.5560309560000001</c:v>
                </c:pt>
                <c:pt idx="193">
                  <c:v>2.5548299999999999</c:v>
                </c:pt>
                <c:pt idx="194">
                  <c:v>1.2477854289999999</c:v>
                </c:pt>
                <c:pt idx="195">
                  <c:v>2.6558099999999998</c:v>
                </c:pt>
                <c:pt idx="196">
                  <c:v>0</c:v>
                </c:pt>
                <c:pt idx="197">
                  <c:v>0</c:v>
                </c:pt>
                <c:pt idx="198">
                  <c:v>0</c:v>
                </c:pt>
                <c:pt idx="199">
                  <c:v>0</c:v>
                </c:pt>
                <c:pt idx="200">
                  <c:v>0</c:v>
                </c:pt>
                <c:pt idx="201">
                  <c:v>0</c:v>
                </c:pt>
                <c:pt idx="202">
                  <c:v>3.8510241600000001</c:v>
                </c:pt>
                <c:pt idx="203">
                  <c:v>2.4149505900000001</c:v>
                </c:pt>
                <c:pt idx="204">
                  <c:v>9.7047881609999997</c:v>
                </c:pt>
                <c:pt idx="205">
                  <c:v>0</c:v>
                </c:pt>
                <c:pt idx="206">
                  <c:v>4.2932740909999998</c:v>
                </c:pt>
                <c:pt idx="207">
                  <c:v>7.9096272580000004</c:v>
                </c:pt>
                <c:pt idx="208">
                  <c:v>0</c:v>
                </c:pt>
                <c:pt idx="209">
                  <c:v>0</c:v>
                </c:pt>
                <c:pt idx="210">
                  <c:v>0.25335000000000002</c:v>
                </c:pt>
                <c:pt idx="211">
                  <c:v>7.0461723479999998</c:v>
                </c:pt>
                <c:pt idx="212">
                  <c:v>15.316768250000001</c:v>
                </c:pt>
                <c:pt idx="213">
                  <c:v>0</c:v>
                </c:pt>
                <c:pt idx="214">
                  <c:v>0</c:v>
                </c:pt>
                <c:pt idx="215">
                  <c:v>0</c:v>
                </c:pt>
                <c:pt idx="216">
                  <c:v>0</c:v>
                </c:pt>
                <c:pt idx="217">
                  <c:v>0</c:v>
                </c:pt>
                <c:pt idx="218">
                  <c:v>0</c:v>
                </c:pt>
                <c:pt idx="219">
                  <c:v>1.5072863409999999</c:v>
                </c:pt>
                <c:pt idx="220">
                  <c:v>2.0117699999999998</c:v>
                </c:pt>
                <c:pt idx="221">
                  <c:v>5.9257506000000001E-2</c:v>
                </c:pt>
                <c:pt idx="222">
                  <c:v>0</c:v>
                </c:pt>
                <c:pt idx="223">
                  <c:v>0</c:v>
                </c:pt>
                <c:pt idx="224">
                  <c:v>0</c:v>
                </c:pt>
                <c:pt idx="225">
                  <c:v>0</c:v>
                </c:pt>
                <c:pt idx="226">
                  <c:v>0</c:v>
                </c:pt>
                <c:pt idx="227">
                  <c:v>0</c:v>
                </c:pt>
                <c:pt idx="228">
                  <c:v>0</c:v>
                </c:pt>
                <c:pt idx="229">
                  <c:v>0</c:v>
                </c:pt>
                <c:pt idx="230">
                  <c:v>1.8920258109999999</c:v>
                </c:pt>
                <c:pt idx="231">
                  <c:v>0</c:v>
                </c:pt>
                <c:pt idx="232">
                  <c:v>5.1150212279999998</c:v>
                </c:pt>
                <c:pt idx="233">
                  <c:v>10.61264096</c:v>
                </c:pt>
                <c:pt idx="234">
                  <c:v>14.09388188</c:v>
                </c:pt>
                <c:pt idx="235">
                  <c:v>11.30536612</c:v>
                </c:pt>
                <c:pt idx="236">
                  <c:v>7.1244873039999996</c:v>
                </c:pt>
                <c:pt idx="237">
                  <c:v>11.30211467</c:v>
                </c:pt>
                <c:pt idx="238">
                  <c:v>0</c:v>
                </c:pt>
                <c:pt idx="239">
                  <c:v>0</c:v>
                </c:pt>
                <c:pt idx="240">
                  <c:v>0</c:v>
                </c:pt>
                <c:pt idx="241">
                  <c:v>0</c:v>
                </c:pt>
                <c:pt idx="242">
                  <c:v>0</c:v>
                </c:pt>
                <c:pt idx="243">
                  <c:v>0</c:v>
                </c:pt>
                <c:pt idx="244">
                  <c:v>0</c:v>
                </c:pt>
                <c:pt idx="245">
                  <c:v>1.386565571</c:v>
                </c:pt>
                <c:pt idx="246">
                  <c:v>0</c:v>
                </c:pt>
                <c:pt idx="247">
                  <c:v>1.4249071680000001</c:v>
                </c:pt>
                <c:pt idx="248">
                  <c:v>5.9031200830000001</c:v>
                </c:pt>
                <c:pt idx="249">
                  <c:v>0</c:v>
                </c:pt>
                <c:pt idx="250">
                  <c:v>0</c:v>
                </c:pt>
                <c:pt idx="251">
                  <c:v>0</c:v>
                </c:pt>
                <c:pt idx="252">
                  <c:v>0</c:v>
                </c:pt>
                <c:pt idx="253">
                  <c:v>0</c:v>
                </c:pt>
                <c:pt idx="254">
                  <c:v>0</c:v>
                </c:pt>
                <c:pt idx="255">
                  <c:v>0</c:v>
                </c:pt>
                <c:pt idx="256">
                  <c:v>0</c:v>
                </c:pt>
                <c:pt idx="257">
                  <c:v>1.3375857920000001</c:v>
                </c:pt>
                <c:pt idx="258">
                  <c:v>0</c:v>
                </c:pt>
                <c:pt idx="259">
                  <c:v>0</c:v>
                </c:pt>
                <c:pt idx="260">
                  <c:v>0</c:v>
                </c:pt>
                <c:pt idx="261">
                  <c:v>0</c:v>
                </c:pt>
                <c:pt idx="262">
                  <c:v>0</c:v>
                </c:pt>
                <c:pt idx="263">
                  <c:v>0</c:v>
                </c:pt>
                <c:pt idx="264">
                  <c:v>0</c:v>
                </c:pt>
                <c:pt idx="265">
                  <c:v>0</c:v>
                </c:pt>
                <c:pt idx="266">
                  <c:v>0</c:v>
                </c:pt>
                <c:pt idx="267">
                  <c:v>0.245650234</c:v>
                </c:pt>
                <c:pt idx="268">
                  <c:v>0</c:v>
                </c:pt>
                <c:pt idx="269">
                  <c:v>2.5089299999999999</c:v>
                </c:pt>
                <c:pt idx="270">
                  <c:v>6.4009518749999996</c:v>
                </c:pt>
                <c:pt idx="271">
                  <c:v>6.5795568749999997</c:v>
                </c:pt>
                <c:pt idx="272">
                  <c:v>0</c:v>
                </c:pt>
                <c:pt idx="273">
                  <c:v>7.4849936750000001</c:v>
                </c:pt>
                <c:pt idx="274">
                  <c:v>0</c:v>
                </c:pt>
                <c:pt idx="275">
                  <c:v>3.8712124160000001</c:v>
                </c:pt>
                <c:pt idx="276">
                  <c:v>2.3886131690000001</c:v>
                </c:pt>
                <c:pt idx="277">
                  <c:v>0</c:v>
                </c:pt>
                <c:pt idx="278">
                  <c:v>0</c:v>
                </c:pt>
                <c:pt idx="279">
                  <c:v>5.9712072469999997</c:v>
                </c:pt>
                <c:pt idx="280">
                  <c:v>6.2353480040000004</c:v>
                </c:pt>
                <c:pt idx="281">
                  <c:v>1.4873429149999999</c:v>
                </c:pt>
                <c:pt idx="282">
                  <c:v>0.46361508000000001</c:v>
                </c:pt>
                <c:pt idx="283">
                  <c:v>2.271139105</c:v>
                </c:pt>
                <c:pt idx="284">
                  <c:v>10.065120350000001</c:v>
                </c:pt>
                <c:pt idx="285">
                  <c:v>5.783335289</c:v>
                </c:pt>
                <c:pt idx="286">
                  <c:v>6.1398274080000004</c:v>
                </c:pt>
                <c:pt idx="287">
                  <c:v>0</c:v>
                </c:pt>
                <c:pt idx="288">
                  <c:v>0</c:v>
                </c:pt>
                <c:pt idx="289">
                  <c:v>0</c:v>
                </c:pt>
                <c:pt idx="290">
                  <c:v>0</c:v>
                </c:pt>
                <c:pt idx="291">
                  <c:v>0</c:v>
                </c:pt>
                <c:pt idx="292">
                  <c:v>0</c:v>
                </c:pt>
                <c:pt idx="293">
                  <c:v>0</c:v>
                </c:pt>
                <c:pt idx="294">
                  <c:v>0</c:v>
                </c:pt>
                <c:pt idx="295">
                  <c:v>5.7700518750000001</c:v>
                </c:pt>
                <c:pt idx="296">
                  <c:v>4.2203329070000004</c:v>
                </c:pt>
                <c:pt idx="297">
                  <c:v>0</c:v>
                </c:pt>
                <c:pt idx="298">
                  <c:v>0</c:v>
                </c:pt>
                <c:pt idx="299">
                  <c:v>0</c:v>
                </c:pt>
                <c:pt idx="300">
                  <c:v>0</c:v>
                </c:pt>
                <c:pt idx="301">
                  <c:v>0</c:v>
                </c:pt>
                <c:pt idx="302">
                  <c:v>0</c:v>
                </c:pt>
                <c:pt idx="303">
                  <c:v>0</c:v>
                </c:pt>
                <c:pt idx="304">
                  <c:v>0</c:v>
                </c:pt>
                <c:pt idx="305">
                  <c:v>9.5118527779999997</c:v>
                </c:pt>
                <c:pt idx="306">
                  <c:v>8.3756071680000002</c:v>
                </c:pt>
                <c:pt idx="307">
                  <c:v>12.97824529</c:v>
                </c:pt>
                <c:pt idx="308">
                  <c:v>12.790889999999999</c:v>
                </c:pt>
                <c:pt idx="309">
                  <c:v>13.112550000000001</c:v>
                </c:pt>
                <c:pt idx="310">
                  <c:v>4.5287312039999996</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5.3595899999999999</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0.60660292900000001</c:v>
                </c:pt>
                <c:pt idx="384">
                  <c:v>0</c:v>
                </c:pt>
                <c:pt idx="385">
                  <c:v>0</c:v>
                </c:pt>
                <c:pt idx="386">
                  <c:v>0</c:v>
                </c:pt>
                <c:pt idx="387">
                  <c:v>0</c:v>
                </c:pt>
                <c:pt idx="388">
                  <c:v>0</c:v>
                </c:pt>
                <c:pt idx="389">
                  <c:v>0</c:v>
                </c:pt>
                <c:pt idx="390">
                  <c:v>2.3037974999999999</c:v>
                </c:pt>
                <c:pt idx="391">
                  <c:v>0</c:v>
                </c:pt>
                <c:pt idx="392">
                  <c:v>6.7444484950000003</c:v>
                </c:pt>
                <c:pt idx="393">
                  <c:v>2.0549903519999999</c:v>
                </c:pt>
                <c:pt idx="394">
                  <c:v>2.1156584949999999</c:v>
                </c:pt>
                <c:pt idx="395">
                  <c:v>4.7801388249999999</c:v>
                </c:pt>
                <c:pt idx="396">
                  <c:v>0</c:v>
                </c:pt>
                <c:pt idx="397">
                  <c:v>0</c:v>
                </c:pt>
                <c:pt idx="398">
                  <c:v>0</c:v>
                </c:pt>
                <c:pt idx="399">
                  <c:v>0</c:v>
                </c:pt>
                <c:pt idx="400">
                  <c:v>0</c:v>
                </c:pt>
                <c:pt idx="401">
                  <c:v>0.17736766700000001</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11.339260100000001</c:v>
                </c:pt>
                <c:pt idx="430">
                  <c:v>6.8595554290000003</c:v>
                </c:pt>
                <c:pt idx="431">
                  <c:v>0</c:v>
                </c:pt>
                <c:pt idx="432">
                  <c:v>0</c:v>
                </c:pt>
                <c:pt idx="433">
                  <c:v>0</c:v>
                </c:pt>
                <c:pt idx="434">
                  <c:v>0</c:v>
                </c:pt>
                <c:pt idx="435">
                  <c:v>0</c:v>
                </c:pt>
                <c:pt idx="436">
                  <c:v>0</c:v>
                </c:pt>
                <c:pt idx="437">
                  <c:v>2.5859968090000001</c:v>
                </c:pt>
                <c:pt idx="438">
                  <c:v>0</c:v>
                </c:pt>
                <c:pt idx="439">
                  <c:v>0</c:v>
                </c:pt>
                <c:pt idx="440">
                  <c:v>0</c:v>
                </c:pt>
                <c:pt idx="441">
                  <c:v>0</c:v>
                </c:pt>
                <c:pt idx="442">
                  <c:v>0</c:v>
                </c:pt>
                <c:pt idx="443">
                  <c:v>0</c:v>
                </c:pt>
                <c:pt idx="444">
                  <c:v>0</c:v>
                </c:pt>
                <c:pt idx="445">
                  <c:v>0</c:v>
                </c:pt>
                <c:pt idx="446">
                  <c:v>0</c:v>
                </c:pt>
                <c:pt idx="447">
                  <c:v>0</c:v>
                </c:pt>
                <c:pt idx="448">
                  <c:v>0</c:v>
                </c:pt>
                <c:pt idx="449">
                  <c:v>9.3750408430000007</c:v>
                </c:pt>
                <c:pt idx="450">
                  <c:v>5.3739882200000002</c:v>
                </c:pt>
                <c:pt idx="451">
                  <c:v>14.500100959999999</c:v>
                </c:pt>
                <c:pt idx="452">
                  <c:v>4.8700970640000003</c:v>
                </c:pt>
                <c:pt idx="453">
                  <c:v>3.526994991</c:v>
                </c:pt>
                <c:pt idx="454">
                  <c:v>3.4783370640000002</c:v>
                </c:pt>
                <c:pt idx="455">
                  <c:v>0</c:v>
                </c:pt>
                <c:pt idx="456">
                  <c:v>0</c:v>
                </c:pt>
                <c:pt idx="457">
                  <c:v>0</c:v>
                </c:pt>
                <c:pt idx="458">
                  <c:v>0</c:v>
                </c:pt>
                <c:pt idx="459">
                  <c:v>2.6768229990000001</c:v>
                </c:pt>
                <c:pt idx="460">
                  <c:v>0</c:v>
                </c:pt>
                <c:pt idx="461">
                  <c:v>0</c:v>
                </c:pt>
                <c:pt idx="462">
                  <c:v>0</c:v>
                </c:pt>
                <c:pt idx="463">
                  <c:v>1.2326200979999999</c:v>
                </c:pt>
                <c:pt idx="464">
                  <c:v>0</c:v>
                </c:pt>
                <c:pt idx="465">
                  <c:v>0</c:v>
                </c:pt>
                <c:pt idx="466">
                  <c:v>0</c:v>
                </c:pt>
                <c:pt idx="467">
                  <c:v>0</c:v>
                </c:pt>
                <c:pt idx="468">
                  <c:v>0</c:v>
                </c:pt>
                <c:pt idx="469">
                  <c:v>0</c:v>
                </c:pt>
                <c:pt idx="470">
                  <c:v>0</c:v>
                </c:pt>
                <c:pt idx="471">
                  <c:v>0</c:v>
                </c:pt>
                <c:pt idx="472">
                  <c:v>0</c:v>
                </c:pt>
                <c:pt idx="473">
                  <c:v>8.5224855710000007</c:v>
                </c:pt>
                <c:pt idx="474">
                  <c:v>5.6429419840000001</c:v>
                </c:pt>
                <c:pt idx="475">
                  <c:v>14.853059999999999</c:v>
                </c:pt>
                <c:pt idx="476">
                  <c:v>14.975910000000001</c:v>
                </c:pt>
                <c:pt idx="477">
                  <c:v>10.43817529</c:v>
                </c:pt>
                <c:pt idx="478">
                  <c:v>7.3099112039999996</c:v>
                </c:pt>
                <c:pt idx="479">
                  <c:v>0</c:v>
                </c:pt>
                <c:pt idx="480">
                  <c:v>1.5810735950000001</c:v>
                </c:pt>
                <c:pt idx="481">
                  <c:v>0</c:v>
                </c:pt>
                <c:pt idx="482">
                  <c:v>0</c:v>
                </c:pt>
                <c:pt idx="483">
                  <c:v>0</c:v>
                </c:pt>
                <c:pt idx="484">
                  <c:v>0</c:v>
                </c:pt>
                <c:pt idx="485">
                  <c:v>0</c:v>
                </c:pt>
                <c:pt idx="486">
                  <c:v>0</c:v>
                </c:pt>
                <c:pt idx="487">
                  <c:v>0</c:v>
                </c:pt>
                <c:pt idx="488">
                  <c:v>0.74858750699999999</c:v>
                </c:pt>
                <c:pt idx="489">
                  <c:v>1.9674590810000001</c:v>
                </c:pt>
                <c:pt idx="490">
                  <c:v>0</c:v>
                </c:pt>
                <c:pt idx="491">
                  <c:v>0</c:v>
                </c:pt>
                <c:pt idx="492">
                  <c:v>5.0869122109999996</c:v>
                </c:pt>
                <c:pt idx="493">
                  <c:v>0.393205376</c:v>
                </c:pt>
                <c:pt idx="494">
                  <c:v>0</c:v>
                </c:pt>
                <c:pt idx="495">
                  <c:v>2.1818146359999999</c:v>
                </c:pt>
                <c:pt idx="496">
                  <c:v>2.4585242699999998</c:v>
                </c:pt>
                <c:pt idx="497">
                  <c:v>5.1221806489999997</c:v>
                </c:pt>
                <c:pt idx="498">
                  <c:v>9.2454918750000008</c:v>
                </c:pt>
                <c:pt idx="499">
                  <c:v>10.680479999999999</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2.708614769</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7.4691365410000001</c:v>
                </c:pt>
                <c:pt idx="549">
                  <c:v>9.4133068089999998</c:v>
                </c:pt>
                <c:pt idx="550">
                  <c:v>2.5526549909999998</c:v>
                </c:pt>
                <c:pt idx="551">
                  <c:v>0</c:v>
                </c:pt>
                <c:pt idx="552">
                  <c:v>0</c:v>
                </c:pt>
                <c:pt idx="553">
                  <c:v>0</c:v>
                </c:pt>
                <c:pt idx="554">
                  <c:v>0</c:v>
                </c:pt>
                <c:pt idx="555">
                  <c:v>0</c:v>
                </c:pt>
                <c:pt idx="556">
                  <c:v>1.1971906489999999</c:v>
                </c:pt>
                <c:pt idx="557">
                  <c:v>2.4250500000000001</c:v>
                </c:pt>
                <c:pt idx="558">
                  <c:v>5.1128099999999996</c:v>
                </c:pt>
                <c:pt idx="559">
                  <c:v>7.1516700000000002</c:v>
                </c:pt>
                <c:pt idx="560">
                  <c:v>9.4844275759999999</c:v>
                </c:pt>
                <c:pt idx="561">
                  <c:v>2.7074699359999999</c:v>
                </c:pt>
                <c:pt idx="562">
                  <c:v>4.9693508179999997</c:v>
                </c:pt>
                <c:pt idx="563">
                  <c:v>0</c:v>
                </c:pt>
                <c:pt idx="564">
                  <c:v>0</c:v>
                </c:pt>
                <c:pt idx="565">
                  <c:v>0</c:v>
                </c:pt>
                <c:pt idx="566">
                  <c:v>0</c:v>
                </c:pt>
                <c:pt idx="567">
                  <c:v>0</c:v>
                </c:pt>
                <c:pt idx="568">
                  <c:v>2.295027546</c:v>
                </c:pt>
                <c:pt idx="569">
                  <c:v>8.7880490429999991</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0.81329342199999999</c:v>
                </c:pt>
                <c:pt idx="590">
                  <c:v>0</c:v>
                </c:pt>
                <c:pt idx="591">
                  <c:v>0.76584050299999995</c:v>
                </c:pt>
                <c:pt idx="592">
                  <c:v>0</c:v>
                </c:pt>
                <c:pt idx="593">
                  <c:v>0</c:v>
                </c:pt>
                <c:pt idx="594">
                  <c:v>0</c:v>
                </c:pt>
                <c:pt idx="595">
                  <c:v>0</c:v>
                </c:pt>
                <c:pt idx="596">
                  <c:v>0</c:v>
                </c:pt>
                <c:pt idx="597">
                  <c:v>0</c:v>
                </c:pt>
                <c:pt idx="598">
                  <c:v>0</c:v>
                </c:pt>
                <c:pt idx="599">
                  <c:v>0</c:v>
                </c:pt>
                <c:pt idx="600">
                  <c:v>0</c:v>
                </c:pt>
                <c:pt idx="601">
                  <c:v>0</c:v>
                </c:pt>
                <c:pt idx="602">
                  <c:v>0</c:v>
                </c:pt>
                <c:pt idx="603">
                  <c:v>0</c:v>
                </c:pt>
                <c:pt idx="604">
                  <c:v>0.109645429</c:v>
                </c:pt>
                <c:pt idx="605">
                  <c:v>0</c:v>
                </c:pt>
                <c:pt idx="606">
                  <c:v>4.8914999999999997</c:v>
                </c:pt>
                <c:pt idx="607">
                  <c:v>4.3627500000000001</c:v>
                </c:pt>
                <c:pt idx="608">
                  <c:v>5.2418030260000004</c:v>
                </c:pt>
                <c:pt idx="609">
                  <c:v>5.3978459230000002</c:v>
                </c:pt>
                <c:pt idx="610">
                  <c:v>1.702755815</c:v>
                </c:pt>
                <c:pt idx="611">
                  <c:v>0</c:v>
                </c:pt>
                <c:pt idx="612">
                  <c:v>0</c:v>
                </c:pt>
                <c:pt idx="613">
                  <c:v>0</c:v>
                </c:pt>
                <c:pt idx="614">
                  <c:v>0</c:v>
                </c:pt>
                <c:pt idx="615">
                  <c:v>0</c:v>
                </c:pt>
                <c:pt idx="616">
                  <c:v>7.1346059149999999</c:v>
                </c:pt>
                <c:pt idx="617">
                  <c:v>7.179592778</c:v>
                </c:pt>
                <c:pt idx="618">
                  <c:v>7.7944500000000003</c:v>
                </c:pt>
                <c:pt idx="619">
                  <c:v>5.9217470639999998</c:v>
                </c:pt>
                <c:pt idx="620">
                  <c:v>0.17657062700000001</c:v>
                </c:pt>
                <c:pt idx="621">
                  <c:v>0</c:v>
                </c:pt>
                <c:pt idx="622">
                  <c:v>0</c:v>
                </c:pt>
                <c:pt idx="623">
                  <c:v>0</c:v>
                </c:pt>
                <c:pt idx="624">
                  <c:v>0</c:v>
                </c:pt>
                <c:pt idx="625">
                  <c:v>0</c:v>
                </c:pt>
                <c:pt idx="626">
                  <c:v>0</c:v>
                </c:pt>
                <c:pt idx="627">
                  <c:v>0</c:v>
                </c:pt>
                <c:pt idx="628">
                  <c:v>0</c:v>
                </c:pt>
                <c:pt idx="629">
                  <c:v>0</c:v>
                </c:pt>
                <c:pt idx="630">
                  <c:v>0</c:v>
                </c:pt>
                <c:pt idx="631">
                  <c:v>4.6773108429999999</c:v>
                </c:pt>
                <c:pt idx="632">
                  <c:v>0</c:v>
                </c:pt>
                <c:pt idx="633">
                  <c:v>0</c:v>
                </c:pt>
                <c:pt idx="634">
                  <c:v>2.4811488850000001</c:v>
                </c:pt>
                <c:pt idx="635">
                  <c:v>3.910175009</c:v>
                </c:pt>
                <c:pt idx="636">
                  <c:v>0</c:v>
                </c:pt>
                <c:pt idx="637">
                  <c:v>4.1821903919999999</c:v>
                </c:pt>
                <c:pt idx="638">
                  <c:v>0</c:v>
                </c:pt>
                <c:pt idx="639">
                  <c:v>0</c:v>
                </c:pt>
                <c:pt idx="640">
                  <c:v>0</c:v>
                </c:pt>
                <c:pt idx="641">
                  <c:v>0</c:v>
                </c:pt>
                <c:pt idx="642">
                  <c:v>0</c:v>
                </c:pt>
                <c:pt idx="643">
                  <c:v>0</c:v>
                </c:pt>
                <c:pt idx="644">
                  <c:v>7.250512778</c:v>
                </c:pt>
                <c:pt idx="645">
                  <c:v>8.2306631639999992</c:v>
                </c:pt>
                <c:pt idx="646">
                  <c:v>10.01722026</c:v>
                </c:pt>
                <c:pt idx="647">
                  <c:v>0</c:v>
                </c:pt>
                <c:pt idx="648">
                  <c:v>0</c:v>
                </c:pt>
                <c:pt idx="649">
                  <c:v>0</c:v>
                </c:pt>
                <c:pt idx="650">
                  <c:v>1.4452409559999999</c:v>
                </c:pt>
                <c:pt idx="651">
                  <c:v>1.707412361</c:v>
                </c:pt>
                <c:pt idx="652">
                  <c:v>0</c:v>
                </c:pt>
                <c:pt idx="653">
                  <c:v>0</c:v>
                </c:pt>
                <c:pt idx="654">
                  <c:v>0</c:v>
                </c:pt>
                <c:pt idx="655">
                  <c:v>0</c:v>
                </c:pt>
                <c:pt idx="656">
                  <c:v>2.7677236409999999</c:v>
                </c:pt>
                <c:pt idx="657">
                  <c:v>0</c:v>
                </c:pt>
                <c:pt idx="658">
                  <c:v>0</c:v>
                </c:pt>
                <c:pt idx="659">
                  <c:v>0</c:v>
                </c:pt>
                <c:pt idx="660">
                  <c:v>0</c:v>
                </c:pt>
                <c:pt idx="661">
                  <c:v>0</c:v>
                </c:pt>
                <c:pt idx="662">
                  <c:v>0</c:v>
                </c:pt>
                <c:pt idx="663">
                  <c:v>0</c:v>
                </c:pt>
                <c:pt idx="664">
                  <c:v>0</c:v>
                </c:pt>
                <c:pt idx="665">
                  <c:v>9.0082154289999998</c:v>
                </c:pt>
                <c:pt idx="666">
                  <c:v>0</c:v>
                </c:pt>
                <c:pt idx="667">
                  <c:v>0</c:v>
                </c:pt>
                <c:pt idx="668">
                  <c:v>14.41153065</c:v>
                </c:pt>
                <c:pt idx="669">
                  <c:v>8.9957700000000003</c:v>
                </c:pt>
                <c:pt idx="670">
                  <c:v>8.3692168089999992</c:v>
                </c:pt>
                <c:pt idx="671">
                  <c:v>0</c:v>
                </c:pt>
                <c:pt idx="672">
                  <c:v>1.42506</c:v>
                </c:pt>
                <c:pt idx="673">
                  <c:v>0</c:v>
                </c:pt>
                <c:pt idx="674">
                  <c:v>0</c:v>
                </c:pt>
                <c:pt idx="675">
                  <c:v>0</c:v>
                </c:pt>
                <c:pt idx="676">
                  <c:v>0.62390095599999995</c:v>
                </c:pt>
                <c:pt idx="677">
                  <c:v>0</c:v>
                </c:pt>
                <c:pt idx="678">
                  <c:v>6.0661800000000001</c:v>
                </c:pt>
                <c:pt idx="679">
                  <c:v>0</c:v>
                </c:pt>
                <c:pt idx="680">
                  <c:v>0</c:v>
                </c:pt>
                <c:pt idx="681">
                  <c:v>0</c:v>
                </c:pt>
                <c:pt idx="682">
                  <c:v>0</c:v>
                </c:pt>
                <c:pt idx="683">
                  <c:v>0</c:v>
                </c:pt>
                <c:pt idx="684">
                  <c:v>0</c:v>
                </c:pt>
                <c:pt idx="685">
                  <c:v>0</c:v>
                </c:pt>
                <c:pt idx="686">
                  <c:v>0</c:v>
                </c:pt>
                <c:pt idx="687">
                  <c:v>0</c:v>
                </c:pt>
                <c:pt idx="688">
                  <c:v>0</c:v>
                </c:pt>
                <c:pt idx="689">
                  <c:v>7.0733366479999997</c:v>
                </c:pt>
                <c:pt idx="690">
                  <c:v>5.8313606269999996</c:v>
                </c:pt>
                <c:pt idx="691">
                  <c:v>0</c:v>
                </c:pt>
                <c:pt idx="692">
                  <c:v>0</c:v>
                </c:pt>
                <c:pt idx="693">
                  <c:v>0</c:v>
                </c:pt>
                <c:pt idx="694">
                  <c:v>0</c:v>
                </c:pt>
                <c:pt idx="695">
                  <c:v>0</c:v>
                </c:pt>
                <c:pt idx="696">
                  <c:v>0</c:v>
                </c:pt>
                <c:pt idx="697">
                  <c:v>0</c:v>
                </c:pt>
                <c:pt idx="698">
                  <c:v>0</c:v>
                </c:pt>
                <c:pt idx="699">
                  <c:v>0</c:v>
                </c:pt>
                <c:pt idx="700">
                  <c:v>0</c:v>
                </c:pt>
                <c:pt idx="701">
                  <c:v>0</c:v>
                </c:pt>
                <c:pt idx="702">
                  <c:v>7.2514799999999999</c:v>
                </c:pt>
                <c:pt idx="703">
                  <c:v>0</c:v>
                </c:pt>
                <c:pt idx="704">
                  <c:v>0</c:v>
                </c:pt>
                <c:pt idx="705">
                  <c:v>0</c:v>
                </c:pt>
                <c:pt idx="706">
                  <c:v>0</c:v>
                </c:pt>
                <c:pt idx="707">
                  <c:v>0</c:v>
                </c:pt>
                <c:pt idx="708">
                  <c:v>0</c:v>
                </c:pt>
                <c:pt idx="709">
                  <c:v>0</c:v>
                </c:pt>
                <c:pt idx="710">
                  <c:v>0</c:v>
                </c:pt>
                <c:pt idx="711">
                  <c:v>0</c:v>
                </c:pt>
                <c:pt idx="712">
                  <c:v>0</c:v>
                </c:pt>
                <c:pt idx="713">
                  <c:v>11.8258001</c:v>
                </c:pt>
                <c:pt idx="714">
                  <c:v>4.8684850800000001</c:v>
                </c:pt>
                <c:pt idx="715">
                  <c:v>0</c:v>
                </c:pt>
                <c:pt idx="716">
                  <c:v>4.1155200000000001</c:v>
                </c:pt>
                <c:pt idx="717">
                  <c:v>0</c:v>
                </c:pt>
                <c:pt idx="718">
                  <c:v>10.70534681</c:v>
                </c:pt>
                <c:pt idx="719">
                  <c:v>5.9224929990000001</c:v>
                </c:pt>
                <c:pt idx="720">
                  <c:v>0</c:v>
                </c:pt>
                <c:pt idx="721">
                  <c:v>2.5404300000000002</c:v>
                </c:pt>
                <c:pt idx="722">
                  <c:v>0</c:v>
                </c:pt>
                <c:pt idx="723">
                  <c:v>0</c:v>
                </c:pt>
                <c:pt idx="724">
                  <c:v>1.61856</c:v>
                </c:pt>
                <c:pt idx="725">
                  <c:v>0.17539009799999999</c:v>
                </c:pt>
                <c:pt idx="726">
                  <c:v>6.0146529989999999</c:v>
                </c:pt>
                <c:pt idx="727">
                  <c:v>6.9959202630000004</c:v>
                </c:pt>
                <c:pt idx="728">
                  <c:v>0</c:v>
                </c:pt>
                <c:pt idx="729">
                  <c:v>0</c:v>
                </c:pt>
                <c:pt idx="730">
                  <c:v>0</c:v>
                </c:pt>
                <c:pt idx="731">
                  <c:v>0</c:v>
                </c:pt>
                <c:pt idx="732">
                  <c:v>0</c:v>
                </c:pt>
                <c:pt idx="733">
                  <c:v>0</c:v>
                </c:pt>
                <c:pt idx="734">
                  <c:v>0</c:v>
                </c:pt>
                <c:pt idx="735">
                  <c:v>7.0383541369999998</c:v>
                </c:pt>
                <c:pt idx="736">
                  <c:v>0</c:v>
                </c:pt>
                <c:pt idx="737">
                  <c:v>0</c:v>
                </c:pt>
                <c:pt idx="738">
                  <c:v>6.1044585229999999</c:v>
                </c:pt>
                <c:pt idx="739">
                  <c:v>14.313252110000001</c:v>
                </c:pt>
                <c:pt idx="740">
                  <c:v>13.34068858</c:v>
                </c:pt>
                <c:pt idx="741">
                  <c:v>0</c:v>
                </c:pt>
                <c:pt idx="742">
                  <c:v>0</c:v>
                </c:pt>
                <c:pt idx="743">
                  <c:v>0</c:v>
                </c:pt>
                <c:pt idx="744">
                  <c:v>1.347293399</c:v>
                </c:pt>
                <c:pt idx="745">
                  <c:v>0</c:v>
                </c:pt>
                <c:pt idx="746">
                  <c:v>0</c:v>
                </c:pt>
                <c:pt idx="747">
                  <c:v>2.0468923609999998</c:v>
                </c:pt>
                <c:pt idx="748">
                  <c:v>0</c:v>
                </c:pt>
                <c:pt idx="749">
                  <c:v>0</c:v>
                </c:pt>
                <c:pt idx="750">
                  <c:v>2.0497934710000001</c:v>
                </c:pt>
                <c:pt idx="751">
                  <c:v>6.5293510269999997</c:v>
                </c:pt>
                <c:pt idx="752">
                  <c:v>0</c:v>
                </c:pt>
                <c:pt idx="753">
                  <c:v>0</c:v>
                </c:pt>
                <c:pt idx="754">
                  <c:v>0</c:v>
                </c:pt>
                <c:pt idx="755">
                  <c:v>0</c:v>
                </c:pt>
                <c:pt idx="756">
                  <c:v>0</c:v>
                </c:pt>
                <c:pt idx="757">
                  <c:v>2.4245252160000001</c:v>
                </c:pt>
                <c:pt idx="758">
                  <c:v>0</c:v>
                </c:pt>
                <c:pt idx="759">
                  <c:v>0</c:v>
                </c:pt>
                <c:pt idx="760">
                  <c:v>0</c:v>
                </c:pt>
                <c:pt idx="761">
                  <c:v>0</c:v>
                </c:pt>
                <c:pt idx="762">
                  <c:v>7.1007043449999996</c:v>
                </c:pt>
                <c:pt idx="763">
                  <c:v>6.1621519840000003</c:v>
                </c:pt>
                <c:pt idx="764">
                  <c:v>0</c:v>
                </c:pt>
                <c:pt idx="765">
                  <c:v>4.2613942409999996</c:v>
                </c:pt>
                <c:pt idx="766">
                  <c:v>0</c:v>
                </c:pt>
                <c:pt idx="767">
                  <c:v>0</c:v>
                </c:pt>
                <c:pt idx="768">
                  <c:v>0</c:v>
                </c:pt>
                <c:pt idx="769">
                  <c:v>0</c:v>
                </c:pt>
                <c:pt idx="770">
                  <c:v>0</c:v>
                </c:pt>
                <c:pt idx="771">
                  <c:v>0</c:v>
                </c:pt>
                <c:pt idx="772">
                  <c:v>0</c:v>
                </c:pt>
                <c:pt idx="773">
                  <c:v>0</c:v>
                </c:pt>
                <c:pt idx="774">
                  <c:v>0</c:v>
                </c:pt>
                <c:pt idx="775">
                  <c:v>0.60236904300000005</c:v>
                </c:pt>
                <c:pt idx="776">
                  <c:v>6.1879361880000001</c:v>
                </c:pt>
                <c:pt idx="777">
                  <c:v>0</c:v>
                </c:pt>
                <c:pt idx="778">
                  <c:v>0</c:v>
                </c:pt>
                <c:pt idx="779">
                  <c:v>0</c:v>
                </c:pt>
                <c:pt idx="780">
                  <c:v>0</c:v>
                </c:pt>
                <c:pt idx="781">
                  <c:v>0</c:v>
                </c:pt>
                <c:pt idx="782">
                  <c:v>0</c:v>
                </c:pt>
                <c:pt idx="783">
                  <c:v>0</c:v>
                </c:pt>
                <c:pt idx="784">
                  <c:v>0</c:v>
                </c:pt>
                <c:pt idx="785">
                  <c:v>5.9483219729999997</c:v>
                </c:pt>
                <c:pt idx="786">
                  <c:v>1.2140465410000001</c:v>
                </c:pt>
                <c:pt idx="787">
                  <c:v>12.105327109999999</c:v>
                </c:pt>
                <c:pt idx="788">
                  <c:v>0</c:v>
                </c:pt>
                <c:pt idx="789">
                  <c:v>0</c:v>
                </c:pt>
                <c:pt idx="790">
                  <c:v>0</c:v>
                </c:pt>
                <c:pt idx="791">
                  <c:v>0</c:v>
                </c:pt>
                <c:pt idx="792">
                  <c:v>0</c:v>
                </c:pt>
                <c:pt idx="793">
                  <c:v>0</c:v>
                </c:pt>
                <c:pt idx="794">
                  <c:v>0</c:v>
                </c:pt>
                <c:pt idx="795">
                  <c:v>0</c:v>
                </c:pt>
                <c:pt idx="796">
                  <c:v>0</c:v>
                </c:pt>
                <c:pt idx="797">
                  <c:v>0</c:v>
                </c:pt>
                <c:pt idx="798">
                  <c:v>0</c:v>
                </c:pt>
                <c:pt idx="799">
                  <c:v>3.0962912039999999</c:v>
                </c:pt>
                <c:pt idx="800">
                  <c:v>0</c:v>
                </c:pt>
                <c:pt idx="801">
                  <c:v>0</c:v>
                </c:pt>
                <c:pt idx="802">
                  <c:v>0</c:v>
                </c:pt>
                <c:pt idx="803">
                  <c:v>0</c:v>
                </c:pt>
                <c:pt idx="804">
                  <c:v>0</c:v>
                </c:pt>
                <c:pt idx="805">
                  <c:v>0</c:v>
                </c:pt>
                <c:pt idx="806">
                  <c:v>0</c:v>
                </c:pt>
                <c:pt idx="807">
                  <c:v>0</c:v>
                </c:pt>
                <c:pt idx="808">
                  <c:v>0</c:v>
                </c:pt>
                <c:pt idx="809">
                  <c:v>4.9123906489999998</c:v>
                </c:pt>
                <c:pt idx="810">
                  <c:v>1.9846970639999999</c:v>
                </c:pt>
                <c:pt idx="811">
                  <c:v>6.3764309560000001</c:v>
                </c:pt>
                <c:pt idx="812">
                  <c:v>3.004397064</c:v>
                </c:pt>
                <c:pt idx="813">
                  <c:v>3.1533470640000001</c:v>
                </c:pt>
                <c:pt idx="814">
                  <c:v>0</c:v>
                </c:pt>
                <c:pt idx="815">
                  <c:v>1.614730234</c:v>
                </c:pt>
                <c:pt idx="816">
                  <c:v>1.41723</c:v>
                </c:pt>
                <c:pt idx="817">
                  <c:v>2.2326299999999999</c:v>
                </c:pt>
                <c:pt idx="818">
                  <c:v>0</c:v>
                </c:pt>
                <c:pt idx="819">
                  <c:v>0</c:v>
                </c:pt>
                <c:pt idx="820">
                  <c:v>0</c:v>
                </c:pt>
                <c:pt idx="821">
                  <c:v>0</c:v>
                </c:pt>
                <c:pt idx="822">
                  <c:v>0</c:v>
                </c:pt>
                <c:pt idx="823">
                  <c:v>2.6474392469999999</c:v>
                </c:pt>
                <c:pt idx="824">
                  <c:v>0</c:v>
                </c:pt>
                <c:pt idx="825">
                  <c:v>0</c:v>
                </c:pt>
                <c:pt idx="826">
                  <c:v>0</c:v>
                </c:pt>
                <c:pt idx="827">
                  <c:v>0</c:v>
                </c:pt>
                <c:pt idx="828">
                  <c:v>0</c:v>
                </c:pt>
                <c:pt idx="829">
                  <c:v>0</c:v>
                </c:pt>
                <c:pt idx="830">
                  <c:v>0</c:v>
                </c:pt>
                <c:pt idx="831">
                  <c:v>0</c:v>
                </c:pt>
                <c:pt idx="832">
                  <c:v>0</c:v>
                </c:pt>
                <c:pt idx="833">
                  <c:v>0</c:v>
                </c:pt>
                <c:pt idx="834">
                  <c:v>0</c:v>
                </c:pt>
                <c:pt idx="835">
                  <c:v>0.71789065699999999</c:v>
                </c:pt>
                <c:pt idx="836">
                  <c:v>13.20850688</c:v>
                </c:pt>
                <c:pt idx="837">
                  <c:v>16.075681880000001</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4.2608275979999997</c:v>
                </c:pt>
                <c:pt idx="858">
                  <c:v>9.2048570640000005</c:v>
                </c:pt>
                <c:pt idx="859">
                  <c:v>9.4832146680000005</c:v>
                </c:pt>
                <c:pt idx="860">
                  <c:v>0</c:v>
                </c:pt>
                <c:pt idx="861">
                  <c:v>5.4671157199999998</c:v>
                </c:pt>
                <c:pt idx="862">
                  <c:v>7.2535924459999999</c:v>
                </c:pt>
                <c:pt idx="863">
                  <c:v>0</c:v>
                </c:pt>
                <c:pt idx="864">
                  <c:v>2.08494</c:v>
                </c:pt>
                <c:pt idx="865">
                  <c:v>0</c:v>
                </c:pt>
                <c:pt idx="866">
                  <c:v>0</c:v>
                </c:pt>
                <c:pt idx="867">
                  <c:v>0</c:v>
                </c:pt>
                <c:pt idx="868">
                  <c:v>0</c:v>
                </c:pt>
                <c:pt idx="869">
                  <c:v>3.8055599999999998</c:v>
                </c:pt>
                <c:pt idx="870">
                  <c:v>5.4835409559999997</c:v>
                </c:pt>
                <c:pt idx="871">
                  <c:v>5.824484043</c:v>
                </c:pt>
                <c:pt idx="872">
                  <c:v>0</c:v>
                </c:pt>
                <c:pt idx="873">
                  <c:v>0</c:v>
                </c:pt>
                <c:pt idx="874">
                  <c:v>0</c:v>
                </c:pt>
                <c:pt idx="875">
                  <c:v>0</c:v>
                </c:pt>
                <c:pt idx="876">
                  <c:v>0</c:v>
                </c:pt>
                <c:pt idx="877">
                  <c:v>0</c:v>
                </c:pt>
                <c:pt idx="878">
                  <c:v>0</c:v>
                </c:pt>
                <c:pt idx="879">
                  <c:v>0</c:v>
                </c:pt>
                <c:pt idx="880">
                  <c:v>0</c:v>
                </c:pt>
                <c:pt idx="881">
                  <c:v>11.3881076</c:v>
                </c:pt>
                <c:pt idx="882">
                  <c:v>0</c:v>
                </c:pt>
                <c:pt idx="883">
                  <c:v>0</c:v>
                </c:pt>
                <c:pt idx="884">
                  <c:v>0</c:v>
                </c:pt>
                <c:pt idx="885">
                  <c:v>9.4253153760000004</c:v>
                </c:pt>
                <c:pt idx="886">
                  <c:v>3.8635169729999999</c:v>
                </c:pt>
                <c:pt idx="887">
                  <c:v>0</c:v>
                </c:pt>
                <c:pt idx="888">
                  <c:v>0</c:v>
                </c:pt>
                <c:pt idx="889">
                  <c:v>0</c:v>
                </c:pt>
                <c:pt idx="890">
                  <c:v>0</c:v>
                </c:pt>
                <c:pt idx="891">
                  <c:v>0</c:v>
                </c:pt>
                <c:pt idx="892">
                  <c:v>0</c:v>
                </c:pt>
                <c:pt idx="893">
                  <c:v>0</c:v>
                </c:pt>
                <c:pt idx="894">
                  <c:v>2.2034808429999999</c:v>
                </c:pt>
                <c:pt idx="895">
                  <c:v>0</c:v>
                </c:pt>
                <c:pt idx="896">
                  <c:v>0</c:v>
                </c:pt>
                <c:pt idx="897">
                  <c:v>0</c:v>
                </c:pt>
                <c:pt idx="898">
                  <c:v>0</c:v>
                </c:pt>
                <c:pt idx="899">
                  <c:v>0</c:v>
                </c:pt>
                <c:pt idx="900">
                  <c:v>0</c:v>
                </c:pt>
                <c:pt idx="901">
                  <c:v>0</c:v>
                </c:pt>
                <c:pt idx="902">
                  <c:v>0</c:v>
                </c:pt>
                <c:pt idx="903">
                  <c:v>0</c:v>
                </c:pt>
                <c:pt idx="904">
                  <c:v>0</c:v>
                </c:pt>
                <c:pt idx="905">
                  <c:v>13.34385</c:v>
                </c:pt>
                <c:pt idx="906">
                  <c:v>10.9397912</c:v>
                </c:pt>
                <c:pt idx="907">
                  <c:v>11.354770650000001</c:v>
                </c:pt>
                <c:pt idx="908">
                  <c:v>10.56931316</c:v>
                </c:pt>
                <c:pt idx="909">
                  <c:v>6.6352482200000003</c:v>
                </c:pt>
                <c:pt idx="910">
                  <c:v>0.78645378200000005</c:v>
                </c:pt>
                <c:pt idx="911">
                  <c:v>0</c:v>
                </c:pt>
                <c:pt idx="912">
                  <c:v>0</c:v>
                </c:pt>
                <c:pt idx="913">
                  <c:v>0</c:v>
                </c:pt>
                <c:pt idx="914">
                  <c:v>0</c:v>
                </c:pt>
                <c:pt idx="915">
                  <c:v>0</c:v>
                </c:pt>
                <c:pt idx="916">
                  <c:v>0</c:v>
                </c:pt>
                <c:pt idx="917">
                  <c:v>0</c:v>
                </c:pt>
                <c:pt idx="918">
                  <c:v>2.430460649</c:v>
                </c:pt>
                <c:pt idx="919">
                  <c:v>2.3215492470000001</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0.166431204</c:v>
                </c:pt>
                <c:pt idx="942">
                  <c:v>0</c:v>
                </c:pt>
                <c:pt idx="943">
                  <c:v>0</c:v>
                </c:pt>
                <c:pt idx="944">
                  <c:v>0</c:v>
                </c:pt>
                <c:pt idx="945">
                  <c:v>0</c:v>
                </c:pt>
                <c:pt idx="946">
                  <c:v>0</c:v>
                </c:pt>
                <c:pt idx="947">
                  <c:v>0</c:v>
                </c:pt>
                <c:pt idx="948">
                  <c:v>0</c:v>
                </c:pt>
                <c:pt idx="949">
                  <c:v>0</c:v>
                </c:pt>
                <c:pt idx="950">
                  <c:v>0</c:v>
                </c:pt>
                <c:pt idx="951">
                  <c:v>0</c:v>
                </c:pt>
                <c:pt idx="952">
                  <c:v>0</c:v>
                </c:pt>
                <c:pt idx="953">
                  <c:v>0</c:v>
                </c:pt>
                <c:pt idx="954">
                  <c:v>5.7220572509999998</c:v>
                </c:pt>
                <c:pt idx="955">
                  <c:v>6.2894172509999997</c:v>
                </c:pt>
                <c:pt idx="956">
                  <c:v>12.69702</c:v>
                </c:pt>
                <c:pt idx="957">
                  <c:v>6.739644653</c:v>
                </c:pt>
                <c:pt idx="958">
                  <c:v>11.516799239999999</c:v>
                </c:pt>
                <c:pt idx="959">
                  <c:v>6.4559699999999998</c:v>
                </c:pt>
                <c:pt idx="960">
                  <c:v>0</c:v>
                </c:pt>
                <c:pt idx="961">
                  <c:v>0</c:v>
                </c:pt>
                <c:pt idx="962">
                  <c:v>0</c:v>
                </c:pt>
                <c:pt idx="963">
                  <c:v>0.87246000000000001</c:v>
                </c:pt>
                <c:pt idx="964">
                  <c:v>2.1289723610000002</c:v>
                </c:pt>
                <c:pt idx="965">
                  <c:v>0</c:v>
                </c:pt>
                <c:pt idx="966">
                  <c:v>3.1283752929999999</c:v>
                </c:pt>
                <c:pt idx="967">
                  <c:v>0</c:v>
                </c:pt>
                <c:pt idx="968">
                  <c:v>0</c:v>
                </c:pt>
                <c:pt idx="969">
                  <c:v>0</c:v>
                </c:pt>
                <c:pt idx="970">
                  <c:v>0</c:v>
                </c:pt>
                <c:pt idx="971">
                  <c:v>0</c:v>
                </c:pt>
                <c:pt idx="972">
                  <c:v>0</c:v>
                </c:pt>
                <c:pt idx="973">
                  <c:v>0</c:v>
                </c:pt>
                <c:pt idx="974">
                  <c:v>0</c:v>
                </c:pt>
                <c:pt idx="975">
                  <c:v>0</c:v>
                </c:pt>
                <c:pt idx="976">
                  <c:v>0</c:v>
                </c:pt>
                <c:pt idx="977">
                  <c:v>0.38501822000000002</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1.719606779</c:v>
                </c:pt>
                <c:pt idx="1001">
                  <c:v>5.574436875</c:v>
                </c:pt>
                <c:pt idx="1002">
                  <c:v>6.347653684</c:v>
                </c:pt>
                <c:pt idx="1003">
                  <c:v>7.5467848740000001</c:v>
                </c:pt>
                <c:pt idx="1004">
                  <c:v>6.8129385229999997</c:v>
                </c:pt>
                <c:pt idx="1005">
                  <c:v>0</c:v>
                </c:pt>
                <c:pt idx="1006">
                  <c:v>6.6125868749999999</c:v>
                </c:pt>
                <c:pt idx="1007">
                  <c:v>0</c:v>
                </c:pt>
                <c:pt idx="1008">
                  <c:v>0</c:v>
                </c:pt>
                <c:pt idx="1009">
                  <c:v>0</c:v>
                </c:pt>
                <c:pt idx="1010">
                  <c:v>0.595032793</c:v>
                </c:pt>
                <c:pt idx="1011">
                  <c:v>1.951766809</c:v>
                </c:pt>
                <c:pt idx="1012">
                  <c:v>0</c:v>
                </c:pt>
                <c:pt idx="1013">
                  <c:v>3.51945</c:v>
                </c:pt>
                <c:pt idx="1014">
                  <c:v>2.6047168090000001</c:v>
                </c:pt>
                <c:pt idx="1015">
                  <c:v>7.0029000000000003</c:v>
                </c:pt>
                <c:pt idx="1016">
                  <c:v>0</c:v>
                </c:pt>
                <c:pt idx="1017">
                  <c:v>0</c:v>
                </c:pt>
                <c:pt idx="1018">
                  <c:v>0</c:v>
                </c:pt>
                <c:pt idx="1019">
                  <c:v>0</c:v>
                </c:pt>
                <c:pt idx="1020">
                  <c:v>0</c:v>
                </c:pt>
                <c:pt idx="1021">
                  <c:v>0</c:v>
                </c:pt>
                <c:pt idx="1022">
                  <c:v>0</c:v>
                </c:pt>
                <c:pt idx="1023">
                  <c:v>0</c:v>
                </c:pt>
                <c:pt idx="1024">
                  <c:v>0</c:v>
                </c:pt>
                <c:pt idx="1025">
                  <c:v>12.30714</c:v>
                </c:pt>
                <c:pt idx="1026">
                  <c:v>0</c:v>
                </c:pt>
                <c:pt idx="1027">
                  <c:v>0</c:v>
                </c:pt>
                <c:pt idx="1028">
                  <c:v>0</c:v>
                </c:pt>
                <c:pt idx="1029">
                  <c:v>6.5557318540000002</c:v>
                </c:pt>
                <c:pt idx="1030">
                  <c:v>10.38815986</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10.16945456</c:v>
                </c:pt>
                <c:pt idx="1051">
                  <c:v>8.0339429150000008</c:v>
                </c:pt>
                <c:pt idx="1052">
                  <c:v>0</c:v>
                </c:pt>
                <c:pt idx="1053">
                  <c:v>6.8404782160000002</c:v>
                </c:pt>
                <c:pt idx="1054">
                  <c:v>6.0799218750000001</c:v>
                </c:pt>
                <c:pt idx="1055">
                  <c:v>0</c:v>
                </c:pt>
                <c:pt idx="1056">
                  <c:v>0</c:v>
                </c:pt>
                <c:pt idx="1057">
                  <c:v>0</c:v>
                </c:pt>
                <c:pt idx="1058">
                  <c:v>0</c:v>
                </c:pt>
                <c:pt idx="1059">
                  <c:v>1.765286809</c:v>
                </c:pt>
                <c:pt idx="1060">
                  <c:v>2.7555299999999998</c:v>
                </c:pt>
                <c:pt idx="1061">
                  <c:v>3.24072</c:v>
                </c:pt>
                <c:pt idx="1062">
                  <c:v>2.366031204</c:v>
                </c:pt>
                <c:pt idx="1063">
                  <c:v>0</c:v>
                </c:pt>
                <c:pt idx="1064">
                  <c:v>0</c:v>
                </c:pt>
                <c:pt idx="1065">
                  <c:v>0</c:v>
                </c:pt>
                <c:pt idx="1066">
                  <c:v>0</c:v>
                </c:pt>
                <c:pt idx="1067">
                  <c:v>0</c:v>
                </c:pt>
                <c:pt idx="1068">
                  <c:v>0</c:v>
                </c:pt>
                <c:pt idx="1069">
                  <c:v>0</c:v>
                </c:pt>
                <c:pt idx="1070">
                  <c:v>0</c:v>
                </c:pt>
                <c:pt idx="1071">
                  <c:v>0</c:v>
                </c:pt>
                <c:pt idx="1072">
                  <c:v>0</c:v>
                </c:pt>
                <c:pt idx="1073">
                  <c:v>0</c:v>
                </c:pt>
                <c:pt idx="1074">
                  <c:v>0.63590468899999997</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1.8405865050000001</c:v>
                </c:pt>
                <c:pt idx="1120">
                  <c:v>8.2194641070000003</c:v>
                </c:pt>
                <c:pt idx="1121">
                  <c:v>0</c:v>
                </c:pt>
                <c:pt idx="1122">
                  <c:v>1.4808646409999999</c:v>
                </c:pt>
                <c:pt idx="1123">
                  <c:v>2.5057828940000002</c:v>
                </c:pt>
                <c:pt idx="1124">
                  <c:v>0</c:v>
                </c:pt>
                <c:pt idx="1125">
                  <c:v>0</c:v>
                </c:pt>
                <c:pt idx="1126">
                  <c:v>0</c:v>
                </c:pt>
                <c:pt idx="1127">
                  <c:v>0</c:v>
                </c:pt>
                <c:pt idx="1128">
                  <c:v>0</c:v>
                </c:pt>
                <c:pt idx="1129">
                  <c:v>0</c:v>
                </c:pt>
                <c:pt idx="1130">
                  <c:v>0</c:v>
                </c:pt>
                <c:pt idx="1131">
                  <c:v>0</c:v>
                </c:pt>
                <c:pt idx="1132">
                  <c:v>1.9448368090000001</c:v>
                </c:pt>
                <c:pt idx="1133">
                  <c:v>0</c:v>
                </c:pt>
                <c:pt idx="1134">
                  <c:v>0</c:v>
                </c:pt>
                <c:pt idx="1135">
                  <c:v>2.029704583</c:v>
                </c:pt>
                <c:pt idx="1136">
                  <c:v>0</c:v>
                </c:pt>
                <c:pt idx="1137">
                  <c:v>0</c:v>
                </c:pt>
                <c:pt idx="1138">
                  <c:v>0</c:v>
                </c:pt>
                <c:pt idx="1139">
                  <c:v>0</c:v>
                </c:pt>
                <c:pt idx="1140">
                  <c:v>0</c:v>
                </c:pt>
                <c:pt idx="1141">
                  <c:v>1.00339684</c:v>
                </c:pt>
                <c:pt idx="1142">
                  <c:v>0</c:v>
                </c:pt>
                <c:pt idx="1143">
                  <c:v>3.98521357</c:v>
                </c:pt>
                <c:pt idx="1144">
                  <c:v>2.1994779699999998</c:v>
                </c:pt>
                <c:pt idx="1145">
                  <c:v>0</c:v>
                </c:pt>
                <c:pt idx="1146">
                  <c:v>6.2231306269999997</c:v>
                </c:pt>
                <c:pt idx="1147">
                  <c:v>0</c:v>
                </c:pt>
                <c:pt idx="1148">
                  <c:v>0</c:v>
                </c:pt>
                <c:pt idx="1149">
                  <c:v>0</c:v>
                </c:pt>
                <c:pt idx="1150">
                  <c:v>0</c:v>
                </c:pt>
                <c:pt idx="1151">
                  <c:v>0</c:v>
                </c:pt>
                <c:pt idx="1152">
                  <c:v>0</c:v>
                </c:pt>
                <c:pt idx="1153">
                  <c:v>0</c:v>
                </c:pt>
                <c:pt idx="1154">
                  <c:v>0</c:v>
                </c:pt>
                <c:pt idx="1155">
                  <c:v>0</c:v>
                </c:pt>
                <c:pt idx="1156">
                  <c:v>0</c:v>
                </c:pt>
                <c:pt idx="1157">
                  <c:v>1.5036692359999999</c:v>
                </c:pt>
                <c:pt idx="1158">
                  <c:v>4.1761518750000004</c:v>
                </c:pt>
                <c:pt idx="1159">
                  <c:v>0</c:v>
                </c:pt>
                <c:pt idx="1160">
                  <c:v>4.7604201120000003</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6.7624146530000004</c:v>
                </c:pt>
                <c:pt idx="1174">
                  <c:v>2.908837251</c:v>
                </c:pt>
                <c:pt idx="1175">
                  <c:v>0</c:v>
                </c:pt>
                <c:pt idx="1176">
                  <c:v>0</c:v>
                </c:pt>
                <c:pt idx="1177">
                  <c:v>0</c:v>
                </c:pt>
                <c:pt idx="1178">
                  <c:v>0</c:v>
                </c:pt>
                <c:pt idx="1179">
                  <c:v>1.524329861</c:v>
                </c:pt>
                <c:pt idx="1180">
                  <c:v>0</c:v>
                </c:pt>
                <c:pt idx="1181">
                  <c:v>0</c:v>
                </c:pt>
                <c:pt idx="1182">
                  <c:v>0</c:v>
                </c:pt>
                <c:pt idx="1183">
                  <c:v>0</c:v>
                </c:pt>
                <c:pt idx="1184">
                  <c:v>3.3055541270000002</c:v>
                </c:pt>
                <c:pt idx="1185">
                  <c:v>0</c:v>
                </c:pt>
                <c:pt idx="1186">
                  <c:v>0</c:v>
                </c:pt>
                <c:pt idx="1187">
                  <c:v>0</c:v>
                </c:pt>
                <c:pt idx="1188">
                  <c:v>0</c:v>
                </c:pt>
                <c:pt idx="1189">
                  <c:v>0</c:v>
                </c:pt>
                <c:pt idx="1190">
                  <c:v>0</c:v>
                </c:pt>
                <c:pt idx="1191">
                  <c:v>0</c:v>
                </c:pt>
                <c:pt idx="1192">
                  <c:v>0</c:v>
                </c:pt>
                <c:pt idx="1193">
                  <c:v>0</c:v>
                </c:pt>
                <c:pt idx="1194">
                  <c:v>3.1422188590000002</c:v>
                </c:pt>
                <c:pt idx="1195">
                  <c:v>5.516215571</c:v>
                </c:pt>
                <c:pt idx="1196">
                  <c:v>3.808933471</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3.3088300980000001</c:v>
                </c:pt>
                <c:pt idx="1221">
                  <c:v>0</c:v>
                </c:pt>
                <c:pt idx="1222">
                  <c:v>7.85907</c:v>
                </c:pt>
                <c:pt idx="1223">
                  <c:v>0</c:v>
                </c:pt>
                <c:pt idx="1224">
                  <c:v>0</c:v>
                </c:pt>
                <c:pt idx="1225">
                  <c:v>0</c:v>
                </c:pt>
                <c:pt idx="1226">
                  <c:v>0.12012529299999999</c:v>
                </c:pt>
                <c:pt idx="1227">
                  <c:v>1.652636341</c:v>
                </c:pt>
                <c:pt idx="1228">
                  <c:v>0</c:v>
                </c:pt>
                <c:pt idx="1229">
                  <c:v>0</c:v>
                </c:pt>
                <c:pt idx="1230">
                  <c:v>0</c:v>
                </c:pt>
                <c:pt idx="1231">
                  <c:v>2.9999236919999999</c:v>
                </c:pt>
                <c:pt idx="1232">
                  <c:v>0</c:v>
                </c:pt>
                <c:pt idx="1233">
                  <c:v>0</c:v>
                </c:pt>
                <c:pt idx="1234">
                  <c:v>0</c:v>
                </c:pt>
                <c:pt idx="1235">
                  <c:v>0</c:v>
                </c:pt>
                <c:pt idx="1236">
                  <c:v>0</c:v>
                </c:pt>
                <c:pt idx="1237">
                  <c:v>0</c:v>
                </c:pt>
                <c:pt idx="1238">
                  <c:v>0</c:v>
                </c:pt>
                <c:pt idx="1239">
                  <c:v>0</c:v>
                </c:pt>
                <c:pt idx="1240">
                  <c:v>3.020649846</c:v>
                </c:pt>
                <c:pt idx="1241">
                  <c:v>9.4039870640000007</c:v>
                </c:pt>
                <c:pt idx="1242">
                  <c:v>3.373454991</c:v>
                </c:pt>
                <c:pt idx="1243">
                  <c:v>0</c:v>
                </c:pt>
                <c:pt idx="1244">
                  <c:v>0</c:v>
                </c:pt>
                <c:pt idx="1245">
                  <c:v>0</c:v>
                </c:pt>
                <c:pt idx="1246">
                  <c:v>1.1295984139999999</c:v>
                </c:pt>
                <c:pt idx="1247">
                  <c:v>0</c:v>
                </c:pt>
                <c:pt idx="1248">
                  <c:v>0</c:v>
                </c:pt>
                <c:pt idx="1249">
                  <c:v>0</c:v>
                </c:pt>
                <c:pt idx="1250">
                  <c:v>1.9261123609999999</c:v>
                </c:pt>
                <c:pt idx="1251">
                  <c:v>2.32884</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6.6283658619999999</c:v>
                </c:pt>
                <c:pt idx="1281">
                  <c:v>0</c:v>
                </c:pt>
                <c:pt idx="1282">
                  <c:v>0</c:v>
                </c:pt>
                <c:pt idx="1283">
                  <c:v>0</c:v>
                </c:pt>
                <c:pt idx="1284">
                  <c:v>0</c:v>
                </c:pt>
                <c:pt idx="1285">
                  <c:v>0</c:v>
                </c:pt>
                <c:pt idx="1286">
                  <c:v>0</c:v>
                </c:pt>
                <c:pt idx="1287">
                  <c:v>0</c:v>
                </c:pt>
                <c:pt idx="1288">
                  <c:v>5.9904839259999996</c:v>
                </c:pt>
                <c:pt idx="1289">
                  <c:v>3.208737449</c:v>
                </c:pt>
                <c:pt idx="1290">
                  <c:v>10.293880229999999</c:v>
                </c:pt>
                <c:pt idx="1291">
                  <c:v>8.1654053760000007</c:v>
                </c:pt>
                <c:pt idx="1292">
                  <c:v>11.935123000000001</c:v>
                </c:pt>
                <c:pt idx="1293">
                  <c:v>10.18012023</c:v>
                </c:pt>
                <c:pt idx="1294">
                  <c:v>7.7023008429999997</c:v>
                </c:pt>
                <c:pt idx="1295">
                  <c:v>0.71007537600000004</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4.6595531640000001</c:v>
                </c:pt>
                <c:pt idx="1315">
                  <c:v>16.682006340000001</c:v>
                </c:pt>
                <c:pt idx="1316">
                  <c:v>5.3170537820000003</c:v>
                </c:pt>
                <c:pt idx="1317">
                  <c:v>12.96272096</c:v>
                </c:pt>
                <c:pt idx="1318">
                  <c:v>10.042289999999999</c:v>
                </c:pt>
                <c:pt idx="1319">
                  <c:v>5.4342652930000002</c:v>
                </c:pt>
                <c:pt idx="1320">
                  <c:v>1.467656809</c:v>
                </c:pt>
                <c:pt idx="1321">
                  <c:v>0.68274000000000001</c:v>
                </c:pt>
                <c:pt idx="1322">
                  <c:v>1.123800546</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2.4484034710000002</c:v>
                </c:pt>
                <c:pt idx="1339">
                  <c:v>4.8781884140000003</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0.92882853799999998</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2.4230959099999998</c:v>
                </c:pt>
                <c:pt idx="1427">
                  <c:v>0</c:v>
                </c:pt>
                <c:pt idx="1428">
                  <c:v>0</c:v>
                </c:pt>
                <c:pt idx="1429">
                  <c:v>0</c:v>
                </c:pt>
                <c:pt idx="1430">
                  <c:v>0</c:v>
                </c:pt>
                <c:pt idx="1431">
                  <c:v>0</c:v>
                </c:pt>
                <c:pt idx="1432">
                  <c:v>2.4733403740000002</c:v>
                </c:pt>
                <c:pt idx="1433">
                  <c:v>0</c:v>
                </c:pt>
                <c:pt idx="1434">
                  <c:v>11.08154236</c:v>
                </c:pt>
                <c:pt idx="1435">
                  <c:v>5.4909365409999999</c:v>
                </c:pt>
                <c:pt idx="1436">
                  <c:v>1.5763360399999999</c:v>
                </c:pt>
                <c:pt idx="1437">
                  <c:v>13.218299999999999</c:v>
                </c:pt>
                <c:pt idx="1438">
                  <c:v>7.66404</c:v>
                </c:pt>
                <c:pt idx="1439">
                  <c:v>5.1103800000000001</c:v>
                </c:pt>
                <c:pt idx="1440">
                  <c:v>0</c:v>
                </c:pt>
                <c:pt idx="1441">
                  <c:v>0</c:v>
                </c:pt>
                <c:pt idx="1442">
                  <c:v>0</c:v>
                </c:pt>
                <c:pt idx="1443">
                  <c:v>0</c:v>
                </c:pt>
                <c:pt idx="1444">
                  <c:v>0</c:v>
                </c:pt>
                <c:pt idx="1445">
                  <c:v>0</c:v>
                </c:pt>
                <c:pt idx="1446">
                  <c:v>4.6045800000000003</c:v>
                </c:pt>
                <c:pt idx="1447">
                  <c:v>5.3275128919999997</c:v>
                </c:pt>
                <c:pt idx="1448">
                  <c:v>0</c:v>
                </c:pt>
                <c:pt idx="1449">
                  <c:v>0</c:v>
                </c:pt>
                <c:pt idx="1450">
                  <c:v>0</c:v>
                </c:pt>
                <c:pt idx="1451">
                  <c:v>0</c:v>
                </c:pt>
                <c:pt idx="1452">
                  <c:v>0</c:v>
                </c:pt>
                <c:pt idx="1453">
                  <c:v>0</c:v>
                </c:pt>
                <c:pt idx="1454">
                  <c:v>0</c:v>
                </c:pt>
                <c:pt idx="1455">
                  <c:v>0</c:v>
                </c:pt>
                <c:pt idx="1456">
                  <c:v>0</c:v>
                </c:pt>
                <c:pt idx="1457">
                  <c:v>0</c:v>
                </c:pt>
                <c:pt idx="1458">
                  <c:v>3.1705900979999999</c:v>
                </c:pt>
                <c:pt idx="1459">
                  <c:v>13.0113</c:v>
                </c:pt>
                <c:pt idx="1460">
                  <c:v>10.34118</c:v>
                </c:pt>
                <c:pt idx="1461">
                  <c:v>10.337580000000001</c:v>
                </c:pt>
                <c:pt idx="1462">
                  <c:v>5.9447236840000004</c:v>
                </c:pt>
                <c:pt idx="1463">
                  <c:v>5.9340318749999996</c:v>
                </c:pt>
                <c:pt idx="1464">
                  <c:v>1.942081875</c:v>
                </c:pt>
                <c:pt idx="1465">
                  <c:v>2.398353841</c:v>
                </c:pt>
                <c:pt idx="1466">
                  <c:v>0</c:v>
                </c:pt>
                <c:pt idx="1467">
                  <c:v>0</c:v>
                </c:pt>
                <c:pt idx="1468">
                  <c:v>0</c:v>
                </c:pt>
                <c:pt idx="1469">
                  <c:v>2.2024006489999999</c:v>
                </c:pt>
                <c:pt idx="1470">
                  <c:v>6.8692342000000002</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4.3589443540000001</c:v>
                </c:pt>
                <c:pt idx="1487">
                  <c:v>2.8618199999999998</c:v>
                </c:pt>
                <c:pt idx="1488">
                  <c:v>0</c:v>
                </c:pt>
                <c:pt idx="1489">
                  <c:v>0</c:v>
                </c:pt>
                <c:pt idx="1490">
                  <c:v>0</c:v>
                </c:pt>
                <c:pt idx="1491">
                  <c:v>2.3720400000000001</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5.0481794779999998</c:v>
                </c:pt>
                <c:pt idx="1505">
                  <c:v>8.1351350979999992</c:v>
                </c:pt>
                <c:pt idx="1506">
                  <c:v>9.6365692470000006</c:v>
                </c:pt>
                <c:pt idx="1507">
                  <c:v>10.47529065</c:v>
                </c:pt>
                <c:pt idx="1508">
                  <c:v>8.1369652929999994</c:v>
                </c:pt>
                <c:pt idx="1509">
                  <c:v>0</c:v>
                </c:pt>
                <c:pt idx="1510">
                  <c:v>0</c:v>
                </c:pt>
                <c:pt idx="1511">
                  <c:v>0</c:v>
                </c:pt>
                <c:pt idx="1512">
                  <c:v>0</c:v>
                </c:pt>
                <c:pt idx="1513">
                  <c:v>2.8595293000000001E-2</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1.247287998</c:v>
                </c:pt>
                <c:pt idx="1554">
                  <c:v>3.3213460399999999</c:v>
                </c:pt>
                <c:pt idx="1555">
                  <c:v>4.8234019840000002</c:v>
                </c:pt>
                <c:pt idx="1556">
                  <c:v>7.3446300000000004</c:v>
                </c:pt>
                <c:pt idx="1557">
                  <c:v>10.146350959999999</c:v>
                </c:pt>
                <c:pt idx="1558">
                  <c:v>4.952134354</c:v>
                </c:pt>
                <c:pt idx="1559">
                  <c:v>0</c:v>
                </c:pt>
                <c:pt idx="1560">
                  <c:v>0</c:v>
                </c:pt>
                <c:pt idx="1561">
                  <c:v>0</c:v>
                </c:pt>
                <c:pt idx="1562">
                  <c:v>0</c:v>
                </c:pt>
                <c:pt idx="1563">
                  <c:v>0</c:v>
                </c:pt>
                <c:pt idx="1564">
                  <c:v>0</c:v>
                </c:pt>
                <c:pt idx="1565">
                  <c:v>0</c:v>
                </c:pt>
                <c:pt idx="1566">
                  <c:v>5.1666299999999996</c:v>
                </c:pt>
                <c:pt idx="1567">
                  <c:v>7.1569146410000002</c:v>
                </c:pt>
                <c:pt idx="1568">
                  <c:v>0</c:v>
                </c:pt>
                <c:pt idx="1569">
                  <c:v>0</c:v>
                </c:pt>
                <c:pt idx="1570">
                  <c:v>0</c:v>
                </c:pt>
                <c:pt idx="1571">
                  <c:v>0</c:v>
                </c:pt>
                <c:pt idx="1572">
                  <c:v>0</c:v>
                </c:pt>
                <c:pt idx="1573">
                  <c:v>0</c:v>
                </c:pt>
                <c:pt idx="1574">
                  <c:v>0</c:v>
                </c:pt>
                <c:pt idx="1575">
                  <c:v>0</c:v>
                </c:pt>
                <c:pt idx="1576">
                  <c:v>0</c:v>
                </c:pt>
                <c:pt idx="1577">
                  <c:v>0</c:v>
                </c:pt>
                <c:pt idx="1578">
                  <c:v>8.2286092469999996</c:v>
                </c:pt>
                <c:pt idx="1579">
                  <c:v>3.867861204</c:v>
                </c:pt>
                <c:pt idx="1580">
                  <c:v>0</c:v>
                </c:pt>
                <c:pt idx="1581">
                  <c:v>0</c:v>
                </c:pt>
                <c:pt idx="1582">
                  <c:v>0</c:v>
                </c:pt>
                <c:pt idx="1583">
                  <c:v>0</c:v>
                </c:pt>
                <c:pt idx="1584">
                  <c:v>0</c:v>
                </c:pt>
                <c:pt idx="1585">
                  <c:v>0.41168542899999999</c:v>
                </c:pt>
                <c:pt idx="1586">
                  <c:v>2.080546875</c:v>
                </c:pt>
                <c:pt idx="1587">
                  <c:v>0</c:v>
                </c:pt>
                <c:pt idx="1588">
                  <c:v>0</c:v>
                </c:pt>
                <c:pt idx="1589">
                  <c:v>0</c:v>
                </c:pt>
                <c:pt idx="1590">
                  <c:v>0</c:v>
                </c:pt>
                <c:pt idx="1591">
                  <c:v>0</c:v>
                </c:pt>
                <c:pt idx="1592">
                  <c:v>0</c:v>
                </c:pt>
                <c:pt idx="1593">
                  <c:v>3.1895762140000001</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1.2874645760000001</c:v>
                </c:pt>
                <c:pt idx="1625">
                  <c:v>3.858399999</c:v>
                </c:pt>
                <c:pt idx="1626">
                  <c:v>12.11356688</c:v>
                </c:pt>
                <c:pt idx="1627">
                  <c:v>9.1771368750000004</c:v>
                </c:pt>
                <c:pt idx="1628">
                  <c:v>3.5564494839999998</c:v>
                </c:pt>
                <c:pt idx="1629">
                  <c:v>5.5578568449999999</c:v>
                </c:pt>
                <c:pt idx="1630">
                  <c:v>3.2843288589999999</c:v>
                </c:pt>
                <c:pt idx="1631">
                  <c:v>5.8334400000000004</c:v>
                </c:pt>
                <c:pt idx="1632">
                  <c:v>0</c:v>
                </c:pt>
                <c:pt idx="1633">
                  <c:v>2.3170500000000001</c:v>
                </c:pt>
                <c:pt idx="1634">
                  <c:v>0</c:v>
                </c:pt>
                <c:pt idx="1635">
                  <c:v>0.96855529299999998</c:v>
                </c:pt>
                <c:pt idx="1636">
                  <c:v>2.3835600000000001</c:v>
                </c:pt>
                <c:pt idx="1637">
                  <c:v>1.4392154290000001</c:v>
                </c:pt>
                <c:pt idx="1638">
                  <c:v>3.6583823</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5.7653270640000001</c:v>
                </c:pt>
                <c:pt idx="1652">
                  <c:v>1.492564641</c:v>
                </c:pt>
                <c:pt idx="1653">
                  <c:v>7.9099427779999996</c:v>
                </c:pt>
                <c:pt idx="1654">
                  <c:v>6.6300554289999996</c:v>
                </c:pt>
                <c:pt idx="1655">
                  <c:v>0</c:v>
                </c:pt>
                <c:pt idx="1656">
                  <c:v>0</c:v>
                </c:pt>
                <c:pt idx="1657">
                  <c:v>0</c:v>
                </c:pt>
                <c:pt idx="1658">
                  <c:v>0</c:v>
                </c:pt>
                <c:pt idx="1659">
                  <c:v>0</c:v>
                </c:pt>
                <c:pt idx="1660">
                  <c:v>0</c:v>
                </c:pt>
                <c:pt idx="1661">
                  <c:v>1.877515429</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1.5501431640000001</c:v>
                </c:pt>
                <c:pt idx="1678">
                  <c:v>0</c:v>
                </c:pt>
                <c:pt idx="1679">
                  <c:v>4.8496499999999996</c:v>
                </c:pt>
                <c:pt idx="1680">
                  <c:v>0.26851023400000001</c:v>
                </c:pt>
                <c:pt idx="1681">
                  <c:v>0</c:v>
                </c:pt>
                <c:pt idx="1682">
                  <c:v>0</c:v>
                </c:pt>
                <c:pt idx="1683">
                  <c:v>1.505396341</c:v>
                </c:pt>
                <c:pt idx="1684">
                  <c:v>0</c:v>
                </c:pt>
                <c:pt idx="1685">
                  <c:v>3.2866875000000002</c:v>
                </c:pt>
                <c:pt idx="1686">
                  <c:v>5.6130018750000001</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2.7552938039999999</c:v>
                </c:pt>
                <c:pt idx="1737">
                  <c:v>0</c:v>
                </c:pt>
                <c:pt idx="1738">
                  <c:v>0</c:v>
                </c:pt>
                <c:pt idx="1739">
                  <c:v>0</c:v>
                </c:pt>
                <c:pt idx="1740">
                  <c:v>0</c:v>
                </c:pt>
                <c:pt idx="1741">
                  <c:v>0</c:v>
                </c:pt>
                <c:pt idx="1742">
                  <c:v>0</c:v>
                </c:pt>
                <c:pt idx="1743">
                  <c:v>0</c:v>
                </c:pt>
                <c:pt idx="1744">
                  <c:v>0</c:v>
                </c:pt>
                <c:pt idx="1745">
                  <c:v>2.2503662819999999</c:v>
                </c:pt>
                <c:pt idx="1746">
                  <c:v>9.3839570640000005</c:v>
                </c:pt>
                <c:pt idx="1747">
                  <c:v>13.07799</c:v>
                </c:pt>
                <c:pt idx="1748">
                  <c:v>9.2918054290000001</c:v>
                </c:pt>
                <c:pt idx="1749">
                  <c:v>7.4524670640000004</c:v>
                </c:pt>
                <c:pt idx="1750">
                  <c:v>0</c:v>
                </c:pt>
                <c:pt idx="1751">
                  <c:v>0</c:v>
                </c:pt>
                <c:pt idx="1752">
                  <c:v>0</c:v>
                </c:pt>
                <c:pt idx="1753">
                  <c:v>0</c:v>
                </c:pt>
                <c:pt idx="1754">
                  <c:v>0</c:v>
                </c:pt>
                <c:pt idx="1755">
                  <c:v>0</c:v>
                </c:pt>
                <c:pt idx="1756">
                  <c:v>1.1227499999999999</c:v>
                </c:pt>
                <c:pt idx="1757">
                  <c:v>3.9755699999999998</c:v>
                </c:pt>
                <c:pt idx="1758">
                  <c:v>5.2980299999999998</c:v>
                </c:pt>
                <c:pt idx="1759">
                  <c:v>4.2427404700000002</c:v>
                </c:pt>
                <c:pt idx="1760">
                  <c:v>0</c:v>
                </c:pt>
                <c:pt idx="1761">
                  <c:v>0.85974452499999998</c:v>
                </c:pt>
                <c:pt idx="1762">
                  <c:v>0</c:v>
                </c:pt>
                <c:pt idx="1763">
                  <c:v>0</c:v>
                </c:pt>
                <c:pt idx="1764">
                  <c:v>0</c:v>
                </c:pt>
                <c:pt idx="1765">
                  <c:v>0</c:v>
                </c:pt>
                <c:pt idx="1766">
                  <c:v>0</c:v>
                </c:pt>
                <c:pt idx="1767">
                  <c:v>0</c:v>
                </c:pt>
                <c:pt idx="1768">
                  <c:v>0</c:v>
                </c:pt>
                <c:pt idx="1769">
                  <c:v>0</c:v>
                </c:pt>
                <c:pt idx="1770">
                  <c:v>7.3328260399999996</c:v>
                </c:pt>
                <c:pt idx="1771">
                  <c:v>7.808876809</c:v>
                </c:pt>
                <c:pt idx="1772">
                  <c:v>12.805110000000001</c:v>
                </c:pt>
                <c:pt idx="1773">
                  <c:v>12.60684</c:v>
                </c:pt>
                <c:pt idx="1774">
                  <c:v>12.859920000000001</c:v>
                </c:pt>
                <c:pt idx="1775">
                  <c:v>0</c:v>
                </c:pt>
                <c:pt idx="1776">
                  <c:v>0</c:v>
                </c:pt>
                <c:pt idx="1777">
                  <c:v>0</c:v>
                </c:pt>
                <c:pt idx="1778">
                  <c:v>0</c:v>
                </c:pt>
                <c:pt idx="1779">
                  <c:v>0</c:v>
                </c:pt>
                <c:pt idx="1780">
                  <c:v>1.9845900000000001</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3.4454950800000002</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7.3045557160000003</c:v>
                </c:pt>
                <c:pt idx="1818">
                  <c:v>0</c:v>
                </c:pt>
                <c:pt idx="1819">
                  <c:v>0</c:v>
                </c:pt>
                <c:pt idx="1820">
                  <c:v>0</c:v>
                </c:pt>
                <c:pt idx="1821">
                  <c:v>0.64781684500000003</c:v>
                </c:pt>
                <c:pt idx="1822">
                  <c:v>0</c:v>
                </c:pt>
                <c:pt idx="1823">
                  <c:v>0</c:v>
                </c:pt>
                <c:pt idx="1824">
                  <c:v>0</c:v>
                </c:pt>
                <c:pt idx="1825">
                  <c:v>0.83441236100000005</c:v>
                </c:pt>
                <c:pt idx="1826">
                  <c:v>2.0005199999999999</c:v>
                </c:pt>
                <c:pt idx="1827">
                  <c:v>0</c:v>
                </c:pt>
                <c:pt idx="1828">
                  <c:v>0</c:v>
                </c:pt>
                <c:pt idx="1829">
                  <c:v>2.0709900000000001</c:v>
                </c:pt>
                <c:pt idx="1830">
                  <c:v>0</c:v>
                </c:pt>
                <c:pt idx="1831">
                  <c:v>0</c:v>
                </c:pt>
                <c:pt idx="1832">
                  <c:v>0</c:v>
                </c:pt>
                <c:pt idx="1833">
                  <c:v>0</c:v>
                </c:pt>
                <c:pt idx="1834">
                  <c:v>0</c:v>
                </c:pt>
                <c:pt idx="1835">
                  <c:v>0</c:v>
                </c:pt>
                <c:pt idx="1836">
                  <c:v>0</c:v>
                </c:pt>
                <c:pt idx="1837">
                  <c:v>0</c:v>
                </c:pt>
                <c:pt idx="1838">
                  <c:v>0</c:v>
                </c:pt>
                <c:pt idx="1839">
                  <c:v>0</c:v>
                </c:pt>
                <c:pt idx="1840">
                  <c:v>0</c:v>
                </c:pt>
                <c:pt idx="1841">
                  <c:v>0.492192817</c:v>
                </c:pt>
                <c:pt idx="1842">
                  <c:v>8.8897608429999995</c:v>
                </c:pt>
                <c:pt idx="1843">
                  <c:v>2.5078902630000002</c:v>
                </c:pt>
                <c:pt idx="1844">
                  <c:v>9.8073899999999998</c:v>
                </c:pt>
                <c:pt idx="1845">
                  <c:v>9.8710199999999997</c:v>
                </c:pt>
                <c:pt idx="1846">
                  <c:v>1.5878560399999999</c:v>
                </c:pt>
                <c:pt idx="1847">
                  <c:v>0</c:v>
                </c:pt>
                <c:pt idx="1848">
                  <c:v>0</c:v>
                </c:pt>
                <c:pt idx="1849">
                  <c:v>1.1876963410000001</c:v>
                </c:pt>
                <c:pt idx="1850">
                  <c:v>0</c:v>
                </c:pt>
                <c:pt idx="1851">
                  <c:v>0</c:v>
                </c:pt>
                <c:pt idx="1852">
                  <c:v>0</c:v>
                </c:pt>
                <c:pt idx="1853">
                  <c:v>0</c:v>
                </c:pt>
                <c:pt idx="1854">
                  <c:v>1.0271853</c:v>
                </c:pt>
                <c:pt idx="1855">
                  <c:v>0</c:v>
                </c:pt>
                <c:pt idx="1856">
                  <c:v>0</c:v>
                </c:pt>
                <c:pt idx="1857">
                  <c:v>0</c:v>
                </c:pt>
                <c:pt idx="1858">
                  <c:v>0</c:v>
                </c:pt>
                <c:pt idx="1859">
                  <c:v>0</c:v>
                </c:pt>
                <c:pt idx="1860">
                  <c:v>0</c:v>
                </c:pt>
                <c:pt idx="1861">
                  <c:v>0</c:v>
                </c:pt>
                <c:pt idx="1862">
                  <c:v>0</c:v>
                </c:pt>
                <c:pt idx="1863">
                  <c:v>0</c:v>
                </c:pt>
                <c:pt idx="1864">
                  <c:v>0</c:v>
                </c:pt>
                <c:pt idx="1865">
                  <c:v>0</c:v>
                </c:pt>
                <c:pt idx="1866">
                  <c:v>6.9841660399999999</c:v>
                </c:pt>
                <c:pt idx="1867">
                  <c:v>3.1347999359999998</c:v>
                </c:pt>
                <c:pt idx="1868">
                  <c:v>0</c:v>
                </c:pt>
                <c:pt idx="1869">
                  <c:v>2.167286845</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6.1878855709999998</c:v>
                </c:pt>
                <c:pt idx="1891">
                  <c:v>5.1980382199999999</c:v>
                </c:pt>
                <c:pt idx="1892">
                  <c:v>0</c:v>
                </c:pt>
                <c:pt idx="1893">
                  <c:v>0</c:v>
                </c:pt>
                <c:pt idx="1894">
                  <c:v>0</c:v>
                </c:pt>
                <c:pt idx="1895">
                  <c:v>0</c:v>
                </c:pt>
                <c:pt idx="1896">
                  <c:v>0</c:v>
                </c:pt>
                <c:pt idx="1897">
                  <c:v>1.6771029989999999</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7.2090731640000003</c:v>
                </c:pt>
                <c:pt idx="1915">
                  <c:v>6.5492823480000002</c:v>
                </c:pt>
                <c:pt idx="1916">
                  <c:v>13.843360840000001</c:v>
                </c:pt>
                <c:pt idx="1917">
                  <c:v>10.5649412</c:v>
                </c:pt>
                <c:pt idx="1918">
                  <c:v>6.3497692470000002</c:v>
                </c:pt>
                <c:pt idx="1919">
                  <c:v>0</c:v>
                </c:pt>
                <c:pt idx="1920">
                  <c:v>0</c:v>
                </c:pt>
                <c:pt idx="1921">
                  <c:v>0</c:v>
                </c:pt>
                <c:pt idx="1922">
                  <c:v>0</c:v>
                </c:pt>
                <c:pt idx="1923">
                  <c:v>0</c:v>
                </c:pt>
                <c:pt idx="1924">
                  <c:v>0</c:v>
                </c:pt>
                <c:pt idx="1925">
                  <c:v>0</c:v>
                </c:pt>
                <c:pt idx="1926">
                  <c:v>0</c:v>
                </c:pt>
                <c:pt idx="1927">
                  <c:v>3.5908150079999999</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5.7897928939999996</c:v>
                </c:pt>
                <c:pt idx="1942">
                  <c:v>7.4407500000000004</c:v>
                </c:pt>
                <c:pt idx="1943">
                  <c:v>2.772100843</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0.98075095599999995</c:v>
                </c:pt>
                <c:pt idx="1970">
                  <c:v>1.99746</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2.7408855710000002</c:v>
                </c:pt>
                <c:pt idx="1987">
                  <c:v>4.4291784139999999</c:v>
                </c:pt>
                <c:pt idx="1988">
                  <c:v>9.5854034709999993</c:v>
                </c:pt>
                <c:pt idx="1989">
                  <c:v>10.8781412</c:v>
                </c:pt>
                <c:pt idx="1990">
                  <c:v>6.179785571</c:v>
                </c:pt>
                <c:pt idx="1991">
                  <c:v>3.5396999999999998</c:v>
                </c:pt>
                <c:pt idx="1992">
                  <c:v>2.5453800000000002</c:v>
                </c:pt>
                <c:pt idx="1993">
                  <c:v>2.55348</c:v>
                </c:pt>
                <c:pt idx="1994">
                  <c:v>1.4847300000000001</c:v>
                </c:pt>
                <c:pt idx="1995">
                  <c:v>2.1057299999999999</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11.540306340000001</c:v>
                </c:pt>
                <c:pt idx="2035">
                  <c:v>4.6350760400000004</c:v>
                </c:pt>
                <c:pt idx="2036">
                  <c:v>0</c:v>
                </c:pt>
                <c:pt idx="2037">
                  <c:v>0</c:v>
                </c:pt>
                <c:pt idx="2038">
                  <c:v>1.8203484139999999</c:v>
                </c:pt>
                <c:pt idx="2039">
                  <c:v>0</c:v>
                </c:pt>
                <c:pt idx="2040">
                  <c:v>0</c:v>
                </c:pt>
                <c:pt idx="2041">
                  <c:v>2.1232168090000001</c:v>
                </c:pt>
                <c:pt idx="2042">
                  <c:v>0</c:v>
                </c:pt>
                <c:pt idx="2043">
                  <c:v>2.18736</c:v>
                </c:pt>
                <c:pt idx="2044">
                  <c:v>1.7659800000000001</c:v>
                </c:pt>
                <c:pt idx="2045">
                  <c:v>2.7801</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7.4275000980000003</c:v>
                </c:pt>
                <c:pt idx="2059">
                  <c:v>0</c:v>
                </c:pt>
                <c:pt idx="2060">
                  <c:v>0.68328579199999995</c:v>
                </c:pt>
                <c:pt idx="2061">
                  <c:v>6.734150627</c:v>
                </c:pt>
                <c:pt idx="2062">
                  <c:v>4.9388671679999998</c:v>
                </c:pt>
                <c:pt idx="2063">
                  <c:v>3.9404806489999999</c:v>
                </c:pt>
                <c:pt idx="2064">
                  <c:v>0</c:v>
                </c:pt>
                <c:pt idx="2065">
                  <c:v>1.614700649</c:v>
                </c:pt>
                <c:pt idx="2066">
                  <c:v>0</c:v>
                </c:pt>
                <c:pt idx="2067">
                  <c:v>0</c:v>
                </c:pt>
                <c:pt idx="2068">
                  <c:v>2.04975</c:v>
                </c:pt>
                <c:pt idx="2069">
                  <c:v>3.2699699999999998</c:v>
                </c:pt>
                <c:pt idx="2070">
                  <c:v>0</c:v>
                </c:pt>
                <c:pt idx="2071">
                  <c:v>0</c:v>
                </c:pt>
                <c:pt idx="2072">
                  <c:v>0</c:v>
                </c:pt>
                <c:pt idx="2073">
                  <c:v>0</c:v>
                </c:pt>
                <c:pt idx="2074">
                  <c:v>0</c:v>
                </c:pt>
                <c:pt idx="2075">
                  <c:v>0</c:v>
                </c:pt>
                <c:pt idx="2076">
                  <c:v>0</c:v>
                </c:pt>
                <c:pt idx="2077">
                  <c:v>0</c:v>
                </c:pt>
                <c:pt idx="2078">
                  <c:v>0</c:v>
                </c:pt>
                <c:pt idx="2079">
                  <c:v>0</c:v>
                </c:pt>
                <c:pt idx="2080">
                  <c:v>4.3279679910000004</c:v>
                </c:pt>
                <c:pt idx="2081">
                  <c:v>6.5716004840000002</c:v>
                </c:pt>
                <c:pt idx="2082">
                  <c:v>10.73027096</c:v>
                </c:pt>
                <c:pt idx="2083">
                  <c:v>13.43949529</c:v>
                </c:pt>
                <c:pt idx="2084">
                  <c:v>13.98781065</c:v>
                </c:pt>
                <c:pt idx="2085">
                  <c:v>11.60392966</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4.0542099159999996</c:v>
                </c:pt>
                <c:pt idx="2103">
                  <c:v>0.81794408799999996</c:v>
                </c:pt>
                <c:pt idx="2104">
                  <c:v>0</c:v>
                </c:pt>
                <c:pt idx="2105">
                  <c:v>0</c:v>
                </c:pt>
                <c:pt idx="2106">
                  <c:v>0</c:v>
                </c:pt>
                <c:pt idx="2107">
                  <c:v>0</c:v>
                </c:pt>
                <c:pt idx="2108">
                  <c:v>0</c:v>
                </c:pt>
                <c:pt idx="2109">
                  <c:v>11.914040959999999</c:v>
                </c:pt>
                <c:pt idx="2110">
                  <c:v>5.3307900000000004</c:v>
                </c:pt>
                <c:pt idx="2111">
                  <c:v>1.8077200980000001</c:v>
                </c:pt>
                <c:pt idx="2112">
                  <c:v>5.2602630000000003E-3</c:v>
                </c:pt>
                <c:pt idx="2113">
                  <c:v>2.0105529990000002</c:v>
                </c:pt>
                <c:pt idx="2114">
                  <c:v>1.1945054289999999</c:v>
                </c:pt>
                <c:pt idx="2115">
                  <c:v>0.68799923600000001</c:v>
                </c:pt>
                <c:pt idx="2116">
                  <c:v>0</c:v>
                </c:pt>
                <c:pt idx="2117">
                  <c:v>0</c:v>
                </c:pt>
                <c:pt idx="2118">
                  <c:v>3.828370268</c:v>
                </c:pt>
                <c:pt idx="2119">
                  <c:v>0</c:v>
                </c:pt>
                <c:pt idx="2120">
                  <c:v>0</c:v>
                </c:pt>
                <c:pt idx="2121">
                  <c:v>0</c:v>
                </c:pt>
                <c:pt idx="2122">
                  <c:v>0</c:v>
                </c:pt>
                <c:pt idx="2123">
                  <c:v>0</c:v>
                </c:pt>
                <c:pt idx="2124">
                  <c:v>0</c:v>
                </c:pt>
                <c:pt idx="2125">
                  <c:v>0</c:v>
                </c:pt>
                <c:pt idx="2126">
                  <c:v>0</c:v>
                </c:pt>
                <c:pt idx="2127">
                  <c:v>0</c:v>
                </c:pt>
                <c:pt idx="2128">
                  <c:v>0</c:v>
                </c:pt>
                <c:pt idx="2129">
                  <c:v>6.3699810289999999</c:v>
                </c:pt>
                <c:pt idx="2130">
                  <c:v>8.4449219729999996</c:v>
                </c:pt>
                <c:pt idx="2131">
                  <c:v>7.6968618749999997</c:v>
                </c:pt>
                <c:pt idx="2132">
                  <c:v>0</c:v>
                </c:pt>
                <c:pt idx="2133">
                  <c:v>2.13296872</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0.41467347100000002</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0.82148120499999999</c:v>
                </c:pt>
                <c:pt idx="2173">
                  <c:v>4.3066779400000001</c:v>
                </c:pt>
                <c:pt idx="2174">
                  <c:v>0</c:v>
                </c:pt>
                <c:pt idx="2175">
                  <c:v>0</c:v>
                </c:pt>
                <c:pt idx="2176">
                  <c:v>0</c:v>
                </c:pt>
                <c:pt idx="2177">
                  <c:v>6.414762531</c:v>
                </c:pt>
                <c:pt idx="2178">
                  <c:v>6.9008174860000002</c:v>
                </c:pt>
                <c:pt idx="2179">
                  <c:v>7.6759199999999996</c:v>
                </c:pt>
                <c:pt idx="2180">
                  <c:v>0</c:v>
                </c:pt>
                <c:pt idx="2181">
                  <c:v>0</c:v>
                </c:pt>
                <c:pt idx="2182">
                  <c:v>0</c:v>
                </c:pt>
                <c:pt idx="2183">
                  <c:v>0</c:v>
                </c:pt>
                <c:pt idx="2184">
                  <c:v>1.4097599999999999</c:v>
                </c:pt>
                <c:pt idx="2185">
                  <c:v>0</c:v>
                </c:pt>
                <c:pt idx="2186">
                  <c:v>0</c:v>
                </c:pt>
                <c:pt idx="2187">
                  <c:v>0</c:v>
                </c:pt>
                <c:pt idx="2188">
                  <c:v>0.89948542899999995</c:v>
                </c:pt>
                <c:pt idx="2189">
                  <c:v>2.2511700000000001</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4.3170734709999996</c:v>
                </c:pt>
                <c:pt idx="2207">
                  <c:v>0</c:v>
                </c:pt>
                <c:pt idx="2208">
                  <c:v>0</c:v>
                </c:pt>
                <c:pt idx="2209">
                  <c:v>0</c:v>
                </c:pt>
                <c:pt idx="2210">
                  <c:v>0</c:v>
                </c:pt>
                <c:pt idx="2211">
                  <c:v>0</c:v>
                </c:pt>
                <c:pt idx="2212">
                  <c:v>0</c:v>
                </c:pt>
                <c:pt idx="2213">
                  <c:v>1.7471699999999999</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1.7899427779999999</c:v>
                </c:pt>
                <c:pt idx="2228">
                  <c:v>4.7634571680000004</c:v>
                </c:pt>
                <c:pt idx="2229">
                  <c:v>0</c:v>
                </c:pt>
                <c:pt idx="2230">
                  <c:v>0</c:v>
                </c:pt>
                <c:pt idx="2231">
                  <c:v>0</c:v>
                </c:pt>
                <c:pt idx="2232">
                  <c:v>0</c:v>
                </c:pt>
                <c:pt idx="2233">
                  <c:v>0</c:v>
                </c:pt>
                <c:pt idx="2234">
                  <c:v>1.0910968089999999</c:v>
                </c:pt>
                <c:pt idx="2235">
                  <c:v>1.8208800000000001</c:v>
                </c:pt>
                <c:pt idx="2236">
                  <c:v>1.9097999999999999</c:v>
                </c:pt>
                <c:pt idx="2237">
                  <c:v>0.33581557099999998</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1.2327509560000001</c:v>
                </c:pt>
                <c:pt idx="2260">
                  <c:v>0</c:v>
                </c:pt>
                <c:pt idx="2261">
                  <c:v>0</c:v>
                </c:pt>
                <c:pt idx="2262">
                  <c:v>4.2843281400000004</c:v>
                </c:pt>
                <c:pt idx="2263">
                  <c:v>0</c:v>
                </c:pt>
                <c:pt idx="2264">
                  <c:v>0</c:v>
                </c:pt>
                <c:pt idx="2265">
                  <c:v>0</c:v>
                </c:pt>
                <c:pt idx="2266">
                  <c:v>0</c:v>
                </c:pt>
                <c:pt idx="2267">
                  <c:v>0</c:v>
                </c:pt>
                <c:pt idx="2268">
                  <c:v>0</c:v>
                </c:pt>
                <c:pt idx="2269">
                  <c:v>0</c:v>
                </c:pt>
                <c:pt idx="2270">
                  <c:v>0</c:v>
                </c:pt>
                <c:pt idx="2271">
                  <c:v>0</c:v>
                </c:pt>
                <c:pt idx="2272">
                  <c:v>2.4887568880000002</c:v>
                </c:pt>
                <c:pt idx="2273">
                  <c:v>5.8314594370000004</c:v>
                </c:pt>
                <c:pt idx="2274">
                  <c:v>0</c:v>
                </c:pt>
                <c:pt idx="2275">
                  <c:v>0</c:v>
                </c:pt>
                <c:pt idx="2276">
                  <c:v>0</c:v>
                </c:pt>
                <c:pt idx="2277">
                  <c:v>0</c:v>
                </c:pt>
                <c:pt idx="2278">
                  <c:v>0</c:v>
                </c:pt>
                <c:pt idx="2279">
                  <c:v>0</c:v>
                </c:pt>
                <c:pt idx="2280">
                  <c:v>0</c:v>
                </c:pt>
                <c:pt idx="2281">
                  <c:v>2.61198</c:v>
                </c:pt>
                <c:pt idx="2282">
                  <c:v>1.651706809</c:v>
                </c:pt>
                <c:pt idx="2283">
                  <c:v>1.127216341</c:v>
                </c:pt>
                <c:pt idx="2284">
                  <c:v>0</c:v>
                </c:pt>
                <c:pt idx="2285">
                  <c:v>2.9567700000000001</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7.6600970640000003</c:v>
                </c:pt>
                <c:pt idx="2302">
                  <c:v>4.4178396629999996</c:v>
                </c:pt>
                <c:pt idx="2303">
                  <c:v>0</c:v>
                </c:pt>
                <c:pt idx="2304">
                  <c:v>0</c:v>
                </c:pt>
                <c:pt idx="2305">
                  <c:v>0</c:v>
                </c:pt>
                <c:pt idx="2306">
                  <c:v>0.46613542899999999</c:v>
                </c:pt>
                <c:pt idx="2307">
                  <c:v>0</c:v>
                </c:pt>
                <c:pt idx="2308">
                  <c:v>1.4236409560000001</c:v>
                </c:pt>
                <c:pt idx="2309">
                  <c:v>3.38985</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3.9492035219999999</c:v>
                </c:pt>
                <c:pt idx="2323">
                  <c:v>0</c:v>
                </c:pt>
                <c:pt idx="2324">
                  <c:v>0</c:v>
                </c:pt>
                <c:pt idx="2325">
                  <c:v>5.5296700980000004</c:v>
                </c:pt>
                <c:pt idx="2326">
                  <c:v>0.62523993600000005</c:v>
                </c:pt>
                <c:pt idx="2327">
                  <c:v>0</c:v>
                </c:pt>
                <c:pt idx="2328">
                  <c:v>1.1480668089999999</c:v>
                </c:pt>
                <c:pt idx="2329">
                  <c:v>1.352812361</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0.50353613100000005</c:v>
                </c:pt>
                <c:pt idx="2368">
                  <c:v>0</c:v>
                </c:pt>
                <c:pt idx="2369">
                  <c:v>3.4965496740000002</c:v>
                </c:pt>
                <c:pt idx="2370">
                  <c:v>1.075829709</c:v>
                </c:pt>
                <c:pt idx="2371">
                  <c:v>0</c:v>
                </c:pt>
                <c:pt idx="2372">
                  <c:v>0</c:v>
                </c:pt>
                <c:pt idx="2373">
                  <c:v>0</c:v>
                </c:pt>
                <c:pt idx="2374">
                  <c:v>5.8610012039999999</c:v>
                </c:pt>
                <c:pt idx="2375">
                  <c:v>0</c:v>
                </c:pt>
                <c:pt idx="2376">
                  <c:v>0</c:v>
                </c:pt>
                <c:pt idx="2377">
                  <c:v>0</c:v>
                </c:pt>
                <c:pt idx="2378">
                  <c:v>0</c:v>
                </c:pt>
                <c:pt idx="2379">
                  <c:v>0</c:v>
                </c:pt>
                <c:pt idx="2380">
                  <c:v>0</c:v>
                </c:pt>
                <c:pt idx="2381">
                  <c:v>2.8100068089999999</c:v>
                </c:pt>
                <c:pt idx="2382">
                  <c:v>4.2892602540000002</c:v>
                </c:pt>
                <c:pt idx="2383">
                  <c:v>1.9398947660000001</c:v>
                </c:pt>
                <c:pt idx="2384">
                  <c:v>0</c:v>
                </c:pt>
                <c:pt idx="2385">
                  <c:v>0</c:v>
                </c:pt>
                <c:pt idx="2386">
                  <c:v>0</c:v>
                </c:pt>
                <c:pt idx="2387">
                  <c:v>0</c:v>
                </c:pt>
                <c:pt idx="2388">
                  <c:v>0</c:v>
                </c:pt>
                <c:pt idx="2389">
                  <c:v>0</c:v>
                </c:pt>
                <c:pt idx="2390">
                  <c:v>0</c:v>
                </c:pt>
                <c:pt idx="2391">
                  <c:v>0</c:v>
                </c:pt>
                <c:pt idx="2392">
                  <c:v>1.028819666</c:v>
                </c:pt>
                <c:pt idx="2393">
                  <c:v>0</c:v>
                </c:pt>
                <c:pt idx="2394">
                  <c:v>7.7163008050000004</c:v>
                </c:pt>
                <c:pt idx="2395">
                  <c:v>13.394005569999999</c:v>
                </c:pt>
                <c:pt idx="2396">
                  <c:v>0</c:v>
                </c:pt>
                <c:pt idx="2397">
                  <c:v>4.1046889999999999E-3</c:v>
                </c:pt>
                <c:pt idx="2398">
                  <c:v>0</c:v>
                </c:pt>
                <c:pt idx="2399">
                  <c:v>0</c:v>
                </c:pt>
                <c:pt idx="2400">
                  <c:v>1.0552163409999999</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0.85299537599999997</c:v>
                </c:pt>
                <c:pt idx="2430">
                  <c:v>0</c:v>
                </c:pt>
                <c:pt idx="2431">
                  <c:v>0</c:v>
                </c:pt>
                <c:pt idx="2432">
                  <c:v>0</c:v>
                </c:pt>
                <c:pt idx="2433">
                  <c:v>0</c:v>
                </c:pt>
                <c:pt idx="2434">
                  <c:v>0</c:v>
                </c:pt>
                <c:pt idx="2435">
                  <c:v>0</c:v>
                </c:pt>
                <c:pt idx="2436">
                  <c:v>0</c:v>
                </c:pt>
                <c:pt idx="2437">
                  <c:v>0</c:v>
                </c:pt>
                <c:pt idx="2438">
                  <c:v>0</c:v>
                </c:pt>
                <c:pt idx="2439">
                  <c:v>0</c:v>
                </c:pt>
                <c:pt idx="2440">
                  <c:v>0</c:v>
                </c:pt>
                <c:pt idx="2441">
                  <c:v>3.2492618950000001</c:v>
                </c:pt>
                <c:pt idx="2442">
                  <c:v>10.49005448</c:v>
                </c:pt>
                <c:pt idx="2443">
                  <c:v>8.2875823610000001</c:v>
                </c:pt>
                <c:pt idx="2444">
                  <c:v>12.675296339999999</c:v>
                </c:pt>
                <c:pt idx="2445">
                  <c:v>13.701553000000001</c:v>
                </c:pt>
                <c:pt idx="2446">
                  <c:v>1.671961984</c:v>
                </c:pt>
                <c:pt idx="2447">
                  <c:v>0</c:v>
                </c:pt>
                <c:pt idx="2448">
                  <c:v>0</c:v>
                </c:pt>
                <c:pt idx="2449">
                  <c:v>0</c:v>
                </c:pt>
                <c:pt idx="2450">
                  <c:v>1.053601875</c:v>
                </c:pt>
                <c:pt idx="2451">
                  <c:v>0</c:v>
                </c:pt>
                <c:pt idx="2452">
                  <c:v>0.72855000000000003</c:v>
                </c:pt>
                <c:pt idx="2453">
                  <c:v>0</c:v>
                </c:pt>
                <c:pt idx="2454">
                  <c:v>0</c:v>
                </c:pt>
                <c:pt idx="2455">
                  <c:v>0</c:v>
                </c:pt>
                <c:pt idx="2456">
                  <c:v>6.0732255940000002</c:v>
                </c:pt>
                <c:pt idx="2457">
                  <c:v>0</c:v>
                </c:pt>
                <c:pt idx="2458">
                  <c:v>0</c:v>
                </c:pt>
                <c:pt idx="2459">
                  <c:v>3.7560878</c:v>
                </c:pt>
                <c:pt idx="2460">
                  <c:v>0</c:v>
                </c:pt>
                <c:pt idx="2461">
                  <c:v>0</c:v>
                </c:pt>
                <c:pt idx="2462">
                  <c:v>0</c:v>
                </c:pt>
                <c:pt idx="2463">
                  <c:v>0</c:v>
                </c:pt>
                <c:pt idx="2464">
                  <c:v>0</c:v>
                </c:pt>
                <c:pt idx="2465">
                  <c:v>0</c:v>
                </c:pt>
                <c:pt idx="2466">
                  <c:v>0</c:v>
                </c:pt>
                <c:pt idx="2467">
                  <c:v>3.1916728939999999</c:v>
                </c:pt>
                <c:pt idx="2468">
                  <c:v>0</c:v>
                </c:pt>
                <c:pt idx="2469">
                  <c:v>0</c:v>
                </c:pt>
                <c:pt idx="2470">
                  <c:v>5.2412506490000004</c:v>
                </c:pt>
                <c:pt idx="2471">
                  <c:v>1.458956648</c:v>
                </c:pt>
                <c:pt idx="2472">
                  <c:v>1.5460629990000001</c:v>
                </c:pt>
                <c:pt idx="2473">
                  <c:v>0</c:v>
                </c:pt>
                <c:pt idx="2474">
                  <c:v>0</c:v>
                </c:pt>
                <c:pt idx="2475">
                  <c:v>0</c:v>
                </c:pt>
                <c:pt idx="2476">
                  <c:v>0</c:v>
                </c:pt>
                <c:pt idx="2477">
                  <c:v>2.17638</c:v>
                </c:pt>
                <c:pt idx="2478">
                  <c:v>0</c:v>
                </c:pt>
                <c:pt idx="2479">
                  <c:v>0</c:v>
                </c:pt>
                <c:pt idx="2480">
                  <c:v>0</c:v>
                </c:pt>
                <c:pt idx="2481">
                  <c:v>0</c:v>
                </c:pt>
                <c:pt idx="2482">
                  <c:v>0</c:v>
                </c:pt>
                <c:pt idx="2483">
                  <c:v>0</c:v>
                </c:pt>
                <c:pt idx="2484">
                  <c:v>0</c:v>
                </c:pt>
                <c:pt idx="2485">
                  <c:v>0</c:v>
                </c:pt>
                <c:pt idx="2486">
                  <c:v>0</c:v>
                </c:pt>
                <c:pt idx="2487">
                  <c:v>0</c:v>
                </c:pt>
                <c:pt idx="2488">
                  <c:v>4.3562303</c:v>
                </c:pt>
                <c:pt idx="2489">
                  <c:v>0.76472650499999995</c:v>
                </c:pt>
                <c:pt idx="2490">
                  <c:v>0</c:v>
                </c:pt>
                <c:pt idx="2491">
                  <c:v>3.4715606270000001</c:v>
                </c:pt>
                <c:pt idx="2492">
                  <c:v>8.1900337820000004</c:v>
                </c:pt>
                <c:pt idx="2493">
                  <c:v>11.08513065</c:v>
                </c:pt>
                <c:pt idx="2494">
                  <c:v>11.809799999999999</c:v>
                </c:pt>
                <c:pt idx="2495">
                  <c:v>0</c:v>
                </c:pt>
                <c:pt idx="2496">
                  <c:v>0</c:v>
                </c:pt>
                <c:pt idx="2497">
                  <c:v>0</c:v>
                </c:pt>
                <c:pt idx="2498">
                  <c:v>0</c:v>
                </c:pt>
                <c:pt idx="2499">
                  <c:v>0</c:v>
                </c:pt>
                <c:pt idx="2500">
                  <c:v>0.61454680900000003</c:v>
                </c:pt>
                <c:pt idx="2501">
                  <c:v>1.65384</c:v>
                </c:pt>
                <c:pt idx="2502">
                  <c:v>2.138593637</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2.0220470640000001</c:v>
                </c:pt>
                <c:pt idx="2516">
                  <c:v>4.5450271679999998</c:v>
                </c:pt>
                <c:pt idx="2517">
                  <c:v>0</c:v>
                </c:pt>
                <c:pt idx="2518">
                  <c:v>0</c:v>
                </c:pt>
                <c:pt idx="2519">
                  <c:v>0</c:v>
                </c:pt>
                <c:pt idx="2520">
                  <c:v>0</c:v>
                </c:pt>
                <c:pt idx="2521">
                  <c:v>1.9772099999999999</c:v>
                </c:pt>
                <c:pt idx="2522">
                  <c:v>1.79928</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0.61612604000000004</c:v>
                </c:pt>
                <c:pt idx="2543">
                  <c:v>3.9729768750000001</c:v>
                </c:pt>
                <c:pt idx="2544">
                  <c:v>0</c:v>
                </c:pt>
                <c:pt idx="2545">
                  <c:v>0</c:v>
                </c:pt>
                <c:pt idx="2546">
                  <c:v>1.032046875</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11.60055</c:v>
                </c:pt>
                <c:pt idx="2564">
                  <c:v>9.4096799999999998</c:v>
                </c:pt>
                <c:pt idx="2565">
                  <c:v>12.06452543</c:v>
                </c:pt>
                <c:pt idx="2566">
                  <c:v>4.331457168</c:v>
                </c:pt>
                <c:pt idx="2567">
                  <c:v>4.0725899999999999</c:v>
                </c:pt>
                <c:pt idx="2568">
                  <c:v>1.29888</c:v>
                </c:pt>
                <c:pt idx="2569">
                  <c:v>0</c:v>
                </c:pt>
                <c:pt idx="2570">
                  <c:v>0</c:v>
                </c:pt>
                <c:pt idx="2571">
                  <c:v>0</c:v>
                </c:pt>
                <c:pt idx="2572">
                  <c:v>2.1069</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5.5820369830000001</c:v>
                </c:pt>
                <c:pt idx="2587">
                  <c:v>8.2306302630000001</c:v>
                </c:pt>
                <c:pt idx="2588">
                  <c:v>0</c:v>
                </c:pt>
                <c:pt idx="2589">
                  <c:v>0</c:v>
                </c:pt>
                <c:pt idx="2590">
                  <c:v>4.3312360400000003</c:v>
                </c:pt>
                <c:pt idx="2591">
                  <c:v>3.5076809560000002</c:v>
                </c:pt>
                <c:pt idx="2592">
                  <c:v>0.50782026300000005</c:v>
                </c:pt>
                <c:pt idx="2593">
                  <c:v>1.0866868089999999</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6.1295834710000001</c:v>
                </c:pt>
                <c:pt idx="2636">
                  <c:v>14.033429999999999</c:v>
                </c:pt>
                <c:pt idx="2637">
                  <c:v>8.5525199999999995</c:v>
                </c:pt>
                <c:pt idx="2638">
                  <c:v>7.0713563410000004</c:v>
                </c:pt>
                <c:pt idx="2639">
                  <c:v>2.4141854290000002</c:v>
                </c:pt>
                <c:pt idx="2640">
                  <c:v>0</c:v>
                </c:pt>
                <c:pt idx="2641">
                  <c:v>0</c:v>
                </c:pt>
                <c:pt idx="2642">
                  <c:v>0</c:v>
                </c:pt>
                <c:pt idx="2643">
                  <c:v>1.73997</c:v>
                </c:pt>
                <c:pt idx="2644">
                  <c:v>1.6116729990000001</c:v>
                </c:pt>
                <c:pt idx="2645">
                  <c:v>3.6665100000000002</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1.3221999360000001</c:v>
                </c:pt>
                <c:pt idx="2661">
                  <c:v>0.86460212299999994</c:v>
                </c:pt>
                <c:pt idx="2662">
                  <c:v>6.4620402629999996</c:v>
                </c:pt>
                <c:pt idx="2663">
                  <c:v>3.5974463409999999</c:v>
                </c:pt>
                <c:pt idx="2664">
                  <c:v>0.25879026300000002</c:v>
                </c:pt>
                <c:pt idx="2665">
                  <c:v>0.75294000000000005</c:v>
                </c:pt>
                <c:pt idx="2666">
                  <c:v>1.3580099999999999</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0.90997316399999995</c:v>
                </c:pt>
                <c:pt idx="2684">
                  <c:v>0</c:v>
                </c:pt>
                <c:pt idx="2685">
                  <c:v>6.3508166480000003</c:v>
                </c:pt>
                <c:pt idx="2686">
                  <c:v>8.6620500000000007</c:v>
                </c:pt>
                <c:pt idx="2687">
                  <c:v>2.8773900000000001</c:v>
                </c:pt>
                <c:pt idx="2688">
                  <c:v>0</c:v>
                </c:pt>
                <c:pt idx="2689">
                  <c:v>0</c:v>
                </c:pt>
                <c:pt idx="2690">
                  <c:v>1.6533</c:v>
                </c:pt>
                <c:pt idx="2691">
                  <c:v>0</c:v>
                </c:pt>
                <c:pt idx="2692">
                  <c:v>1.9137599999999999</c:v>
                </c:pt>
                <c:pt idx="2693">
                  <c:v>3.0560561609999999</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1.6179881270000001</c:v>
                </c:pt>
                <c:pt idx="2709">
                  <c:v>0</c:v>
                </c:pt>
                <c:pt idx="2710">
                  <c:v>4.7723963410000003</c:v>
                </c:pt>
                <c:pt idx="2711">
                  <c:v>3.7176918749999999</c:v>
                </c:pt>
                <c:pt idx="2712">
                  <c:v>0</c:v>
                </c:pt>
                <c:pt idx="2713">
                  <c:v>0</c:v>
                </c:pt>
                <c:pt idx="2714">
                  <c:v>0</c:v>
                </c:pt>
                <c:pt idx="2715">
                  <c:v>0</c:v>
                </c:pt>
                <c:pt idx="2716">
                  <c:v>0</c:v>
                </c:pt>
                <c:pt idx="2717">
                  <c:v>0</c:v>
                </c:pt>
                <c:pt idx="2718">
                  <c:v>0</c:v>
                </c:pt>
                <c:pt idx="2719">
                  <c:v>1.8829521</c:v>
                </c:pt>
                <c:pt idx="2720">
                  <c:v>0</c:v>
                </c:pt>
                <c:pt idx="2721">
                  <c:v>0</c:v>
                </c:pt>
                <c:pt idx="2722">
                  <c:v>0</c:v>
                </c:pt>
                <c:pt idx="2723">
                  <c:v>0</c:v>
                </c:pt>
                <c:pt idx="2724">
                  <c:v>0</c:v>
                </c:pt>
                <c:pt idx="2725">
                  <c:v>0</c:v>
                </c:pt>
                <c:pt idx="2726">
                  <c:v>0</c:v>
                </c:pt>
                <c:pt idx="2727">
                  <c:v>0</c:v>
                </c:pt>
                <c:pt idx="2728">
                  <c:v>0</c:v>
                </c:pt>
                <c:pt idx="2729">
                  <c:v>0</c:v>
                </c:pt>
                <c:pt idx="2730">
                  <c:v>0</c:v>
                </c:pt>
                <c:pt idx="2731">
                  <c:v>12.3408675</c:v>
                </c:pt>
                <c:pt idx="2732">
                  <c:v>0</c:v>
                </c:pt>
                <c:pt idx="2733">
                  <c:v>6.8750743539999997</c:v>
                </c:pt>
                <c:pt idx="2734">
                  <c:v>9.6990018750000004</c:v>
                </c:pt>
                <c:pt idx="2735">
                  <c:v>5.5042200000000001</c:v>
                </c:pt>
                <c:pt idx="2736">
                  <c:v>1.4836499999999999</c:v>
                </c:pt>
                <c:pt idx="2737">
                  <c:v>0</c:v>
                </c:pt>
                <c:pt idx="2738">
                  <c:v>1.3484806490000001</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2.693293471</c:v>
                </c:pt>
                <c:pt idx="2757">
                  <c:v>5.6639500979999999</c:v>
                </c:pt>
                <c:pt idx="2758">
                  <c:v>0</c:v>
                </c:pt>
                <c:pt idx="2759">
                  <c:v>0.58124557099999996</c:v>
                </c:pt>
                <c:pt idx="2760">
                  <c:v>0</c:v>
                </c:pt>
                <c:pt idx="2761">
                  <c:v>1.26576</c:v>
                </c:pt>
                <c:pt idx="2762">
                  <c:v>1.2066300000000001</c:v>
                </c:pt>
                <c:pt idx="2763">
                  <c:v>0</c:v>
                </c:pt>
                <c:pt idx="2764">
                  <c:v>0</c:v>
                </c:pt>
                <c:pt idx="2765">
                  <c:v>2.84463</c:v>
                </c:pt>
                <c:pt idx="2766">
                  <c:v>3.2576184439999998</c:v>
                </c:pt>
                <c:pt idx="2767">
                  <c:v>1.310830623</c:v>
                </c:pt>
                <c:pt idx="2768">
                  <c:v>1.3691597150000001</c:v>
                </c:pt>
                <c:pt idx="2769">
                  <c:v>0</c:v>
                </c:pt>
                <c:pt idx="2770">
                  <c:v>0</c:v>
                </c:pt>
                <c:pt idx="2771">
                  <c:v>0</c:v>
                </c:pt>
                <c:pt idx="2772">
                  <c:v>0</c:v>
                </c:pt>
                <c:pt idx="2773">
                  <c:v>0</c:v>
                </c:pt>
                <c:pt idx="2774">
                  <c:v>0</c:v>
                </c:pt>
                <c:pt idx="2775">
                  <c:v>0</c:v>
                </c:pt>
                <c:pt idx="2776">
                  <c:v>6.2391222339999999</c:v>
                </c:pt>
                <c:pt idx="2777">
                  <c:v>1.62705107</c:v>
                </c:pt>
                <c:pt idx="2778">
                  <c:v>7.8093912660000004</c:v>
                </c:pt>
                <c:pt idx="2779">
                  <c:v>3.8001506269999998</c:v>
                </c:pt>
                <c:pt idx="2780">
                  <c:v>0</c:v>
                </c:pt>
                <c:pt idx="2781">
                  <c:v>0</c:v>
                </c:pt>
                <c:pt idx="2782">
                  <c:v>0</c:v>
                </c:pt>
                <c:pt idx="2783">
                  <c:v>0</c:v>
                </c:pt>
                <c:pt idx="2784">
                  <c:v>0</c:v>
                </c:pt>
                <c:pt idx="2785">
                  <c:v>1.9328399999999999</c:v>
                </c:pt>
                <c:pt idx="2786">
                  <c:v>1.6727399999999999</c:v>
                </c:pt>
                <c:pt idx="2787">
                  <c:v>0</c:v>
                </c:pt>
                <c:pt idx="2788">
                  <c:v>0</c:v>
                </c:pt>
                <c:pt idx="2789">
                  <c:v>0</c:v>
                </c:pt>
                <c:pt idx="2790">
                  <c:v>1.4353625880000001</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10.835279999999999</c:v>
                </c:pt>
                <c:pt idx="2804">
                  <c:v>11.597242359999999</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2.0189927779999999</c:v>
                </c:pt>
                <c:pt idx="2828">
                  <c:v>5.7704623609999999</c:v>
                </c:pt>
                <c:pt idx="2829">
                  <c:v>7.3391400000000004</c:v>
                </c:pt>
                <c:pt idx="2830">
                  <c:v>6.56046</c:v>
                </c:pt>
                <c:pt idx="2831">
                  <c:v>0.27551542899999998</c:v>
                </c:pt>
                <c:pt idx="2832">
                  <c:v>0.215030956</c:v>
                </c:pt>
                <c:pt idx="2833">
                  <c:v>0.19036064899999999</c:v>
                </c:pt>
                <c:pt idx="2834">
                  <c:v>1.6544229989999999</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9.5830199999999994</c:v>
                </c:pt>
                <c:pt idx="2852">
                  <c:v>6.9299206489999996</c:v>
                </c:pt>
                <c:pt idx="2853">
                  <c:v>1.517824354</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9.3945129989999998</c:v>
                </c:pt>
                <c:pt idx="2876">
                  <c:v>5.4384571680000002</c:v>
                </c:pt>
                <c:pt idx="2877">
                  <c:v>0</c:v>
                </c:pt>
                <c:pt idx="2878">
                  <c:v>6.56541</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14.24342543</c:v>
                </c:pt>
                <c:pt idx="2900">
                  <c:v>6.8458252929999999</c:v>
                </c:pt>
                <c:pt idx="2901">
                  <c:v>8.4312212039999999</c:v>
                </c:pt>
                <c:pt idx="2902">
                  <c:v>7.720406809</c:v>
                </c:pt>
                <c:pt idx="2903">
                  <c:v>2.7835852929999998</c:v>
                </c:pt>
                <c:pt idx="2904">
                  <c:v>1.8327599999999999</c:v>
                </c:pt>
                <c:pt idx="2905">
                  <c:v>0</c:v>
                </c:pt>
                <c:pt idx="2906">
                  <c:v>0</c:v>
                </c:pt>
                <c:pt idx="2907">
                  <c:v>0</c:v>
                </c:pt>
                <c:pt idx="2908">
                  <c:v>1.4770799999999999</c:v>
                </c:pt>
                <c:pt idx="2909">
                  <c:v>0.249543657</c:v>
                </c:pt>
                <c:pt idx="2910">
                  <c:v>0</c:v>
                </c:pt>
                <c:pt idx="2911">
                  <c:v>0</c:v>
                </c:pt>
                <c:pt idx="2912">
                  <c:v>0</c:v>
                </c:pt>
                <c:pt idx="2913">
                  <c:v>0</c:v>
                </c:pt>
                <c:pt idx="2914">
                  <c:v>0</c:v>
                </c:pt>
                <c:pt idx="2915">
                  <c:v>0</c:v>
                </c:pt>
                <c:pt idx="2916">
                  <c:v>0</c:v>
                </c:pt>
                <c:pt idx="2917">
                  <c:v>0</c:v>
                </c:pt>
                <c:pt idx="2918">
                  <c:v>0</c:v>
                </c:pt>
                <c:pt idx="2919">
                  <c:v>0</c:v>
                </c:pt>
                <c:pt idx="2920">
                  <c:v>1.8708583839999999</c:v>
                </c:pt>
                <c:pt idx="2921">
                  <c:v>0</c:v>
                </c:pt>
                <c:pt idx="2922">
                  <c:v>10.62222409</c:v>
                </c:pt>
                <c:pt idx="2923">
                  <c:v>6.8749412039999998</c:v>
                </c:pt>
                <c:pt idx="2924">
                  <c:v>6.5107631640000001</c:v>
                </c:pt>
                <c:pt idx="2925">
                  <c:v>0</c:v>
                </c:pt>
                <c:pt idx="2926">
                  <c:v>0</c:v>
                </c:pt>
                <c:pt idx="2927">
                  <c:v>0.14116347100000001</c:v>
                </c:pt>
                <c:pt idx="2928">
                  <c:v>0</c:v>
                </c:pt>
                <c:pt idx="2929">
                  <c:v>0</c:v>
                </c:pt>
                <c:pt idx="2930">
                  <c:v>0</c:v>
                </c:pt>
                <c:pt idx="2931">
                  <c:v>0</c:v>
                </c:pt>
                <c:pt idx="2932">
                  <c:v>0.32465095599999999</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6.7681109560000001</c:v>
                </c:pt>
                <c:pt idx="2948">
                  <c:v>0</c:v>
                </c:pt>
                <c:pt idx="2949">
                  <c:v>0</c:v>
                </c:pt>
                <c:pt idx="2950">
                  <c:v>0</c:v>
                </c:pt>
                <c:pt idx="2951">
                  <c:v>0</c:v>
                </c:pt>
                <c:pt idx="2952">
                  <c:v>9.1390234000000001E-2</c:v>
                </c:pt>
                <c:pt idx="2953">
                  <c:v>1.447422999</c:v>
                </c:pt>
                <c:pt idx="2954">
                  <c:v>1.90242</c:v>
                </c:pt>
                <c:pt idx="2955">
                  <c:v>1.93743</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1.9863</c:v>
                </c:pt>
                <c:pt idx="2978">
                  <c:v>0</c:v>
                </c:pt>
                <c:pt idx="2979">
                  <c:v>1.1475</c:v>
                </c:pt>
                <c:pt idx="2980">
                  <c:v>0.36137542900000003</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9.9600956150000002</c:v>
                </c:pt>
                <c:pt idx="2995">
                  <c:v>10.06218</c:v>
                </c:pt>
                <c:pt idx="2996">
                  <c:v>11.260260000000001</c:v>
                </c:pt>
                <c:pt idx="2997">
                  <c:v>8.9442000000000004</c:v>
                </c:pt>
                <c:pt idx="2998">
                  <c:v>9.2337299999999995</c:v>
                </c:pt>
                <c:pt idx="2999">
                  <c:v>2.539766341</c:v>
                </c:pt>
                <c:pt idx="3000">
                  <c:v>0.81866542899999994</c:v>
                </c:pt>
                <c:pt idx="3001">
                  <c:v>0.58313095599999998</c:v>
                </c:pt>
                <c:pt idx="3002">
                  <c:v>1.2384209559999999</c:v>
                </c:pt>
                <c:pt idx="3003">
                  <c:v>0</c:v>
                </c:pt>
                <c:pt idx="3004">
                  <c:v>0</c:v>
                </c:pt>
                <c:pt idx="3005">
                  <c:v>1.6981697579999999</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8.2670399999999997</c:v>
                </c:pt>
                <c:pt idx="3020">
                  <c:v>3.9679284140000002</c:v>
                </c:pt>
                <c:pt idx="3021">
                  <c:v>0.62730289400000006</c:v>
                </c:pt>
                <c:pt idx="3022">
                  <c:v>6.2047302630000001</c:v>
                </c:pt>
                <c:pt idx="3023">
                  <c:v>0</c:v>
                </c:pt>
                <c:pt idx="3024">
                  <c:v>0</c:v>
                </c:pt>
                <c:pt idx="3025">
                  <c:v>0.923512361</c:v>
                </c:pt>
                <c:pt idx="3026">
                  <c:v>1.08945</c:v>
                </c:pt>
                <c:pt idx="3027">
                  <c:v>1.8935999999999999</c:v>
                </c:pt>
                <c:pt idx="3028">
                  <c:v>1.81809</c:v>
                </c:pt>
                <c:pt idx="3029">
                  <c:v>0</c:v>
                </c:pt>
                <c:pt idx="3030">
                  <c:v>0</c:v>
                </c:pt>
                <c:pt idx="3031">
                  <c:v>0</c:v>
                </c:pt>
                <c:pt idx="3032">
                  <c:v>0</c:v>
                </c:pt>
                <c:pt idx="3033">
                  <c:v>0</c:v>
                </c:pt>
                <c:pt idx="3034">
                  <c:v>0</c:v>
                </c:pt>
                <c:pt idx="3035">
                  <c:v>0</c:v>
                </c:pt>
                <c:pt idx="3036">
                  <c:v>0</c:v>
                </c:pt>
                <c:pt idx="3037">
                  <c:v>0</c:v>
                </c:pt>
                <c:pt idx="3038">
                  <c:v>0</c:v>
                </c:pt>
                <c:pt idx="3039">
                  <c:v>0</c:v>
                </c:pt>
                <c:pt idx="3040">
                  <c:v>4.2264700089999998</c:v>
                </c:pt>
                <c:pt idx="3041">
                  <c:v>3.8891149189999998</c:v>
                </c:pt>
                <c:pt idx="3042">
                  <c:v>9.6243693639999996</c:v>
                </c:pt>
                <c:pt idx="3043">
                  <c:v>10.887930000000001</c:v>
                </c:pt>
                <c:pt idx="3044">
                  <c:v>11.367089999999999</c:v>
                </c:pt>
                <c:pt idx="3045">
                  <c:v>3.8467552930000002</c:v>
                </c:pt>
                <c:pt idx="3046">
                  <c:v>1.9605592469999999</c:v>
                </c:pt>
                <c:pt idx="3047">
                  <c:v>0</c:v>
                </c:pt>
                <c:pt idx="3048">
                  <c:v>0</c:v>
                </c:pt>
                <c:pt idx="3049">
                  <c:v>0</c:v>
                </c:pt>
                <c:pt idx="3050">
                  <c:v>0</c:v>
                </c:pt>
                <c:pt idx="3051">
                  <c:v>0</c:v>
                </c:pt>
                <c:pt idx="3052">
                  <c:v>1.022336809</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0.47082198400000003</c:v>
                </c:pt>
                <c:pt idx="3068">
                  <c:v>5.6771354289999998</c:v>
                </c:pt>
                <c:pt idx="3069">
                  <c:v>6.9401954290000001</c:v>
                </c:pt>
                <c:pt idx="3070">
                  <c:v>8.5807168090000001</c:v>
                </c:pt>
                <c:pt idx="3071">
                  <c:v>2.3713306489999999</c:v>
                </c:pt>
                <c:pt idx="3072">
                  <c:v>0</c:v>
                </c:pt>
                <c:pt idx="3073">
                  <c:v>1.43577</c:v>
                </c:pt>
                <c:pt idx="3074">
                  <c:v>1.70397</c:v>
                </c:pt>
                <c:pt idx="3075">
                  <c:v>1.7403299999999999</c:v>
                </c:pt>
                <c:pt idx="3076">
                  <c:v>1.43946</c:v>
                </c:pt>
                <c:pt idx="3077">
                  <c:v>0</c:v>
                </c:pt>
                <c:pt idx="3078">
                  <c:v>0</c:v>
                </c:pt>
                <c:pt idx="3079">
                  <c:v>0</c:v>
                </c:pt>
                <c:pt idx="3080">
                  <c:v>0</c:v>
                </c:pt>
                <c:pt idx="3081">
                  <c:v>1.3557750070000001</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0.223748582</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1.9349099999999999</c:v>
                </c:pt>
                <c:pt idx="3123">
                  <c:v>1.4321023610000001</c:v>
                </c:pt>
                <c:pt idx="3124">
                  <c:v>1.6594199999999999</c:v>
                </c:pt>
                <c:pt idx="3125">
                  <c:v>1.789347367</c:v>
                </c:pt>
                <c:pt idx="3126">
                  <c:v>3.9983125049999999</c:v>
                </c:pt>
                <c:pt idx="3127">
                  <c:v>3.0273387089999999</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0.71229378200000004</c:v>
                </c:pt>
                <c:pt idx="3143">
                  <c:v>0</c:v>
                </c:pt>
                <c:pt idx="3144">
                  <c:v>0</c:v>
                </c:pt>
                <c:pt idx="3145">
                  <c:v>1.5093000000000001</c:v>
                </c:pt>
                <c:pt idx="3146">
                  <c:v>6.9325428999999994E-2</c:v>
                </c:pt>
                <c:pt idx="3147">
                  <c:v>1.2651300000000001</c:v>
                </c:pt>
                <c:pt idx="3148">
                  <c:v>0.47234542899999998</c:v>
                </c:pt>
                <c:pt idx="3149">
                  <c:v>1.7755784750000001</c:v>
                </c:pt>
                <c:pt idx="3150">
                  <c:v>0</c:v>
                </c:pt>
                <c:pt idx="3151">
                  <c:v>2.2202197959999999</c:v>
                </c:pt>
                <c:pt idx="3152">
                  <c:v>0</c:v>
                </c:pt>
                <c:pt idx="3153">
                  <c:v>0</c:v>
                </c:pt>
                <c:pt idx="3154">
                  <c:v>0</c:v>
                </c:pt>
                <c:pt idx="3155">
                  <c:v>0</c:v>
                </c:pt>
                <c:pt idx="3156">
                  <c:v>0</c:v>
                </c:pt>
                <c:pt idx="3157">
                  <c:v>0</c:v>
                </c:pt>
                <c:pt idx="3158">
                  <c:v>0</c:v>
                </c:pt>
                <c:pt idx="3159">
                  <c:v>0</c:v>
                </c:pt>
                <c:pt idx="3160">
                  <c:v>3.4548486020000002</c:v>
                </c:pt>
                <c:pt idx="3161">
                  <c:v>0</c:v>
                </c:pt>
                <c:pt idx="3162">
                  <c:v>0</c:v>
                </c:pt>
                <c:pt idx="3163">
                  <c:v>10.216123</c:v>
                </c:pt>
                <c:pt idx="3164">
                  <c:v>7.3021771680000001</c:v>
                </c:pt>
                <c:pt idx="3165">
                  <c:v>6.5820854290000002</c:v>
                </c:pt>
                <c:pt idx="3166">
                  <c:v>9.3544199999999993</c:v>
                </c:pt>
                <c:pt idx="3167">
                  <c:v>4.505712999</c:v>
                </c:pt>
                <c:pt idx="3168">
                  <c:v>0</c:v>
                </c:pt>
                <c:pt idx="3169">
                  <c:v>1.82619</c:v>
                </c:pt>
                <c:pt idx="3170">
                  <c:v>1.59138</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6.5517052930000004</c:v>
                </c:pt>
                <c:pt idx="3188">
                  <c:v>7.6425554289999997</c:v>
                </c:pt>
                <c:pt idx="3189">
                  <c:v>7.7623763410000004</c:v>
                </c:pt>
                <c:pt idx="3190">
                  <c:v>5.4896399999999996</c:v>
                </c:pt>
                <c:pt idx="3191">
                  <c:v>0</c:v>
                </c:pt>
                <c:pt idx="3192">
                  <c:v>0</c:v>
                </c:pt>
                <c:pt idx="3193">
                  <c:v>0</c:v>
                </c:pt>
                <c:pt idx="3194">
                  <c:v>1.68129</c:v>
                </c:pt>
                <c:pt idx="3195">
                  <c:v>0</c:v>
                </c:pt>
                <c:pt idx="3196">
                  <c:v>0</c:v>
                </c:pt>
                <c:pt idx="3197">
                  <c:v>0</c:v>
                </c:pt>
                <c:pt idx="3198">
                  <c:v>3.3287166159999999</c:v>
                </c:pt>
                <c:pt idx="3199">
                  <c:v>0</c:v>
                </c:pt>
                <c:pt idx="3200">
                  <c:v>0</c:v>
                </c:pt>
                <c:pt idx="3201">
                  <c:v>0</c:v>
                </c:pt>
                <c:pt idx="3202">
                  <c:v>0</c:v>
                </c:pt>
                <c:pt idx="3203">
                  <c:v>0</c:v>
                </c:pt>
                <c:pt idx="3204">
                  <c:v>0</c:v>
                </c:pt>
                <c:pt idx="3205">
                  <c:v>0</c:v>
                </c:pt>
                <c:pt idx="3206">
                  <c:v>0</c:v>
                </c:pt>
                <c:pt idx="3207">
                  <c:v>0</c:v>
                </c:pt>
                <c:pt idx="3208">
                  <c:v>3.6442687999999999</c:v>
                </c:pt>
                <c:pt idx="3209">
                  <c:v>2.6944607889999999</c:v>
                </c:pt>
                <c:pt idx="3210">
                  <c:v>10.84985927</c:v>
                </c:pt>
                <c:pt idx="3211">
                  <c:v>10.644030000000001</c:v>
                </c:pt>
                <c:pt idx="3212">
                  <c:v>10.71407681</c:v>
                </c:pt>
                <c:pt idx="3213">
                  <c:v>0</c:v>
                </c:pt>
                <c:pt idx="3214">
                  <c:v>0</c:v>
                </c:pt>
                <c:pt idx="3215">
                  <c:v>0</c:v>
                </c:pt>
                <c:pt idx="3216">
                  <c:v>0</c:v>
                </c:pt>
                <c:pt idx="3217">
                  <c:v>0</c:v>
                </c:pt>
                <c:pt idx="3218">
                  <c:v>0</c:v>
                </c:pt>
                <c:pt idx="3219">
                  <c:v>0</c:v>
                </c:pt>
                <c:pt idx="3220">
                  <c:v>0</c:v>
                </c:pt>
                <c:pt idx="3221">
                  <c:v>0.84337972800000005</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5.6879371680000004</c:v>
                </c:pt>
                <c:pt idx="3263">
                  <c:v>2.7772852929999998</c:v>
                </c:pt>
                <c:pt idx="3264">
                  <c:v>1.2379500000000001</c:v>
                </c:pt>
                <c:pt idx="3265">
                  <c:v>0.83219634099999995</c:v>
                </c:pt>
                <c:pt idx="3266">
                  <c:v>1.310966809</c:v>
                </c:pt>
                <c:pt idx="3267">
                  <c:v>1.4269499999999999</c:v>
                </c:pt>
                <c:pt idx="3268">
                  <c:v>0.96907299899999999</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1.7576099999999999</c:v>
                </c:pt>
                <c:pt idx="3291">
                  <c:v>1.105492361</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8.5267486869999995</c:v>
                </c:pt>
                <c:pt idx="3307">
                  <c:v>2.1578739389999999</c:v>
                </c:pt>
                <c:pt idx="3308">
                  <c:v>3.3007594839999999</c:v>
                </c:pt>
                <c:pt idx="3309">
                  <c:v>0</c:v>
                </c:pt>
                <c:pt idx="3310">
                  <c:v>0</c:v>
                </c:pt>
                <c:pt idx="3311">
                  <c:v>1.412773684</c:v>
                </c:pt>
                <c:pt idx="3312">
                  <c:v>0</c:v>
                </c:pt>
                <c:pt idx="3313">
                  <c:v>0</c:v>
                </c:pt>
                <c:pt idx="3314">
                  <c:v>0</c:v>
                </c:pt>
                <c:pt idx="3315">
                  <c:v>0.89313750000000003</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0.83740233100000006</c:v>
                </c:pt>
                <c:pt idx="3330">
                  <c:v>5.141790029</c:v>
                </c:pt>
                <c:pt idx="3331">
                  <c:v>8.3590199999999992</c:v>
                </c:pt>
                <c:pt idx="3332">
                  <c:v>0</c:v>
                </c:pt>
                <c:pt idx="3333">
                  <c:v>0</c:v>
                </c:pt>
                <c:pt idx="3334">
                  <c:v>0</c:v>
                </c:pt>
                <c:pt idx="3335">
                  <c:v>0</c:v>
                </c:pt>
                <c:pt idx="3336">
                  <c:v>0</c:v>
                </c:pt>
                <c:pt idx="3337">
                  <c:v>0</c:v>
                </c:pt>
                <c:pt idx="3338">
                  <c:v>1.81656</c:v>
                </c:pt>
                <c:pt idx="3339">
                  <c:v>0</c:v>
                </c:pt>
                <c:pt idx="3340">
                  <c:v>1.71018</c:v>
                </c:pt>
                <c:pt idx="3341">
                  <c:v>0.99087576799999999</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7.0424752929999999</c:v>
                </c:pt>
                <c:pt idx="3358">
                  <c:v>0</c:v>
                </c:pt>
                <c:pt idx="3359">
                  <c:v>0</c:v>
                </c:pt>
                <c:pt idx="3360">
                  <c:v>0</c:v>
                </c:pt>
                <c:pt idx="3361">
                  <c:v>0</c:v>
                </c:pt>
                <c:pt idx="3362">
                  <c:v>0</c:v>
                </c:pt>
                <c:pt idx="3363">
                  <c:v>1.7999099999999999</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2.0294111639999999</c:v>
                </c:pt>
                <c:pt idx="3379">
                  <c:v>0</c:v>
                </c:pt>
                <c:pt idx="3380">
                  <c:v>6.3717300000000003</c:v>
                </c:pt>
                <c:pt idx="3381">
                  <c:v>0</c:v>
                </c:pt>
                <c:pt idx="3382">
                  <c:v>0</c:v>
                </c:pt>
                <c:pt idx="3383">
                  <c:v>0</c:v>
                </c:pt>
                <c:pt idx="3384">
                  <c:v>0</c:v>
                </c:pt>
                <c:pt idx="3385">
                  <c:v>0</c:v>
                </c:pt>
                <c:pt idx="3386">
                  <c:v>0</c:v>
                </c:pt>
                <c:pt idx="3387">
                  <c:v>1.52721</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10.04658538</c:v>
                </c:pt>
                <c:pt idx="3406">
                  <c:v>3.032037168</c:v>
                </c:pt>
                <c:pt idx="3407">
                  <c:v>4.6635509559999999</c:v>
                </c:pt>
                <c:pt idx="3408">
                  <c:v>0</c:v>
                </c:pt>
                <c:pt idx="3409">
                  <c:v>0</c:v>
                </c:pt>
                <c:pt idx="3410">
                  <c:v>0</c:v>
                </c:pt>
                <c:pt idx="3411">
                  <c:v>0.32816542900000001</c:v>
                </c:pt>
                <c:pt idx="3412">
                  <c:v>0</c:v>
                </c:pt>
                <c:pt idx="3413">
                  <c:v>0</c:v>
                </c:pt>
                <c:pt idx="3414">
                  <c:v>0</c:v>
                </c:pt>
                <c:pt idx="3415">
                  <c:v>0.54104725399999998</c:v>
                </c:pt>
                <c:pt idx="3416">
                  <c:v>0</c:v>
                </c:pt>
                <c:pt idx="3417">
                  <c:v>0</c:v>
                </c:pt>
                <c:pt idx="3418">
                  <c:v>0</c:v>
                </c:pt>
                <c:pt idx="3419">
                  <c:v>0</c:v>
                </c:pt>
                <c:pt idx="3420">
                  <c:v>0</c:v>
                </c:pt>
                <c:pt idx="3421">
                  <c:v>0</c:v>
                </c:pt>
                <c:pt idx="3422">
                  <c:v>1.825922209</c:v>
                </c:pt>
                <c:pt idx="3423">
                  <c:v>0</c:v>
                </c:pt>
                <c:pt idx="3424">
                  <c:v>0</c:v>
                </c:pt>
                <c:pt idx="3425">
                  <c:v>0</c:v>
                </c:pt>
                <c:pt idx="3426">
                  <c:v>0</c:v>
                </c:pt>
                <c:pt idx="3427">
                  <c:v>0</c:v>
                </c:pt>
                <c:pt idx="3428">
                  <c:v>0</c:v>
                </c:pt>
                <c:pt idx="3429">
                  <c:v>2.222918414</c:v>
                </c:pt>
                <c:pt idx="3430">
                  <c:v>0</c:v>
                </c:pt>
                <c:pt idx="3431">
                  <c:v>0</c:v>
                </c:pt>
                <c:pt idx="3432">
                  <c:v>0</c:v>
                </c:pt>
                <c:pt idx="3433">
                  <c:v>0</c:v>
                </c:pt>
                <c:pt idx="3434">
                  <c:v>0.82946680900000003</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5.1594693639999996</c:v>
                </c:pt>
                <c:pt idx="3452">
                  <c:v>8.7416099999999997</c:v>
                </c:pt>
                <c:pt idx="3453">
                  <c:v>8.0180206490000003</c:v>
                </c:pt>
                <c:pt idx="3454">
                  <c:v>6.9311023609999998</c:v>
                </c:pt>
                <c:pt idx="3455">
                  <c:v>3.8232900000000001</c:v>
                </c:pt>
                <c:pt idx="3456">
                  <c:v>1.6466400000000001</c:v>
                </c:pt>
                <c:pt idx="3457">
                  <c:v>1.6985699999999999</c:v>
                </c:pt>
                <c:pt idx="3458">
                  <c:v>0</c:v>
                </c:pt>
                <c:pt idx="3459">
                  <c:v>0</c:v>
                </c:pt>
                <c:pt idx="3460">
                  <c:v>0</c:v>
                </c:pt>
                <c:pt idx="3461">
                  <c:v>0</c:v>
                </c:pt>
                <c:pt idx="3462">
                  <c:v>2.7643421699999999</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2.6986075309999999</c:v>
                </c:pt>
                <c:pt idx="3476">
                  <c:v>0</c:v>
                </c:pt>
                <c:pt idx="3477">
                  <c:v>4.8662534710000003</c:v>
                </c:pt>
                <c:pt idx="3478">
                  <c:v>4.5366702339999998</c:v>
                </c:pt>
                <c:pt idx="3479">
                  <c:v>4.10616</c:v>
                </c:pt>
                <c:pt idx="3480">
                  <c:v>0.65088000000000001</c:v>
                </c:pt>
                <c:pt idx="3481">
                  <c:v>1.5549299999999999</c:v>
                </c:pt>
                <c:pt idx="3482">
                  <c:v>0</c:v>
                </c:pt>
                <c:pt idx="3483">
                  <c:v>0</c:v>
                </c:pt>
                <c:pt idx="3484">
                  <c:v>2.1240000000000001</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2.4792571680000002</c:v>
                </c:pt>
                <c:pt idx="3502">
                  <c:v>2.3971771679999998</c:v>
                </c:pt>
                <c:pt idx="3503">
                  <c:v>2.3957099999999998</c:v>
                </c:pt>
                <c:pt idx="3504">
                  <c:v>0</c:v>
                </c:pt>
                <c:pt idx="3505">
                  <c:v>1.7019899999999999</c:v>
                </c:pt>
                <c:pt idx="3506">
                  <c:v>2.32335</c:v>
                </c:pt>
                <c:pt idx="3507">
                  <c:v>1.65465</c:v>
                </c:pt>
                <c:pt idx="3508">
                  <c:v>1.09548</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1.891218668</c:v>
                </c:pt>
                <c:pt idx="3523">
                  <c:v>8.2071287809999998</c:v>
                </c:pt>
                <c:pt idx="3524">
                  <c:v>8.3584109560000002</c:v>
                </c:pt>
                <c:pt idx="3525">
                  <c:v>4.6879602340000002</c:v>
                </c:pt>
                <c:pt idx="3526">
                  <c:v>0.63793706400000005</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9.8688599999999997</c:v>
                </c:pt>
                <c:pt idx="3550">
                  <c:v>6.4307806489999999</c:v>
                </c:pt>
                <c:pt idx="3551">
                  <c:v>3.1149900000000001</c:v>
                </c:pt>
                <c:pt idx="3552">
                  <c:v>0</c:v>
                </c:pt>
                <c:pt idx="3553">
                  <c:v>0</c:v>
                </c:pt>
                <c:pt idx="3554">
                  <c:v>0</c:v>
                </c:pt>
                <c:pt idx="3555">
                  <c:v>0</c:v>
                </c:pt>
                <c:pt idx="3556">
                  <c:v>0.27838064899999998</c:v>
                </c:pt>
                <c:pt idx="3557">
                  <c:v>0.48932853799999998</c:v>
                </c:pt>
                <c:pt idx="3558">
                  <c:v>0</c:v>
                </c:pt>
                <c:pt idx="3559">
                  <c:v>0</c:v>
                </c:pt>
                <c:pt idx="3560">
                  <c:v>0</c:v>
                </c:pt>
                <c:pt idx="3561">
                  <c:v>0</c:v>
                </c:pt>
                <c:pt idx="3562">
                  <c:v>0</c:v>
                </c:pt>
                <c:pt idx="3563">
                  <c:v>0</c:v>
                </c:pt>
                <c:pt idx="3564">
                  <c:v>0</c:v>
                </c:pt>
                <c:pt idx="3565">
                  <c:v>0</c:v>
                </c:pt>
                <c:pt idx="3566">
                  <c:v>0</c:v>
                </c:pt>
                <c:pt idx="3567">
                  <c:v>0</c:v>
                </c:pt>
                <c:pt idx="3568">
                  <c:v>0</c:v>
                </c:pt>
                <c:pt idx="3569">
                  <c:v>2.0610073340000001</c:v>
                </c:pt>
                <c:pt idx="3570">
                  <c:v>4.8223554650000002</c:v>
                </c:pt>
                <c:pt idx="3571">
                  <c:v>7.1226349349999998</c:v>
                </c:pt>
                <c:pt idx="3572">
                  <c:v>9.0970853760000008</c:v>
                </c:pt>
                <c:pt idx="3573">
                  <c:v>4.3013808429999996</c:v>
                </c:pt>
                <c:pt idx="3574">
                  <c:v>1.3348127780000001</c:v>
                </c:pt>
                <c:pt idx="3575">
                  <c:v>3.5628299999999999</c:v>
                </c:pt>
                <c:pt idx="3576">
                  <c:v>0.115030649</c:v>
                </c:pt>
                <c:pt idx="3577">
                  <c:v>1.4811300000000001</c:v>
                </c:pt>
                <c:pt idx="3578">
                  <c:v>0.77580000000000005</c:v>
                </c:pt>
                <c:pt idx="3579">
                  <c:v>1.5474600000000001</c:v>
                </c:pt>
                <c:pt idx="3580">
                  <c:v>0.63893236099999995</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0.81796234800000001</c:v>
                </c:pt>
                <c:pt idx="3596">
                  <c:v>5.853476648</c:v>
                </c:pt>
                <c:pt idx="3597">
                  <c:v>4.1073782000000003E-2</c:v>
                </c:pt>
                <c:pt idx="3598">
                  <c:v>5.4174600000000002</c:v>
                </c:pt>
                <c:pt idx="3599">
                  <c:v>4.5431999999999997</c:v>
                </c:pt>
                <c:pt idx="3600">
                  <c:v>0.69440634099999998</c:v>
                </c:pt>
                <c:pt idx="3601">
                  <c:v>0</c:v>
                </c:pt>
                <c:pt idx="3602">
                  <c:v>0</c:v>
                </c:pt>
                <c:pt idx="3603">
                  <c:v>0</c:v>
                </c:pt>
                <c:pt idx="3604">
                  <c:v>0.55109542899999997</c:v>
                </c:pt>
                <c:pt idx="3605">
                  <c:v>0.47074611199999999</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0.52105271399999997</c:v>
                </c:pt>
                <c:pt idx="3620">
                  <c:v>0</c:v>
                </c:pt>
                <c:pt idx="3621">
                  <c:v>0</c:v>
                </c:pt>
                <c:pt idx="3622">
                  <c:v>1.7256431640000001</c:v>
                </c:pt>
                <c:pt idx="3623">
                  <c:v>0</c:v>
                </c:pt>
                <c:pt idx="3624">
                  <c:v>1.1582529989999999</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0.47530064900000002</c:v>
                </c:pt>
                <c:pt idx="3651">
                  <c:v>0</c:v>
                </c:pt>
                <c:pt idx="3652">
                  <c:v>0.57287095600000004</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8.4747716640000004</c:v>
                </c:pt>
                <c:pt idx="3668">
                  <c:v>7.7639654289999998</c:v>
                </c:pt>
                <c:pt idx="3669">
                  <c:v>3.8676266479999999</c:v>
                </c:pt>
                <c:pt idx="3670">
                  <c:v>6.4404000000000003</c:v>
                </c:pt>
                <c:pt idx="3671">
                  <c:v>0</c:v>
                </c:pt>
                <c:pt idx="3672">
                  <c:v>0</c:v>
                </c:pt>
                <c:pt idx="3673">
                  <c:v>0.71543680899999995</c:v>
                </c:pt>
                <c:pt idx="3674">
                  <c:v>0</c:v>
                </c:pt>
                <c:pt idx="3675">
                  <c:v>1.2806999999999999</c:v>
                </c:pt>
                <c:pt idx="3676">
                  <c:v>0</c:v>
                </c:pt>
                <c:pt idx="3677">
                  <c:v>1.9512061220000001</c:v>
                </c:pt>
                <c:pt idx="3678">
                  <c:v>0</c:v>
                </c:pt>
                <c:pt idx="3679">
                  <c:v>0</c:v>
                </c:pt>
                <c:pt idx="3680">
                  <c:v>0</c:v>
                </c:pt>
                <c:pt idx="3681">
                  <c:v>0</c:v>
                </c:pt>
                <c:pt idx="3682">
                  <c:v>0</c:v>
                </c:pt>
                <c:pt idx="3683">
                  <c:v>0</c:v>
                </c:pt>
                <c:pt idx="3684">
                  <c:v>0</c:v>
                </c:pt>
                <c:pt idx="3685">
                  <c:v>0</c:v>
                </c:pt>
                <c:pt idx="3686">
                  <c:v>0</c:v>
                </c:pt>
                <c:pt idx="3687">
                  <c:v>0</c:v>
                </c:pt>
                <c:pt idx="3688">
                  <c:v>0</c:v>
                </c:pt>
                <c:pt idx="3689">
                  <c:v>3.2411454239999999</c:v>
                </c:pt>
                <c:pt idx="3690">
                  <c:v>2.8014801359999999</c:v>
                </c:pt>
                <c:pt idx="3691">
                  <c:v>8.5197760369999997</c:v>
                </c:pt>
                <c:pt idx="3692">
                  <c:v>0</c:v>
                </c:pt>
                <c:pt idx="3693">
                  <c:v>0</c:v>
                </c:pt>
                <c:pt idx="3694">
                  <c:v>0</c:v>
                </c:pt>
                <c:pt idx="3695">
                  <c:v>0</c:v>
                </c:pt>
                <c:pt idx="3696">
                  <c:v>0</c:v>
                </c:pt>
                <c:pt idx="3697">
                  <c:v>0</c:v>
                </c:pt>
                <c:pt idx="3698">
                  <c:v>0</c:v>
                </c:pt>
                <c:pt idx="3699">
                  <c:v>0.90022368399999997</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3.9931758589999999</c:v>
                </c:pt>
                <c:pt idx="3715">
                  <c:v>0</c:v>
                </c:pt>
                <c:pt idx="3716">
                  <c:v>0</c:v>
                </c:pt>
                <c:pt idx="3717">
                  <c:v>0</c:v>
                </c:pt>
                <c:pt idx="3718">
                  <c:v>0</c:v>
                </c:pt>
                <c:pt idx="3719">
                  <c:v>0</c:v>
                </c:pt>
                <c:pt idx="3720">
                  <c:v>0</c:v>
                </c:pt>
                <c:pt idx="3721">
                  <c:v>1.1107800000000001</c:v>
                </c:pt>
                <c:pt idx="3722">
                  <c:v>0.22196095599999999</c:v>
                </c:pt>
                <c:pt idx="3723">
                  <c:v>0</c:v>
                </c:pt>
                <c:pt idx="3724">
                  <c:v>0</c:v>
                </c:pt>
                <c:pt idx="3725">
                  <c:v>0</c:v>
                </c:pt>
                <c:pt idx="3726">
                  <c:v>0</c:v>
                </c:pt>
                <c:pt idx="3727">
                  <c:v>0</c:v>
                </c:pt>
                <c:pt idx="3728">
                  <c:v>0</c:v>
                </c:pt>
                <c:pt idx="3729">
                  <c:v>1.7402893880000001</c:v>
                </c:pt>
                <c:pt idx="3730">
                  <c:v>0</c:v>
                </c:pt>
                <c:pt idx="3731">
                  <c:v>0</c:v>
                </c:pt>
                <c:pt idx="3732">
                  <c:v>0</c:v>
                </c:pt>
                <c:pt idx="3733">
                  <c:v>0</c:v>
                </c:pt>
                <c:pt idx="3734">
                  <c:v>0</c:v>
                </c:pt>
                <c:pt idx="3735">
                  <c:v>0</c:v>
                </c:pt>
                <c:pt idx="3736">
                  <c:v>3.610344215</c:v>
                </c:pt>
                <c:pt idx="3737">
                  <c:v>0</c:v>
                </c:pt>
                <c:pt idx="3738">
                  <c:v>7.2727071140000001</c:v>
                </c:pt>
                <c:pt idx="3739">
                  <c:v>7.9395681400000004</c:v>
                </c:pt>
                <c:pt idx="3740">
                  <c:v>5.4935999999999998</c:v>
                </c:pt>
                <c:pt idx="3741">
                  <c:v>6.5547000000000004</c:v>
                </c:pt>
                <c:pt idx="3742">
                  <c:v>6.2184600000000003</c:v>
                </c:pt>
                <c:pt idx="3743">
                  <c:v>0.38819716799999998</c:v>
                </c:pt>
                <c:pt idx="3744">
                  <c:v>1.56033</c:v>
                </c:pt>
                <c:pt idx="3745">
                  <c:v>0</c:v>
                </c:pt>
                <c:pt idx="3746">
                  <c:v>1.1958299999999999</c:v>
                </c:pt>
                <c:pt idx="3747">
                  <c:v>0</c:v>
                </c:pt>
                <c:pt idx="3748">
                  <c:v>0.88056000000000001</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3.7636554019999999</c:v>
                </c:pt>
                <c:pt idx="3786">
                  <c:v>0</c:v>
                </c:pt>
                <c:pt idx="3787">
                  <c:v>8.7668852840000007</c:v>
                </c:pt>
                <c:pt idx="3788">
                  <c:v>13.05326681</c:v>
                </c:pt>
                <c:pt idx="3789">
                  <c:v>6.6325331639999998</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11.005380000000001</c:v>
                </c:pt>
                <c:pt idx="3813">
                  <c:v>10.35731236</c:v>
                </c:pt>
                <c:pt idx="3814">
                  <c:v>1.991519247</c:v>
                </c:pt>
                <c:pt idx="3815">
                  <c:v>2.8533599999999999</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3.0790813529999999</c:v>
                </c:pt>
                <c:pt idx="3834">
                  <c:v>0</c:v>
                </c:pt>
                <c:pt idx="3835">
                  <c:v>0</c:v>
                </c:pt>
                <c:pt idx="3836">
                  <c:v>0</c:v>
                </c:pt>
                <c:pt idx="3837">
                  <c:v>1.0145799360000001</c:v>
                </c:pt>
                <c:pt idx="3838">
                  <c:v>3.9012866480000001</c:v>
                </c:pt>
                <c:pt idx="3839">
                  <c:v>4.0411463410000001</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9.4467599999999994</c:v>
                </c:pt>
                <c:pt idx="3861">
                  <c:v>7.2543823610000002</c:v>
                </c:pt>
                <c:pt idx="3862">
                  <c:v>2.203947168</c:v>
                </c:pt>
                <c:pt idx="3863">
                  <c:v>0</c:v>
                </c:pt>
                <c:pt idx="3864">
                  <c:v>0</c:v>
                </c:pt>
                <c:pt idx="3865">
                  <c:v>0</c:v>
                </c:pt>
                <c:pt idx="3866">
                  <c:v>1.97451</c:v>
                </c:pt>
                <c:pt idx="3867">
                  <c:v>1.6164000000000001</c:v>
                </c:pt>
                <c:pt idx="3868">
                  <c:v>0.35268529300000001</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4.6757107019999999</c:v>
                </c:pt>
                <c:pt idx="3884">
                  <c:v>5.7969255710000001</c:v>
                </c:pt>
                <c:pt idx="3885">
                  <c:v>2.5430392469999998</c:v>
                </c:pt>
                <c:pt idx="3886">
                  <c:v>7.8855952929999997</c:v>
                </c:pt>
                <c:pt idx="3887">
                  <c:v>3.0055499999999999</c:v>
                </c:pt>
                <c:pt idx="3888">
                  <c:v>0</c:v>
                </c:pt>
                <c:pt idx="3889">
                  <c:v>1.294692999</c:v>
                </c:pt>
                <c:pt idx="3890">
                  <c:v>1.33056</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6.458780956</c:v>
                </c:pt>
                <c:pt idx="3909">
                  <c:v>5.4201266480000001</c:v>
                </c:pt>
                <c:pt idx="3910">
                  <c:v>2.6927327779999999</c:v>
                </c:pt>
                <c:pt idx="3911">
                  <c:v>0</c:v>
                </c:pt>
                <c:pt idx="3912">
                  <c:v>0.105940649</c:v>
                </c:pt>
                <c:pt idx="3913">
                  <c:v>0</c:v>
                </c:pt>
                <c:pt idx="3914">
                  <c:v>0</c:v>
                </c:pt>
                <c:pt idx="3915">
                  <c:v>0.20450095600000001</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4.8888255709999999</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4.685876081</c:v>
                </c:pt>
                <c:pt idx="3955">
                  <c:v>6.8924857639999999</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2.763498035</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1.3317300000000001</c:v>
                </c:pt>
                <c:pt idx="4009">
                  <c:v>0.485380649</c:v>
                </c:pt>
                <c:pt idx="4010">
                  <c:v>1.5785100000000001</c:v>
                </c:pt>
                <c:pt idx="4011">
                  <c:v>1.7839799999999999</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1.54071</c:v>
                </c:pt>
                <c:pt idx="4058">
                  <c:v>0.204635293</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3.6462699359999999</c:v>
                </c:pt>
                <c:pt idx="4077">
                  <c:v>9.9191699999999994</c:v>
                </c:pt>
                <c:pt idx="4078">
                  <c:v>4.1260608430000003</c:v>
                </c:pt>
                <c:pt idx="4079">
                  <c:v>4.8789899999999999</c:v>
                </c:pt>
                <c:pt idx="4080">
                  <c:v>0</c:v>
                </c:pt>
                <c:pt idx="4081">
                  <c:v>1.4716329990000001</c:v>
                </c:pt>
                <c:pt idx="4082">
                  <c:v>0.23078542899999999</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2.201840024</c:v>
                </c:pt>
                <c:pt idx="4099">
                  <c:v>5.6732690540000004</c:v>
                </c:pt>
                <c:pt idx="4100">
                  <c:v>7.9184700000000001</c:v>
                </c:pt>
                <c:pt idx="4101">
                  <c:v>0</c:v>
                </c:pt>
                <c:pt idx="4102">
                  <c:v>5.5367100000000002</c:v>
                </c:pt>
                <c:pt idx="4103">
                  <c:v>0</c:v>
                </c:pt>
                <c:pt idx="4104">
                  <c:v>0</c:v>
                </c:pt>
                <c:pt idx="4105">
                  <c:v>1.71567</c:v>
                </c:pt>
                <c:pt idx="4106">
                  <c:v>1.7346600000000001</c:v>
                </c:pt>
                <c:pt idx="4107">
                  <c:v>1.9601999999999999</c:v>
                </c:pt>
                <c:pt idx="4108">
                  <c:v>1.03356</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8.0556470640000004</c:v>
                </c:pt>
                <c:pt idx="4125">
                  <c:v>10.055023</c:v>
                </c:pt>
                <c:pt idx="4126">
                  <c:v>8.9411802340000008</c:v>
                </c:pt>
                <c:pt idx="4127">
                  <c:v>4.5497699999999996</c:v>
                </c:pt>
                <c:pt idx="4128">
                  <c:v>0</c:v>
                </c:pt>
                <c:pt idx="4129">
                  <c:v>0</c:v>
                </c:pt>
                <c:pt idx="4130">
                  <c:v>0.26381680899999999</c:v>
                </c:pt>
                <c:pt idx="4131">
                  <c:v>1.3535999999999999</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2.054191984</c:v>
                </c:pt>
                <c:pt idx="4150">
                  <c:v>0</c:v>
                </c:pt>
                <c:pt idx="4151">
                  <c:v>0</c:v>
                </c:pt>
                <c:pt idx="4152">
                  <c:v>0</c:v>
                </c:pt>
                <c:pt idx="4153">
                  <c:v>2.1095999999999999</c:v>
                </c:pt>
                <c:pt idx="4154">
                  <c:v>1.8020700000000001</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0.26796642999999998</c:v>
                </c:pt>
                <c:pt idx="4172">
                  <c:v>7.3633499999999996</c:v>
                </c:pt>
                <c:pt idx="4173">
                  <c:v>4.8367112040000002</c:v>
                </c:pt>
                <c:pt idx="4174">
                  <c:v>7.5448154289999998</c:v>
                </c:pt>
                <c:pt idx="4175">
                  <c:v>3.9013200000000001</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1.11771</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1.2875829990000001</c:v>
                </c:pt>
                <c:pt idx="4228">
                  <c:v>0</c:v>
                </c:pt>
                <c:pt idx="4229">
                  <c:v>1.4326254730000001</c:v>
                </c:pt>
                <c:pt idx="4230">
                  <c:v>2.2259377090000001</c:v>
                </c:pt>
                <c:pt idx="4231">
                  <c:v>2.7991543139999999</c:v>
                </c:pt>
                <c:pt idx="4232">
                  <c:v>0</c:v>
                </c:pt>
                <c:pt idx="4233">
                  <c:v>0</c:v>
                </c:pt>
                <c:pt idx="4234">
                  <c:v>0</c:v>
                </c:pt>
                <c:pt idx="4235">
                  <c:v>0</c:v>
                </c:pt>
                <c:pt idx="4236">
                  <c:v>0</c:v>
                </c:pt>
                <c:pt idx="4237">
                  <c:v>0</c:v>
                </c:pt>
                <c:pt idx="4238">
                  <c:v>0</c:v>
                </c:pt>
                <c:pt idx="4239">
                  <c:v>0.56053194799999995</c:v>
                </c:pt>
                <c:pt idx="4240">
                  <c:v>0</c:v>
                </c:pt>
                <c:pt idx="4241">
                  <c:v>6.7408869459999998</c:v>
                </c:pt>
                <c:pt idx="4242">
                  <c:v>0</c:v>
                </c:pt>
                <c:pt idx="4243">
                  <c:v>3.8599781430000002</c:v>
                </c:pt>
                <c:pt idx="4244">
                  <c:v>11.030242360000001</c:v>
                </c:pt>
                <c:pt idx="4245">
                  <c:v>0</c:v>
                </c:pt>
                <c:pt idx="4246">
                  <c:v>3.744472778</c:v>
                </c:pt>
                <c:pt idx="4247">
                  <c:v>5.2013699999999998</c:v>
                </c:pt>
                <c:pt idx="4248">
                  <c:v>0</c:v>
                </c:pt>
                <c:pt idx="4249">
                  <c:v>0</c:v>
                </c:pt>
                <c:pt idx="4250">
                  <c:v>1.6893899999999999</c:v>
                </c:pt>
                <c:pt idx="4251">
                  <c:v>1.8560700000000001</c:v>
                </c:pt>
                <c:pt idx="4252">
                  <c:v>1.52271</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2.743243471</c:v>
                </c:pt>
                <c:pt idx="4270">
                  <c:v>6.959800649</c:v>
                </c:pt>
                <c:pt idx="4271">
                  <c:v>0</c:v>
                </c:pt>
                <c:pt idx="4272">
                  <c:v>0</c:v>
                </c:pt>
                <c:pt idx="4273">
                  <c:v>0</c:v>
                </c:pt>
                <c:pt idx="4274">
                  <c:v>0</c:v>
                </c:pt>
                <c:pt idx="4275">
                  <c:v>1.68615</c:v>
                </c:pt>
                <c:pt idx="4276">
                  <c:v>0.31790095600000001</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8.21556</c:v>
                </c:pt>
                <c:pt idx="4293">
                  <c:v>2.3399208429999998</c:v>
                </c:pt>
                <c:pt idx="4294">
                  <c:v>6.6420254290000003</c:v>
                </c:pt>
                <c:pt idx="4295">
                  <c:v>0</c:v>
                </c:pt>
                <c:pt idx="4296">
                  <c:v>0</c:v>
                </c:pt>
                <c:pt idx="4297">
                  <c:v>0</c:v>
                </c:pt>
                <c:pt idx="4298">
                  <c:v>1.225736809</c:v>
                </c:pt>
                <c:pt idx="4299">
                  <c:v>1.5103168090000001</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4.5830013110000003</c:v>
                </c:pt>
                <c:pt idx="4316">
                  <c:v>0</c:v>
                </c:pt>
                <c:pt idx="4317">
                  <c:v>8.5254300000000001</c:v>
                </c:pt>
                <c:pt idx="4318">
                  <c:v>7.6871700000000001</c:v>
                </c:pt>
                <c:pt idx="4319">
                  <c:v>0</c:v>
                </c:pt>
                <c:pt idx="4320">
                  <c:v>0</c:v>
                </c:pt>
                <c:pt idx="4321">
                  <c:v>0</c:v>
                </c:pt>
                <c:pt idx="4322">
                  <c:v>0</c:v>
                </c:pt>
                <c:pt idx="4323">
                  <c:v>0</c:v>
                </c:pt>
                <c:pt idx="4324">
                  <c:v>0</c:v>
                </c:pt>
                <c:pt idx="4325">
                  <c:v>0</c:v>
                </c:pt>
                <c:pt idx="4326">
                  <c:v>2.5414187539999999</c:v>
                </c:pt>
                <c:pt idx="4327">
                  <c:v>2.2722760430000002</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0.92063716799999995</c:v>
                </c:pt>
                <c:pt idx="4389">
                  <c:v>7.0239599999999998</c:v>
                </c:pt>
                <c:pt idx="4390">
                  <c:v>0.61454120400000001</c:v>
                </c:pt>
                <c:pt idx="4391">
                  <c:v>0</c:v>
                </c:pt>
                <c:pt idx="4392">
                  <c:v>0</c:v>
                </c:pt>
                <c:pt idx="4393">
                  <c:v>0</c:v>
                </c:pt>
                <c:pt idx="4394">
                  <c:v>0</c:v>
                </c:pt>
                <c:pt idx="4395">
                  <c:v>0.49205680899999998</c:v>
                </c:pt>
                <c:pt idx="4396">
                  <c:v>1.7751600000000001</c:v>
                </c:pt>
                <c:pt idx="4397">
                  <c:v>1.5603409420000001</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2.5082743540000001</c:v>
                </c:pt>
                <c:pt idx="4437">
                  <c:v>9.7523355709999997</c:v>
                </c:pt>
                <c:pt idx="4438">
                  <c:v>3.7811692469999998</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1.8053999999999999</c:v>
                </c:pt>
                <c:pt idx="4465">
                  <c:v>1.7978400000000001</c:v>
                </c:pt>
                <c:pt idx="4466">
                  <c:v>1.359112361</c:v>
                </c:pt>
                <c:pt idx="4467">
                  <c:v>1.81368</c:v>
                </c:pt>
                <c:pt idx="4468">
                  <c:v>1.9535400000000001</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4.0334769320000001</c:v>
                </c:pt>
                <c:pt idx="4483">
                  <c:v>0.526601086</c:v>
                </c:pt>
                <c:pt idx="4484">
                  <c:v>0</c:v>
                </c:pt>
                <c:pt idx="4485">
                  <c:v>0</c:v>
                </c:pt>
                <c:pt idx="4486">
                  <c:v>0</c:v>
                </c:pt>
                <c:pt idx="4487">
                  <c:v>0</c:v>
                </c:pt>
                <c:pt idx="4488">
                  <c:v>0</c:v>
                </c:pt>
                <c:pt idx="4489">
                  <c:v>0</c:v>
                </c:pt>
                <c:pt idx="4490">
                  <c:v>0</c:v>
                </c:pt>
                <c:pt idx="4491">
                  <c:v>0</c:v>
                </c:pt>
                <c:pt idx="4492">
                  <c:v>1.0073968090000001</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8.2926864980000001</c:v>
                </c:pt>
                <c:pt idx="4508">
                  <c:v>1.0650582200000001</c:v>
                </c:pt>
                <c:pt idx="4509">
                  <c:v>0</c:v>
                </c:pt>
                <c:pt idx="4510">
                  <c:v>0</c:v>
                </c:pt>
                <c:pt idx="4511">
                  <c:v>0</c:v>
                </c:pt>
                <c:pt idx="4512">
                  <c:v>0</c:v>
                </c:pt>
                <c:pt idx="4513">
                  <c:v>0</c:v>
                </c:pt>
                <c:pt idx="4514">
                  <c:v>0</c:v>
                </c:pt>
                <c:pt idx="4515">
                  <c:v>1.4199299999999999</c:v>
                </c:pt>
                <c:pt idx="4516">
                  <c:v>1.3166100000000001</c:v>
                </c:pt>
                <c:pt idx="4517">
                  <c:v>0</c:v>
                </c:pt>
                <c:pt idx="4518">
                  <c:v>0.43120277400000001</c:v>
                </c:pt>
                <c:pt idx="4519">
                  <c:v>0.31045043</c:v>
                </c:pt>
                <c:pt idx="4520">
                  <c:v>0</c:v>
                </c:pt>
                <c:pt idx="4521">
                  <c:v>0</c:v>
                </c:pt>
                <c:pt idx="4522">
                  <c:v>0</c:v>
                </c:pt>
                <c:pt idx="4523">
                  <c:v>0</c:v>
                </c:pt>
                <c:pt idx="4524">
                  <c:v>0</c:v>
                </c:pt>
                <c:pt idx="4525">
                  <c:v>0</c:v>
                </c:pt>
                <c:pt idx="4526">
                  <c:v>0</c:v>
                </c:pt>
                <c:pt idx="4527">
                  <c:v>0</c:v>
                </c:pt>
                <c:pt idx="4528">
                  <c:v>0</c:v>
                </c:pt>
                <c:pt idx="4529">
                  <c:v>6.9566010519999999</c:v>
                </c:pt>
                <c:pt idx="4530">
                  <c:v>7.576268615</c:v>
                </c:pt>
                <c:pt idx="4531">
                  <c:v>7.192151569</c:v>
                </c:pt>
                <c:pt idx="4532">
                  <c:v>6.0130008430000004</c:v>
                </c:pt>
                <c:pt idx="4533">
                  <c:v>0</c:v>
                </c:pt>
                <c:pt idx="4534">
                  <c:v>0</c:v>
                </c:pt>
                <c:pt idx="4535">
                  <c:v>2.84409</c:v>
                </c:pt>
                <c:pt idx="4536">
                  <c:v>0.235865293</c:v>
                </c:pt>
                <c:pt idx="4537">
                  <c:v>1.1966399999999999</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0.58586254000000004</c:v>
                </c:pt>
                <c:pt idx="4556">
                  <c:v>7.7099963410000001</c:v>
                </c:pt>
                <c:pt idx="4557">
                  <c:v>2.879173164</c:v>
                </c:pt>
                <c:pt idx="4558">
                  <c:v>0</c:v>
                </c:pt>
                <c:pt idx="4559">
                  <c:v>0</c:v>
                </c:pt>
                <c:pt idx="4560">
                  <c:v>0</c:v>
                </c:pt>
                <c:pt idx="4561">
                  <c:v>0</c:v>
                </c:pt>
                <c:pt idx="4562">
                  <c:v>0.99713680900000001</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8.0342939579999992</c:v>
                </c:pt>
                <c:pt idx="4580">
                  <c:v>0</c:v>
                </c:pt>
                <c:pt idx="4581">
                  <c:v>0.46628684500000001</c:v>
                </c:pt>
                <c:pt idx="4582">
                  <c:v>0</c:v>
                </c:pt>
                <c:pt idx="4583">
                  <c:v>0</c:v>
                </c:pt>
                <c:pt idx="4584">
                  <c:v>0</c:v>
                </c:pt>
                <c:pt idx="4585">
                  <c:v>0</c:v>
                </c:pt>
                <c:pt idx="4586">
                  <c:v>0</c:v>
                </c:pt>
                <c:pt idx="4587">
                  <c:v>0</c:v>
                </c:pt>
                <c:pt idx="4588">
                  <c:v>1.4355899999999999</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8.516155436</c:v>
                </c:pt>
                <c:pt idx="4604">
                  <c:v>8.4878099999999996</c:v>
                </c:pt>
                <c:pt idx="4605">
                  <c:v>4.7764800000000003</c:v>
                </c:pt>
                <c:pt idx="4606">
                  <c:v>1.010306648</c:v>
                </c:pt>
                <c:pt idx="4607">
                  <c:v>2.59083</c:v>
                </c:pt>
                <c:pt idx="4608">
                  <c:v>0</c:v>
                </c:pt>
                <c:pt idx="4609">
                  <c:v>0</c:v>
                </c:pt>
                <c:pt idx="4610">
                  <c:v>0</c:v>
                </c:pt>
                <c:pt idx="4611">
                  <c:v>0</c:v>
                </c:pt>
                <c:pt idx="4612">
                  <c:v>0</c:v>
                </c:pt>
                <c:pt idx="4613">
                  <c:v>0</c:v>
                </c:pt>
                <c:pt idx="4614">
                  <c:v>0</c:v>
                </c:pt>
                <c:pt idx="4615">
                  <c:v>0</c:v>
                </c:pt>
                <c:pt idx="4616">
                  <c:v>2.6785089129999999</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0.120493164</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2.7497202340000002</c:v>
                </c:pt>
                <c:pt idx="4679">
                  <c:v>2.4779923610000001</c:v>
                </c:pt>
                <c:pt idx="4680">
                  <c:v>1.8223199999999999</c:v>
                </c:pt>
                <c:pt idx="4681">
                  <c:v>1.5053399999999999</c:v>
                </c:pt>
                <c:pt idx="4682">
                  <c:v>1.3489199999999999</c:v>
                </c:pt>
                <c:pt idx="4683">
                  <c:v>1.1637900000000001</c:v>
                </c:pt>
                <c:pt idx="4684">
                  <c:v>1.5594300000000001</c:v>
                </c:pt>
                <c:pt idx="4685">
                  <c:v>1.563541791</c:v>
                </c:pt>
                <c:pt idx="4686">
                  <c:v>0.46820477599999999</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2.4999117989999999</c:v>
                </c:pt>
                <c:pt idx="4700">
                  <c:v>4.0134592470000001</c:v>
                </c:pt>
                <c:pt idx="4701">
                  <c:v>6.2873663410000002</c:v>
                </c:pt>
                <c:pt idx="4702">
                  <c:v>4.9679099999999998</c:v>
                </c:pt>
                <c:pt idx="4703">
                  <c:v>2.9447100000000002</c:v>
                </c:pt>
                <c:pt idx="4704">
                  <c:v>1.0988100000000001</c:v>
                </c:pt>
                <c:pt idx="4705">
                  <c:v>1.4528700000000001</c:v>
                </c:pt>
                <c:pt idx="4706">
                  <c:v>1.25352</c:v>
                </c:pt>
                <c:pt idx="4707">
                  <c:v>1.23003</c:v>
                </c:pt>
                <c:pt idx="4708">
                  <c:v>1.3872599999999999</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4.2171760239999996</c:v>
                </c:pt>
                <c:pt idx="4770">
                  <c:v>0</c:v>
                </c:pt>
                <c:pt idx="4771">
                  <c:v>9.2888310080000007</c:v>
                </c:pt>
                <c:pt idx="4772">
                  <c:v>8.7194699999999994</c:v>
                </c:pt>
                <c:pt idx="4773">
                  <c:v>6.0744353760000003</c:v>
                </c:pt>
                <c:pt idx="4774">
                  <c:v>5.4729429989999998</c:v>
                </c:pt>
                <c:pt idx="4775">
                  <c:v>2.288090956</c:v>
                </c:pt>
                <c:pt idx="4776">
                  <c:v>0.92700000000000005</c:v>
                </c:pt>
                <c:pt idx="4777">
                  <c:v>1.3274999999999999</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4.5119391120000003</c:v>
                </c:pt>
                <c:pt idx="4792">
                  <c:v>0</c:v>
                </c:pt>
                <c:pt idx="4793">
                  <c:v>4.7429524760000001</c:v>
                </c:pt>
                <c:pt idx="4794">
                  <c:v>4.238220568</c:v>
                </c:pt>
                <c:pt idx="4795">
                  <c:v>1.6209531479999999</c:v>
                </c:pt>
                <c:pt idx="4796">
                  <c:v>3.4949927779999999</c:v>
                </c:pt>
                <c:pt idx="4797">
                  <c:v>0.98897664799999996</c:v>
                </c:pt>
                <c:pt idx="4798">
                  <c:v>4.46373</c:v>
                </c:pt>
                <c:pt idx="4799">
                  <c:v>2.4671699999999999</c:v>
                </c:pt>
                <c:pt idx="4800">
                  <c:v>1.052396809</c:v>
                </c:pt>
                <c:pt idx="4801">
                  <c:v>1.4560200000000001</c:v>
                </c:pt>
                <c:pt idx="4802">
                  <c:v>0</c:v>
                </c:pt>
                <c:pt idx="4803">
                  <c:v>1.33578</c:v>
                </c:pt>
                <c:pt idx="4804">
                  <c:v>1.3183199999999999</c:v>
                </c:pt>
                <c:pt idx="4805">
                  <c:v>1.888917744</c:v>
                </c:pt>
                <c:pt idx="4806">
                  <c:v>0</c:v>
                </c:pt>
                <c:pt idx="4807">
                  <c:v>1.971305101</c:v>
                </c:pt>
                <c:pt idx="4808">
                  <c:v>0</c:v>
                </c:pt>
                <c:pt idx="4809">
                  <c:v>0</c:v>
                </c:pt>
                <c:pt idx="4810">
                  <c:v>1.2551248880000001</c:v>
                </c:pt>
                <c:pt idx="4811">
                  <c:v>0</c:v>
                </c:pt>
                <c:pt idx="4812">
                  <c:v>0</c:v>
                </c:pt>
                <c:pt idx="4813">
                  <c:v>0</c:v>
                </c:pt>
                <c:pt idx="4814">
                  <c:v>0</c:v>
                </c:pt>
                <c:pt idx="4815">
                  <c:v>0</c:v>
                </c:pt>
                <c:pt idx="4816">
                  <c:v>0</c:v>
                </c:pt>
                <c:pt idx="4817">
                  <c:v>0</c:v>
                </c:pt>
                <c:pt idx="4818">
                  <c:v>0</c:v>
                </c:pt>
                <c:pt idx="4819">
                  <c:v>1.481624002</c:v>
                </c:pt>
                <c:pt idx="4820">
                  <c:v>5.627135376</c:v>
                </c:pt>
                <c:pt idx="4821">
                  <c:v>7.2700199999999997</c:v>
                </c:pt>
                <c:pt idx="4822">
                  <c:v>0</c:v>
                </c:pt>
                <c:pt idx="4823">
                  <c:v>3.18492</c:v>
                </c:pt>
                <c:pt idx="4824">
                  <c:v>1.3658399999999999</c:v>
                </c:pt>
                <c:pt idx="4825">
                  <c:v>1.34748</c:v>
                </c:pt>
                <c:pt idx="4826">
                  <c:v>0.92957634099999997</c:v>
                </c:pt>
                <c:pt idx="4827">
                  <c:v>0</c:v>
                </c:pt>
                <c:pt idx="4828">
                  <c:v>0</c:v>
                </c:pt>
                <c:pt idx="4829">
                  <c:v>0</c:v>
                </c:pt>
                <c:pt idx="4830">
                  <c:v>0</c:v>
                </c:pt>
                <c:pt idx="4831">
                  <c:v>0</c:v>
                </c:pt>
                <c:pt idx="4832">
                  <c:v>0.34841925800000001</c:v>
                </c:pt>
                <c:pt idx="4833">
                  <c:v>0</c:v>
                </c:pt>
                <c:pt idx="4834">
                  <c:v>0</c:v>
                </c:pt>
                <c:pt idx="4835">
                  <c:v>0</c:v>
                </c:pt>
                <c:pt idx="4836">
                  <c:v>0</c:v>
                </c:pt>
                <c:pt idx="4837">
                  <c:v>0</c:v>
                </c:pt>
                <c:pt idx="4838">
                  <c:v>0</c:v>
                </c:pt>
                <c:pt idx="4839">
                  <c:v>0</c:v>
                </c:pt>
                <c:pt idx="4840">
                  <c:v>0</c:v>
                </c:pt>
                <c:pt idx="4841">
                  <c:v>6.8117514000000004E-2</c:v>
                </c:pt>
                <c:pt idx="4842">
                  <c:v>5.5604673619999998</c:v>
                </c:pt>
                <c:pt idx="4843">
                  <c:v>4.3087360329999997</c:v>
                </c:pt>
                <c:pt idx="4844">
                  <c:v>5.200360098</c:v>
                </c:pt>
                <c:pt idx="4845">
                  <c:v>0</c:v>
                </c:pt>
                <c:pt idx="4846">
                  <c:v>0</c:v>
                </c:pt>
                <c:pt idx="4847">
                  <c:v>0.98871537600000003</c:v>
                </c:pt>
                <c:pt idx="4848">
                  <c:v>1.2869999999999999</c:v>
                </c:pt>
                <c:pt idx="4849">
                  <c:v>1.40391</c:v>
                </c:pt>
                <c:pt idx="4850">
                  <c:v>0.60179634100000001</c:v>
                </c:pt>
                <c:pt idx="4851">
                  <c:v>0</c:v>
                </c:pt>
                <c:pt idx="4852">
                  <c:v>1.9604699999999999</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6.015158488</c:v>
                </c:pt>
                <c:pt idx="4868">
                  <c:v>6.3539355710000001</c:v>
                </c:pt>
                <c:pt idx="4869">
                  <c:v>0</c:v>
                </c:pt>
                <c:pt idx="4870">
                  <c:v>0</c:v>
                </c:pt>
                <c:pt idx="4871">
                  <c:v>0</c:v>
                </c:pt>
                <c:pt idx="4872">
                  <c:v>0</c:v>
                </c:pt>
                <c:pt idx="4873">
                  <c:v>1.57968</c:v>
                </c:pt>
                <c:pt idx="4874">
                  <c:v>1.20699</c:v>
                </c:pt>
                <c:pt idx="4875">
                  <c:v>0.21245634099999999</c:v>
                </c:pt>
                <c:pt idx="4876">
                  <c:v>0</c:v>
                </c:pt>
                <c:pt idx="4877">
                  <c:v>0</c:v>
                </c:pt>
                <c:pt idx="4878">
                  <c:v>0</c:v>
                </c:pt>
                <c:pt idx="4879">
                  <c:v>0</c:v>
                </c:pt>
                <c:pt idx="4880">
                  <c:v>0</c:v>
                </c:pt>
                <c:pt idx="4881">
                  <c:v>0</c:v>
                </c:pt>
                <c:pt idx="4882">
                  <c:v>0</c:v>
                </c:pt>
                <c:pt idx="4883">
                  <c:v>0</c:v>
                </c:pt>
                <c:pt idx="4884">
                  <c:v>0</c:v>
                </c:pt>
                <c:pt idx="4885">
                  <c:v>0</c:v>
                </c:pt>
                <c:pt idx="4886">
                  <c:v>0</c:v>
                </c:pt>
                <c:pt idx="4887">
                  <c:v>0</c:v>
                </c:pt>
                <c:pt idx="4888">
                  <c:v>0</c:v>
                </c:pt>
                <c:pt idx="4889">
                  <c:v>0</c:v>
                </c:pt>
                <c:pt idx="4890">
                  <c:v>0</c:v>
                </c:pt>
                <c:pt idx="4891">
                  <c:v>0</c:v>
                </c:pt>
                <c:pt idx="4892">
                  <c:v>0</c:v>
                </c:pt>
                <c:pt idx="4893">
                  <c:v>0</c:v>
                </c:pt>
                <c:pt idx="4894">
                  <c:v>0</c:v>
                </c:pt>
                <c:pt idx="4895">
                  <c:v>0</c:v>
                </c:pt>
                <c:pt idx="4896">
                  <c:v>1.217906809</c:v>
                </c:pt>
                <c:pt idx="4897">
                  <c:v>1.5115499999999999</c:v>
                </c:pt>
                <c:pt idx="4898">
                  <c:v>1.085802999</c:v>
                </c:pt>
                <c:pt idx="4899">
                  <c:v>0</c:v>
                </c:pt>
                <c:pt idx="4900">
                  <c:v>0.63317095599999995</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1.438640803</c:v>
                </c:pt>
                <c:pt idx="4914">
                  <c:v>3.6198856629999998</c:v>
                </c:pt>
                <c:pt idx="4915">
                  <c:v>4.6703567880000003</c:v>
                </c:pt>
                <c:pt idx="4916">
                  <c:v>8.1470699999999994</c:v>
                </c:pt>
                <c:pt idx="4917">
                  <c:v>2.2619531639999999</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2.5900446439999998</c:v>
                </c:pt>
                <c:pt idx="4937">
                  <c:v>0</c:v>
                </c:pt>
                <c:pt idx="4938">
                  <c:v>0</c:v>
                </c:pt>
                <c:pt idx="4939">
                  <c:v>4.6830809010000003</c:v>
                </c:pt>
                <c:pt idx="4940">
                  <c:v>0</c:v>
                </c:pt>
                <c:pt idx="4941">
                  <c:v>6.9349608429999998</c:v>
                </c:pt>
                <c:pt idx="4942">
                  <c:v>2.301417168</c:v>
                </c:pt>
                <c:pt idx="4943">
                  <c:v>2.6670855709999999</c:v>
                </c:pt>
                <c:pt idx="4944">
                  <c:v>0</c:v>
                </c:pt>
                <c:pt idx="4945">
                  <c:v>1.30446</c:v>
                </c:pt>
                <c:pt idx="4946">
                  <c:v>0</c:v>
                </c:pt>
                <c:pt idx="4947">
                  <c:v>0.23653064900000001</c:v>
                </c:pt>
                <c:pt idx="4948">
                  <c:v>1.6628400000000001</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4.6542684139999997</c:v>
                </c:pt>
                <c:pt idx="4965">
                  <c:v>0</c:v>
                </c:pt>
                <c:pt idx="4966">
                  <c:v>0</c:v>
                </c:pt>
                <c:pt idx="4967">
                  <c:v>0</c:v>
                </c:pt>
                <c:pt idx="4968">
                  <c:v>0</c:v>
                </c:pt>
                <c:pt idx="4969">
                  <c:v>0</c:v>
                </c:pt>
                <c:pt idx="4970">
                  <c:v>0</c:v>
                </c:pt>
                <c:pt idx="4971">
                  <c:v>0</c:v>
                </c:pt>
                <c:pt idx="4972">
                  <c:v>0</c:v>
                </c:pt>
                <c:pt idx="4973">
                  <c:v>0</c:v>
                </c:pt>
                <c:pt idx="4974">
                  <c:v>0</c:v>
                </c:pt>
                <c:pt idx="4975">
                  <c:v>0</c:v>
                </c:pt>
                <c:pt idx="4976">
                  <c:v>0.58782309499999996</c:v>
                </c:pt>
                <c:pt idx="4977">
                  <c:v>0</c:v>
                </c:pt>
                <c:pt idx="4978">
                  <c:v>0</c:v>
                </c:pt>
                <c:pt idx="4979">
                  <c:v>0</c:v>
                </c:pt>
                <c:pt idx="4980">
                  <c:v>0</c:v>
                </c:pt>
                <c:pt idx="4981">
                  <c:v>0</c:v>
                </c:pt>
                <c:pt idx="4982">
                  <c:v>0</c:v>
                </c:pt>
                <c:pt idx="4983">
                  <c:v>0</c:v>
                </c:pt>
                <c:pt idx="4984">
                  <c:v>0</c:v>
                </c:pt>
                <c:pt idx="4985">
                  <c:v>2.1945130800000001</c:v>
                </c:pt>
                <c:pt idx="4986">
                  <c:v>6.5476089689999997</c:v>
                </c:pt>
                <c:pt idx="4987">
                  <c:v>9.7282849200000001</c:v>
                </c:pt>
                <c:pt idx="4988">
                  <c:v>5.4098312039999996</c:v>
                </c:pt>
                <c:pt idx="4989">
                  <c:v>9.4658834709999997</c:v>
                </c:pt>
                <c:pt idx="4990">
                  <c:v>0.97419654099999997</c:v>
                </c:pt>
                <c:pt idx="4991">
                  <c:v>0</c:v>
                </c:pt>
                <c:pt idx="4992">
                  <c:v>0</c:v>
                </c:pt>
                <c:pt idx="4993">
                  <c:v>0</c:v>
                </c:pt>
                <c:pt idx="4994">
                  <c:v>0</c:v>
                </c:pt>
                <c:pt idx="4995">
                  <c:v>0</c:v>
                </c:pt>
                <c:pt idx="4996">
                  <c:v>0</c:v>
                </c:pt>
                <c:pt idx="4997">
                  <c:v>0</c:v>
                </c:pt>
                <c:pt idx="4998">
                  <c:v>0</c:v>
                </c:pt>
                <c:pt idx="4999">
                  <c:v>0</c:v>
                </c:pt>
                <c:pt idx="5000">
                  <c:v>0</c:v>
                </c:pt>
                <c:pt idx="5001">
                  <c:v>0</c:v>
                </c:pt>
                <c:pt idx="5002">
                  <c:v>0</c:v>
                </c:pt>
                <c:pt idx="5003">
                  <c:v>0</c:v>
                </c:pt>
                <c:pt idx="5004">
                  <c:v>0</c:v>
                </c:pt>
                <c:pt idx="5005">
                  <c:v>0</c:v>
                </c:pt>
                <c:pt idx="5006">
                  <c:v>0</c:v>
                </c:pt>
                <c:pt idx="5007">
                  <c:v>0</c:v>
                </c:pt>
                <c:pt idx="5008">
                  <c:v>0</c:v>
                </c:pt>
                <c:pt idx="5009">
                  <c:v>0</c:v>
                </c:pt>
                <c:pt idx="5010">
                  <c:v>8.2832138719999993</c:v>
                </c:pt>
                <c:pt idx="5011">
                  <c:v>9.4622137310000003</c:v>
                </c:pt>
                <c:pt idx="5012">
                  <c:v>9.6210900000000006</c:v>
                </c:pt>
                <c:pt idx="5013">
                  <c:v>8.1921599999999994</c:v>
                </c:pt>
                <c:pt idx="5014">
                  <c:v>4.8862800000000002</c:v>
                </c:pt>
                <c:pt idx="5015">
                  <c:v>2.2990163410000002</c:v>
                </c:pt>
                <c:pt idx="5016">
                  <c:v>0</c:v>
                </c:pt>
                <c:pt idx="5017">
                  <c:v>0</c:v>
                </c:pt>
                <c:pt idx="5018">
                  <c:v>0</c:v>
                </c:pt>
                <c:pt idx="5019">
                  <c:v>0</c:v>
                </c:pt>
                <c:pt idx="5020">
                  <c:v>0</c:v>
                </c:pt>
                <c:pt idx="5021">
                  <c:v>0</c:v>
                </c:pt>
                <c:pt idx="5022">
                  <c:v>0</c:v>
                </c:pt>
                <c:pt idx="5023">
                  <c:v>0</c:v>
                </c:pt>
                <c:pt idx="5024">
                  <c:v>1.721215639</c:v>
                </c:pt>
                <c:pt idx="5025">
                  <c:v>0</c:v>
                </c:pt>
                <c:pt idx="5026">
                  <c:v>0</c:v>
                </c:pt>
                <c:pt idx="5027">
                  <c:v>0</c:v>
                </c:pt>
                <c:pt idx="5028">
                  <c:v>0</c:v>
                </c:pt>
                <c:pt idx="5029">
                  <c:v>0</c:v>
                </c:pt>
                <c:pt idx="5030">
                  <c:v>0</c:v>
                </c:pt>
                <c:pt idx="5031">
                  <c:v>0</c:v>
                </c:pt>
                <c:pt idx="5032">
                  <c:v>0</c:v>
                </c:pt>
                <c:pt idx="5033">
                  <c:v>0</c:v>
                </c:pt>
                <c:pt idx="5034">
                  <c:v>0</c:v>
                </c:pt>
                <c:pt idx="5035">
                  <c:v>0</c:v>
                </c:pt>
                <c:pt idx="5036">
                  <c:v>8.1852406490000007</c:v>
                </c:pt>
                <c:pt idx="5037">
                  <c:v>7.2749955709999998</c:v>
                </c:pt>
                <c:pt idx="5038">
                  <c:v>4.7105368089999997</c:v>
                </c:pt>
                <c:pt idx="5039">
                  <c:v>3.0285000000000002</c:v>
                </c:pt>
                <c:pt idx="5040">
                  <c:v>1.28745</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0.90778347100000001</c:v>
                </c:pt>
                <c:pt idx="5061">
                  <c:v>5.4899208430000002</c:v>
                </c:pt>
                <c:pt idx="5062">
                  <c:v>4.9591154289999997</c:v>
                </c:pt>
                <c:pt idx="5063">
                  <c:v>2.69604</c:v>
                </c:pt>
                <c:pt idx="5064">
                  <c:v>1.5426899999999999</c:v>
                </c:pt>
                <c:pt idx="5065">
                  <c:v>1.39869</c:v>
                </c:pt>
                <c:pt idx="5066">
                  <c:v>1.66608</c:v>
                </c:pt>
                <c:pt idx="5067">
                  <c:v>1.940262999</c:v>
                </c:pt>
                <c:pt idx="5068">
                  <c:v>1.46241</c:v>
                </c:pt>
                <c:pt idx="5069">
                  <c:v>8.9618713000000003E-2</c:v>
                </c:pt>
                <c:pt idx="5070">
                  <c:v>1.380537323</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0.78563716800000005</c:v>
                </c:pt>
                <c:pt idx="5088">
                  <c:v>0.99685064899999998</c:v>
                </c:pt>
                <c:pt idx="5089">
                  <c:v>1.3991400000000001</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5.4695696280000003</c:v>
                </c:pt>
                <c:pt idx="5106">
                  <c:v>0</c:v>
                </c:pt>
                <c:pt idx="5107">
                  <c:v>7.3380599999999996</c:v>
                </c:pt>
                <c:pt idx="5108">
                  <c:v>5.9867529990000001</c:v>
                </c:pt>
                <c:pt idx="5109">
                  <c:v>0.61810009799999999</c:v>
                </c:pt>
                <c:pt idx="5110">
                  <c:v>0</c:v>
                </c:pt>
                <c:pt idx="5111">
                  <c:v>0</c:v>
                </c:pt>
                <c:pt idx="5112">
                  <c:v>2.0479500000000002</c:v>
                </c:pt>
                <c:pt idx="5113">
                  <c:v>1.52433</c:v>
                </c:pt>
                <c:pt idx="5114">
                  <c:v>0</c:v>
                </c:pt>
                <c:pt idx="5115">
                  <c:v>6.4235292999999999E-2</c:v>
                </c:pt>
                <c:pt idx="5116">
                  <c:v>0</c:v>
                </c:pt>
                <c:pt idx="5117">
                  <c:v>0</c:v>
                </c:pt>
                <c:pt idx="5118">
                  <c:v>0</c:v>
                </c:pt>
                <c:pt idx="5119">
                  <c:v>0</c:v>
                </c:pt>
                <c:pt idx="5120">
                  <c:v>2.011475914</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5.3854454289999998</c:v>
                </c:pt>
                <c:pt idx="5135">
                  <c:v>4.4420400000000004</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7.9655506489999999</c:v>
                </c:pt>
                <c:pt idx="5156">
                  <c:v>0</c:v>
                </c:pt>
                <c:pt idx="5157">
                  <c:v>7.8267706490000002</c:v>
                </c:pt>
                <c:pt idx="5158">
                  <c:v>5.2895068089999997</c:v>
                </c:pt>
                <c:pt idx="5159">
                  <c:v>0</c:v>
                </c:pt>
                <c:pt idx="5160">
                  <c:v>0.66682064900000004</c:v>
                </c:pt>
                <c:pt idx="5161">
                  <c:v>0</c:v>
                </c:pt>
                <c:pt idx="5162">
                  <c:v>0</c:v>
                </c:pt>
                <c:pt idx="5163">
                  <c:v>1.0619309560000001</c:v>
                </c:pt>
                <c:pt idx="5164">
                  <c:v>0</c:v>
                </c:pt>
                <c:pt idx="5165">
                  <c:v>0</c:v>
                </c:pt>
                <c:pt idx="5166">
                  <c:v>0</c:v>
                </c:pt>
                <c:pt idx="5167">
                  <c:v>0.269355815</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3.9773870640000002</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5.3794553760000001</c:v>
                </c:pt>
                <c:pt idx="5228">
                  <c:v>0</c:v>
                </c:pt>
                <c:pt idx="5229">
                  <c:v>0</c:v>
                </c:pt>
                <c:pt idx="5230">
                  <c:v>1.941365376</c:v>
                </c:pt>
                <c:pt idx="5231">
                  <c:v>2.2522500000000001</c:v>
                </c:pt>
                <c:pt idx="5232">
                  <c:v>0.79408064899999997</c:v>
                </c:pt>
                <c:pt idx="5233">
                  <c:v>0</c:v>
                </c:pt>
                <c:pt idx="5234">
                  <c:v>0</c:v>
                </c:pt>
                <c:pt idx="5235">
                  <c:v>1.43181</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1.9771145990000001</c:v>
                </c:pt>
                <c:pt idx="5249">
                  <c:v>0</c:v>
                </c:pt>
                <c:pt idx="5250">
                  <c:v>0</c:v>
                </c:pt>
                <c:pt idx="5251">
                  <c:v>4.6193671680000001</c:v>
                </c:pt>
                <c:pt idx="5252">
                  <c:v>9.1733829989999993</c:v>
                </c:pt>
                <c:pt idx="5253">
                  <c:v>0.79345706400000005</c:v>
                </c:pt>
                <c:pt idx="5254">
                  <c:v>0</c:v>
                </c:pt>
                <c:pt idx="5255">
                  <c:v>0</c:v>
                </c:pt>
                <c:pt idx="5256">
                  <c:v>0</c:v>
                </c:pt>
                <c:pt idx="5257">
                  <c:v>0</c:v>
                </c:pt>
                <c:pt idx="5258">
                  <c:v>0</c:v>
                </c:pt>
                <c:pt idx="5259">
                  <c:v>1.3352623610000001</c:v>
                </c:pt>
                <c:pt idx="5260">
                  <c:v>0.112565293</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7.7043600000000003</c:v>
                </c:pt>
                <c:pt idx="5276">
                  <c:v>0</c:v>
                </c:pt>
                <c:pt idx="5277">
                  <c:v>3.041285792</c:v>
                </c:pt>
                <c:pt idx="5278">
                  <c:v>0</c:v>
                </c:pt>
                <c:pt idx="5279">
                  <c:v>0</c:v>
                </c:pt>
                <c:pt idx="5280">
                  <c:v>0</c:v>
                </c:pt>
                <c:pt idx="5281">
                  <c:v>2.0432700000000001</c:v>
                </c:pt>
                <c:pt idx="5282">
                  <c:v>2.2859099999999999</c:v>
                </c:pt>
                <c:pt idx="5283">
                  <c:v>1.19736</c:v>
                </c:pt>
                <c:pt idx="5284">
                  <c:v>1.556412999</c:v>
                </c:pt>
                <c:pt idx="5285">
                  <c:v>1.432106809</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7.5633274520000002</c:v>
                </c:pt>
                <c:pt idx="5299">
                  <c:v>9.4698899999999995</c:v>
                </c:pt>
                <c:pt idx="5300">
                  <c:v>5.1264402340000004</c:v>
                </c:pt>
                <c:pt idx="5301">
                  <c:v>9.8464500000000008</c:v>
                </c:pt>
                <c:pt idx="5302">
                  <c:v>6.214960649</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1.5275549909999999</c:v>
                </c:pt>
                <c:pt idx="5348">
                  <c:v>0.57625499099999999</c:v>
                </c:pt>
                <c:pt idx="5349">
                  <c:v>8.6286809560000002</c:v>
                </c:pt>
                <c:pt idx="5350">
                  <c:v>9.7876799999999999</c:v>
                </c:pt>
                <c:pt idx="5351">
                  <c:v>3.4497900000000001</c:v>
                </c:pt>
                <c:pt idx="5352">
                  <c:v>1.4243399999999999</c:v>
                </c:pt>
                <c:pt idx="5353">
                  <c:v>0.49394542899999999</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0.53864822000000001</c:v>
                </c:pt>
                <c:pt idx="5421">
                  <c:v>9.2494800000000001</c:v>
                </c:pt>
                <c:pt idx="5422">
                  <c:v>6.7037829990000004</c:v>
                </c:pt>
                <c:pt idx="5423">
                  <c:v>0</c:v>
                </c:pt>
                <c:pt idx="5424">
                  <c:v>0</c:v>
                </c:pt>
                <c:pt idx="5425">
                  <c:v>0</c:v>
                </c:pt>
                <c:pt idx="5426">
                  <c:v>0</c:v>
                </c:pt>
                <c:pt idx="5427">
                  <c:v>1.59093</c:v>
                </c:pt>
                <c:pt idx="5428">
                  <c:v>0.196175293</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4.6552162140000002</c:v>
                </c:pt>
                <c:pt idx="5442">
                  <c:v>1.1894711920000001</c:v>
                </c:pt>
                <c:pt idx="5443">
                  <c:v>8.1396254290000005</c:v>
                </c:pt>
                <c:pt idx="5444">
                  <c:v>6.0250500000000002</c:v>
                </c:pt>
                <c:pt idx="5445">
                  <c:v>5.6172827779999999</c:v>
                </c:pt>
                <c:pt idx="5446">
                  <c:v>5.2727829990000004</c:v>
                </c:pt>
                <c:pt idx="5447">
                  <c:v>2.0800302340000001</c:v>
                </c:pt>
                <c:pt idx="5448">
                  <c:v>1.6485300000000001</c:v>
                </c:pt>
                <c:pt idx="5449">
                  <c:v>0.35471542900000003</c:v>
                </c:pt>
                <c:pt idx="5450">
                  <c:v>1.4666399999999999</c:v>
                </c:pt>
                <c:pt idx="5451">
                  <c:v>0.91871999999999998</c:v>
                </c:pt>
                <c:pt idx="5452">
                  <c:v>0</c:v>
                </c:pt>
                <c:pt idx="5453">
                  <c:v>0.93642222399999997</c:v>
                </c:pt>
                <c:pt idx="5454">
                  <c:v>0</c:v>
                </c:pt>
                <c:pt idx="5455">
                  <c:v>3.5344183359999999</c:v>
                </c:pt>
                <c:pt idx="5456">
                  <c:v>3.9328411060000001</c:v>
                </c:pt>
                <c:pt idx="5457">
                  <c:v>0</c:v>
                </c:pt>
                <c:pt idx="5458">
                  <c:v>0</c:v>
                </c:pt>
                <c:pt idx="5459">
                  <c:v>0</c:v>
                </c:pt>
                <c:pt idx="5460">
                  <c:v>0</c:v>
                </c:pt>
                <c:pt idx="5461">
                  <c:v>0</c:v>
                </c:pt>
                <c:pt idx="5462">
                  <c:v>0</c:v>
                </c:pt>
                <c:pt idx="5463">
                  <c:v>0</c:v>
                </c:pt>
                <c:pt idx="5464">
                  <c:v>0</c:v>
                </c:pt>
                <c:pt idx="5465">
                  <c:v>0</c:v>
                </c:pt>
                <c:pt idx="5466">
                  <c:v>1.527726444</c:v>
                </c:pt>
                <c:pt idx="5467">
                  <c:v>8.3347200000000008</c:v>
                </c:pt>
                <c:pt idx="5468">
                  <c:v>0.49464841399999998</c:v>
                </c:pt>
                <c:pt idx="5469">
                  <c:v>0</c:v>
                </c:pt>
                <c:pt idx="5470">
                  <c:v>0</c:v>
                </c:pt>
                <c:pt idx="5471">
                  <c:v>0</c:v>
                </c:pt>
                <c:pt idx="5472">
                  <c:v>0</c:v>
                </c:pt>
                <c:pt idx="5473">
                  <c:v>0</c:v>
                </c:pt>
                <c:pt idx="5474">
                  <c:v>0</c:v>
                </c:pt>
                <c:pt idx="5475">
                  <c:v>0</c:v>
                </c:pt>
                <c:pt idx="5476">
                  <c:v>0</c:v>
                </c:pt>
                <c:pt idx="5477">
                  <c:v>0</c:v>
                </c:pt>
                <c:pt idx="5478">
                  <c:v>0.42759765799999999</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6.3636702339999998</c:v>
                </c:pt>
                <c:pt idx="5492">
                  <c:v>8.2456200000000006</c:v>
                </c:pt>
                <c:pt idx="5493">
                  <c:v>5.1033871680000003</c:v>
                </c:pt>
                <c:pt idx="5494">
                  <c:v>7.641</c:v>
                </c:pt>
                <c:pt idx="5495">
                  <c:v>0</c:v>
                </c:pt>
                <c:pt idx="5496">
                  <c:v>2.1171600000000002</c:v>
                </c:pt>
                <c:pt idx="5497">
                  <c:v>2.0117699999999998</c:v>
                </c:pt>
                <c:pt idx="5498">
                  <c:v>0.807986341</c:v>
                </c:pt>
                <c:pt idx="5499">
                  <c:v>1.6054200000000001</c:v>
                </c:pt>
                <c:pt idx="5500">
                  <c:v>1.9212729989999999</c:v>
                </c:pt>
                <c:pt idx="5501">
                  <c:v>0.109390234</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2.9111966480000002</c:v>
                </c:pt>
                <c:pt idx="5519">
                  <c:v>0</c:v>
                </c:pt>
                <c:pt idx="5520">
                  <c:v>2.0570400000000002</c:v>
                </c:pt>
                <c:pt idx="5521">
                  <c:v>0</c:v>
                </c:pt>
                <c:pt idx="5522">
                  <c:v>1.45611</c:v>
                </c:pt>
                <c:pt idx="5523">
                  <c:v>1.8249299999999999</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0.47943999399999998</c:v>
                </c:pt>
                <c:pt idx="5539">
                  <c:v>5.3626500000000004</c:v>
                </c:pt>
                <c:pt idx="5540">
                  <c:v>9.9051299999999998</c:v>
                </c:pt>
                <c:pt idx="5541">
                  <c:v>12.14856</c:v>
                </c:pt>
                <c:pt idx="5542">
                  <c:v>5.3856254290000001</c:v>
                </c:pt>
                <c:pt idx="5543">
                  <c:v>4.0629600000000003</c:v>
                </c:pt>
                <c:pt idx="5544">
                  <c:v>0</c:v>
                </c:pt>
                <c:pt idx="5545">
                  <c:v>1.52163</c:v>
                </c:pt>
                <c:pt idx="5546">
                  <c:v>0</c:v>
                </c:pt>
                <c:pt idx="5547">
                  <c:v>1.9972799999999999</c:v>
                </c:pt>
                <c:pt idx="5548">
                  <c:v>0</c:v>
                </c:pt>
                <c:pt idx="5549">
                  <c:v>1.3873029990000001</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7.3502654710000002</c:v>
                </c:pt>
                <c:pt idx="5563">
                  <c:v>0</c:v>
                </c:pt>
                <c:pt idx="5564">
                  <c:v>9.4131900000000002</c:v>
                </c:pt>
                <c:pt idx="5565">
                  <c:v>3.4491770640000001</c:v>
                </c:pt>
                <c:pt idx="5566">
                  <c:v>0</c:v>
                </c:pt>
                <c:pt idx="5567">
                  <c:v>0</c:v>
                </c:pt>
                <c:pt idx="5568">
                  <c:v>0</c:v>
                </c:pt>
                <c:pt idx="5569">
                  <c:v>0</c:v>
                </c:pt>
                <c:pt idx="5570">
                  <c:v>0</c:v>
                </c:pt>
                <c:pt idx="5571">
                  <c:v>0</c:v>
                </c:pt>
                <c:pt idx="5572">
                  <c:v>0</c:v>
                </c:pt>
                <c:pt idx="5573">
                  <c:v>0</c:v>
                </c:pt>
                <c:pt idx="5574">
                  <c:v>0</c:v>
                </c:pt>
                <c:pt idx="5575">
                  <c:v>0</c:v>
                </c:pt>
                <c:pt idx="5576">
                  <c:v>0.73943115699999995</c:v>
                </c:pt>
                <c:pt idx="5577">
                  <c:v>0</c:v>
                </c:pt>
                <c:pt idx="5578">
                  <c:v>0</c:v>
                </c:pt>
                <c:pt idx="5579">
                  <c:v>0</c:v>
                </c:pt>
                <c:pt idx="5580">
                  <c:v>0</c:v>
                </c:pt>
                <c:pt idx="5581">
                  <c:v>0</c:v>
                </c:pt>
                <c:pt idx="5582">
                  <c:v>0</c:v>
                </c:pt>
                <c:pt idx="5583">
                  <c:v>0</c:v>
                </c:pt>
                <c:pt idx="5584">
                  <c:v>0</c:v>
                </c:pt>
                <c:pt idx="5585">
                  <c:v>0.34422662399999998</c:v>
                </c:pt>
                <c:pt idx="5586">
                  <c:v>9.376627633</c:v>
                </c:pt>
                <c:pt idx="5587">
                  <c:v>10.902419999999999</c:v>
                </c:pt>
                <c:pt idx="5588">
                  <c:v>8.7768899999999999</c:v>
                </c:pt>
                <c:pt idx="5589">
                  <c:v>5.2890568089999999</c:v>
                </c:pt>
                <c:pt idx="5590">
                  <c:v>6.3108899999999997</c:v>
                </c:pt>
                <c:pt idx="5591">
                  <c:v>2.9351968089999998</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7.3722871679999997</c:v>
                </c:pt>
                <c:pt idx="5636">
                  <c:v>9.1114602629999997</c:v>
                </c:pt>
                <c:pt idx="5637">
                  <c:v>6.371233471</c:v>
                </c:pt>
                <c:pt idx="5638">
                  <c:v>6.0537854290000004</c:v>
                </c:pt>
                <c:pt idx="5639">
                  <c:v>0</c:v>
                </c:pt>
                <c:pt idx="5640">
                  <c:v>0</c:v>
                </c:pt>
                <c:pt idx="5641">
                  <c:v>1.52199</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0.50406529300000003</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6.0943002630000001</c:v>
                </c:pt>
                <c:pt idx="5684">
                  <c:v>7.3684302629999996</c:v>
                </c:pt>
                <c:pt idx="5685">
                  <c:v>10.84707</c:v>
                </c:pt>
                <c:pt idx="5686">
                  <c:v>5.3297666479999997</c:v>
                </c:pt>
                <c:pt idx="5687">
                  <c:v>2.248330234</c:v>
                </c:pt>
                <c:pt idx="5688">
                  <c:v>0</c:v>
                </c:pt>
                <c:pt idx="5689">
                  <c:v>0.66350680900000003</c:v>
                </c:pt>
                <c:pt idx="5690">
                  <c:v>0</c:v>
                </c:pt>
                <c:pt idx="5691">
                  <c:v>0</c:v>
                </c:pt>
                <c:pt idx="5692">
                  <c:v>0</c:v>
                </c:pt>
                <c:pt idx="5693">
                  <c:v>0.68747634099999999</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2.4892192469999999</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2.468944354</c:v>
                </c:pt>
                <c:pt idx="5780">
                  <c:v>7.0564252930000002</c:v>
                </c:pt>
                <c:pt idx="5781">
                  <c:v>6.5819923610000002</c:v>
                </c:pt>
                <c:pt idx="5782">
                  <c:v>2.2976327780000001</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6.4149053760000001</c:v>
                </c:pt>
                <c:pt idx="5805">
                  <c:v>1.1637099360000001</c:v>
                </c:pt>
                <c:pt idx="5806">
                  <c:v>0</c:v>
                </c:pt>
                <c:pt idx="5807">
                  <c:v>0</c:v>
                </c:pt>
                <c:pt idx="5808">
                  <c:v>0</c:v>
                </c:pt>
                <c:pt idx="5809">
                  <c:v>2.1835800000000001</c:v>
                </c:pt>
                <c:pt idx="5810">
                  <c:v>1.94184</c:v>
                </c:pt>
                <c:pt idx="5811">
                  <c:v>0.50707064899999998</c:v>
                </c:pt>
                <c:pt idx="5812">
                  <c:v>6.2500234000000002E-2</c:v>
                </c:pt>
                <c:pt idx="5813">
                  <c:v>0</c:v>
                </c:pt>
                <c:pt idx="5814">
                  <c:v>2.328034164</c:v>
                </c:pt>
                <c:pt idx="5815">
                  <c:v>0</c:v>
                </c:pt>
                <c:pt idx="5816">
                  <c:v>6.8014187030000004</c:v>
                </c:pt>
                <c:pt idx="5817">
                  <c:v>0</c:v>
                </c:pt>
                <c:pt idx="5818">
                  <c:v>0</c:v>
                </c:pt>
                <c:pt idx="5819">
                  <c:v>0</c:v>
                </c:pt>
                <c:pt idx="5820">
                  <c:v>0</c:v>
                </c:pt>
                <c:pt idx="5821">
                  <c:v>0</c:v>
                </c:pt>
                <c:pt idx="5822">
                  <c:v>0</c:v>
                </c:pt>
                <c:pt idx="5823">
                  <c:v>0</c:v>
                </c:pt>
                <c:pt idx="5824">
                  <c:v>0</c:v>
                </c:pt>
                <c:pt idx="5825">
                  <c:v>0</c:v>
                </c:pt>
                <c:pt idx="5826">
                  <c:v>0</c:v>
                </c:pt>
                <c:pt idx="5827">
                  <c:v>11.185946810000001</c:v>
                </c:pt>
                <c:pt idx="5828">
                  <c:v>0.596556541</c:v>
                </c:pt>
                <c:pt idx="5829">
                  <c:v>4.082067168</c:v>
                </c:pt>
                <c:pt idx="5830">
                  <c:v>5.6681999999999997</c:v>
                </c:pt>
                <c:pt idx="5831">
                  <c:v>2.4166302630000001</c:v>
                </c:pt>
                <c:pt idx="5832">
                  <c:v>0</c:v>
                </c:pt>
                <c:pt idx="5833">
                  <c:v>0</c:v>
                </c:pt>
                <c:pt idx="5834">
                  <c:v>2.3705099999999999</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9.7799829989999996</c:v>
                </c:pt>
                <c:pt idx="5878">
                  <c:v>1.55322</c:v>
                </c:pt>
                <c:pt idx="5879">
                  <c:v>2.765450956</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1.0126006489999999</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0.13050289400000001</c:v>
                </c:pt>
                <c:pt idx="5972">
                  <c:v>3.2585792000000002E-2</c:v>
                </c:pt>
                <c:pt idx="5973">
                  <c:v>1.0487682199999999</c:v>
                </c:pt>
                <c:pt idx="5974">
                  <c:v>1.6411300980000001</c:v>
                </c:pt>
                <c:pt idx="5975">
                  <c:v>0</c:v>
                </c:pt>
                <c:pt idx="5976">
                  <c:v>1.1044799999999999</c:v>
                </c:pt>
                <c:pt idx="5977">
                  <c:v>0.87326999999999999</c:v>
                </c:pt>
                <c:pt idx="5978">
                  <c:v>0</c:v>
                </c:pt>
                <c:pt idx="5979">
                  <c:v>0</c:v>
                </c:pt>
                <c:pt idx="5980">
                  <c:v>0</c:v>
                </c:pt>
                <c:pt idx="5981">
                  <c:v>0</c:v>
                </c:pt>
                <c:pt idx="5982">
                  <c:v>0</c:v>
                </c:pt>
                <c:pt idx="5983">
                  <c:v>2.4831109470000001</c:v>
                </c:pt>
                <c:pt idx="5984">
                  <c:v>0.147685065</c:v>
                </c:pt>
                <c:pt idx="5985">
                  <c:v>0</c:v>
                </c:pt>
                <c:pt idx="5986">
                  <c:v>0</c:v>
                </c:pt>
                <c:pt idx="5987">
                  <c:v>0</c:v>
                </c:pt>
                <c:pt idx="5988">
                  <c:v>0</c:v>
                </c:pt>
                <c:pt idx="5989">
                  <c:v>0</c:v>
                </c:pt>
                <c:pt idx="5990">
                  <c:v>0</c:v>
                </c:pt>
                <c:pt idx="5991">
                  <c:v>0</c:v>
                </c:pt>
                <c:pt idx="5992">
                  <c:v>0</c:v>
                </c:pt>
                <c:pt idx="5993">
                  <c:v>0</c:v>
                </c:pt>
                <c:pt idx="5994">
                  <c:v>3.3341828969999998</c:v>
                </c:pt>
                <c:pt idx="5995">
                  <c:v>7.8038206490000004</c:v>
                </c:pt>
                <c:pt idx="5996">
                  <c:v>6.3271334709999998</c:v>
                </c:pt>
                <c:pt idx="5997">
                  <c:v>0</c:v>
                </c:pt>
                <c:pt idx="5998">
                  <c:v>0</c:v>
                </c:pt>
                <c:pt idx="5999">
                  <c:v>0</c:v>
                </c:pt>
                <c:pt idx="6000">
                  <c:v>0</c:v>
                </c:pt>
                <c:pt idx="6001">
                  <c:v>1.3180929990000001</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6.6158206489999998</c:v>
                </c:pt>
                <c:pt idx="6021">
                  <c:v>6.0017231640000004</c:v>
                </c:pt>
                <c:pt idx="6022">
                  <c:v>8.0791763410000001</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6.6261277329999997</c:v>
                </c:pt>
                <c:pt idx="6043">
                  <c:v>8.7489209559999992</c:v>
                </c:pt>
                <c:pt idx="6044">
                  <c:v>6.1796452930000001</c:v>
                </c:pt>
                <c:pt idx="6045">
                  <c:v>6.6046500000000004</c:v>
                </c:pt>
                <c:pt idx="6046">
                  <c:v>5.5327500000000001</c:v>
                </c:pt>
                <c:pt idx="6047">
                  <c:v>2.9870999999999999</c:v>
                </c:pt>
                <c:pt idx="6048">
                  <c:v>0</c:v>
                </c:pt>
                <c:pt idx="6049">
                  <c:v>1.4565600000000001</c:v>
                </c:pt>
                <c:pt idx="6050">
                  <c:v>0</c:v>
                </c:pt>
                <c:pt idx="6051">
                  <c:v>0</c:v>
                </c:pt>
                <c:pt idx="6052">
                  <c:v>0</c:v>
                </c:pt>
                <c:pt idx="6053">
                  <c:v>2.2145829990000001</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5.6769100979999996</c:v>
                </c:pt>
                <c:pt idx="6140">
                  <c:v>1.277375792</c:v>
                </c:pt>
                <c:pt idx="6141">
                  <c:v>4.14944822</c:v>
                </c:pt>
                <c:pt idx="6142">
                  <c:v>4.5920927779999996</c:v>
                </c:pt>
                <c:pt idx="6143">
                  <c:v>3.7599523609999999</c:v>
                </c:pt>
                <c:pt idx="6144">
                  <c:v>1.46007</c:v>
                </c:pt>
                <c:pt idx="6145">
                  <c:v>1.8819900000000001</c:v>
                </c:pt>
                <c:pt idx="6146">
                  <c:v>0</c:v>
                </c:pt>
                <c:pt idx="6147">
                  <c:v>0</c:v>
                </c:pt>
                <c:pt idx="6148">
                  <c:v>0</c:v>
                </c:pt>
                <c:pt idx="6149">
                  <c:v>0</c:v>
                </c:pt>
                <c:pt idx="6150">
                  <c:v>4.6887390379999996</c:v>
                </c:pt>
                <c:pt idx="6151">
                  <c:v>2.7877938879999999</c:v>
                </c:pt>
                <c:pt idx="6152">
                  <c:v>6.64559853</c:v>
                </c:pt>
                <c:pt idx="6153">
                  <c:v>1.2398949180000001</c:v>
                </c:pt>
                <c:pt idx="6154">
                  <c:v>0</c:v>
                </c:pt>
                <c:pt idx="6155">
                  <c:v>0</c:v>
                </c:pt>
                <c:pt idx="6156">
                  <c:v>0</c:v>
                </c:pt>
                <c:pt idx="6157">
                  <c:v>0</c:v>
                </c:pt>
                <c:pt idx="6158">
                  <c:v>0</c:v>
                </c:pt>
                <c:pt idx="6159">
                  <c:v>0</c:v>
                </c:pt>
                <c:pt idx="6160">
                  <c:v>0</c:v>
                </c:pt>
                <c:pt idx="6161">
                  <c:v>2.574525414</c:v>
                </c:pt>
                <c:pt idx="6162">
                  <c:v>3.9799070639999998</c:v>
                </c:pt>
                <c:pt idx="6163">
                  <c:v>0</c:v>
                </c:pt>
                <c:pt idx="6164">
                  <c:v>0</c:v>
                </c:pt>
                <c:pt idx="6165">
                  <c:v>0</c:v>
                </c:pt>
                <c:pt idx="6166">
                  <c:v>0</c:v>
                </c:pt>
                <c:pt idx="6167">
                  <c:v>0</c:v>
                </c:pt>
                <c:pt idx="6168">
                  <c:v>0</c:v>
                </c:pt>
                <c:pt idx="6169">
                  <c:v>0</c:v>
                </c:pt>
                <c:pt idx="6170">
                  <c:v>1.80657</c:v>
                </c:pt>
                <c:pt idx="6171">
                  <c:v>2.06541</c:v>
                </c:pt>
                <c:pt idx="6172">
                  <c:v>1.175546341</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5.116835376</c:v>
                </c:pt>
                <c:pt idx="6187">
                  <c:v>0</c:v>
                </c:pt>
                <c:pt idx="6188">
                  <c:v>0</c:v>
                </c:pt>
                <c:pt idx="6189">
                  <c:v>2.2636649910000002</c:v>
                </c:pt>
                <c:pt idx="6190">
                  <c:v>0</c:v>
                </c:pt>
                <c:pt idx="6191">
                  <c:v>0</c:v>
                </c:pt>
                <c:pt idx="6192">
                  <c:v>0</c:v>
                </c:pt>
                <c:pt idx="6193">
                  <c:v>0</c:v>
                </c:pt>
                <c:pt idx="6194">
                  <c:v>0</c:v>
                </c:pt>
                <c:pt idx="6195">
                  <c:v>0</c:v>
                </c:pt>
                <c:pt idx="6196">
                  <c:v>1.60317</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3.1446541000000001E-2</c:v>
                </c:pt>
                <c:pt idx="6212">
                  <c:v>0</c:v>
                </c:pt>
                <c:pt idx="6213">
                  <c:v>0.41375266700000002</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4.7342066569999997</c:v>
                </c:pt>
                <c:pt idx="6233">
                  <c:v>5.0075486480000002</c:v>
                </c:pt>
                <c:pt idx="6234">
                  <c:v>2.7605027780000002</c:v>
                </c:pt>
                <c:pt idx="6235">
                  <c:v>6.7765163409999998</c:v>
                </c:pt>
                <c:pt idx="6236">
                  <c:v>9.3270599999999995</c:v>
                </c:pt>
                <c:pt idx="6237">
                  <c:v>5.7040060400000003</c:v>
                </c:pt>
                <c:pt idx="6238">
                  <c:v>0</c:v>
                </c:pt>
                <c:pt idx="6239">
                  <c:v>0</c:v>
                </c:pt>
                <c:pt idx="6240">
                  <c:v>0</c:v>
                </c:pt>
                <c:pt idx="6241">
                  <c:v>0</c:v>
                </c:pt>
                <c:pt idx="6242">
                  <c:v>0.99809999999999999</c:v>
                </c:pt>
                <c:pt idx="6243">
                  <c:v>0.91988999999999999</c:v>
                </c:pt>
                <c:pt idx="6244">
                  <c:v>1.248432999</c:v>
                </c:pt>
                <c:pt idx="6245">
                  <c:v>0.45231537599999999</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0.60064009799999996</c:v>
                </c:pt>
                <c:pt idx="6283">
                  <c:v>0</c:v>
                </c:pt>
                <c:pt idx="6284">
                  <c:v>0</c:v>
                </c:pt>
                <c:pt idx="6285">
                  <c:v>8.3100855710000001</c:v>
                </c:pt>
                <c:pt idx="6286">
                  <c:v>0</c:v>
                </c:pt>
                <c:pt idx="6287">
                  <c:v>2.3629500000000001</c:v>
                </c:pt>
                <c:pt idx="6288">
                  <c:v>1.463622999</c:v>
                </c:pt>
                <c:pt idx="6289">
                  <c:v>0</c:v>
                </c:pt>
                <c:pt idx="6290">
                  <c:v>1.0956600000000001</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9.4814752930000008</c:v>
                </c:pt>
                <c:pt idx="6307">
                  <c:v>0</c:v>
                </c:pt>
                <c:pt idx="6308">
                  <c:v>1.5297665410000001</c:v>
                </c:pt>
                <c:pt idx="6309">
                  <c:v>5.362175293</c:v>
                </c:pt>
                <c:pt idx="6310">
                  <c:v>6.0085906490000003</c:v>
                </c:pt>
                <c:pt idx="6311">
                  <c:v>4.3422729990000004</c:v>
                </c:pt>
                <c:pt idx="6312">
                  <c:v>0</c:v>
                </c:pt>
                <c:pt idx="6313">
                  <c:v>0</c:v>
                </c:pt>
                <c:pt idx="6314">
                  <c:v>0</c:v>
                </c:pt>
                <c:pt idx="6315">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6.2556734709999997</c:v>
                </c:pt>
                <c:pt idx="6331">
                  <c:v>9.8717400000000008</c:v>
                </c:pt>
                <c:pt idx="6332">
                  <c:v>9.1565100000000008</c:v>
                </c:pt>
                <c:pt idx="6333">
                  <c:v>7.1591654289999997</c:v>
                </c:pt>
                <c:pt idx="6334">
                  <c:v>0</c:v>
                </c:pt>
                <c:pt idx="6335">
                  <c:v>0</c:v>
                </c:pt>
                <c:pt idx="6336">
                  <c:v>0</c:v>
                </c:pt>
                <c:pt idx="6337">
                  <c:v>0</c:v>
                </c:pt>
                <c:pt idx="6338">
                  <c:v>0</c:v>
                </c:pt>
                <c:pt idx="6339">
                  <c:v>0</c:v>
                </c:pt>
                <c:pt idx="6340">
                  <c:v>0</c:v>
                </c:pt>
                <c:pt idx="6341">
                  <c:v>0</c:v>
                </c:pt>
                <c:pt idx="6342">
                  <c:v>0</c:v>
                </c:pt>
                <c:pt idx="6343">
                  <c:v>1.841765557</c:v>
                </c:pt>
                <c:pt idx="6344">
                  <c:v>0</c:v>
                </c:pt>
                <c:pt idx="6345">
                  <c:v>0</c:v>
                </c:pt>
                <c:pt idx="6346">
                  <c:v>0</c:v>
                </c:pt>
                <c:pt idx="6347">
                  <c:v>0</c:v>
                </c:pt>
                <c:pt idx="6348">
                  <c:v>0</c:v>
                </c:pt>
                <c:pt idx="6349">
                  <c:v>0</c:v>
                </c:pt>
                <c:pt idx="6350">
                  <c:v>0</c:v>
                </c:pt>
                <c:pt idx="6351">
                  <c:v>0</c:v>
                </c:pt>
                <c:pt idx="6352">
                  <c:v>0</c:v>
                </c:pt>
                <c:pt idx="6353">
                  <c:v>0</c:v>
                </c:pt>
                <c:pt idx="6354">
                  <c:v>0</c:v>
                </c:pt>
                <c:pt idx="6355">
                  <c:v>6.4036728309999997</c:v>
                </c:pt>
                <c:pt idx="6356">
                  <c:v>7.399226648</c:v>
                </c:pt>
                <c:pt idx="6357">
                  <c:v>0</c:v>
                </c:pt>
                <c:pt idx="6358">
                  <c:v>0</c:v>
                </c:pt>
                <c:pt idx="6359">
                  <c:v>0</c:v>
                </c:pt>
                <c:pt idx="6360">
                  <c:v>0</c:v>
                </c:pt>
                <c:pt idx="6361">
                  <c:v>1.6914318749999999</c:v>
                </c:pt>
                <c:pt idx="6362">
                  <c:v>0</c:v>
                </c:pt>
                <c:pt idx="6363">
                  <c:v>0</c:v>
                </c:pt>
                <c:pt idx="6364">
                  <c:v>0</c:v>
                </c:pt>
                <c:pt idx="6365">
                  <c:v>0</c:v>
                </c:pt>
                <c:pt idx="6366">
                  <c:v>0.13814860200000001</c:v>
                </c:pt>
                <c:pt idx="6367">
                  <c:v>0</c:v>
                </c:pt>
                <c:pt idx="6368">
                  <c:v>0</c:v>
                </c:pt>
                <c:pt idx="6369">
                  <c:v>0</c:v>
                </c:pt>
                <c:pt idx="6370">
                  <c:v>0</c:v>
                </c:pt>
                <c:pt idx="6371">
                  <c:v>0</c:v>
                </c:pt>
                <c:pt idx="6372">
                  <c:v>0</c:v>
                </c:pt>
                <c:pt idx="6373">
                  <c:v>0</c:v>
                </c:pt>
                <c:pt idx="6374">
                  <c:v>0.41331203300000002</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10.68507</c:v>
                </c:pt>
                <c:pt idx="6404">
                  <c:v>9.3123402629999994</c:v>
                </c:pt>
                <c:pt idx="6405">
                  <c:v>5.7063019840000004</c:v>
                </c:pt>
                <c:pt idx="6406">
                  <c:v>0</c:v>
                </c:pt>
                <c:pt idx="6407">
                  <c:v>3.2085254289999998</c:v>
                </c:pt>
                <c:pt idx="6408">
                  <c:v>1.7493300000000001</c:v>
                </c:pt>
                <c:pt idx="6409">
                  <c:v>0</c:v>
                </c:pt>
                <c:pt idx="6410">
                  <c:v>0</c:v>
                </c:pt>
                <c:pt idx="6411">
                  <c:v>0</c:v>
                </c:pt>
                <c:pt idx="6412">
                  <c:v>0</c:v>
                </c:pt>
                <c:pt idx="6413">
                  <c:v>0</c:v>
                </c:pt>
                <c:pt idx="6414">
                  <c:v>0</c:v>
                </c:pt>
                <c:pt idx="6415">
                  <c:v>0</c:v>
                </c:pt>
                <c:pt idx="6416">
                  <c:v>0</c:v>
                </c:pt>
                <c:pt idx="6417">
                  <c:v>0</c:v>
                </c:pt>
                <c:pt idx="6418">
                  <c:v>0</c:v>
                </c:pt>
                <c:pt idx="6419">
                  <c:v>0</c:v>
                </c:pt>
                <c:pt idx="6420">
                  <c:v>0</c:v>
                </c:pt>
                <c:pt idx="6421">
                  <c:v>0</c:v>
                </c:pt>
                <c:pt idx="6422">
                  <c:v>0</c:v>
                </c:pt>
                <c:pt idx="6423">
                  <c:v>0</c:v>
                </c:pt>
                <c:pt idx="6424">
                  <c:v>0</c:v>
                </c:pt>
                <c:pt idx="6425">
                  <c:v>0</c:v>
                </c:pt>
                <c:pt idx="6426">
                  <c:v>0</c:v>
                </c:pt>
                <c:pt idx="6427">
                  <c:v>1.6869919840000001</c:v>
                </c:pt>
                <c:pt idx="6428">
                  <c:v>0</c:v>
                </c:pt>
                <c:pt idx="6429">
                  <c:v>2.963045293</c:v>
                </c:pt>
                <c:pt idx="6430">
                  <c:v>0.43297604000000001</c:v>
                </c:pt>
                <c:pt idx="6431">
                  <c:v>0</c:v>
                </c:pt>
                <c:pt idx="6432">
                  <c:v>1.2788999999999999</c:v>
                </c:pt>
                <c:pt idx="6433">
                  <c:v>2.12697</c:v>
                </c:pt>
                <c:pt idx="6434">
                  <c:v>1.806072999</c:v>
                </c:pt>
                <c:pt idx="6435">
                  <c:v>2.3822999999999999</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49">
                  <c:v>0</c:v>
                </c:pt>
                <c:pt idx="6450">
                  <c:v>2.6127434709999999</c:v>
                </c:pt>
                <c:pt idx="6451">
                  <c:v>0</c:v>
                </c:pt>
                <c:pt idx="6452">
                  <c:v>0</c:v>
                </c:pt>
                <c:pt idx="6453">
                  <c:v>0</c:v>
                </c:pt>
                <c:pt idx="6454">
                  <c:v>0</c:v>
                </c:pt>
                <c:pt idx="6455">
                  <c:v>0</c:v>
                </c:pt>
                <c:pt idx="6456">
                  <c:v>0</c:v>
                </c:pt>
                <c:pt idx="6457">
                  <c:v>0</c:v>
                </c:pt>
                <c:pt idx="6458">
                  <c:v>0</c:v>
                </c:pt>
                <c:pt idx="6459">
                  <c:v>0</c:v>
                </c:pt>
                <c:pt idx="6460">
                  <c:v>1.520482361</c:v>
                </c:pt>
                <c:pt idx="6461">
                  <c:v>3.0266999999999999</c:v>
                </c:pt>
                <c:pt idx="6462">
                  <c:v>0</c:v>
                </c:pt>
                <c:pt idx="6463">
                  <c:v>0</c:v>
                </c:pt>
                <c:pt idx="6464">
                  <c:v>1.1189859630000001</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0.34048064900000002</c:v>
                </c:pt>
                <c:pt idx="6485">
                  <c:v>2.1361500000000002</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3.1289306269999999</c:v>
                </c:pt>
                <c:pt idx="6499">
                  <c:v>0</c:v>
                </c:pt>
                <c:pt idx="6500">
                  <c:v>0</c:v>
                </c:pt>
                <c:pt idx="6501">
                  <c:v>0</c:v>
                </c:pt>
                <c:pt idx="6502">
                  <c:v>0</c:v>
                </c:pt>
                <c:pt idx="6503">
                  <c:v>0</c:v>
                </c:pt>
                <c:pt idx="6504">
                  <c:v>1.5436799999999999</c:v>
                </c:pt>
                <c:pt idx="6505">
                  <c:v>0</c:v>
                </c:pt>
                <c:pt idx="6506">
                  <c:v>0</c:v>
                </c:pt>
                <c:pt idx="6507">
                  <c:v>1.33362</c:v>
                </c:pt>
                <c:pt idx="6508">
                  <c:v>1.58562</c:v>
                </c:pt>
                <c:pt idx="6509">
                  <c:v>2.6031599999999999</c:v>
                </c:pt>
                <c:pt idx="6510">
                  <c:v>0</c:v>
                </c:pt>
                <c:pt idx="6511">
                  <c:v>0</c:v>
                </c:pt>
                <c:pt idx="6512">
                  <c:v>0</c:v>
                </c:pt>
                <c:pt idx="6513">
                  <c:v>0</c:v>
                </c:pt>
                <c:pt idx="6514">
                  <c:v>0</c:v>
                </c:pt>
                <c:pt idx="6515">
                  <c:v>0</c:v>
                </c:pt>
                <c:pt idx="6516">
                  <c:v>0</c:v>
                </c:pt>
                <c:pt idx="6517">
                  <c:v>0</c:v>
                </c:pt>
                <c:pt idx="6518">
                  <c:v>0</c:v>
                </c:pt>
                <c:pt idx="6519">
                  <c:v>0</c:v>
                </c:pt>
                <c:pt idx="6520">
                  <c:v>0</c:v>
                </c:pt>
                <c:pt idx="6521">
                  <c:v>0</c:v>
                </c:pt>
                <c:pt idx="6522">
                  <c:v>0</c:v>
                </c:pt>
                <c:pt idx="6523">
                  <c:v>0</c:v>
                </c:pt>
                <c:pt idx="6524">
                  <c:v>6.2058868089999999</c:v>
                </c:pt>
                <c:pt idx="6525">
                  <c:v>3.5714971680000001</c:v>
                </c:pt>
                <c:pt idx="6526">
                  <c:v>5.766635376</c:v>
                </c:pt>
                <c:pt idx="6527">
                  <c:v>2.3624999999999998</c:v>
                </c:pt>
                <c:pt idx="6528">
                  <c:v>1.66509</c:v>
                </c:pt>
                <c:pt idx="6529">
                  <c:v>0</c:v>
                </c:pt>
                <c:pt idx="6530">
                  <c:v>0</c:v>
                </c:pt>
                <c:pt idx="6531">
                  <c:v>0</c:v>
                </c:pt>
                <c:pt idx="6532">
                  <c:v>0</c:v>
                </c:pt>
                <c:pt idx="6533">
                  <c:v>1.7050709559999999</c:v>
                </c:pt>
                <c:pt idx="6534">
                  <c:v>0</c:v>
                </c:pt>
                <c:pt idx="6535">
                  <c:v>0</c:v>
                </c:pt>
                <c:pt idx="6536">
                  <c:v>5.2652596279999999</c:v>
                </c:pt>
                <c:pt idx="6537">
                  <c:v>0</c:v>
                </c:pt>
                <c:pt idx="6538">
                  <c:v>4.0120133669999998</c:v>
                </c:pt>
                <c:pt idx="6539">
                  <c:v>0</c:v>
                </c:pt>
                <c:pt idx="6540">
                  <c:v>0</c:v>
                </c:pt>
                <c:pt idx="6541">
                  <c:v>0</c:v>
                </c:pt>
                <c:pt idx="6542">
                  <c:v>0</c:v>
                </c:pt>
                <c:pt idx="6543">
                  <c:v>0</c:v>
                </c:pt>
                <c:pt idx="6544">
                  <c:v>0</c:v>
                </c:pt>
                <c:pt idx="6545">
                  <c:v>1.437489443</c:v>
                </c:pt>
                <c:pt idx="6546">
                  <c:v>8.8373129820000003</c:v>
                </c:pt>
                <c:pt idx="6547">
                  <c:v>0</c:v>
                </c:pt>
                <c:pt idx="6548">
                  <c:v>0</c:v>
                </c:pt>
                <c:pt idx="6549">
                  <c:v>0</c:v>
                </c:pt>
                <c:pt idx="6550">
                  <c:v>0</c:v>
                </c:pt>
                <c:pt idx="6551">
                  <c:v>0</c:v>
                </c:pt>
                <c:pt idx="6552">
                  <c:v>0</c:v>
                </c:pt>
                <c:pt idx="6553">
                  <c:v>0</c:v>
                </c:pt>
                <c:pt idx="6554">
                  <c:v>0</c:v>
                </c:pt>
                <c:pt idx="6555">
                  <c:v>1.733892999</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7.4887602629999996</c:v>
                </c:pt>
                <c:pt idx="6572">
                  <c:v>8.4274900979999998</c:v>
                </c:pt>
                <c:pt idx="6573">
                  <c:v>2.2828865409999999</c:v>
                </c:pt>
                <c:pt idx="6574">
                  <c:v>4.9669409560000002</c:v>
                </c:pt>
                <c:pt idx="6575">
                  <c:v>3.6240299999999999</c:v>
                </c:pt>
                <c:pt idx="6576">
                  <c:v>2.3372999999999999</c:v>
                </c:pt>
                <c:pt idx="6577">
                  <c:v>1.0299263409999999</c:v>
                </c:pt>
                <c:pt idx="6578">
                  <c:v>0</c:v>
                </c:pt>
                <c:pt idx="6579">
                  <c:v>2.19699</c:v>
                </c:pt>
                <c:pt idx="6580">
                  <c:v>1.2670423609999999</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9.5858502629999993</c:v>
                </c:pt>
                <c:pt idx="6596">
                  <c:v>0</c:v>
                </c:pt>
                <c:pt idx="6597">
                  <c:v>8.5392268090000005</c:v>
                </c:pt>
                <c:pt idx="6598">
                  <c:v>6.3785699999999999</c:v>
                </c:pt>
                <c:pt idx="6599">
                  <c:v>5.3235900000000003</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2.4175353460000002</c:v>
                </c:pt>
                <c:pt idx="6617">
                  <c:v>4.7212609089999997</c:v>
                </c:pt>
                <c:pt idx="6618">
                  <c:v>11.21175</c:v>
                </c:pt>
                <c:pt idx="6619">
                  <c:v>6.0258708429999999</c:v>
                </c:pt>
                <c:pt idx="6620">
                  <c:v>4.810977168</c:v>
                </c:pt>
                <c:pt idx="6621">
                  <c:v>0</c:v>
                </c:pt>
                <c:pt idx="6622">
                  <c:v>0</c:v>
                </c:pt>
                <c:pt idx="6623">
                  <c:v>0</c:v>
                </c:pt>
                <c:pt idx="6624">
                  <c:v>0</c:v>
                </c:pt>
                <c:pt idx="6625">
                  <c:v>0</c:v>
                </c:pt>
                <c:pt idx="6626">
                  <c:v>1.0277752929999999</c:v>
                </c:pt>
                <c:pt idx="6627">
                  <c:v>1.9601999999999999</c:v>
                </c:pt>
                <c:pt idx="6628">
                  <c:v>1.1000909560000001</c:v>
                </c:pt>
                <c:pt idx="6629">
                  <c:v>2.4725968090000001</c:v>
                </c:pt>
                <c:pt idx="6630">
                  <c:v>1.161782324</c:v>
                </c:pt>
                <c:pt idx="6631">
                  <c:v>0</c:v>
                </c:pt>
                <c:pt idx="6632">
                  <c:v>0.91662828299999999</c:v>
                </c:pt>
                <c:pt idx="6633">
                  <c:v>0</c:v>
                </c:pt>
                <c:pt idx="6634">
                  <c:v>0</c:v>
                </c:pt>
                <c:pt idx="6635">
                  <c:v>0</c:v>
                </c:pt>
                <c:pt idx="6636">
                  <c:v>0</c:v>
                </c:pt>
                <c:pt idx="6637">
                  <c:v>0</c:v>
                </c:pt>
                <c:pt idx="6638">
                  <c:v>0</c:v>
                </c:pt>
                <c:pt idx="6639">
                  <c:v>0</c:v>
                </c:pt>
                <c:pt idx="6640">
                  <c:v>0</c:v>
                </c:pt>
                <c:pt idx="6641">
                  <c:v>4.2107265399999996</c:v>
                </c:pt>
                <c:pt idx="6642">
                  <c:v>13.12175096</c:v>
                </c:pt>
                <c:pt idx="6643">
                  <c:v>13.062372999999999</c:v>
                </c:pt>
                <c:pt idx="6644">
                  <c:v>13.74381</c:v>
                </c:pt>
                <c:pt idx="6645">
                  <c:v>6.0159506269999996</c:v>
                </c:pt>
                <c:pt idx="6646">
                  <c:v>4.4074171680000003</c:v>
                </c:pt>
                <c:pt idx="6647">
                  <c:v>2.3704602339999998</c:v>
                </c:pt>
                <c:pt idx="6648">
                  <c:v>0</c:v>
                </c:pt>
                <c:pt idx="6649">
                  <c:v>0.62183095600000005</c:v>
                </c:pt>
                <c:pt idx="6650">
                  <c:v>1.8261000000000001</c:v>
                </c:pt>
                <c:pt idx="6651">
                  <c:v>0.98420634100000004</c:v>
                </c:pt>
                <c:pt idx="6652">
                  <c:v>1.8404100000000001</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7.9914868090000004</c:v>
                </c:pt>
                <c:pt idx="6667">
                  <c:v>7.7214353759999996</c:v>
                </c:pt>
                <c:pt idx="6668">
                  <c:v>5.0246529989999997</c:v>
                </c:pt>
                <c:pt idx="6669">
                  <c:v>2.7620465410000001</c:v>
                </c:pt>
                <c:pt idx="6670">
                  <c:v>0</c:v>
                </c:pt>
                <c:pt idx="6671">
                  <c:v>0</c:v>
                </c:pt>
                <c:pt idx="6672">
                  <c:v>0</c:v>
                </c:pt>
                <c:pt idx="6673">
                  <c:v>0</c:v>
                </c:pt>
                <c:pt idx="6674">
                  <c:v>0</c:v>
                </c:pt>
                <c:pt idx="6675">
                  <c:v>0</c:v>
                </c:pt>
                <c:pt idx="6676">
                  <c:v>0</c:v>
                </c:pt>
                <c:pt idx="6677">
                  <c:v>0</c:v>
                </c:pt>
                <c:pt idx="6678">
                  <c:v>0</c:v>
                </c:pt>
                <c:pt idx="6679">
                  <c:v>0</c:v>
                </c:pt>
                <c:pt idx="6680">
                  <c:v>0</c:v>
                </c:pt>
                <c:pt idx="6681">
                  <c:v>0</c:v>
                </c:pt>
                <c:pt idx="6682">
                  <c:v>0</c:v>
                </c:pt>
                <c:pt idx="6683">
                  <c:v>0</c:v>
                </c:pt>
                <c:pt idx="6684">
                  <c:v>0</c:v>
                </c:pt>
                <c:pt idx="6685">
                  <c:v>0</c:v>
                </c:pt>
                <c:pt idx="6686">
                  <c:v>0</c:v>
                </c:pt>
                <c:pt idx="6687">
                  <c:v>0</c:v>
                </c:pt>
                <c:pt idx="6688">
                  <c:v>0</c:v>
                </c:pt>
                <c:pt idx="6689">
                  <c:v>0</c:v>
                </c:pt>
                <c:pt idx="6690">
                  <c:v>4.6822406269999997</c:v>
                </c:pt>
                <c:pt idx="6691">
                  <c:v>8.7148155710000008</c:v>
                </c:pt>
                <c:pt idx="6692">
                  <c:v>9.6317752930000005</c:v>
                </c:pt>
                <c:pt idx="6693">
                  <c:v>11.569885429999999</c:v>
                </c:pt>
                <c:pt idx="6694">
                  <c:v>5.2246155710000002</c:v>
                </c:pt>
                <c:pt idx="6695">
                  <c:v>0</c:v>
                </c:pt>
                <c:pt idx="6696">
                  <c:v>0</c:v>
                </c:pt>
                <c:pt idx="6697">
                  <c:v>0</c:v>
                </c:pt>
                <c:pt idx="6698">
                  <c:v>0</c:v>
                </c:pt>
                <c:pt idx="6699">
                  <c:v>0</c:v>
                </c:pt>
                <c:pt idx="6700">
                  <c:v>0</c:v>
                </c:pt>
                <c:pt idx="6701">
                  <c:v>0</c:v>
                </c:pt>
                <c:pt idx="6702">
                  <c:v>0</c:v>
                </c:pt>
                <c:pt idx="6703">
                  <c:v>0</c:v>
                </c:pt>
                <c:pt idx="6704">
                  <c:v>0</c:v>
                </c:pt>
                <c:pt idx="6705">
                  <c:v>0</c:v>
                </c:pt>
                <c:pt idx="6706">
                  <c:v>0</c:v>
                </c:pt>
                <c:pt idx="6707">
                  <c:v>0</c:v>
                </c:pt>
                <c:pt idx="6708">
                  <c:v>0</c:v>
                </c:pt>
                <c:pt idx="6709">
                  <c:v>0</c:v>
                </c:pt>
                <c:pt idx="6710">
                  <c:v>0</c:v>
                </c:pt>
                <c:pt idx="6711">
                  <c:v>0</c:v>
                </c:pt>
                <c:pt idx="6712">
                  <c:v>0</c:v>
                </c:pt>
                <c:pt idx="6713">
                  <c:v>0</c:v>
                </c:pt>
                <c:pt idx="6714">
                  <c:v>0</c:v>
                </c:pt>
                <c:pt idx="6715">
                  <c:v>0</c:v>
                </c:pt>
                <c:pt idx="6716">
                  <c:v>0</c:v>
                </c:pt>
                <c:pt idx="6717">
                  <c:v>0</c:v>
                </c:pt>
                <c:pt idx="6718">
                  <c:v>0</c:v>
                </c:pt>
                <c:pt idx="6719">
                  <c:v>0</c:v>
                </c:pt>
                <c:pt idx="6720">
                  <c:v>0</c:v>
                </c:pt>
                <c:pt idx="6721">
                  <c:v>1.550722361</c:v>
                </c:pt>
                <c:pt idx="6722">
                  <c:v>0</c:v>
                </c:pt>
                <c:pt idx="6723">
                  <c:v>0</c:v>
                </c:pt>
                <c:pt idx="6724">
                  <c:v>0</c:v>
                </c:pt>
                <c:pt idx="6725">
                  <c:v>0</c:v>
                </c:pt>
                <c:pt idx="6726">
                  <c:v>0</c:v>
                </c:pt>
                <c:pt idx="6727">
                  <c:v>0</c:v>
                </c:pt>
                <c:pt idx="6728">
                  <c:v>0</c:v>
                </c:pt>
                <c:pt idx="6729">
                  <c:v>0</c:v>
                </c:pt>
                <c:pt idx="6730">
                  <c:v>0</c:v>
                </c:pt>
                <c:pt idx="6731">
                  <c:v>0</c:v>
                </c:pt>
                <c:pt idx="6732">
                  <c:v>0</c:v>
                </c:pt>
                <c:pt idx="6733">
                  <c:v>0</c:v>
                </c:pt>
                <c:pt idx="6734">
                  <c:v>0</c:v>
                </c:pt>
                <c:pt idx="6735">
                  <c:v>0</c:v>
                </c:pt>
                <c:pt idx="6736">
                  <c:v>0</c:v>
                </c:pt>
                <c:pt idx="6737">
                  <c:v>0</c:v>
                </c:pt>
                <c:pt idx="6738">
                  <c:v>0</c:v>
                </c:pt>
                <c:pt idx="6739">
                  <c:v>0</c:v>
                </c:pt>
                <c:pt idx="6740">
                  <c:v>0</c:v>
                </c:pt>
                <c:pt idx="6741">
                  <c:v>0</c:v>
                </c:pt>
                <c:pt idx="6742">
                  <c:v>0</c:v>
                </c:pt>
                <c:pt idx="6743">
                  <c:v>0</c:v>
                </c:pt>
                <c:pt idx="6744">
                  <c:v>0</c:v>
                </c:pt>
                <c:pt idx="6745">
                  <c:v>0</c:v>
                </c:pt>
                <c:pt idx="6746">
                  <c:v>0</c:v>
                </c:pt>
                <c:pt idx="6747">
                  <c:v>0</c:v>
                </c:pt>
                <c:pt idx="6748">
                  <c:v>0</c:v>
                </c:pt>
                <c:pt idx="6749">
                  <c:v>0</c:v>
                </c:pt>
                <c:pt idx="6750">
                  <c:v>0</c:v>
                </c:pt>
                <c:pt idx="6751">
                  <c:v>2.8739899999999998E-4</c:v>
                </c:pt>
                <c:pt idx="6752">
                  <c:v>0</c:v>
                </c:pt>
                <c:pt idx="6753">
                  <c:v>0</c:v>
                </c:pt>
                <c:pt idx="6754">
                  <c:v>0</c:v>
                </c:pt>
                <c:pt idx="6755">
                  <c:v>0</c:v>
                </c:pt>
                <c:pt idx="6756">
                  <c:v>0</c:v>
                </c:pt>
                <c:pt idx="6757">
                  <c:v>0</c:v>
                </c:pt>
                <c:pt idx="6758">
                  <c:v>0</c:v>
                </c:pt>
                <c:pt idx="6759">
                  <c:v>0</c:v>
                </c:pt>
                <c:pt idx="6760">
                  <c:v>0</c:v>
                </c:pt>
                <c:pt idx="6761">
                  <c:v>6.9865848100000001</c:v>
                </c:pt>
                <c:pt idx="6762">
                  <c:v>7.86069</c:v>
                </c:pt>
                <c:pt idx="6763">
                  <c:v>8.9681668089999995</c:v>
                </c:pt>
                <c:pt idx="6764">
                  <c:v>11.911273</c:v>
                </c:pt>
                <c:pt idx="6765">
                  <c:v>1.0594768450000001</c:v>
                </c:pt>
                <c:pt idx="6766">
                  <c:v>7.1930699999999996</c:v>
                </c:pt>
                <c:pt idx="6767">
                  <c:v>0</c:v>
                </c:pt>
                <c:pt idx="6768">
                  <c:v>0</c:v>
                </c:pt>
                <c:pt idx="6769">
                  <c:v>0</c:v>
                </c:pt>
                <c:pt idx="6770">
                  <c:v>0</c:v>
                </c:pt>
                <c:pt idx="6771">
                  <c:v>0</c:v>
                </c:pt>
                <c:pt idx="6772">
                  <c:v>1.2161363409999999</c:v>
                </c:pt>
                <c:pt idx="6773">
                  <c:v>3.9815100000000001</c:v>
                </c:pt>
                <c:pt idx="6774">
                  <c:v>4.8285900000000002</c:v>
                </c:pt>
                <c:pt idx="6775">
                  <c:v>4.0346500389999997</c:v>
                </c:pt>
                <c:pt idx="6776">
                  <c:v>0</c:v>
                </c:pt>
                <c:pt idx="6777">
                  <c:v>0</c:v>
                </c:pt>
                <c:pt idx="6778">
                  <c:v>0</c:v>
                </c:pt>
                <c:pt idx="6779">
                  <c:v>0.17196133999999999</c:v>
                </c:pt>
                <c:pt idx="6780">
                  <c:v>0</c:v>
                </c:pt>
                <c:pt idx="6781">
                  <c:v>0</c:v>
                </c:pt>
                <c:pt idx="6782">
                  <c:v>0</c:v>
                </c:pt>
                <c:pt idx="6783">
                  <c:v>2.286436862</c:v>
                </c:pt>
                <c:pt idx="6784">
                  <c:v>6.6324950859999996</c:v>
                </c:pt>
                <c:pt idx="6785">
                  <c:v>7.7673868089999996</c:v>
                </c:pt>
                <c:pt idx="6786">
                  <c:v>7.7119712890000001</c:v>
                </c:pt>
                <c:pt idx="6787">
                  <c:v>0</c:v>
                </c:pt>
                <c:pt idx="6788">
                  <c:v>0</c:v>
                </c:pt>
                <c:pt idx="6789">
                  <c:v>0</c:v>
                </c:pt>
                <c:pt idx="6790">
                  <c:v>0</c:v>
                </c:pt>
                <c:pt idx="6791">
                  <c:v>1.56873996</c:v>
                </c:pt>
                <c:pt idx="6792">
                  <c:v>0</c:v>
                </c:pt>
                <c:pt idx="6793">
                  <c:v>0</c:v>
                </c:pt>
                <c:pt idx="6794">
                  <c:v>0</c:v>
                </c:pt>
                <c:pt idx="6795">
                  <c:v>0</c:v>
                </c:pt>
                <c:pt idx="6796">
                  <c:v>0</c:v>
                </c:pt>
                <c:pt idx="6797">
                  <c:v>0</c:v>
                </c:pt>
                <c:pt idx="6798">
                  <c:v>0</c:v>
                </c:pt>
                <c:pt idx="6799">
                  <c:v>0</c:v>
                </c:pt>
                <c:pt idx="6800">
                  <c:v>0</c:v>
                </c:pt>
                <c:pt idx="6801">
                  <c:v>0</c:v>
                </c:pt>
                <c:pt idx="6802">
                  <c:v>0</c:v>
                </c:pt>
                <c:pt idx="6803">
                  <c:v>0</c:v>
                </c:pt>
                <c:pt idx="6804">
                  <c:v>0</c:v>
                </c:pt>
                <c:pt idx="6805">
                  <c:v>0</c:v>
                </c:pt>
                <c:pt idx="6806">
                  <c:v>0</c:v>
                </c:pt>
                <c:pt idx="6807">
                  <c:v>0</c:v>
                </c:pt>
                <c:pt idx="6808">
                  <c:v>0</c:v>
                </c:pt>
                <c:pt idx="6809">
                  <c:v>0</c:v>
                </c:pt>
                <c:pt idx="6810">
                  <c:v>2.2280231640000001</c:v>
                </c:pt>
                <c:pt idx="6811">
                  <c:v>6.6248666480000002</c:v>
                </c:pt>
                <c:pt idx="6812">
                  <c:v>12.511300260000001</c:v>
                </c:pt>
                <c:pt idx="6813">
                  <c:v>6.3599231639999996</c:v>
                </c:pt>
                <c:pt idx="6814">
                  <c:v>8.5135500000000004</c:v>
                </c:pt>
                <c:pt idx="6815">
                  <c:v>0</c:v>
                </c:pt>
                <c:pt idx="6816">
                  <c:v>0</c:v>
                </c:pt>
                <c:pt idx="6817">
                  <c:v>0</c:v>
                </c:pt>
                <c:pt idx="6818">
                  <c:v>0</c:v>
                </c:pt>
                <c:pt idx="6819">
                  <c:v>0</c:v>
                </c:pt>
                <c:pt idx="6820">
                  <c:v>0</c:v>
                </c:pt>
                <c:pt idx="6821">
                  <c:v>0</c:v>
                </c:pt>
                <c:pt idx="6822">
                  <c:v>0</c:v>
                </c:pt>
                <c:pt idx="6823">
                  <c:v>0</c:v>
                </c:pt>
                <c:pt idx="6824">
                  <c:v>0</c:v>
                </c:pt>
                <c:pt idx="6825">
                  <c:v>5.3489218840000001</c:v>
                </c:pt>
                <c:pt idx="6826">
                  <c:v>0</c:v>
                </c:pt>
                <c:pt idx="6827">
                  <c:v>0</c:v>
                </c:pt>
                <c:pt idx="6828">
                  <c:v>0</c:v>
                </c:pt>
                <c:pt idx="6829">
                  <c:v>7.5349706269999999</c:v>
                </c:pt>
                <c:pt idx="6830">
                  <c:v>0</c:v>
                </c:pt>
                <c:pt idx="6831">
                  <c:v>0.16096386700000001</c:v>
                </c:pt>
                <c:pt idx="6832">
                  <c:v>3.8479618690000001</c:v>
                </c:pt>
                <c:pt idx="6833">
                  <c:v>0</c:v>
                </c:pt>
                <c:pt idx="6834">
                  <c:v>4.7413600980000004</c:v>
                </c:pt>
                <c:pt idx="6835">
                  <c:v>0</c:v>
                </c:pt>
                <c:pt idx="6836">
                  <c:v>0</c:v>
                </c:pt>
                <c:pt idx="6837">
                  <c:v>8.0909999999999993</c:v>
                </c:pt>
                <c:pt idx="6838">
                  <c:v>9.2662200000000006</c:v>
                </c:pt>
                <c:pt idx="6839">
                  <c:v>4.3222500000000004</c:v>
                </c:pt>
                <c:pt idx="6840">
                  <c:v>0</c:v>
                </c:pt>
                <c:pt idx="6841">
                  <c:v>0</c:v>
                </c:pt>
                <c:pt idx="6842">
                  <c:v>0</c:v>
                </c:pt>
                <c:pt idx="6843">
                  <c:v>0</c:v>
                </c:pt>
                <c:pt idx="6844">
                  <c:v>0</c:v>
                </c:pt>
                <c:pt idx="6845">
                  <c:v>0</c:v>
                </c:pt>
                <c:pt idx="6846">
                  <c:v>0</c:v>
                </c:pt>
                <c:pt idx="6847">
                  <c:v>0</c:v>
                </c:pt>
                <c:pt idx="6848">
                  <c:v>0</c:v>
                </c:pt>
                <c:pt idx="6849">
                  <c:v>0</c:v>
                </c:pt>
                <c:pt idx="6850">
                  <c:v>0</c:v>
                </c:pt>
                <c:pt idx="6851">
                  <c:v>0</c:v>
                </c:pt>
                <c:pt idx="6852">
                  <c:v>0</c:v>
                </c:pt>
                <c:pt idx="6853">
                  <c:v>0</c:v>
                </c:pt>
                <c:pt idx="6854">
                  <c:v>0</c:v>
                </c:pt>
                <c:pt idx="6855">
                  <c:v>0</c:v>
                </c:pt>
                <c:pt idx="6856">
                  <c:v>0</c:v>
                </c:pt>
                <c:pt idx="6857">
                  <c:v>0</c:v>
                </c:pt>
                <c:pt idx="6858">
                  <c:v>2.5716449909999999</c:v>
                </c:pt>
                <c:pt idx="6859">
                  <c:v>0</c:v>
                </c:pt>
                <c:pt idx="6860">
                  <c:v>14.895292359999999</c:v>
                </c:pt>
                <c:pt idx="6861">
                  <c:v>0</c:v>
                </c:pt>
                <c:pt idx="6862">
                  <c:v>3.3324292469999999</c:v>
                </c:pt>
                <c:pt idx="6863">
                  <c:v>0</c:v>
                </c:pt>
                <c:pt idx="6864">
                  <c:v>0</c:v>
                </c:pt>
                <c:pt idx="6865">
                  <c:v>1.6245000000000001</c:v>
                </c:pt>
                <c:pt idx="6866">
                  <c:v>0</c:v>
                </c:pt>
                <c:pt idx="6867">
                  <c:v>0</c:v>
                </c:pt>
                <c:pt idx="6868">
                  <c:v>1.85301</c:v>
                </c:pt>
                <c:pt idx="6869">
                  <c:v>0</c:v>
                </c:pt>
                <c:pt idx="6870">
                  <c:v>0</c:v>
                </c:pt>
                <c:pt idx="6871">
                  <c:v>0</c:v>
                </c:pt>
                <c:pt idx="6872">
                  <c:v>0</c:v>
                </c:pt>
                <c:pt idx="6873">
                  <c:v>0</c:v>
                </c:pt>
                <c:pt idx="6874">
                  <c:v>0</c:v>
                </c:pt>
                <c:pt idx="6875">
                  <c:v>0</c:v>
                </c:pt>
                <c:pt idx="6876">
                  <c:v>0</c:v>
                </c:pt>
                <c:pt idx="6877">
                  <c:v>0</c:v>
                </c:pt>
                <c:pt idx="6878">
                  <c:v>0</c:v>
                </c:pt>
                <c:pt idx="6879">
                  <c:v>0</c:v>
                </c:pt>
                <c:pt idx="6880">
                  <c:v>0</c:v>
                </c:pt>
                <c:pt idx="6881">
                  <c:v>0</c:v>
                </c:pt>
                <c:pt idx="6882">
                  <c:v>0</c:v>
                </c:pt>
                <c:pt idx="6883">
                  <c:v>0</c:v>
                </c:pt>
                <c:pt idx="6884">
                  <c:v>0</c:v>
                </c:pt>
                <c:pt idx="6885">
                  <c:v>0</c:v>
                </c:pt>
                <c:pt idx="6886">
                  <c:v>8.8856999999999999</c:v>
                </c:pt>
                <c:pt idx="6887">
                  <c:v>0</c:v>
                </c:pt>
                <c:pt idx="6888">
                  <c:v>0</c:v>
                </c:pt>
                <c:pt idx="6889">
                  <c:v>0</c:v>
                </c:pt>
                <c:pt idx="6890">
                  <c:v>0</c:v>
                </c:pt>
                <c:pt idx="6891">
                  <c:v>0</c:v>
                </c:pt>
                <c:pt idx="6892">
                  <c:v>0</c:v>
                </c:pt>
                <c:pt idx="6893">
                  <c:v>0</c:v>
                </c:pt>
                <c:pt idx="6894">
                  <c:v>0</c:v>
                </c:pt>
                <c:pt idx="6895">
                  <c:v>0</c:v>
                </c:pt>
                <c:pt idx="6896">
                  <c:v>0</c:v>
                </c:pt>
                <c:pt idx="6897">
                  <c:v>0</c:v>
                </c:pt>
                <c:pt idx="6898">
                  <c:v>0</c:v>
                </c:pt>
                <c:pt idx="6899">
                  <c:v>0</c:v>
                </c:pt>
                <c:pt idx="6900">
                  <c:v>0</c:v>
                </c:pt>
                <c:pt idx="6901">
                  <c:v>0</c:v>
                </c:pt>
                <c:pt idx="6902">
                  <c:v>0</c:v>
                </c:pt>
                <c:pt idx="6903">
                  <c:v>0</c:v>
                </c:pt>
                <c:pt idx="6904">
                  <c:v>0</c:v>
                </c:pt>
                <c:pt idx="6905">
                  <c:v>0</c:v>
                </c:pt>
                <c:pt idx="6906">
                  <c:v>0</c:v>
                </c:pt>
                <c:pt idx="6907">
                  <c:v>0</c:v>
                </c:pt>
                <c:pt idx="6908">
                  <c:v>7.0854953759999999</c:v>
                </c:pt>
                <c:pt idx="6909">
                  <c:v>9.9638100000000005</c:v>
                </c:pt>
                <c:pt idx="6910">
                  <c:v>8.4286799999999999</c:v>
                </c:pt>
                <c:pt idx="6911">
                  <c:v>4.57362</c:v>
                </c:pt>
                <c:pt idx="6912">
                  <c:v>0</c:v>
                </c:pt>
                <c:pt idx="6913">
                  <c:v>0</c:v>
                </c:pt>
                <c:pt idx="6914">
                  <c:v>0</c:v>
                </c:pt>
                <c:pt idx="6915">
                  <c:v>0</c:v>
                </c:pt>
                <c:pt idx="6916">
                  <c:v>0</c:v>
                </c:pt>
                <c:pt idx="6917">
                  <c:v>0</c:v>
                </c:pt>
                <c:pt idx="6918">
                  <c:v>0.350323471</c:v>
                </c:pt>
                <c:pt idx="6919">
                  <c:v>0</c:v>
                </c:pt>
                <c:pt idx="6920">
                  <c:v>0</c:v>
                </c:pt>
                <c:pt idx="6921">
                  <c:v>0</c:v>
                </c:pt>
                <c:pt idx="6922">
                  <c:v>0</c:v>
                </c:pt>
                <c:pt idx="6923">
                  <c:v>0</c:v>
                </c:pt>
                <c:pt idx="6924">
                  <c:v>0</c:v>
                </c:pt>
                <c:pt idx="6925">
                  <c:v>0</c:v>
                </c:pt>
                <c:pt idx="6926">
                  <c:v>0</c:v>
                </c:pt>
                <c:pt idx="6927">
                  <c:v>0</c:v>
                </c:pt>
                <c:pt idx="6928">
                  <c:v>0</c:v>
                </c:pt>
                <c:pt idx="6929">
                  <c:v>0</c:v>
                </c:pt>
                <c:pt idx="6930">
                  <c:v>0</c:v>
                </c:pt>
                <c:pt idx="6931">
                  <c:v>0</c:v>
                </c:pt>
                <c:pt idx="6932">
                  <c:v>0</c:v>
                </c:pt>
                <c:pt idx="6933">
                  <c:v>0</c:v>
                </c:pt>
                <c:pt idx="6934">
                  <c:v>0</c:v>
                </c:pt>
                <c:pt idx="6935">
                  <c:v>0</c:v>
                </c:pt>
                <c:pt idx="6936">
                  <c:v>0</c:v>
                </c:pt>
                <c:pt idx="6937">
                  <c:v>1.270196809</c:v>
                </c:pt>
                <c:pt idx="6938">
                  <c:v>1.7025300000000001</c:v>
                </c:pt>
                <c:pt idx="6939">
                  <c:v>1.7437499999999999</c:v>
                </c:pt>
                <c:pt idx="6940">
                  <c:v>2.22309</c:v>
                </c:pt>
                <c:pt idx="6941">
                  <c:v>0</c:v>
                </c:pt>
                <c:pt idx="6942">
                  <c:v>0</c:v>
                </c:pt>
                <c:pt idx="6943">
                  <c:v>0</c:v>
                </c:pt>
                <c:pt idx="6944">
                  <c:v>0</c:v>
                </c:pt>
                <c:pt idx="6945">
                  <c:v>0</c:v>
                </c:pt>
                <c:pt idx="6946">
                  <c:v>0</c:v>
                </c:pt>
                <c:pt idx="6947">
                  <c:v>0</c:v>
                </c:pt>
                <c:pt idx="6948">
                  <c:v>0</c:v>
                </c:pt>
                <c:pt idx="6949">
                  <c:v>0</c:v>
                </c:pt>
                <c:pt idx="6950">
                  <c:v>0</c:v>
                </c:pt>
                <c:pt idx="6951">
                  <c:v>0</c:v>
                </c:pt>
                <c:pt idx="6952">
                  <c:v>0</c:v>
                </c:pt>
                <c:pt idx="6953">
                  <c:v>0</c:v>
                </c:pt>
                <c:pt idx="6954">
                  <c:v>0</c:v>
                </c:pt>
                <c:pt idx="6955">
                  <c:v>0</c:v>
                </c:pt>
                <c:pt idx="6956">
                  <c:v>1.571675792</c:v>
                </c:pt>
                <c:pt idx="6957">
                  <c:v>0</c:v>
                </c:pt>
                <c:pt idx="6958">
                  <c:v>0</c:v>
                </c:pt>
                <c:pt idx="6959">
                  <c:v>0</c:v>
                </c:pt>
                <c:pt idx="6960">
                  <c:v>0</c:v>
                </c:pt>
                <c:pt idx="6961">
                  <c:v>0</c:v>
                </c:pt>
                <c:pt idx="6962">
                  <c:v>0</c:v>
                </c:pt>
                <c:pt idx="6963">
                  <c:v>0</c:v>
                </c:pt>
                <c:pt idx="6964">
                  <c:v>0</c:v>
                </c:pt>
                <c:pt idx="6965">
                  <c:v>0</c:v>
                </c:pt>
                <c:pt idx="6966">
                  <c:v>0</c:v>
                </c:pt>
                <c:pt idx="6967">
                  <c:v>0</c:v>
                </c:pt>
                <c:pt idx="6968">
                  <c:v>0</c:v>
                </c:pt>
                <c:pt idx="6969">
                  <c:v>0</c:v>
                </c:pt>
                <c:pt idx="6970">
                  <c:v>0</c:v>
                </c:pt>
                <c:pt idx="6971">
                  <c:v>0</c:v>
                </c:pt>
                <c:pt idx="6972">
                  <c:v>0</c:v>
                </c:pt>
                <c:pt idx="6973">
                  <c:v>0</c:v>
                </c:pt>
                <c:pt idx="6974">
                  <c:v>0</c:v>
                </c:pt>
                <c:pt idx="6975">
                  <c:v>0</c:v>
                </c:pt>
                <c:pt idx="6976">
                  <c:v>0</c:v>
                </c:pt>
                <c:pt idx="6977">
                  <c:v>0</c:v>
                </c:pt>
                <c:pt idx="6978">
                  <c:v>1.7098843539999999</c:v>
                </c:pt>
                <c:pt idx="6979">
                  <c:v>0</c:v>
                </c:pt>
                <c:pt idx="6980">
                  <c:v>0</c:v>
                </c:pt>
                <c:pt idx="6981">
                  <c:v>0</c:v>
                </c:pt>
                <c:pt idx="6982">
                  <c:v>0</c:v>
                </c:pt>
                <c:pt idx="6983">
                  <c:v>0</c:v>
                </c:pt>
                <c:pt idx="6984">
                  <c:v>0</c:v>
                </c:pt>
                <c:pt idx="6985">
                  <c:v>0</c:v>
                </c:pt>
                <c:pt idx="6986">
                  <c:v>2.67462</c:v>
                </c:pt>
                <c:pt idx="6987">
                  <c:v>0</c:v>
                </c:pt>
                <c:pt idx="6988">
                  <c:v>0</c:v>
                </c:pt>
                <c:pt idx="6989">
                  <c:v>0</c:v>
                </c:pt>
                <c:pt idx="6990">
                  <c:v>3.704105293</c:v>
                </c:pt>
                <c:pt idx="6991">
                  <c:v>0</c:v>
                </c:pt>
                <c:pt idx="6992">
                  <c:v>0</c:v>
                </c:pt>
                <c:pt idx="6993">
                  <c:v>0</c:v>
                </c:pt>
                <c:pt idx="6994">
                  <c:v>0</c:v>
                </c:pt>
                <c:pt idx="6995">
                  <c:v>0</c:v>
                </c:pt>
                <c:pt idx="6996">
                  <c:v>0</c:v>
                </c:pt>
                <c:pt idx="6997">
                  <c:v>0</c:v>
                </c:pt>
                <c:pt idx="6998">
                  <c:v>0</c:v>
                </c:pt>
                <c:pt idx="6999">
                  <c:v>0</c:v>
                </c:pt>
                <c:pt idx="7000">
                  <c:v>0</c:v>
                </c:pt>
                <c:pt idx="7001">
                  <c:v>0</c:v>
                </c:pt>
                <c:pt idx="7002">
                  <c:v>0</c:v>
                </c:pt>
                <c:pt idx="7003">
                  <c:v>1.1347450800000001</c:v>
                </c:pt>
                <c:pt idx="7004">
                  <c:v>0</c:v>
                </c:pt>
                <c:pt idx="7005">
                  <c:v>0</c:v>
                </c:pt>
                <c:pt idx="7006">
                  <c:v>0</c:v>
                </c:pt>
                <c:pt idx="7007">
                  <c:v>0</c:v>
                </c:pt>
                <c:pt idx="7008">
                  <c:v>0</c:v>
                </c:pt>
                <c:pt idx="7009">
                  <c:v>5.8000233999999998E-2</c:v>
                </c:pt>
                <c:pt idx="7010">
                  <c:v>0</c:v>
                </c:pt>
                <c:pt idx="7011">
                  <c:v>0</c:v>
                </c:pt>
                <c:pt idx="7012">
                  <c:v>0</c:v>
                </c:pt>
                <c:pt idx="7013">
                  <c:v>0</c:v>
                </c:pt>
                <c:pt idx="7014">
                  <c:v>0</c:v>
                </c:pt>
                <c:pt idx="7015">
                  <c:v>2.0261630999999999E-2</c:v>
                </c:pt>
                <c:pt idx="7016">
                  <c:v>0</c:v>
                </c:pt>
                <c:pt idx="7017">
                  <c:v>0</c:v>
                </c:pt>
                <c:pt idx="7018">
                  <c:v>0</c:v>
                </c:pt>
                <c:pt idx="7019">
                  <c:v>0</c:v>
                </c:pt>
                <c:pt idx="7020">
                  <c:v>3.2926905450000001</c:v>
                </c:pt>
                <c:pt idx="7021">
                  <c:v>6.7099746910000002</c:v>
                </c:pt>
                <c:pt idx="7022">
                  <c:v>7.3614757449999999</c:v>
                </c:pt>
                <c:pt idx="7023">
                  <c:v>3.750479736</c:v>
                </c:pt>
                <c:pt idx="7024">
                  <c:v>0</c:v>
                </c:pt>
                <c:pt idx="7025">
                  <c:v>0</c:v>
                </c:pt>
                <c:pt idx="7026">
                  <c:v>0</c:v>
                </c:pt>
                <c:pt idx="7027">
                  <c:v>9.5014109560000009</c:v>
                </c:pt>
                <c:pt idx="7028">
                  <c:v>10.49877</c:v>
                </c:pt>
                <c:pt idx="7029">
                  <c:v>5.2888670639999997</c:v>
                </c:pt>
                <c:pt idx="7030">
                  <c:v>0</c:v>
                </c:pt>
                <c:pt idx="7031">
                  <c:v>0</c:v>
                </c:pt>
                <c:pt idx="7032">
                  <c:v>0</c:v>
                </c:pt>
                <c:pt idx="7033">
                  <c:v>0</c:v>
                </c:pt>
                <c:pt idx="7034">
                  <c:v>0</c:v>
                </c:pt>
                <c:pt idx="7035">
                  <c:v>0</c:v>
                </c:pt>
                <c:pt idx="7036">
                  <c:v>0</c:v>
                </c:pt>
                <c:pt idx="7037">
                  <c:v>0</c:v>
                </c:pt>
                <c:pt idx="7038">
                  <c:v>0</c:v>
                </c:pt>
                <c:pt idx="7039">
                  <c:v>0</c:v>
                </c:pt>
                <c:pt idx="7040">
                  <c:v>0</c:v>
                </c:pt>
                <c:pt idx="7041">
                  <c:v>0</c:v>
                </c:pt>
                <c:pt idx="7042">
                  <c:v>0</c:v>
                </c:pt>
                <c:pt idx="7043">
                  <c:v>0</c:v>
                </c:pt>
                <c:pt idx="7044">
                  <c:v>0</c:v>
                </c:pt>
                <c:pt idx="7045">
                  <c:v>0</c:v>
                </c:pt>
                <c:pt idx="7046">
                  <c:v>0</c:v>
                </c:pt>
                <c:pt idx="7047">
                  <c:v>0</c:v>
                </c:pt>
                <c:pt idx="7048">
                  <c:v>0</c:v>
                </c:pt>
                <c:pt idx="7049">
                  <c:v>5.8904355710000003</c:v>
                </c:pt>
                <c:pt idx="7050">
                  <c:v>0</c:v>
                </c:pt>
                <c:pt idx="7051">
                  <c:v>0</c:v>
                </c:pt>
                <c:pt idx="7052">
                  <c:v>9.0360402630000003</c:v>
                </c:pt>
                <c:pt idx="7053">
                  <c:v>8.4112306490000002</c:v>
                </c:pt>
                <c:pt idx="7054">
                  <c:v>7.4837054289999996</c:v>
                </c:pt>
                <c:pt idx="7055">
                  <c:v>0</c:v>
                </c:pt>
                <c:pt idx="7056">
                  <c:v>0</c:v>
                </c:pt>
                <c:pt idx="7057">
                  <c:v>0.265475293</c:v>
                </c:pt>
                <c:pt idx="7058">
                  <c:v>2.38401</c:v>
                </c:pt>
                <c:pt idx="7059">
                  <c:v>1.90629</c:v>
                </c:pt>
                <c:pt idx="7060">
                  <c:v>1.4631863409999999</c:v>
                </c:pt>
                <c:pt idx="7061">
                  <c:v>2.309262999</c:v>
                </c:pt>
                <c:pt idx="7062">
                  <c:v>0</c:v>
                </c:pt>
                <c:pt idx="7063">
                  <c:v>0</c:v>
                </c:pt>
                <c:pt idx="7064">
                  <c:v>0</c:v>
                </c:pt>
                <c:pt idx="7065">
                  <c:v>0</c:v>
                </c:pt>
                <c:pt idx="7066">
                  <c:v>0</c:v>
                </c:pt>
                <c:pt idx="7067">
                  <c:v>0</c:v>
                </c:pt>
                <c:pt idx="7068">
                  <c:v>0</c:v>
                </c:pt>
                <c:pt idx="7069">
                  <c:v>0</c:v>
                </c:pt>
                <c:pt idx="7070">
                  <c:v>0</c:v>
                </c:pt>
                <c:pt idx="7071">
                  <c:v>0</c:v>
                </c:pt>
                <c:pt idx="7072">
                  <c:v>0</c:v>
                </c:pt>
                <c:pt idx="7073">
                  <c:v>0</c:v>
                </c:pt>
                <c:pt idx="7074">
                  <c:v>0</c:v>
                </c:pt>
                <c:pt idx="7075">
                  <c:v>0</c:v>
                </c:pt>
                <c:pt idx="7076">
                  <c:v>0</c:v>
                </c:pt>
                <c:pt idx="7077">
                  <c:v>0</c:v>
                </c:pt>
                <c:pt idx="7078">
                  <c:v>0</c:v>
                </c:pt>
                <c:pt idx="7079">
                  <c:v>0</c:v>
                </c:pt>
                <c:pt idx="7080">
                  <c:v>0</c:v>
                </c:pt>
                <c:pt idx="7081">
                  <c:v>0</c:v>
                </c:pt>
                <c:pt idx="7082">
                  <c:v>0</c:v>
                </c:pt>
                <c:pt idx="7083">
                  <c:v>0</c:v>
                </c:pt>
                <c:pt idx="7084">
                  <c:v>0</c:v>
                </c:pt>
                <c:pt idx="7085">
                  <c:v>0</c:v>
                </c:pt>
                <c:pt idx="7086">
                  <c:v>0</c:v>
                </c:pt>
                <c:pt idx="7087">
                  <c:v>0</c:v>
                </c:pt>
                <c:pt idx="7088">
                  <c:v>0</c:v>
                </c:pt>
                <c:pt idx="7089">
                  <c:v>0</c:v>
                </c:pt>
                <c:pt idx="7090">
                  <c:v>0</c:v>
                </c:pt>
                <c:pt idx="7091">
                  <c:v>0</c:v>
                </c:pt>
                <c:pt idx="7092">
                  <c:v>0</c:v>
                </c:pt>
                <c:pt idx="7093">
                  <c:v>0</c:v>
                </c:pt>
                <c:pt idx="7094">
                  <c:v>0</c:v>
                </c:pt>
                <c:pt idx="7095">
                  <c:v>0</c:v>
                </c:pt>
                <c:pt idx="7096">
                  <c:v>0</c:v>
                </c:pt>
                <c:pt idx="7097">
                  <c:v>0</c:v>
                </c:pt>
                <c:pt idx="7098">
                  <c:v>0</c:v>
                </c:pt>
                <c:pt idx="7099">
                  <c:v>0</c:v>
                </c:pt>
                <c:pt idx="7100">
                  <c:v>0</c:v>
                </c:pt>
                <c:pt idx="7101">
                  <c:v>0</c:v>
                </c:pt>
                <c:pt idx="7102">
                  <c:v>0</c:v>
                </c:pt>
                <c:pt idx="7103">
                  <c:v>0</c:v>
                </c:pt>
                <c:pt idx="7104">
                  <c:v>0</c:v>
                </c:pt>
                <c:pt idx="7105">
                  <c:v>0</c:v>
                </c:pt>
                <c:pt idx="7106">
                  <c:v>1.557650499</c:v>
                </c:pt>
                <c:pt idx="7107">
                  <c:v>0</c:v>
                </c:pt>
                <c:pt idx="7108">
                  <c:v>0</c:v>
                </c:pt>
                <c:pt idx="7109">
                  <c:v>1.1819202630000001</c:v>
                </c:pt>
                <c:pt idx="7110">
                  <c:v>0</c:v>
                </c:pt>
                <c:pt idx="7111">
                  <c:v>0</c:v>
                </c:pt>
                <c:pt idx="7112">
                  <c:v>0.77446953399999996</c:v>
                </c:pt>
                <c:pt idx="7113">
                  <c:v>4.9810104810000002</c:v>
                </c:pt>
                <c:pt idx="7114">
                  <c:v>0</c:v>
                </c:pt>
                <c:pt idx="7115">
                  <c:v>0</c:v>
                </c:pt>
                <c:pt idx="7116">
                  <c:v>9.4372234999999999E-2</c:v>
                </c:pt>
                <c:pt idx="7117">
                  <c:v>0</c:v>
                </c:pt>
                <c:pt idx="7118">
                  <c:v>0</c:v>
                </c:pt>
                <c:pt idx="7119">
                  <c:v>0</c:v>
                </c:pt>
                <c:pt idx="7120">
                  <c:v>0</c:v>
                </c:pt>
                <c:pt idx="7121">
                  <c:v>0</c:v>
                </c:pt>
                <c:pt idx="7122">
                  <c:v>4.9971770639999997</c:v>
                </c:pt>
                <c:pt idx="7123">
                  <c:v>9.3011966479999995</c:v>
                </c:pt>
                <c:pt idx="7124">
                  <c:v>10.28448</c:v>
                </c:pt>
                <c:pt idx="7125">
                  <c:v>5.2925392469999997</c:v>
                </c:pt>
                <c:pt idx="7126">
                  <c:v>4.0992555709999996</c:v>
                </c:pt>
                <c:pt idx="7127">
                  <c:v>3.7179000000000002</c:v>
                </c:pt>
                <c:pt idx="7128">
                  <c:v>0</c:v>
                </c:pt>
                <c:pt idx="7129">
                  <c:v>0</c:v>
                </c:pt>
                <c:pt idx="7130">
                  <c:v>0</c:v>
                </c:pt>
                <c:pt idx="7131">
                  <c:v>0</c:v>
                </c:pt>
                <c:pt idx="7132">
                  <c:v>0</c:v>
                </c:pt>
                <c:pt idx="7133">
                  <c:v>0</c:v>
                </c:pt>
                <c:pt idx="7134">
                  <c:v>0</c:v>
                </c:pt>
                <c:pt idx="7135">
                  <c:v>0</c:v>
                </c:pt>
                <c:pt idx="7136">
                  <c:v>0</c:v>
                </c:pt>
                <c:pt idx="7137">
                  <c:v>0</c:v>
                </c:pt>
                <c:pt idx="7138">
                  <c:v>0</c:v>
                </c:pt>
                <c:pt idx="7139">
                  <c:v>0</c:v>
                </c:pt>
                <c:pt idx="7140">
                  <c:v>0</c:v>
                </c:pt>
                <c:pt idx="7141">
                  <c:v>0</c:v>
                </c:pt>
                <c:pt idx="7142">
                  <c:v>0</c:v>
                </c:pt>
                <c:pt idx="7143">
                  <c:v>0</c:v>
                </c:pt>
                <c:pt idx="7144">
                  <c:v>0</c:v>
                </c:pt>
                <c:pt idx="7145">
                  <c:v>0</c:v>
                </c:pt>
                <c:pt idx="7146">
                  <c:v>3.2932070640000002</c:v>
                </c:pt>
                <c:pt idx="7147">
                  <c:v>0</c:v>
                </c:pt>
                <c:pt idx="7148">
                  <c:v>0</c:v>
                </c:pt>
                <c:pt idx="7149">
                  <c:v>0</c:v>
                </c:pt>
                <c:pt idx="7150">
                  <c:v>0</c:v>
                </c:pt>
                <c:pt idx="7151">
                  <c:v>0</c:v>
                </c:pt>
                <c:pt idx="7152">
                  <c:v>0</c:v>
                </c:pt>
                <c:pt idx="7153">
                  <c:v>0</c:v>
                </c:pt>
                <c:pt idx="7154">
                  <c:v>0</c:v>
                </c:pt>
                <c:pt idx="7155">
                  <c:v>0</c:v>
                </c:pt>
                <c:pt idx="7156">
                  <c:v>0</c:v>
                </c:pt>
                <c:pt idx="7157">
                  <c:v>0</c:v>
                </c:pt>
                <c:pt idx="7158">
                  <c:v>0</c:v>
                </c:pt>
                <c:pt idx="7159">
                  <c:v>0</c:v>
                </c:pt>
                <c:pt idx="7160">
                  <c:v>0</c:v>
                </c:pt>
                <c:pt idx="7161">
                  <c:v>0</c:v>
                </c:pt>
                <c:pt idx="7162">
                  <c:v>0</c:v>
                </c:pt>
                <c:pt idx="7163">
                  <c:v>0</c:v>
                </c:pt>
                <c:pt idx="7164">
                  <c:v>0</c:v>
                </c:pt>
                <c:pt idx="7165">
                  <c:v>0</c:v>
                </c:pt>
                <c:pt idx="7166">
                  <c:v>0</c:v>
                </c:pt>
                <c:pt idx="7167">
                  <c:v>0</c:v>
                </c:pt>
                <c:pt idx="7168">
                  <c:v>0</c:v>
                </c:pt>
                <c:pt idx="7169">
                  <c:v>0</c:v>
                </c:pt>
                <c:pt idx="7170">
                  <c:v>0</c:v>
                </c:pt>
                <c:pt idx="7171">
                  <c:v>0</c:v>
                </c:pt>
                <c:pt idx="7172">
                  <c:v>0</c:v>
                </c:pt>
                <c:pt idx="7173">
                  <c:v>0</c:v>
                </c:pt>
                <c:pt idx="7174">
                  <c:v>8.4401100000000007</c:v>
                </c:pt>
                <c:pt idx="7175">
                  <c:v>2.0205254290000001</c:v>
                </c:pt>
                <c:pt idx="7176">
                  <c:v>0</c:v>
                </c:pt>
                <c:pt idx="7177">
                  <c:v>0</c:v>
                </c:pt>
                <c:pt idx="7178">
                  <c:v>0</c:v>
                </c:pt>
                <c:pt idx="7179">
                  <c:v>0</c:v>
                </c:pt>
                <c:pt idx="7180">
                  <c:v>0</c:v>
                </c:pt>
                <c:pt idx="7181">
                  <c:v>0</c:v>
                </c:pt>
                <c:pt idx="7182">
                  <c:v>0</c:v>
                </c:pt>
                <c:pt idx="7183">
                  <c:v>0</c:v>
                </c:pt>
                <c:pt idx="7184">
                  <c:v>0</c:v>
                </c:pt>
                <c:pt idx="7185">
                  <c:v>0</c:v>
                </c:pt>
                <c:pt idx="7186">
                  <c:v>0</c:v>
                </c:pt>
                <c:pt idx="7187">
                  <c:v>0</c:v>
                </c:pt>
                <c:pt idx="7188">
                  <c:v>0</c:v>
                </c:pt>
                <c:pt idx="7189">
                  <c:v>0</c:v>
                </c:pt>
                <c:pt idx="7190">
                  <c:v>0</c:v>
                </c:pt>
                <c:pt idx="7191">
                  <c:v>0</c:v>
                </c:pt>
                <c:pt idx="7192">
                  <c:v>0</c:v>
                </c:pt>
                <c:pt idx="7193">
                  <c:v>0</c:v>
                </c:pt>
                <c:pt idx="7194">
                  <c:v>0</c:v>
                </c:pt>
                <c:pt idx="7195">
                  <c:v>0</c:v>
                </c:pt>
                <c:pt idx="7196">
                  <c:v>0</c:v>
                </c:pt>
                <c:pt idx="7197">
                  <c:v>0</c:v>
                </c:pt>
                <c:pt idx="7198">
                  <c:v>3.4707431639999999</c:v>
                </c:pt>
                <c:pt idx="7199">
                  <c:v>0</c:v>
                </c:pt>
                <c:pt idx="7200">
                  <c:v>0</c:v>
                </c:pt>
                <c:pt idx="7201">
                  <c:v>0</c:v>
                </c:pt>
                <c:pt idx="7202">
                  <c:v>0</c:v>
                </c:pt>
                <c:pt idx="7203">
                  <c:v>0</c:v>
                </c:pt>
                <c:pt idx="7204">
                  <c:v>0</c:v>
                </c:pt>
                <c:pt idx="7205">
                  <c:v>0</c:v>
                </c:pt>
                <c:pt idx="7206">
                  <c:v>0</c:v>
                </c:pt>
                <c:pt idx="7207">
                  <c:v>0</c:v>
                </c:pt>
                <c:pt idx="7208">
                  <c:v>0</c:v>
                </c:pt>
                <c:pt idx="7209">
                  <c:v>0</c:v>
                </c:pt>
                <c:pt idx="7210">
                  <c:v>0</c:v>
                </c:pt>
                <c:pt idx="7211">
                  <c:v>0</c:v>
                </c:pt>
                <c:pt idx="7212">
                  <c:v>0</c:v>
                </c:pt>
                <c:pt idx="7213">
                  <c:v>0</c:v>
                </c:pt>
                <c:pt idx="7214">
                  <c:v>0</c:v>
                </c:pt>
                <c:pt idx="7215">
                  <c:v>0</c:v>
                </c:pt>
                <c:pt idx="7216">
                  <c:v>0</c:v>
                </c:pt>
                <c:pt idx="7217">
                  <c:v>6.337990649</c:v>
                </c:pt>
                <c:pt idx="7218">
                  <c:v>8.13429</c:v>
                </c:pt>
                <c:pt idx="7219">
                  <c:v>0</c:v>
                </c:pt>
                <c:pt idx="7220">
                  <c:v>3.882772251</c:v>
                </c:pt>
                <c:pt idx="7221">
                  <c:v>5.324977831</c:v>
                </c:pt>
                <c:pt idx="7222">
                  <c:v>5.8598268750000004</c:v>
                </c:pt>
                <c:pt idx="7223">
                  <c:v>4.08528</c:v>
                </c:pt>
                <c:pt idx="7224">
                  <c:v>1.627526341</c:v>
                </c:pt>
                <c:pt idx="7225">
                  <c:v>1.6364700000000001</c:v>
                </c:pt>
                <c:pt idx="7226">
                  <c:v>2.6912868749999999</c:v>
                </c:pt>
                <c:pt idx="7227">
                  <c:v>0.427587304</c:v>
                </c:pt>
                <c:pt idx="7228">
                  <c:v>1.238433841</c:v>
                </c:pt>
                <c:pt idx="7229">
                  <c:v>0</c:v>
                </c:pt>
                <c:pt idx="7230">
                  <c:v>0</c:v>
                </c:pt>
                <c:pt idx="7231">
                  <c:v>0</c:v>
                </c:pt>
                <c:pt idx="7232">
                  <c:v>0</c:v>
                </c:pt>
                <c:pt idx="7233">
                  <c:v>0</c:v>
                </c:pt>
                <c:pt idx="7234">
                  <c:v>0</c:v>
                </c:pt>
                <c:pt idx="7235">
                  <c:v>0</c:v>
                </c:pt>
                <c:pt idx="7236">
                  <c:v>0</c:v>
                </c:pt>
                <c:pt idx="7237">
                  <c:v>0</c:v>
                </c:pt>
                <c:pt idx="7238">
                  <c:v>0</c:v>
                </c:pt>
                <c:pt idx="7239">
                  <c:v>0</c:v>
                </c:pt>
                <c:pt idx="7240">
                  <c:v>0</c:v>
                </c:pt>
                <c:pt idx="7241">
                  <c:v>0</c:v>
                </c:pt>
                <c:pt idx="7242">
                  <c:v>1.2495065409999999</c:v>
                </c:pt>
                <c:pt idx="7243">
                  <c:v>0</c:v>
                </c:pt>
                <c:pt idx="7244">
                  <c:v>0</c:v>
                </c:pt>
                <c:pt idx="7245">
                  <c:v>0</c:v>
                </c:pt>
                <c:pt idx="7246">
                  <c:v>1.984986541</c:v>
                </c:pt>
                <c:pt idx="7247">
                  <c:v>0</c:v>
                </c:pt>
                <c:pt idx="7248">
                  <c:v>2.6717399999999998</c:v>
                </c:pt>
                <c:pt idx="7249">
                  <c:v>1.6145099999999999</c:v>
                </c:pt>
                <c:pt idx="7250">
                  <c:v>2.6827200000000002</c:v>
                </c:pt>
                <c:pt idx="7251">
                  <c:v>1.445172999</c:v>
                </c:pt>
                <c:pt idx="7252">
                  <c:v>0</c:v>
                </c:pt>
                <c:pt idx="7253">
                  <c:v>0</c:v>
                </c:pt>
                <c:pt idx="7254">
                  <c:v>0</c:v>
                </c:pt>
                <c:pt idx="7255">
                  <c:v>0</c:v>
                </c:pt>
                <c:pt idx="7256">
                  <c:v>0</c:v>
                </c:pt>
                <c:pt idx="7257">
                  <c:v>0</c:v>
                </c:pt>
                <c:pt idx="7258">
                  <c:v>0</c:v>
                </c:pt>
                <c:pt idx="7259">
                  <c:v>0</c:v>
                </c:pt>
                <c:pt idx="7260">
                  <c:v>0</c:v>
                </c:pt>
                <c:pt idx="7261">
                  <c:v>0</c:v>
                </c:pt>
                <c:pt idx="7262">
                  <c:v>0</c:v>
                </c:pt>
                <c:pt idx="7263">
                  <c:v>0</c:v>
                </c:pt>
                <c:pt idx="7264">
                  <c:v>0</c:v>
                </c:pt>
                <c:pt idx="7265">
                  <c:v>4.4669912040000002</c:v>
                </c:pt>
                <c:pt idx="7266">
                  <c:v>0.59371316399999996</c:v>
                </c:pt>
                <c:pt idx="7267">
                  <c:v>0</c:v>
                </c:pt>
                <c:pt idx="7268">
                  <c:v>0</c:v>
                </c:pt>
                <c:pt idx="7269">
                  <c:v>0</c:v>
                </c:pt>
                <c:pt idx="7270">
                  <c:v>1.252026541</c:v>
                </c:pt>
                <c:pt idx="7271">
                  <c:v>0</c:v>
                </c:pt>
                <c:pt idx="7272">
                  <c:v>0</c:v>
                </c:pt>
                <c:pt idx="7273">
                  <c:v>0</c:v>
                </c:pt>
                <c:pt idx="7274">
                  <c:v>0</c:v>
                </c:pt>
                <c:pt idx="7275">
                  <c:v>0</c:v>
                </c:pt>
                <c:pt idx="7276">
                  <c:v>0</c:v>
                </c:pt>
                <c:pt idx="7277">
                  <c:v>0</c:v>
                </c:pt>
                <c:pt idx="7278">
                  <c:v>0</c:v>
                </c:pt>
                <c:pt idx="7279">
                  <c:v>0</c:v>
                </c:pt>
                <c:pt idx="7280">
                  <c:v>0</c:v>
                </c:pt>
                <c:pt idx="7281">
                  <c:v>0</c:v>
                </c:pt>
                <c:pt idx="7282">
                  <c:v>0</c:v>
                </c:pt>
                <c:pt idx="7283">
                  <c:v>0</c:v>
                </c:pt>
                <c:pt idx="7284">
                  <c:v>0</c:v>
                </c:pt>
                <c:pt idx="7285">
                  <c:v>0</c:v>
                </c:pt>
                <c:pt idx="7286">
                  <c:v>0</c:v>
                </c:pt>
                <c:pt idx="7287">
                  <c:v>0</c:v>
                </c:pt>
                <c:pt idx="7288">
                  <c:v>0</c:v>
                </c:pt>
                <c:pt idx="7289">
                  <c:v>0</c:v>
                </c:pt>
                <c:pt idx="7290">
                  <c:v>8.8271999999999995</c:v>
                </c:pt>
                <c:pt idx="7291">
                  <c:v>10.850849999999999</c:v>
                </c:pt>
                <c:pt idx="7292">
                  <c:v>7.3994400000000002</c:v>
                </c:pt>
                <c:pt idx="7293">
                  <c:v>10.452959999999999</c:v>
                </c:pt>
                <c:pt idx="7294">
                  <c:v>7.9098729990000001</c:v>
                </c:pt>
                <c:pt idx="7295">
                  <c:v>0.78473716800000004</c:v>
                </c:pt>
                <c:pt idx="7296">
                  <c:v>0</c:v>
                </c:pt>
                <c:pt idx="7297">
                  <c:v>0</c:v>
                </c:pt>
                <c:pt idx="7298">
                  <c:v>0</c:v>
                </c:pt>
                <c:pt idx="7299">
                  <c:v>0</c:v>
                </c:pt>
                <c:pt idx="7300">
                  <c:v>0</c:v>
                </c:pt>
                <c:pt idx="7301">
                  <c:v>0</c:v>
                </c:pt>
                <c:pt idx="7302">
                  <c:v>8.6392469999999992E-3</c:v>
                </c:pt>
                <c:pt idx="7303">
                  <c:v>1.609301103</c:v>
                </c:pt>
                <c:pt idx="7304">
                  <c:v>3.4121322790000002</c:v>
                </c:pt>
                <c:pt idx="7305">
                  <c:v>0</c:v>
                </c:pt>
                <c:pt idx="7306">
                  <c:v>0</c:v>
                </c:pt>
                <c:pt idx="7307">
                  <c:v>0</c:v>
                </c:pt>
                <c:pt idx="7308">
                  <c:v>0</c:v>
                </c:pt>
                <c:pt idx="7309">
                  <c:v>0.96018925799999999</c:v>
                </c:pt>
                <c:pt idx="7310">
                  <c:v>1.5979599760000001</c:v>
                </c:pt>
                <c:pt idx="7311">
                  <c:v>0</c:v>
                </c:pt>
                <c:pt idx="7312">
                  <c:v>0</c:v>
                </c:pt>
                <c:pt idx="7313">
                  <c:v>0</c:v>
                </c:pt>
                <c:pt idx="7314">
                  <c:v>1.0236426789999999</c:v>
                </c:pt>
                <c:pt idx="7315">
                  <c:v>12.113503469999999</c:v>
                </c:pt>
                <c:pt idx="7316">
                  <c:v>10.581760839999999</c:v>
                </c:pt>
                <c:pt idx="7317">
                  <c:v>13.578955430000001</c:v>
                </c:pt>
                <c:pt idx="7318">
                  <c:v>9.5564699999999991</c:v>
                </c:pt>
                <c:pt idx="7319">
                  <c:v>2.7348136919999999</c:v>
                </c:pt>
                <c:pt idx="7320">
                  <c:v>0</c:v>
                </c:pt>
                <c:pt idx="7321">
                  <c:v>0</c:v>
                </c:pt>
                <c:pt idx="7322">
                  <c:v>0</c:v>
                </c:pt>
                <c:pt idx="7323">
                  <c:v>0</c:v>
                </c:pt>
                <c:pt idx="7324">
                  <c:v>0</c:v>
                </c:pt>
                <c:pt idx="7325">
                  <c:v>0</c:v>
                </c:pt>
                <c:pt idx="7326">
                  <c:v>0</c:v>
                </c:pt>
                <c:pt idx="7327">
                  <c:v>0</c:v>
                </c:pt>
                <c:pt idx="7328">
                  <c:v>0</c:v>
                </c:pt>
                <c:pt idx="7329">
                  <c:v>0</c:v>
                </c:pt>
                <c:pt idx="7330">
                  <c:v>0</c:v>
                </c:pt>
                <c:pt idx="7331">
                  <c:v>0</c:v>
                </c:pt>
                <c:pt idx="7332">
                  <c:v>0</c:v>
                </c:pt>
                <c:pt idx="7333">
                  <c:v>0</c:v>
                </c:pt>
                <c:pt idx="7334">
                  <c:v>0</c:v>
                </c:pt>
                <c:pt idx="7335">
                  <c:v>0</c:v>
                </c:pt>
                <c:pt idx="7336">
                  <c:v>0</c:v>
                </c:pt>
                <c:pt idx="7337">
                  <c:v>0</c:v>
                </c:pt>
                <c:pt idx="7338">
                  <c:v>0</c:v>
                </c:pt>
                <c:pt idx="7339">
                  <c:v>0</c:v>
                </c:pt>
                <c:pt idx="7340">
                  <c:v>0</c:v>
                </c:pt>
                <c:pt idx="7341">
                  <c:v>4.0006857919999996</c:v>
                </c:pt>
                <c:pt idx="7342">
                  <c:v>3.7915471680000001</c:v>
                </c:pt>
                <c:pt idx="7343">
                  <c:v>3.1650406489999998</c:v>
                </c:pt>
                <c:pt idx="7344">
                  <c:v>1.6481699999999999</c:v>
                </c:pt>
                <c:pt idx="7345">
                  <c:v>0</c:v>
                </c:pt>
                <c:pt idx="7346">
                  <c:v>0</c:v>
                </c:pt>
                <c:pt idx="7347">
                  <c:v>0.14267542899999999</c:v>
                </c:pt>
                <c:pt idx="7348">
                  <c:v>0</c:v>
                </c:pt>
                <c:pt idx="7349">
                  <c:v>2.4283800000000002</c:v>
                </c:pt>
                <c:pt idx="7350">
                  <c:v>1.069941204</c:v>
                </c:pt>
                <c:pt idx="7351">
                  <c:v>0</c:v>
                </c:pt>
                <c:pt idx="7352">
                  <c:v>0</c:v>
                </c:pt>
                <c:pt idx="7353">
                  <c:v>0</c:v>
                </c:pt>
                <c:pt idx="7354">
                  <c:v>0.32748743800000002</c:v>
                </c:pt>
                <c:pt idx="7355">
                  <c:v>4.7013537090000002</c:v>
                </c:pt>
                <c:pt idx="7356">
                  <c:v>2.9874681719999998</c:v>
                </c:pt>
                <c:pt idx="7357">
                  <c:v>0</c:v>
                </c:pt>
                <c:pt idx="7358">
                  <c:v>0</c:v>
                </c:pt>
                <c:pt idx="7359">
                  <c:v>2.8741582640000001</c:v>
                </c:pt>
                <c:pt idx="7360">
                  <c:v>8.5181300540000002</c:v>
                </c:pt>
                <c:pt idx="7361">
                  <c:v>7.6470523610000001</c:v>
                </c:pt>
                <c:pt idx="7362">
                  <c:v>6.7119509280000003</c:v>
                </c:pt>
                <c:pt idx="7363">
                  <c:v>0</c:v>
                </c:pt>
                <c:pt idx="7364">
                  <c:v>0</c:v>
                </c:pt>
                <c:pt idx="7365">
                  <c:v>0</c:v>
                </c:pt>
                <c:pt idx="7366">
                  <c:v>0</c:v>
                </c:pt>
                <c:pt idx="7367">
                  <c:v>1.864954368</c:v>
                </c:pt>
                <c:pt idx="7368">
                  <c:v>0</c:v>
                </c:pt>
                <c:pt idx="7369">
                  <c:v>0</c:v>
                </c:pt>
                <c:pt idx="7370">
                  <c:v>0.327305293</c:v>
                </c:pt>
                <c:pt idx="7371">
                  <c:v>0</c:v>
                </c:pt>
                <c:pt idx="7372">
                  <c:v>0</c:v>
                </c:pt>
                <c:pt idx="7373">
                  <c:v>0</c:v>
                </c:pt>
                <c:pt idx="7374">
                  <c:v>0</c:v>
                </c:pt>
                <c:pt idx="7375">
                  <c:v>5.2357711150000004</c:v>
                </c:pt>
                <c:pt idx="7376">
                  <c:v>0</c:v>
                </c:pt>
                <c:pt idx="7377">
                  <c:v>0</c:v>
                </c:pt>
                <c:pt idx="7378">
                  <c:v>0</c:v>
                </c:pt>
                <c:pt idx="7379">
                  <c:v>0</c:v>
                </c:pt>
                <c:pt idx="7380">
                  <c:v>0</c:v>
                </c:pt>
                <c:pt idx="7381">
                  <c:v>0</c:v>
                </c:pt>
                <c:pt idx="7382">
                  <c:v>0</c:v>
                </c:pt>
                <c:pt idx="7383">
                  <c:v>0</c:v>
                </c:pt>
                <c:pt idx="7384">
                  <c:v>0</c:v>
                </c:pt>
                <c:pt idx="7385">
                  <c:v>3.035348414</c:v>
                </c:pt>
                <c:pt idx="7386">
                  <c:v>0</c:v>
                </c:pt>
                <c:pt idx="7387">
                  <c:v>2.6335649910000001</c:v>
                </c:pt>
                <c:pt idx="7388">
                  <c:v>0.331655792</c:v>
                </c:pt>
                <c:pt idx="7389">
                  <c:v>12.489235430000001</c:v>
                </c:pt>
                <c:pt idx="7390">
                  <c:v>7.7503500000000001</c:v>
                </c:pt>
                <c:pt idx="7391">
                  <c:v>0</c:v>
                </c:pt>
                <c:pt idx="7392">
                  <c:v>0</c:v>
                </c:pt>
                <c:pt idx="7393">
                  <c:v>0</c:v>
                </c:pt>
                <c:pt idx="7394">
                  <c:v>0.20110023399999999</c:v>
                </c:pt>
                <c:pt idx="7395">
                  <c:v>0</c:v>
                </c:pt>
                <c:pt idx="7396">
                  <c:v>0</c:v>
                </c:pt>
                <c:pt idx="7397">
                  <c:v>0</c:v>
                </c:pt>
                <c:pt idx="7398">
                  <c:v>3.75786</c:v>
                </c:pt>
                <c:pt idx="7399">
                  <c:v>5.5323468340000002</c:v>
                </c:pt>
                <c:pt idx="7400">
                  <c:v>7.0929093730000004</c:v>
                </c:pt>
                <c:pt idx="7401">
                  <c:v>0</c:v>
                </c:pt>
                <c:pt idx="7402">
                  <c:v>0</c:v>
                </c:pt>
                <c:pt idx="7403">
                  <c:v>0</c:v>
                </c:pt>
                <c:pt idx="7404">
                  <c:v>0</c:v>
                </c:pt>
                <c:pt idx="7405">
                  <c:v>0</c:v>
                </c:pt>
                <c:pt idx="7406">
                  <c:v>0</c:v>
                </c:pt>
                <c:pt idx="7407">
                  <c:v>0</c:v>
                </c:pt>
                <c:pt idx="7408">
                  <c:v>0</c:v>
                </c:pt>
                <c:pt idx="7409">
                  <c:v>3.8921063409999999</c:v>
                </c:pt>
                <c:pt idx="7410">
                  <c:v>11.92762065</c:v>
                </c:pt>
                <c:pt idx="7411">
                  <c:v>0</c:v>
                </c:pt>
                <c:pt idx="7412">
                  <c:v>10.95742065</c:v>
                </c:pt>
                <c:pt idx="7413">
                  <c:v>8.3643568090000002</c:v>
                </c:pt>
                <c:pt idx="7414">
                  <c:v>3.5688827779999999</c:v>
                </c:pt>
                <c:pt idx="7415">
                  <c:v>1.763020649</c:v>
                </c:pt>
                <c:pt idx="7416">
                  <c:v>0</c:v>
                </c:pt>
                <c:pt idx="7417">
                  <c:v>0</c:v>
                </c:pt>
                <c:pt idx="7418">
                  <c:v>0.40772095600000002</c:v>
                </c:pt>
                <c:pt idx="7419">
                  <c:v>0</c:v>
                </c:pt>
                <c:pt idx="7420">
                  <c:v>1.7403299999999999</c:v>
                </c:pt>
                <c:pt idx="7421">
                  <c:v>0</c:v>
                </c:pt>
                <c:pt idx="7422">
                  <c:v>4.6195763410000001</c:v>
                </c:pt>
                <c:pt idx="7423">
                  <c:v>0</c:v>
                </c:pt>
                <c:pt idx="7424">
                  <c:v>0</c:v>
                </c:pt>
                <c:pt idx="7425">
                  <c:v>0</c:v>
                </c:pt>
                <c:pt idx="7426">
                  <c:v>0</c:v>
                </c:pt>
                <c:pt idx="7427">
                  <c:v>0</c:v>
                </c:pt>
                <c:pt idx="7428">
                  <c:v>0</c:v>
                </c:pt>
                <c:pt idx="7429">
                  <c:v>0</c:v>
                </c:pt>
                <c:pt idx="7430">
                  <c:v>0</c:v>
                </c:pt>
                <c:pt idx="7431">
                  <c:v>0</c:v>
                </c:pt>
                <c:pt idx="7432">
                  <c:v>7.8255620940000004</c:v>
                </c:pt>
                <c:pt idx="7433">
                  <c:v>0</c:v>
                </c:pt>
                <c:pt idx="7434">
                  <c:v>0</c:v>
                </c:pt>
                <c:pt idx="7435">
                  <c:v>0</c:v>
                </c:pt>
                <c:pt idx="7436">
                  <c:v>6.388217064</c:v>
                </c:pt>
                <c:pt idx="7437">
                  <c:v>0</c:v>
                </c:pt>
                <c:pt idx="7438">
                  <c:v>3.3840643539999999</c:v>
                </c:pt>
                <c:pt idx="7439">
                  <c:v>1.9052753760000001</c:v>
                </c:pt>
                <c:pt idx="7440">
                  <c:v>0.504875293</c:v>
                </c:pt>
                <c:pt idx="7441">
                  <c:v>0</c:v>
                </c:pt>
                <c:pt idx="7442">
                  <c:v>0</c:v>
                </c:pt>
                <c:pt idx="7443">
                  <c:v>0</c:v>
                </c:pt>
                <c:pt idx="7444">
                  <c:v>0</c:v>
                </c:pt>
                <c:pt idx="7445">
                  <c:v>0</c:v>
                </c:pt>
                <c:pt idx="7446">
                  <c:v>0</c:v>
                </c:pt>
                <c:pt idx="7447">
                  <c:v>0</c:v>
                </c:pt>
                <c:pt idx="7448">
                  <c:v>0</c:v>
                </c:pt>
                <c:pt idx="7449">
                  <c:v>0</c:v>
                </c:pt>
                <c:pt idx="7450">
                  <c:v>0</c:v>
                </c:pt>
                <c:pt idx="7451">
                  <c:v>0</c:v>
                </c:pt>
                <c:pt idx="7452">
                  <c:v>0</c:v>
                </c:pt>
                <c:pt idx="7453">
                  <c:v>0</c:v>
                </c:pt>
                <c:pt idx="7454">
                  <c:v>0</c:v>
                </c:pt>
                <c:pt idx="7455">
                  <c:v>0</c:v>
                </c:pt>
                <c:pt idx="7456">
                  <c:v>0</c:v>
                </c:pt>
                <c:pt idx="7457">
                  <c:v>0</c:v>
                </c:pt>
                <c:pt idx="7458">
                  <c:v>0</c:v>
                </c:pt>
                <c:pt idx="7459">
                  <c:v>0</c:v>
                </c:pt>
                <c:pt idx="7460">
                  <c:v>0</c:v>
                </c:pt>
                <c:pt idx="7461">
                  <c:v>0</c:v>
                </c:pt>
                <c:pt idx="7462">
                  <c:v>0</c:v>
                </c:pt>
                <c:pt idx="7463">
                  <c:v>0</c:v>
                </c:pt>
                <c:pt idx="7464">
                  <c:v>0</c:v>
                </c:pt>
                <c:pt idx="7465">
                  <c:v>0</c:v>
                </c:pt>
                <c:pt idx="7466">
                  <c:v>0</c:v>
                </c:pt>
                <c:pt idx="7467">
                  <c:v>0</c:v>
                </c:pt>
                <c:pt idx="7468">
                  <c:v>0</c:v>
                </c:pt>
                <c:pt idx="7469">
                  <c:v>0</c:v>
                </c:pt>
                <c:pt idx="7470">
                  <c:v>0</c:v>
                </c:pt>
                <c:pt idx="7471">
                  <c:v>0</c:v>
                </c:pt>
                <c:pt idx="7472">
                  <c:v>0</c:v>
                </c:pt>
                <c:pt idx="7473">
                  <c:v>0</c:v>
                </c:pt>
                <c:pt idx="7474">
                  <c:v>0</c:v>
                </c:pt>
                <c:pt idx="7475">
                  <c:v>0</c:v>
                </c:pt>
                <c:pt idx="7476">
                  <c:v>0</c:v>
                </c:pt>
                <c:pt idx="7477">
                  <c:v>0</c:v>
                </c:pt>
                <c:pt idx="7478">
                  <c:v>0</c:v>
                </c:pt>
                <c:pt idx="7479">
                  <c:v>0</c:v>
                </c:pt>
                <c:pt idx="7480">
                  <c:v>0</c:v>
                </c:pt>
                <c:pt idx="7481">
                  <c:v>0</c:v>
                </c:pt>
                <c:pt idx="7482">
                  <c:v>16.487525380000001</c:v>
                </c:pt>
                <c:pt idx="7483">
                  <c:v>1.4775399360000001</c:v>
                </c:pt>
                <c:pt idx="7484">
                  <c:v>0</c:v>
                </c:pt>
                <c:pt idx="7485">
                  <c:v>8.572565376</c:v>
                </c:pt>
                <c:pt idx="7486">
                  <c:v>11.631779999999999</c:v>
                </c:pt>
                <c:pt idx="7487">
                  <c:v>6.1426906490000004</c:v>
                </c:pt>
                <c:pt idx="7488">
                  <c:v>0</c:v>
                </c:pt>
                <c:pt idx="7489">
                  <c:v>0</c:v>
                </c:pt>
                <c:pt idx="7490">
                  <c:v>1.77291</c:v>
                </c:pt>
                <c:pt idx="7491">
                  <c:v>0</c:v>
                </c:pt>
                <c:pt idx="7492">
                  <c:v>0</c:v>
                </c:pt>
                <c:pt idx="7493">
                  <c:v>0</c:v>
                </c:pt>
                <c:pt idx="7494">
                  <c:v>0</c:v>
                </c:pt>
                <c:pt idx="7495">
                  <c:v>0</c:v>
                </c:pt>
                <c:pt idx="7496">
                  <c:v>0</c:v>
                </c:pt>
                <c:pt idx="7497">
                  <c:v>5.2048417980000004</c:v>
                </c:pt>
                <c:pt idx="7498">
                  <c:v>0.84494559300000005</c:v>
                </c:pt>
                <c:pt idx="7499">
                  <c:v>0</c:v>
                </c:pt>
                <c:pt idx="7500">
                  <c:v>0</c:v>
                </c:pt>
                <c:pt idx="7501">
                  <c:v>0</c:v>
                </c:pt>
                <c:pt idx="7502">
                  <c:v>0</c:v>
                </c:pt>
                <c:pt idx="7503">
                  <c:v>7.5649647209999999</c:v>
                </c:pt>
                <c:pt idx="7504">
                  <c:v>0</c:v>
                </c:pt>
                <c:pt idx="7505">
                  <c:v>0</c:v>
                </c:pt>
                <c:pt idx="7506">
                  <c:v>6.8211271680000003</c:v>
                </c:pt>
                <c:pt idx="7507">
                  <c:v>12.679124870000001</c:v>
                </c:pt>
                <c:pt idx="7508">
                  <c:v>2.5516689389999998</c:v>
                </c:pt>
                <c:pt idx="7509">
                  <c:v>1.120114354</c:v>
                </c:pt>
                <c:pt idx="7510">
                  <c:v>0</c:v>
                </c:pt>
                <c:pt idx="7511">
                  <c:v>0</c:v>
                </c:pt>
                <c:pt idx="7512">
                  <c:v>0</c:v>
                </c:pt>
                <c:pt idx="7513">
                  <c:v>0</c:v>
                </c:pt>
                <c:pt idx="7514">
                  <c:v>0.54287986099999996</c:v>
                </c:pt>
                <c:pt idx="7515">
                  <c:v>0.36148279300000002</c:v>
                </c:pt>
                <c:pt idx="7516">
                  <c:v>0</c:v>
                </c:pt>
                <c:pt idx="7517">
                  <c:v>0</c:v>
                </c:pt>
                <c:pt idx="7518">
                  <c:v>0</c:v>
                </c:pt>
                <c:pt idx="7519">
                  <c:v>0</c:v>
                </c:pt>
                <c:pt idx="7520">
                  <c:v>0</c:v>
                </c:pt>
                <c:pt idx="7521">
                  <c:v>0</c:v>
                </c:pt>
                <c:pt idx="7522">
                  <c:v>0</c:v>
                </c:pt>
                <c:pt idx="7523">
                  <c:v>0</c:v>
                </c:pt>
                <c:pt idx="7524">
                  <c:v>0</c:v>
                </c:pt>
                <c:pt idx="7525">
                  <c:v>0</c:v>
                </c:pt>
                <c:pt idx="7526">
                  <c:v>0</c:v>
                </c:pt>
                <c:pt idx="7527">
                  <c:v>0</c:v>
                </c:pt>
                <c:pt idx="7528">
                  <c:v>0</c:v>
                </c:pt>
                <c:pt idx="7529">
                  <c:v>10.893509999999999</c:v>
                </c:pt>
                <c:pt idx="7530">
                  <c:v>20.175840000000001</c:v>
                </c:pt>
                <c:pt idx="7531">
                  <c:v>0</c:v>
                </c:pt>
                <c:pt idx="7532">
                  <c:v>6.8042757920000003</c:v>
                </c:pt>
                <c:pt idx="7533">
                  <c:v>0</c:v>
                </c:pt>
                <c:pt idx="7534">
                  <c:v>0</c:v>
                </c:pt>
                <c:pt idx="7535">
                  <c:v>0</c:v>
                </c:pt>
                <c:pt idx="7536">
                  <c:v>2.3926500000000002</c:v>
                </c:pt>
                <c:pt idx="7537">
                  <c:v>2.03382</c:v>
                </c:pt>
                <c:pt idx="7538">
                  <c:v>1.8818999999999999</c:v>
                </c:pt>
                <c:pt idx="7539">
                  <c:v>1.5186129989999999</c:v>
                </c:pt>
                <c:pt idx="7540">
                  <c:v>1.8103768090000001</c:v>
                </c:pt>
                <c:pt idx="7541">
                  <c:v>0</c:v>
                </c:pt>
                <c:pt idx="7542">
                  <c:v>0</c:v>
                </c:pt>
                <c:pt idx="7543">
                  <c:v>0</c:v>
                </c:pt>
                <c:pt idx="7544">
                  <c:v>0</c:v>
                </c:pt>
                <c:pt idx="7545">
                  <c:v>0</c:v>
                </c:pt>
                <c:pt idx="7546">
                  <c:v>0</c:v>
                </c:pt>
                <c:pt idx="7547">
                  <c:v>0</c:v>
                </c:pt>
                <c:pt idx="7548">
                  <c:v>0</c:v>
                </c:pt>
                <c:pt idx="7549">
                  <c:v>0</c:v>
                </c:pt>
                <c:pt idx="7550">
                  <c:v>0</c:v>
                </c:pt>
                <c:pt idx="7551">
                  <c:v>0</c:v>
                </c:pt>
                <c:pt idx="7552">
                  <c:v>2.8603857050000001</c:v>
                </c:pt>
                <c:pt idx="7553">
                  <c:v>8.7773829990000003</c:v>
                </c:pt>
                <c:pt idx="7554">
                  <c:v>9.0679499999999997</c:v>
                </c:pt>
                <c:pt idx="7555">
                  <c:v>6.5623677340000004</c:v>
                </c:pt>
                <c:pt idx="7556">
                  <c:v>11.40912</c:v>
                </c:pt>
                <c:pt idx="7557">
                  <c:v>10.692370650000001</c:v>
                </c:pt>
                <c:pt idx="7558">
                  <c:v>0</c:v>
                </c:pt>
                <c:pt idx="7559">
                  <c:v>0</c:v>
                </c:pt>
                <c:pt idx="7560">
                  <c:v>0</c:v>
                </c:pt>
                <c:pt idx="7561">
                  <c:v>0</c:v>
                </c:pt>
                <c:pt idx="7562">
                  <c:v>0</c:v>
                </c:pt>
                <c:pt idx="7563">
                  <c:v>0</c:v>
                </c:pt>
                <c:pt idx="7564">
                  <c:v>0</c:v>
                </c:pt>
                <c:pt idx="7565">
                  <c:v>0</c:v>
                </c:pt>
                <c:pt idx="7566">
                  <c:v>0</c:v>
                </c:pt>
                <c:pt idx="7567">
                  <c:v>0</c:v>
                </c:pt>
                <c:pt idx="7568">
                  <c:v>0</c:v>
                </c:pt>
                <c:pt idx="7569">
                  <c:v>0</c:v>
                </c:pt>
                <c:pt idx="7570">
                  <c:v>0</c:v>
                </c:pt>
                <c:pt idx="7571">
                  <c:v>0</c:v>
                </c:pt>
                <c:pt idx="7572">
                  <c:v>0</c:v>
                </c:pt>
                <c:pt idx="7573">
                  <c:v>0</c:v>
                </c:pt>
                <c:pt idx="7574">
                  <c:v>0</c:v>
                </c:pt>
                <c:pt idx="7575">
                  <c:v>0</c:v>
                </c:pt>
                <c:pt idx="7576">
                  <c:v>0</c:v>
                </c:pt>
                <c:pt idx="7577">
                  <c:v>0</c:v>
                </c:pt>
                <c:pt idx="7578">
                  <c:v>0</c:v>
                </c:pt>
                <c:pt idx="7579">
                  <c:v>0</c:v>
                </c:pt>
                <c:pt idx="7580">
                  <c:v>0</c:v>
                </c:pt>
                <c:pt idx="7581">
                  <c:v>0</c:v>
                </c:pt>
                <c:pt idx="7582">
                  <c:v>0</c:v>
                </c:pt>
                <c:pt idx="7583">
                  <c:v>0</c:v>
                </c:pt>
                <c:pt idx="7584">
                  <c:v>0</c:v>
                </c:pt>
                <c:pt idx="7585">
                  <c:v>0</c:v>
                </c:pt>
                <c:pt idx="7586">
                  <c:v>0</c:v>
                </c:pt>
                <c:pt idx="7587">
                  <c:v>0</c:v>
                </c:pt>
                <c:pt idx="7588">
                  <c:v>0</c:v>
                </c:pt>
                <c:pt idx="7589">
                  <c:v>0</c:v>
                </c:pt>
                <c:pt idx="7590">
                  <c:v>0</c:v>
                </c:pt>
                <c:pt idx="7591">
                  <c:v>0</c:v>
                </c:pt>
                <c:pt idx="7592">
                  <c:v>0</c:v>
                </c:pt>
                <c:pt idx="7593">
                  <c:v>0</c:v>
                </c:pt>
                <c:pt idx="7594">
                  <c:v>0</c:v>
                </c:pt>
                <c:pt idx="7595">
                  <c:v>0</c:v>
                </c:pt>
                <c:pt idx="7596">
                  <c:v>0</c:v>
                </c:pt>
                <c:pt idx="7597">
                  <c:v>0</c:v>
                </c:pt>
                <c:pt idx="7598">
                  <c:v>0</c:v>
                </c:pt>
                <c:pt idx="7599">
                  <c:v>0</c:v>
                </c:pt>
                <c:pt idx="7600">
                  <c:v>0</c:v>
                </c:pt>
                <c:pt idx="7601">
                  <c:v>1.7940506270000001</c:v>
                </c:pt>
                <c:pt idx="7602">
                  <c:v>5.0370149910000004</c:v>
                </c:pt>
                <c:pt idx="7603">
                  <c:v>6.0265649909999999</c:v>
                </c:pt>
                <c:pt idx="7604">
                  <c:v>13.21544096</c:v>
                </c:pt>
                <c:pt idx="7605">
                  <c:v>9.1469699999999996</c:v>
                </c:pt>
                <c:pt idx="7606">
                  <c:v>10.83996</c:v>
                </c:pt>
                <c:pt idx="7607">
                  <c:v>4.6322999999999999</c:v>
                </c:pt>
                <c:pt idx="7608">
                  <c:v>0</c:v>
                </c:pt>
                <c:pt idx="7609">
                  <c:v>0</c:v>
                </c:pt>
                <c:pt idx="7610">
                  <c:v>0</c:v>
                </c:pt>
                <c:pt idx="7611">
                  <c:v>8.9345293000000006E-2</c:v>
                </c:pt>
                <c:pt idx="7612">
                  <c:v>0</c:v>
                </c:pt>
                <c:pt idx="7613">
                  <c:v>1.71855</c:v>
                </c:pt>
                <c:pt idx="7614">
                  <c:v>3.516340263</c:v>
                </c:pt>
                <c:pt idx="7615">
                  <c:v>0</c:v>
                </c:pt>
                <c:pt idx="7616">
                  <c:v>0</c:v>
                </c:pt>
                <c:pt idx="7617">
                  <c:v>0</c:v>
                </c:pt>
                <c:pt idx="7618">
                  <c:v>0</c:v>
                </c:pt>
                <c:pt idx="7619">
                  <c:v>0</c:v>
                </c:pt>
                <c:pt idx="7620">
                  <c:v>0</c:v>
                </c:pt>
                <c:pt idx="7621">
                  <c:v>0</c:v>
                </c:pt>
                <c:pt idx="7622">
                  <c:v>0</c:v>
                </c:pt>
                <c:pt idx="7623">
                  <c:v>0</c:v>
                </c:pt>
                <c:pt idx="7624">
                  <c:v>0</c:v>
                </c:pt>
                <c:pt idx="7625">
                  <c:v>0</c:v>
                </c:pt>
                <c:pt idx="7626">
                  <c:v>0</c:v>
                </c:pt>
                <c:pt idx="7627">
                  <c:v>0</c:v>
                </c:pt>
                <c:pt idx="7628">
                  <c:v>0</c:v>
                </c:pt>
                <c:pt idx="7629">
                  <c:v>0</c:v>
                </c:pt>
                <c:pt idx="7630">
                  <c:v>0</c:v>
                </c:pt>
                <c:pt idx="7631">
                  <c:v>0</c:v>
                </c:pt>
                <c:pt idx="7632">
                  <c:v>0</c:v>
                </c:pt>
                <c:pt idx="7633">
                  <c:v>0</c:v>
                </c:pt>
                <c:pt idx="7634">
                  <c:v>0</c:v>
                </c:pt>
                <c:pt idx="7635">
                  <c:v>0</c:v>
                </c:pt>
                <c:pt idx="7636">
                  <c:v>0</c:v>
                </c:pt>
                <c:pt idx="7637">
                  <c:v>0</c:v>
                </c:pt>
                <c:pt idx="7638">
                  <c:v>0</c:v>
                </c:pt>
                <c:pt idx="7639">
                  <c:v>0</c:v>
                </c:pt>
                <c:pt idx="7640">
                  <c:v>0</c:v>
                </c:pt>
                <c:pt idx="7641">
                  <c:v>0</c:v>
                </c:pt>
                <c:pt idx="7642">
                  <c:v>0</c:v>
                </c:pt>
                <c:pt idx="7643">
                  <c:v>0</c:v>
                </c:pt>
                <c:pt idx="7644">
                  <c:v>0</c:v>
                </c:pt>
                <c:pt idx="7645">
                  <c:v>0</c:v>
                </c:pt>
                <c:pt idx="7646">
                  <c:v>0</c:v>
                </c:pt>
                <c:pt idx="7647">
                  <c:v>0</c:v>
                </c:pt>
                <c:pt idx="7648">
                  <c:v>0</c:v>
                </c:pt>
                <c:pt idx="7649">
                  <c:v>0</c:v>
                </c:pt>
                <c:pt idx="7650">
                  <c:v>4.133643782</c:v>
                </c:pt>
                <c:pt idx="7651">
                  <c:v>0</c:v>
                </c:pt>
                <c:pt idx="7652">
                  <c:v>0</c:v>
                </c:pt>
                <c:pt idx="7653">
                  <c:v>0</c:v>
                </c:pt>
                <c:pt idx="7654">
                  <c:v>0</c:v>
                </c:pt>
                <c:pt idx="7655">
                  <c:v>0</c:v>
                </c:pt>
                <c:pt idx="7656">
                  <c:v>0</c:v>
                </c:pt>
                <c:pt idx="7657">
                  <c:v>0</c:v>
                </c:pt>
                <c:pt idx="7658">
                  <c:v>0</c:v>
                </c:pt>
                <c:pt idx="7659">
                  <c:v>0</c:v>
                </c:pt>
                <c:pt idx="7660">
                  <c:v>0</c:v>
                </c:pt>
                <c:pt idx="7661">
                  <c:v>0</c:v>
                </c:pt>
                <c:pt idx="7662">
                  <c:v>0</c:v>
                </c:pt>
                <c:pt idx="7663">
                  <c:v>0</c:v>
                </c:pt>
                <c:pt idx="7664">
                  <c:v>0</c:v>
                </c:pt>
                <c:pt idx="7665">
                  <c:v>0</c:v>
                </c:pt>
                <c:pt idx="7666">
                  <c:v>0</c:v>
                </c:pt>
                <c:pt idx="7667">
                  <c:v>0</c:v>
                </c:pt>
                <c:pt idx="7668">
                  <c:v>0</c:v>
                </c:pt>
                <c:pt idx="7669">
                  <c:v>0</c:v>
                </c:pt>
                <c:pt idx="7670">
                  <c:v>0</c:v>
                </c:pt>
                <c:pt idx="7671">
                  <c:v>0</c:v>
                </c:pt>
                <c:pt idx="7672">
                  <c:v>0</c:v>
                </c:pt>
                <c:pt idx="7673">
                  <c:v>5.4938971680000002</c:v>
                </c:pt>
                <c:pt idx="7674">
                  <c:v>0</c:v>
                </c:pt>
                <c:pt idx="7675">
                  <c:v>1.72079822</c:v>
                </c:pt>
                <c:pt idx="7676">
                  <c:v>8.1302118750000005</c:v>
                </c:pt>
                <c:pt idx="7677">
                  <c:v>4.6554729989999997</c:v>
                </c:pt>
                <c:pt idx="7678">
                  <c:v>0</c:v>
                </c:pt>
                <c:pt idx="7679">
                  <c:v>0</c:v>
                </c:pt>
                <c:pt idx="7680">
                  <c:v>0</c:v>
                </c:pt>
                <c:pt idx="7681">
                  <c:v>0.52465279300000001</c:v>
                </c:pt>
                <c:pt idx="7682">
                  <c:v>2.1152475000000002</c:v>
                </c:pt>
                <c:pt idx="7683">
                  <c:v>0.29780216799999998</c:v>
                </c:pt>
                <c:pt idx="7684">
                  <c:v>1.8007798740000001</c:v>
                </c:pt>
                <c:pt idx="7685">
                  <c:v>0</c:v>
                </c:pt>
                <c:pt idx="7686">
                  <c:v>1.8762953760000001</c:v>
                </c:pt>
                <c:pt idx="7687">
                  <c:v>7.610662101</c:v>
                </c:pt>
                <c:pt idx="7688">
                  <c:v>0</c:v>
                </c:pt>
                <c:pt idx="7689">
                  <c:v>0</c:v>
                </c:pt>
                <c:pt idx="7690">
                  <c:v>0</c:v>
                </c:pt>
                <c:pt idx="7691">
                  <c:v>0</c:v>
                </c:pt>
                <c:pt idx="7692">
                  <c:v>0</c:v>
                </c:pt>
                <c:pt idx="7693">
                  <c:v>0</c:v>
                </c:pt>
                <c:pt idx="7694">
                  <c:v>0</c:v>
                </c:pt>
                <c:pt idx="7695">
                  <c:v>0</c:v>
                </c:pt>
                <c:pt idx="7696">
                  <c:v>0</c:v>
                </c:pt>
                <c:pt idx="7697">
                  <c:v>6.617080649</c:v>
                </c:pt>
                <c:pt idx="7698">
                  <c:v>10.228345429999999</c:v>
                </c:pt>
                <c:pt idx="7699">
                  <c:v>12.62772</c:v>
                </c:pt>
                <c:pt idx="7700">
                  <c:v>4.8893627779999997</c:v>
                </c:pt>
                <c:pt idx="7701">
                  <c:v>8.9901429989999997</c:v>
                </c:pt>
                <c:pt idx="7702">
                  <c:v>7.5172002339999997</c:v>
                </c:pt>
                <c:pt idx="7703">
                  <c:v>3.3198300000000001</c:v>
                </c:pt>
                <c:pt idx="7704">
                  <c:v>0</c:v>
                </c:pt>
                <c:pt idx="7705">
                  <c:v>1.9740599999999999</c:v>
                </c:pt>
                <c:pt idx="7706">
                  <c:v>1.6552800000000001</c:v>
                </c:pt>
                <c:pt idx="7707">
                  <c:v>0</c:v>
                </c:pt>
                <c:pt idx="7708">
                  <c:v>0.28145978500000002</c:v>
                </c:pt>
                <c:pt idx="7709">
                  <c:v>0</c:v>
                </c:pt>
                <c:pt idx="7710">
                  <c:v>0</c:v>
                </c:pt>
                <c:pt idx="7711">
                  <c:v>0</c:v>
                </c:pt>
                <c:pt idx="7712">
                  <c:v>0</c:v>
                </c:pt>
                <c:pt idx="7713">
                  <c:v>0</c:v>
                </c:pt>
                <c:pt idx="7714">
                  <c:v>0</c:v>
                </c:pt>
                <c:pt idx="7715">
                  <c:v>0</c:v>
                </c:pt>
                <c:pt idx="7716">
                  <c:v>0</c:v>
                </c:pt>
                <c:pt idx="7717">
                  <c:v>0</c:v>
                </c:pt>
                <c:pt idx="7718">
                  <c:v>0</c:v>
                </c:pt>
                <c:pt idx="7719">
                  <c:v>0</c:v>
                </c:pt>
                <c:pt idx="7720">
                  <c:v>0</c:v>
                </c:pt>
                <c:pt idx="7721">
                  <c:v>1.165024354</c:v>
                </c:pt>
                <c:pt idx="7722">
                  <c:v>10.12158</c:v>
                </c:pt>
                <c:pt idx="7723">
                  <c:v>2.0217684139999998</c:v>
                </c:pt>
                <c:pt idx="7724">
                  <c:v>0</c:v>
                </c:pt>
                <c:pt idx="7725">
                  <c:v>0</c:v>
                </c:pt>
                <c:pt idx="7726">
                  <c:v>0</c:v>
                </c:pt>
                <c:pt idx="7727">
                  <c:v>0</c:v>
                </c:pt>
                <c:pt idx="7728">
                  <c:v>0</c:v>
                </c:pt>
                <c:pt idx="7729">
                  <c:v>0</c:v>
                </c:pt>
                <c:pt idx="7730">
                  <c:v>0</c:v>
                </c:pt>
                <c:pt idx="7731">
                  <c:v>0</c:v>
                </c:pt>
                <c:pt idx="7732">
                  <c:v>0</c:v>
                </c:pt>
                <c:pt idx="7733">
                  <c:v>0.450776648</c:v>
                </c:pt>
                <c:pt idx="7734">
                  <c:v>0</c:v>
                </c:pt>
                <c:pt idx="7735">
                  <c:v>7.5205462709999997</c:v>
                </c:pt>
                <c:pt idx="7736">
                  <c:v>0</c:v>
                </c:pt>
                <c:pt idx="7737">
                  <c:v>0</c:v>
                </c:pt>
                <c:pt idx="7738">
                  <c:v>0</c:v>
                </c:pt>
                <c:pt idx="7739">
                  <c:v>0</c:v>
                </c:pt>
                <c:pt idx="7740">
                  <c:v>0</c:v>
                </c:pt>
                <c:pt idx="7741">
                  <c:v>0</c:v>
                </c:pt>
                <c:pt idx="7742">
                  <c:v>0</c:v>
                </c:pt>
                <c:pt idx="7743">
                  <c:v>0</c:v>
                </c:pt>
                <c:pt idx="7744">
                  <c:v>0</c:v>
                </c:pt>
                <c:pt idx="7745">
                  <c:v>2.508824991</c:v>
                </c:pt>
                <c:pt idx="7746">
                  <c:v>12.729280230000001</c:v>
                </c:pt>
                <c:pt idx="7747">
                  <c:v>10.555289999999999</c:v>
                </c:pt>
                <c:pt idx="7748">
                  <c:v>7.0140871679999997</c:v>
                </c:pt>
                <c:pt idx="7749">
                  <c:v>10.61946</c:v>
                </c:pt>
                <c:pt idx="7750">
                  <c:v>4.2655771680000001</c:v>
                </c:pt>
                <c:pt idx="7751">
                  <c:v>5.3112599999999999</c:v>
                </c:pt>
                <c:pt idx="7752">
                  <c:v>2.8637999999999999</c:v>
                </c:pt>
                <c:pt idx="7753">
                  <c:v>1.5674063410000001</c:v>
                </c:pt>
                <c:pt idx="7754">
                  <c:v>0.29758005199999998</c:v>
                </c:pt>
                <c:pt idx="7755">
                  <c:v>0</c:v>
                </c:pt>
                <c:pt idx="7756">
                  <c:v>0</c:v>
                </c:pt>
                <c:pt idx="7757">
                  <c:v>0</c:v>
                </c:pt>
                <c:pt idx="7758">
                  <c:v>0</c:v>
                </c:pt>
                <c:pt idx="7759">
                  <c:v>0</c:v>
                </c:pt>
                <c:pt idx="7760">
                  <c:v>0</c:v>
                </c:pt>
                <c:pt idx="7761">
                  <c:v>0</c:v>
                </c:pt>
                <c:pt idx="7762">
                  <c:v>0</c:v>
                </c:pt>
                <c:pt idx="7763">
                  <c:v>0</c:v>
                </c:pt>
                <c:pt idx="7764">
                  <c:v>0</c:v>
                </c:pt>
                <c:pt idx="7765">
                  <c:v>0</c:v>
                </c:pt>
                <c:pt idx="7766">
                  <c:v>0</c:v>
                </c:pt>
                <c:pt idx="7767">
                  <c:v>0</c:v>
                </c:pt>
                <c:pt idx="7768">
                  <c:v>8.2663367979999993</c:v>
                </c:pt>
                <c:pt idx="7769">
                  <c:v>0</c:v>
                </c:pt>
                <c:pt idx="7770">
                  <c:v>0</c:v>
                </c:pt>
                <c:pt idx="7771">
                  <c:v>0</c:v>
                </c:pt>
                <c:pt idx="7772">
                  <c:v>0</c:v>
                </c:pt>
                <c:pt idx="7773">
                  <c:v>9.6044966479999996</c:v>
                </c:pt>
                <c:pt idx="7774">
                  <c:v>0</c:v>
                </c:pt>
                <c:pt idx="7775">
                  <c:v>5.7332868750000001</c:v>
                </c:pt>
                <c:pt idx="7776">
                  <c:v>0</c:v>
                </c:pt>
                <c:pt idx="7777">
                  <c:v>2.0281500000000001</c:v>
                </c:pt>
                <c:pt idx="7778">
                  <c:v>1.7349300000000001</c:v>
                </c:pt>
                <c:pt idx="7779">
                  <c:v>0</c:v>
                </c:pt>
                <c:pt idx="7780">
                  <c:v>0</c:v>
                </c:pt>
                <c:pt idx="7781">
                  <c:v>0</c:v>
                </c:pt>
                <c:pt idx="7782">
                  <c:v>0</c:v>
                </c:pt>
                <c:pt idx="7783">
                  <c:v>5.6918699999999998</c:v>
                </c:pt>
                <c:pt idx="7784">
                  <c:v>0</c:v>
                </c:pt>
                <c:pt idx="7785">
                  <c:v>0</c:v>
                </c:pt>
                <c:pt idx="7786">
                  <c:v>0</c:v>
                </c:pt>
                <c:pt idx="7787">
                  <c:v>0</c:v>
                </c:pt>
                <c:pt idx="7788">
                  <c:v>0</c:v>
                </c:pt>
                <c:pt idx="7789">
                  <c:v>0</c:v>
                </c:pt>
                <c:pt idx="7790">
                  <c:v>0</c:v>
                </c:pt>
                <c:pt idx="7791">
                  <c:v>0</c:v>
                </c:pt>
                <c:pt idx="7792">
                  <c:v>6.8689799999999996</c:v>
                </c:pt>
                <c:pt idx="7793">
                  <c:v>5.2542402340000001</c:v>
                </c:pt>
                <c:pt idx="7794">
                  <c:v>13.537979999999999</c:v>
                </c:pt>
                <c:pt idx="7795">
                  <c:v>11.726279999999999</c:v>
                </c:pt>
                <c:pt idx="7796">
                  <c:v>12.997529999999999</c:v>
                </c:pt>
                <c:pt idx="7797">
                  <c:v>10.31879543</c:v>
                </c:pt>
                <c:pt idx="7798">
                  <c:v>0</c:v>
                </c:pt>
                <c:pt idx="7799">
                  <c:v>0</c:v>
                </c:pt>
                <c:pt idx="7800">
                  <c:v>2.82429</c:v>
                </c:pt>
                <c:pt idx="7801">
                  <c:v>0</c:v>
                </c:pt>
                <c:pt idx="7802">
                  <c:v>2.1918600000000001</c:v>
                </c:pt>
                <c:pt idx="7803">
                  <c:v>0</c:v>
                </c:pt>
                <c:pt idx="7804">
                  <c:v>2.7444129990000001</c:v>
                </c:pt>
                <c:pt idx="7805">
                  <c:v>0</c:v>
                </c:pt>
                <c:pt idx="7806">
                  <c:v>0</c:v>
                </c:pt>
                <c:pt idx="7807">
                  <c:v>8.2249763409999996</c:v>
                </c:pt>
                <c:pt idx="7808">
                  <c:v>0.64626678299999996</c:v>
                </c:pt>
                <c:pt idx="7809">
                  <c:v>0</c:v>
                </c:pt>
                <c:pt idx="7810">
                  <c:v>0</c:v>
                </c:pt>
                <c:pt idx="7811">
                  <c:v>0</c:v>
                </c:pt>
                <c:pt idx="7812">
                  <c:v>0</c:v>
                </c:pt>
                <c:pt idx="7813">
                  <c:v>0</c:v>
                </c:pt>
                <c:pt idx="7814">
                  <c:v>0</c:v>
                </c:pt>
                <c:pt idx="7815">
                  <c:v>0</c:v>
                </c:pt>
                <c:pt idx="7816">
                  <c:v>6.1530555710000003</c:v>
                </c:pt>
                <c:pt idx="7817">
                  <c:v>11.740769999999999</c:v>
                </c:pt>
                <c:pt idx="7818">
                  <c:v>2.5614957920000001</c:v>
                </c:pt>
                <c:pt idx="7819">
                  <c:v>13.37445</c:v>
                </c:pt>
                <c:pt idx="7820">
                  <c:v>6.4449170640000002</c:v>
                </c:pt>
                <c:pt idx="7821">
                  <c:v>3.0776737820000002</c:v>
                </c:pt>
                <c:pt idx="7822">
                  <c:v>0</c:v>
                </c:pt>
                <c:pt idx="7823">
                  <c:v>0</c:v>
                </c:pt>
                <c:pt idx="7824">
                  <c:v>0</c:v>
                </c:pt>
                <c:pt idx="7825">
                  <c:v>0</c:v>
                </c:pt>
                <c:pt idx="7826">
                  <c:v>0</c:v>
                </c:pt>
                <c:pt idx="7827">
                  <c:v>0</c:v>
                </c:pt>
                <c:pt idx="7828">
                  <c:v>0</c:v>
                </c:pt>
                <c:pt idx="7829">
                  <c:v>0</c:v>
                </c:pt>
                <c:pt idx="7830">
                  <c:v>0</c:v>
                </c:pt>
                <c:pt idx="7831">
                  <c:v>7.6489423609999996</c:v>
                </c:pt>
                <c:pt idx="7832">
                  <c:v>0</c:v>
                </c:pt>
                <c:pt idx="7833">
                  <c:v>0</c:v>
                </c:pt>
                <c:pt idx="7834">
                  <c:v>0</c:v>
                </c:pt>
                <c:pt idx="7835">
                  <c:v>0</c:v>
                </c:pt>
                <c:pt idx="7836">
                  <c:v>0</c:v>
                </c:pt>
                <c:pt idx="7837">
                  <c:v>0</c:v>
                </c:pt>
                <c:pt idx="7838">
                  <c:v>0</c:v>
                </c:pt>
                <c:pt idx="7839">
                  <c:v>0</c:v>
                </c:pt>
                <c:pt idx="7840">
                  <c:v>2.7827800979999999</c:v>
                </c:pt>
                <c:pt idx="7841">
                  <c:v>7.8020502340000002</c:v>
                </c:pt>
                <c:pt idx="7842">
                  <c:v>9.3842999999999996</c:v>
                </c:pt>
                <c:pt idx="7843">
                  <c:v>11.25009</c:v>
                </c:pt>
                <c:pt idx="7844">
                  <c:v>9.6609868090000006</c:v>
                </c:pt>
                <c:pt idx="7845">
                  <c:v>13.40568</c:v>
                </c:pt>
                <c:pt idx="7846">
                  <c:v>4.7868537870000001</c:v>
                </c:pt>
                <c:pt idx="7847">
                  <c:v>0</c:v>
                </c:pt>
                <c:pt idx="7848">
                  <c:v>0</c:v>
                </c:pt>
                <c:pt idx="7849">
                  <c:v>0</c:v>
                </c:pt>
                <c:pt idx="7850">
                  <c:v>0</c:v>
                </c:pt>
                <c:pt idx="7851">
                  <c:v>0</c:v>
                </c:pt>
                <c:pt idx="7852">
                  <c:v>0</c:v>
                </c:pt>
                <c:pt idx="7853">
                  <c:v>0</c:v>
                </c:pt>
                <c:pt idx="7854">
                  <c:v>0</c:v>
                </c:pt>
                <c:pt idx="7855">
                  <c:v>0</c:v>
                </c:pt>
                <c:pt idx="7856">
                  <c:v>0</c:v>
                </c:pt>
                <c:pt idx="7857">
                  <c:v>0</c:v>
                </c:pt>
                <c:pt idx="7858">
                  <c:v>0</c:v>
                </c:pt>
                <c:pt idx="7859">
                  <c:v>0</c:v>
                </c:pt>
                <c:pt idx="7860">
                  <c:v>0</c:v>
                </c:pt>
                <c:pt idx="7861">
                  <c:v>0</c:v>
                </c:pt>
                <c:pt idx="7862">
                  <c:v>0</c:v>
                </c:pt>
                <c:pt idx="7863">
                  <c:v>0</c:v>
                </c:pt>
                <c:pt idx="7864">
                  <c:v>9.9160199999999996</c:v>
                </c:pt>
                <c:pt idx="7865">
                  <c:v>9.7077102340000003</c:v>
                </c:pt>
                <c:pt idx="7866">
                  <c:v>1.58769</c:v>
                </c:pt>
                <c:pt idx="7867">
                  <c:v>0</c:v>
                </c:pt>
                <c:pt idx="7868">
                  <c:v>0</c:v>
                </c:pt>
                <c:pt idx="7869">
                  <c:v>0</c:v>
                </c:pt>
                <c:pt idx="7870">
                  <c:v>0</c:v>
                </c:pt>
                <c:pt idx="7871">
                  <c:v>0</c:v>
                </c:pt>
                <c:pt idx="7872">
                  <c:v>0</c:v>
                </c:pt>
                <c:pt idx="7873">
                  <c:v>0</c:v>
                </c:pt>
                <c:pt idx="7874">
                  <c:v>0</c:v>
                </c:pt>
                <c:pt idx="7875">
                  <c:v>0</c:v>
                </c:pt>
                <c:pt idx="7876">
                  <c:v>0</c:v>
                </c:pt>
                <c:pt idx="7877">
                  <c:v>0</c:v>
                </c:pt>
                <c:pt idx="7878">
                  <c:v>0</c:v>
                </c:pt>
                <c:pt idx="7879">
                  <c:v>0</c:v>
                </c:pt>
                <c:pt idx="7880">
                  <c:v>0</c:v>
                </c:pt>
                <c:pt idx="7881">
                  <c:v>0</c:v>
                </c:pt>
                <c:pt idx="7882">
                  <c:v>0</c:v>
                </c:pt>
                <c:pt idx="7883">
                  <c:v>0</c:v>
                </c:pt>
                <c:pt idx="7884">
                  <c:v>0</c:v>
                </c:pt>
                <c:pt idx="7885">
                  <c:v>0</c:v>
                </c:pt>
                <c:pt idx="7886">
                  <c:v>0</c:v>
                </c:pt>
                <c:pt idx="7887">
                  <c:v>0</c:v>
                </c:pt>
                <c:pt idx="7888">
                  <c:v>0</c:v>
                </c:pt>
                <c:pt idx="7889">
                  <c:v>0.124748414</c:v>
                </c:pt>
                <c:pt idx="7890">
                  <c:v>7.8395671680000003</c:v>
                </c:pt>
                <c:pt idx="7891">
                  <c:v>11.04988026</c:v>
                </c:pt>
                <c:pt idx="7892">
                  <c:v>4.7800334710000003</c:v>
                </c:pt>
                <c:pt idx="7893">
                  <c:v>5.3190254289999999</c:v>
                </c:pt>
                <c:pt idx="7894">
                  <c:v>1.0683319840000001</c:v>
                </c:pt>
                <c:pt idx="7895">
                  <c:v>0</c:v>
                </c:pt>
                <c:pt idx="7896">
                  <c:v>2.2689900000000001</c:v>
                </c:pt>
                <c:pt idx="7897">
                  <c:v>0</c:v>
                </c:pt>
                <c:pt idx="7898">
                  <c:v>0</c:v>
                </c:pt>
                <c:pt idx="7899">
                  <c:v>0</c:v>
                </c:pt>
                <c:pt idx="7900">
                  <c:v>0</c:v>
                </c:pt>
                <c:pt idx="7901">
                  <c:v>2.4258600000000001</c:v>
                </c:pt>
                <c:pt idx="7902">
                  <c:v>1.7567666479999999</c:v>
                </c:pt>
                <c:pt idx="7903">
                  <c:v>3.4845571679999998</c:v>
                </c:pt>
                <c:pt idx="7904">
                  <c:v>0</c:v>
                </c:pt>
                <c:pt idx="7905">
                  <c:v>0</c:v>
                </c:pt>
                <c:pt idx="7906">
                  <c:v>0</c:v>
                </c:pt>
                <c:pt idx="7907">
                  <c:v>0</c:v>
                </c:pt>
                <c:pt idx="7908">
                  <c:v>0</c:v>
                </c:pt>
                <c:pt idx="7909">
                  <c:v>0</c:v>
                </c:pt>
                <c:pt idx="7910">
                  <c:v>0</c:v>
                </c:pt>
                <c:pt idx="7911">
                  <c:v>6.2260712959999998</c:v>
                </c:pt>
                <c:pt idx="7912">
                  <c:v>1.874773164</c:v>
                </c:pt>
                <c:pt idx="7913">
                  <c:v>0</c:v>
                </c:pt>
                <c:pt idx="7914">
                  <c:v>0</c:v>
                </c:pt>
                <c:pt idx="7915">
                  <c:v>0</c:v>
                </c:pt>
                <c:pt idx="7916">
                  <c:v>0</c:v>
                </c:pt>
                <c:pt idx="7917">
                  <c:v>0</c:v>
                </c:pt>
                <c:pt idx="7918">
                  <c:v>0</c:v>
                </c:pt>
                <c:pt idx="7919">
                  <c:v>0</c:v>
                </c:pt>
                <c:pt idx="7920">
                  <c:v>0</c:v>
                </c:pt>
                <c:pt idx="7921">
                  <c:v>0</c:v>
                </c:pt>
                <c:pt idx="7922">
                  <c:v>0</c:v>
                </c:pt>
                <c:pt idx="7923">
                  <c:v>0</c:v>
                </c:pt>
                <c:pt idx="7924">
                  <c:v>0.78324529300000001</c:v>
                </c:pt>
                <c:pt idx="7925">
                  <c:v>0</c:v>
                </c:pt>
                <c:pt idx="7926">
                  <c:v>0</c:v>
                </c:pt>
                <c:pt idx="7927">
                  <c:v>0</c:v>
                </c:pt>
                <c:pt idx="7928">
                  <c:v>6.7342670169999996</c:v>
                </c:pt>
                <c:pt idx="7929">
                  <c:v>0</c:v>
                </c:pt>
                <c:pt idx="7930">
                  <c:v>2.3743855090000001</c:v>
                </c:pt>
                <c:pt idx="7931">
                  <c:v>0.34039122599999999</c:v>
                </c:pt>
                <c:pt idx="7932">
                  <c:v>0</c:v>
                </c:pt>
                <c:pt idx="7933">
                  <c:v>1.2668444000000001</c:v>
                </c:pt>
                <c:pt idx="7934">
                  <c:v>0</c:v>
                </c:pt>
                <c:pt idx="7935">
                  <c:v>0.76724846400000002</c:v>
                </c:pt>
                <c:pt idx="7936">
                  <c:v>0</c:v>
                </c:pt>
                <c:pt idx="7937">
                  <c:v>1.6199646889999999</c:v>
                </c:pt>
                <c:pt idx="7938">
                  <c:v>13.97308026</c:v>
                </c:pt>
                <c:pt idx="7939">
                  <c:v>16.142530260000001</c:v>
                </c:pt>
                <c:pt idx="7940">
                  <c:v>7.1820174259999998</c:v>
                </c:pt>
                <c:pt idx="7941">
                  <c:v>0</c:v>
                </c:pt>
                <c:pt idx="7942">
                  <c:v>0</c:v>
                </c:pt>
                <c:pt idx="7943">
                  <c:v>0</c:v>
                </c:pt>
                <c:pt idx="7944">
                  <c:v>0</c:v>
                </c:pt>
                <c:pt idx="7945">
                  <c:v>0</c:v>
                </c:pt>
                <c:pt idx="7946">
                  <c:v>0</c:v>
                </c:pt>
                <c:pt idx="7947">
                  <c:v>0</c:v>
                </c:pt>
                <c:pt idx="7948">
                  <c:v>0.83192634099999996</c:v>
                </c:pt>
                <c:pt idx="7949">
                  <c:v>0</c:v>
                </c:pt>
                <c:pt idx="7950">
                  <c:v>0</c:v>
                </c:pt>
                <c:pt idx="7951">
                  <c:v>0</c:v>
                </c:pt>
                <c:pt idx="7952">
                  <c:v>0</c:v>
                </c:pt>
                <c:pt idx="7953">
                  <c:v>0</c:v>
                </c:pt>
                <c:pt idx="7954">
                  <c:v>0</c:v>
                </c:pt>
                <c:pt idx="7955">
                  <c:v>0</c:v>
                </c:pt>
                <c:pt idx="7956">
                  <c:v>0</c:v>
                </c:pt>
                <c:pt idx="7957">
                  <c:v>0</c:v>
                </c:pt>
                <c:pt idx="7958">
                  <c:v>0</c:v>
                </c:pt>
                <c:pt idx="7959">
                  <c:v>0</c:v>
                </c:pt>
                <c:pt idx="7960">
                  <c:v>6.2832809559999996</c:v>
                </c:pt>
                <c:pt idx="7961">
                  <c:v>1.1883483429999999</c:v>
                </c:pt>
                <c:pt idx="7962">
                  <c:v>0</c:v>
                </c:pt>
                <c:pt idx="7963">
                  <c:v>0</c:v>
                </c:pt>
                <c:pt idx="7964">
                  <c:v>0</c:v>
                </c:pt>
                <c:pt idx="7965">
                  <c:v>0</c:v>
                </c:pt>
                <c:pt idx="7966">
                  <c:v>0</c:v>
                </c:pt>
                <c:pt idx="7967">
                  <c:v>0</c:v>
                </c:pt>
                <c:pt idx="7968">
                  <c:v>0</c:v>
                </c:pt>
                <c:pt idx="7969">
                  <c:v>0</c:v>
                </c:pt>
                <c:pt idx="7970">
                  <c:v>0</c:v>
                </c:pt>
                <c:pt idx="7971">
                  <c:v>0</c:v>
                </c:pt>
                <c:pt idx="7972">
                  <c:v>0</c:v>
                </c:pt>
                <c:pt idx="7973">
                  <c:v>0</c:v>
                </c:pt>
                <c:pt idx="7974">
                  <c:v>0.97660084300000005</c:v>
                </c:pt>
                <c:pt idx="7975">
                  <c:v>9.5886268090000009</c:v>
                </c:pt>
                <c:pt idx="7976">
                  <c:v>0</c:v>
                </c:pt>
                <c:pt idx="7977">
                  <c:v>0</c:v>
                </c:pt>
                <c:pt idx="7978">
                  <c:v>0</c:v>
                </c:pt>
                <c:pt idx="7979">
                  <c:v>0</c:v>
                </c:pt>
                <c:pt idx="7980">
                  <c:v>0</c:v>
                </c:pt>
                <c:pt idx="7981">
                  <c:v>0</c:v>
                </c:pt>
                <c:pt idx="7982">
                  <c:v>0</c:v>
                </c:pt>
                <c:pt idx="7983">
                  <c:v>3.7760745230000001</c:v>
                </c:pt>
                <c:pt idx="7984">
                  <c:v>4.8749655709999997</c:v>
                </c:pt>
                <c:pt idx="7985">
                  <c:v>6.6029400000000003</c:v>
                </c:pt>
                <c:pt idx="7986">
                  <c:v>4.3593100979999999</c:v>
                </c:pt>
                <c:pt idx="7987">
                  <c:v>9.6214166480000003</c:v>
                </c:pt>
                <c:pt idx="7988">
                  <c:v>4.9871054289999996</c:v>
                </c:pt>
                <c:pt idx="7989">
                  <c:v>7.0593512040000004</c:v>
                </c:pt>
                <c:pt idx="7990">
                  <c:v>0</c:v>
                </c:pt>
                <c:pt idx="7991">
                  <c:v>0</c:v>
                </c:pt>
                <c:pt idx="7992">
                  <c:v>0</c:v>
                </c:pt>
                <c:pt idx="7993">
                  <c:v>0</c:v>
                </c:pt>
                <c:pt idx="7994">
                  <c:v>0</c:v>
                </c:pt>
                <c:pt idx="7995">
                  <c:v>0</c:v>
                </c:pt>
                <c:pt idx="7996">
                  <c:v>0</c:v>
                </c:pt>
                <c:pt idx="7997">
                  <c:v>0</c:v>
                </c:pt>
                <c:pt idx="7998">
                  <c:v>0</c:v>
                </c:pt>
                <c:pt idx="7999">
                  <c:v>0</c:v>
                </c:pt>
                <c:pt idx="8000">
                  <c:v>0</c:v>
                </c:pt>
                <c:pt idx="8001">
                  <c:v>0</c:v>
                </c:pt>
                <c:pt idx="8002">
                  <c:v>0</c:v>
                </c:pt>
                <c:pt idx="8003">
                  <c:v>0</c:v>
                </c:pt>
                <c:pt idx="8004">
                  <c:v>0</c:v>
                </c:pt>
                <c:pt idx="8005">
                  <c:v>0</c:v>
                </c:pt>
                <c:pt idx="8006">
                  <c:v>0</c:v>
                </c:pt>
                <c:pt idx="8007">
                  <c:v>3.5942314980000001</c:v>
                </c:pt>
                <c:pt idx="8008">
                  <c:v>0</c:v>
                </c:pt>
                <c:pt idx="8009">
                  <c:v>5.2231492470000003</c:v>
                </c:pt>
                <c:pt idx="8010">
                  <c:v>0</c:v>
                </c:pt>
                <c:pt idx="8011">
                  <c:v>0</c:v>
                </c:pt>
                <c:pt idx="8012">
                  <c:v>0</c:v>
                </c:pt>
                <c:pt idx="8013">
                  <c:v>0</c:v>
                </c:pt>
                <c:pt idx="8014">
                  <c:v>0</c:v>
                </c:pt>
                <c:pt idx="8015">
                  <c:v>0</c:v>
                </c:pt>
                <c:pt idx="8016">
                  <c:v>0</c:v>
                </c:pt>
                <c:pt idx="8017">
                  <c:v>0</c:v>
                </c:pt>
                <c:pt idx="8018">
                  <c:v>0</c:v>
                </c:pt>
                <c:pt idx="8019">
                  <c:v>0</c:v>
                </c:pt>
                <c:pt idx="8020">
                  <c:v>0</c:v>
                </c:pt>
                <c:pt idx="8021">
                  <c:v>0</c:v>
                </c:pt>
                <c:pt idx="8022">
                  <c:v>0</c:v>
                </c:pt>
                <c:pt idx="8023">
                  <c:v>0</c:v>
                </c:pt>
                <c:pt idx="8024">
                  <c:v>0</c:v>
                </c:pt>
                <c:pt idx="8025">
                  <c:v>0</c:v>
                </c:pt>
                <c:pt idx="8026">
                  <c:v>0</c:v>
                </c:pt>
                <c:pt idx="8027">
                  <c:v>0</c:v>
                </c:pt>
                <c:pt idx="8028">
                  <c:v>0</c:v>
                </c:pt>
                <c:pt idx="8029">
                  <c:v>0</c:v>
                </c:pt>
                <c:pt idx="8030">
                  <c:v>0</c:v>
                </c:pt>
                <c:pt idx="8031">
                  <c:v>0</c:v>
                </c:pt>
                <c:pt idx="8032">
                  <c:v>0</c:v>
                </c:pt>
                <c:pt idx="8033">
                  <c:v>0</c:v>
                </c:pt>
                <c:pt idx="8034">
                  <c:v>0</c:v>
                </c:pt>
                <c:pt idx="8035">
                  <c:v>0</c:v>
                </c:pt>
                <c:pt idx="8036">
                  <c:v>0</c:v>
                </c:pt>
                <c:pt idx="8037">
                  <c:v>5.2787870640000003</c:v>
                </c:pt>
                <c:pt idx="8038">
                  <c:v>0</c:v>
                </c:pt>
                <c:pt idx="8039">
                  <c:v>0.30484084299999997</c:v>
                </c:pt>
                <c:pt idx="8040">
                  <c:v>0</c:v>
                </c:pt>
                <c:pt idx="8041">
                  <c:v>0</c:v>
                </c:pt>
                <c:pt idx="8042">
                  <c:v>0</c:v>
                </c:pt>
                <c:pt idx="8043">
                  <c:v>0</c:v>
                </c:pt>
                <c:pt idx="8044">
                  <c:v>0</c:v>
                </c:pt>
                <c:pt idx="8045">
                  <c:v>0</c:v>
                </c:pt>
                <c:pt idx="8046">
                  <c:v>0</c:v>
                </c:pt>
                <c:pt idx="8047">
                  <c:v>0</c:v>
                </c:pt>
                <c:pt idx="8048">
                  <c:v>0</c:v>
                </c:pt>
                <c:pt idx="8049">
                  <c:v>0</c:v>
                </c:pt>
                <c:pt idx="8050">
                  <c:v>0</c:v>
                </c:pt>
                <c:pt idx="8051">
                  <c:v>0</c:v>
                </c:pt>
                <c:pt idx="8052">
                  <c:v>0</c:v>
                </c:pt>
                <c:pt idx="8053">
                  <c:v>0</c:v>
                </c:pt>
                <c:pt idx="8054">
                  <c:v>0</c:v>
                </c:pt>
                <c:pt idx="8055">
                  <c:v>0</c:v>
                </c:pt>
                <c:pt idx="8056">
                  <c:v>0</c:v>
                </c:pt>
                <c:pt idx="8057">
                  <c:v>0</c:v>
                </c:pt>
                <c:pt idx="8058">
                  <c:v>0</c:v>
                </c:pt>
                <c:pt idx="8059">
                  <c:v>0</c:v>
                </c:pt>
                <c:pt idx="8060">
                  <c:v>0</c:v>
                </c:pt>
                <c:pt idx="8061">
                  <c:v>0</c:v>
                </c:pt>
                <c:pt idx="8062">
                  <c:v>0</c:v>
                </c:pt>
                <c:pt idx="8063">
                  <c:v>0</c:v>
                </c:pt>
                <c:pt idx="8064">
                  <c:v>0</c:v>
                </c:pt>
                <c:pt idx="8065">
                  <c:v>0</c:v>
                </c:pt>
                <c:pt idx="8066">
                  <c:v>0</c:v>
                </c:pt>
                <c:pt idx="8067">
                  <c:v>0</c:v>
                </c:pt>
                <c:pt idx="8068">
                  <c:v>0</c:v>
                </c:pt>
                <c:pt idx="8069">
                  <c:v>0</c:v>
                </c:pt>
                <c:pt idx="8070">
                  <c:v>0</c:v>
                </c:pt>
                <c:pt idx="8071">
                  <c:v>0</c:v>
                </c:pt>
                <c:pt idx="8072">
                  <c:v>0</c:v>
                </c:pt>
                <c:pt idx="8073">
                  <c:v>0</c:v>
                </c:pt>
                <c:pt idx="8074">
                  <c:v>0</c:v>
                </c:pt>
                <c:pt idx="8075">
                  <c:v>0</c:v>
                </c:pt>
                <c:pt idx="8076">
                  <c:v>0</c:v>
                </c:pt>
                <c:pt idx="8077">
                  <c:v>0</c:v>
                </c:pt>
                <c:pt idx="8078">
                  <c:v>0.386827327</c:v>
                </c:pt>
                <c:pt idx="8079">
                  <c:v>3.6624117680000001</c:v>
                </c:pt>
                <c:pt idx="8080">
                  <c:v>5.6346299999999996</c:v>
                </c:pt>
                <c:pt idx="8081">
                  <c:v>5.7480527779999999</c:v>
                </c:pt>
                <c:pt idx="8082">
                  <c:v>4.1484592469999999</c:v>
                </c:pt>
                <c:pt idx="8083">
                  <c:v>8.1775631640000004</c:v>
                </c:pt>
                <c:pt idx="8084">
                  <c:v>0</c:v>
                </c:pt>
                <c:pt idx="8085">
                  <c:v>0</c:v>
                </c:pt>
                <c:pt idx="8086">
                  <c:v>0</c:v>
                </c:pt>
                <c:pt idx="8087">
                  <c:v>0</c:v>
                </c:pt>
                <c:pt idx="8088">
                  <c:v>0</c:v>
                </c:pt>
                <c:pt idx="8089">
                  <c:v>0</c:v>
                </c:pt>
                <c:pt idx="8090">
                  <c:v>0</c:v>
                </c:pt>
                <c:pt idx="8091">
                  <c:v>0</c:v>
                </c:pt>
                <c:pt idx="8092">
                  <c:v>0</c:v>
                </c:pt>
                <c:pt idx="8093">
                  <c:v>0</c:v>
                </c:pt>
                <c:pt idx="8094">
                  <c:v>0</c:v>
                </c:pt>
                <c:pt idx="8095">
                  <c:v>0</c:v>
                </c:pt>
                <c:pt idx="8096">
                  <c:v>0</c:v>
                </c:pt>
                <c:pt idx="8097">
                  <c:v>0</c:v>
                </c:pt>
                <c:pt idx="8098">
                  <c:v>0</c:v>
                </c:pt>
                <c:pt idx="8099">
                  <c:v>0</c:v>
                </c:pt>
                <c:pt idx="8100">
                  <c:v>0</c:v>
                </c:pt>
                <c:pt idx="8101">
                  <c:v>0</c:v>
                </c:pt>
                <c:pt idx="8102">
                  <c:v>0</c:v>
                </c:pt>
                <c:pt idx="8103">
                  <c:v>0</c:v>
                </c:pt>
                <c:pt idx="8104">
                  <c:v>0.55188841399999999</c:v>
                </c:pt>
                <c:pt idx="8105">
                  <c:v>10.670669999999999</c:v>
                </c:pt>
                <c:pt idx="8106">
                  <c:v>8.7397409560000003</c:v>
                </c:pt>
                <c:pt idx="8107">
                  <c:v>0</c:v>
                </c:pt>
                <c:pt idx="8108">
                  <c:v>0</c:v>
                </c:pt>
                <c:pt idx="8109">
                  <c:v>0</c:v>
                </c:pt>
                <c:pt idx="8110">
                  <c:v>9.5095799999999997</c:v>
                </c:pt>
                <c:pt idx="8111">
                  <c:v>3.9691800000000002</c:v>
                </c:pt>
                <c:pt idx="8112">
                  <c:v>0.29387095600000002</c:v>
                </c:pt>
                <c:pt idx="8113">
                  <c:v>1.31796</c:v>
                </c:pt>
                <c:pt idx="8114">
                  <c:v>0</c:v>
                </c:pt>
                <c:pt idx="8115">
                  <c:v>0</c:v>
                </c:pt>
                <c:pt idx="8116">
                  <c:v>2.4237000000000002</c:v>
                </c:pt>
                <c:pt idx="8117">
                  <c:v>0.28833537599999998</c:v>
                </c:pt>
                <c:pt idx="8118">
                  <c:v>2.0298353759999999</c:v>
                </c:pt>
                <c:pt idx="8119">
                  <c:v>0</c:v>
                </c:pt>
                <c:pt idx="8120">
                  <c:v>0</c:v>
                </c:pt>
                <c:pt idx="8121">
                  <c:v>0</c:v>
                </c:pt>
                <c:pt idx="8122">
                  <c:v>0</c:v>
                </c:pt>
                <c:pt idx="8123">
                  <c:v>0</c:v>
                </c:pt>
                <c:pt idx="8124">
                  <c:v>0.93499050699999997</c:v>
                </c:pt>
                <c:pt idx="8125">
                  <c:v>0</c:v>
                </c:pt>
                <c:pt idx="8126">
                  <c:v>0</c:v>
                </c:pt>
                <c:pt idx="8127">
                  <c:v>1.359626029</c:v>
                </c:pt>
                <c:pt idx="8128">
                  <c:v>4.123466809</c:v>
                </c:pt>
                <c:pt idx="8129">
                  <c:v>2.91877604</c:v>
                </c:pt>
                <c:pt idx="8130">
                  <c:v>9.3394302339999999</c:v>
                </c:pt>
                <c:pt idx="8131">
                  <c:v>2.5660649910000002</c:v>
                </c:pt>
                <c:pt idx="8132">
                  <c:v>6.1634443540000001</c:v>
                </c:pt>
                <c:pt idx="8133">
                  <c:v>9.4950446710000005</c:v>
                </c:pt>
                <c:pt idx="8134">
                  <c:v>0</c:v>
                </c:pt>
                <c:pt idx="8135">
                  <c:v>0</c:v>
                </c:pt>
                <c:pt idx="8136">
                  <c:v>0</c:v>
                </c:pt>
                <c:pt idx="8137">
                  <c:v>0</c:v>
                </c:pt>
                <c:pt idx="8138">
                  <c:v>0</c:v>
                </c:pt>
                <c:pt idx="8139">
                  <c:v>0</c:v>
                </c:pt>
                <c:pt idx="8140">
                  <c:v>0.932326875</c:v>
                </c:pt>
                <c:pt idx="8141">
                  <c:v>0</c:v>
                </c:pt>
                <c:pt idx="8142">
                  <c:v>0</c:v>
                </c:pt>
                <c:pt idx="8143">
                  <c:v>0</c:v>
                </c:pt>
                <c:pt idx="8144">
                  <c:v>0</c:v>
                </c:pt>
                <c:pt idx="8145">
                  <c:v>0</c:v>
                </c:pt>
                <c:pt idx="8146">
                  <c:v>0</c:v>
                </c:pt>
                <c:pt idx="8147">
                  <c:v>0</c:v>
                </c:pt>
                <c:pt idx="8148">
                  <c:v>0</c:v>
                </c:pt>
                <c:pt idx="8149">
                  <c:v>0</c:v>
                </c:pt>
                <c:pt idx="8150">
                  <c:v>0</c:v>
                </c:pt>
                <c:pt idx="8151">
                  <c:v>0</c:v>
                </c:pt>
                <c:pt idx="8152">
                  <c:v>0</c:v>
                </c:pt>
                <c:pt idx="8153">
                  <c:v>7.2278006269999997</c:v>
                </c:pt>
                <c:pt idx="8154">
                  <c:v>0</c:v>
                </c:pt>
                <c:pt idx="8155">
                  <c:v>0</c:v>
                </c:pt>
                <c:pt idx="8156">
                  <c:v>0</c:v>
                </c:pt>
                <c:pt idx="8157">
                  <c:v>0</c:v>
                </c:pt>
                <c:pt idx="8158">
                  <c:v>0</c:v>
                </c:pt>
                <c:pt idx="8159">
                  <c:v>0</c:v>
                </c:pt>
                <c:pt idx="8160">
                  <c:v>0</c:v>
                </c:pt>
                <c:pt idx="8161">
                  <c:v>0</c:v>
                </c:pt>
                <c:pt idx="8162">
                  <c:v>0</c:v>
                </c:pt>
                <c:pt idx="8163">
                  <c:v>0</c:v>
                </c:pt>
                <c:pt idx="8164">
                  <c:v>0</c:v>
                </c:pt>
                <c:pt idx="8165">
                  <c:v>0</c:v>
                </c:pt>
                <c:pt idx="8166">
                  <c:v>0</c:v>
                </c:pt>
                <c:pt idx="8167">
                  <c:v>0</c:v>
                </c:pt>
                <c:pt idx="8168">
                  <c:v>0</c:v>
                </c:pt>
                <c:pt idx="8169">
                  <c:v>0</c:v>
                </c:pt>
                <c:pt idx="8170">
                  <c:v>0</c:v>
                </c:pt>
                <c:pt idx="8171">
                  <c:v>0</c:v>
                </c:pt>
                <c:pt idx="8172">
                  <c:v>0</c:v>
                </c:pt>
                <c:pt idx="8173">
                  <c:v>0</c:v>
                </c:pt>
                <c:pt idx="8174">
                  <c:v>0</c:v>
                </c:pt>
                <c:pt idx="8175">
                  <c:v>0</c:v>
                </c:pt>
                <c:pt idx="8176">
                  <c:v>0</c:v>
                </c:pt>
                <c:pt idx="8177">
                  <c:v>0</c:v>
                </c:pt>
                <c:pt idx="8178">
                  <c:v>11.260123</c:v>
                </c:pt>
                <c:pt idx="8179">
                  <c:v>13.99986</c:v>
                </c:pt>
                <c:pt idx="8180">
                  <c:v>17.016770959999999</c:v>
                </c:pt>
                <c:pt idx="8181">
                  <c:v>0.165402348</c:v>
                </c:pt>
                <c:pt idx="8182">
                  <c:v>0</c:v>
                </c:pt>
                <c:pt idx="8183">
                  <c:v>0</c:v>
                </c:pt>
                <c:pt idx="8184">
                  <c:v>0</c:v>
                </c:pt>
                <c:pt idx="8185">
                  <c:v>0</c:v>
                </c:pt>
                <c:pt idx="8186">
                  <c:v>0</c:v>
                </c:pt>
                <c:pt idx="8187">
                  <c:v>0</c:v>
                </c:pt>
                <c:pt idx="8188">
                  <c:v>0</c:v>
                </c:pt>
                <c:pt idx="8189">
                  <c:v>0</c:v>
                </c:pt>
                <c:pt idx="8190">
                  <c:v>0</c:v>
                </c:pt>
                <c:pt idx="8191">
                  <c:v>0</c:v>
                </c:pt>
                <c:pt idx="8192">
                  <c:v>0</c:v>
                </c:pt>
                <c:pt idx="8193">
                  <c:v>0</c:v>
                </c:pt>
                <c:pt idx="8194">
                  <c:v>0</c:v>
                </c:pt>
                <c:pt idx="8195">
                  <c:v>0</c:v>
                </c:pt>
                <c:pt idx="8196">
                  <c:v>0</c:v>
                </c:pt>
                <c:pt idx="8197">
                  <c:v>0</c:v>
                </c:pt>
                <c:pt idx="8198">
                  <c:v>0</c:v>
                </c:pt>
                <c:pt idx="8199">
                  <c:v>0</c:v>
                </c:pt>
                <c:pt idx="8200">
                  <c:v>0</c:v>
                </c:pt>
                <c:pt idx="8201">
                  <c:v>0</c:v>
                </c:pt>
                <c:pt idx="8202">
                  <c:v>0</c:v>
                </c:pt>
                <c:pt idx="8203">
                  <c:v>0</c:v>
                </c:pt>
                <c:pt idx="8204">
                  <c:v>0</c:v>
                </c:pt>
                <c:pt idx="8205">
                  <c:v>9.4204154290000002</c:v>
                </c:pt>
                <c:pt idx="8206">
                  <c:v>0</c:v>
                </c:pt>
                <c:pt idx="8207">
                  <c:v>0</c:v>
                </c:pt>
                <c:pt idx="8208">
                  <c:v>0</c:v>
                </c:pt>
                <c:pt idx="8209">
                  <c:v>0</c:v>
                </c:pt>
                <c:pt idx="8210">
                  <c:v>0</c:v>
                </c:pt>
                <c:pt idx="8211">
                  <c:v>0</c:v>
                </c:pt>
                <c:pt idx="8212">
                  <c:v>0</c:v>
                </c:pt>
                <c:pt idx="8213">
                  <c:v>0</c:v>
                </c:pt>
                <c:pt idx="8214">
                  <c:v>0</c:v>
                </c:pt>
                <c:pt idx="8215">
                  <c:v>0</c:v>
                </c:pt>
                <c:pt idx="8216">
                  <c:v>0</c:v>
                </c:pt>
                <c:pt idx="8217">
                  <c:v>0</c:v>
                </c:pt>
                <c:pt idx="8218">
                  <c:v>0</c:v>
                </c:pt>
                <c:pt idx="8219">
                  <c:v>0</c:v>
                </c:pt>
                <c:pt idx="8220">
                  <c:v>0</c:v>
                </c:pt>
                <c:pt idx="8221">
                  <c:v>0</c:v>
                </c:pt>
                <c:pt idx="8222">
                  <c:v>0</c:v>
                </c:pt>
                <c:pt idx="8223">
                  <c:v>0</c:v>
                </c:pt>
                <c:pt idx="8224">
                  <c:v>0</c:v>
                </c:pt>
                <c:pt idx="8225">
                  <c:v>0</c:v>
                </c:pt>
                <c:pt idx="8226">
                  <c:v>0</c:v>
                </c:pt>
                <c:pt idx="8227">
                  <c:v>0</c:v>
                </c:pt>
                <c:pt idx="8228">
                  <c:v>0</c:v>
                </c:pt>
                <c:pt idx="8229">
                  <c:v>2.8646006270000002</c:v>
                </c:pt>
                <c:pt idx="8230">
                  <c:v>0</c:v>
                </c:pt>
                <c:pt idx="8231">
                  <c:v>0</c:v>
                </c:pt>
                <c:pt idx="8232">
                  <c:v>0</c:v>
                </c:pt>
                <c:pt idx="8233">
                  <c:v>0</c:v>
                </c:pt>
                <c:pt idx="8234">
                  <c:v>0</c:v>
                </c:pt>
                <c:pt idx="8235">
                  <c:v>0</c:v>
                </c:pt>
                <c:pt idx="8236">
                  <c:v>0</c:v>
                </c:pt>
                <c:pt idx="8237">
                  <c:v>0</c:v>
                </c:pt>
                <c:pt idx="8238">
                  <c:v>0</c:v>
                </c:pt>
                <c:pt idx="8239">
                  <c:v>0</c:v>
                </c:pt>
                <c:pt idx="8240">
                  <c:v>0</c:v>
                </c:pt>
                <c:pt idx="8241">
                  <c:v>0</c:v>
                </c:pt>
                <c:pt idx="8242">
                  <c:v>2.5559926879999999</c:v>
                </c:pt>
                <c:pt idx="8243">
                  <c:v>0</c:v>
                </c:pt>
                <c:pt idx="8244">
                  <c:v>0</c:v>
                </c:pt>
                <c:pt idx="8245">
                  <c:v>0</c:v>
                </c:pt>
                <c:pt idx="8246">
                  <c:v>0</c:v>
                </c:pt>
                <c:pt idx="8247">
                  <c:v>0</c:v>
                </c:pt>
                <c:pt idx="8248">
                  <c:v>0</c:v>
                </c:pt>
                <c:pt idx="8249">
                  <c:v>0</c:v>
                </c:pt>
                <c:pt idx="8250">
                  <c:v>0</c:v>
                </c:pt>
                <c:pt idx="8251">
                  <c:v>0</c:v>
                </c:pt>
                <c:pt idx="8252">
                  <c:v>0</c:v>
                </c:pt>
                <c:pt idx="8253">
                  <c:v>0</c:v>
                </c:pt>
                <c:pt idx="8254">
                  <c:v>0</c:v>
                </c:pt>
                <c:pt idx="8255">
                  <c:v>0</c:v>
                </c:pt>
                <c:pt idx="8256">
                  <c:v>0</c:v>
                </c:pt>
                <c:pt idx="8257">
                  <c:v>0</c:v>
                </c:pt>
                <c:pt idx="8258">
                  <c:v>0</c:v>
                </c:pt>
                <c:pt idx="8259">
                  <c:v>0</c:v>
                </c:pt>
                <c:pt idx="8260">
                  <c:v>0</c:v>
                </c:pt>
                <c:pt idx="8261">
                  <c:v>0</c:v>
                </c:pt>
                <c:pt idx="8262">
                  <c:v>0</c:v>
                </c:pt>
                <c:pt idx="8263">
                  <c:v>0</c:v>
                </c:pt>
                <c:pt idx="8264">
                  <c:v>0</c:v>
                </c:pt>
                <c:pt idx="8265">
                  <c:v>0</c:v>
                </c:pt>
                <c:pt idx="8266">
                  <c:v>3.9648810700000001</c:v>
                </c:pt>
                <c:pt idx="8267">
                  <c:v>0</c:v>
                </c:pt>
                <c:pt idx="8268">
                  <c:v>0</c:v>
                </c:pt>
                <c:pt idx="8269">
                  <c:v>0</c:v>
                </c:pt>
                <c:pt idx="8270">
                  <c:v>0</c:v>
                </c:pt>
                <c:pt idx="8271">
                  <c:v>0</c:v>
                </c:pt>
                <c:pt idx="8272">
                  <c:v>0</c:v>
                </c:pt>
                <c:pt idx="8273">
                  <c:v>0</c:v>
                </c:pt>
                <c:pt idx="8274">
                  <c:v>4.0421560400000001</c:v>
                </c:pt>
                <c:pt idx="8275">
                  <c:v>9.9395666479999996</c:v>
                </c:pt>
                <c:pt idx="8276">
                  <c:v>8.5962855709999992</c:v>
                </c:pt>
                <c:pt idx="8277">
                  <c:v>19.492650000000001</c:v>
                </c:pt>
                <c:pt idx="8278">
                  <c:v>5.581015571</c:v>
                </c:pt>
                <c:pt idx="8279">
                  <c:v>0</c:v>
                </c:pt>
                <c:pt idx="8280">
                  <c:v>0</c:v>
                </c:pt>
                <c:pt idx="8281">
                  <c:v>0</c:v>
                </c:pt>
                <c:pt idx="8282">
                  <c:v>0</c:v>
                </c:pt>
                <c:pt idx="8283">
                  <c:v>1.5303599999999999</c:v>
                </c:pt>
                <c:pt idx="8284">
                  <c:v>1.92753</c:v>
                </c:pt>
                <c:pt idx="8285">
                  <c:v>2.098642361</c:v>
                </c:pt>
                <c:pt idx="8286">
                  <c:v>1.3650734710000001</c:v>
                </c:pt>
                <c:pt idx="8287">
                  <c:v>6.5354829990000001</c:v>
                </c:pt>
                <c:pt idx="8288">
                  <c:v>0.40518414200000002</c:v>
                </c:pt>
                <c:pt idx="8289">
                  <c:v>1.1625533429999999</c:v>
                </c:pt>
                <c:pt idx="8290">
                  <c:v>0.79458166299999999</c:v>
                </c:pt>
                <c:pt idx="8291">
                  <c:v>0</c:v>
                </c:pt>
                <c:pt idx="8292">
                  <c:v>0</c:v>
                </c:pt>
                <c:pt idx="8293">
                  <c:v>0</c:v>
                </c:pt>
                <c:pt idx="8294">
                  <c:v>0</c:v>
                </c:pt>
                <c:pt idx="8295">
                  <c:v>0</c:v>
                </c:pt>
                <c:pt idx="8296">
                  <c:v>7.7562275239999998</c:v>
                </c:pt>
                <c:pt idx="8297">
                  <c:v>9.2444521089999991</c:v>
                </c:pt>
                <c:pt idx="8298">
                  <c:v>4.6397808429999996</c:v>
                </c:pt>
                <c:pt idx="8299">
                  <c:v>1.1517295679999999</c:v>
                </c:pt>
                <c:pt idx="8300">
                  <c:v>0</c:v>
                </c:pt>
                <c:pt idx="8301">
                  <c:v>0</c:v>
                </c:pt>
                <c:pt idx="8302">
                  <c:v>6.1809065370000003</c:v>
                </c:pt>
                <c:pt idx="8303">
                  <c:v>0</c:v>
                </c:pt>
                <c:pt idx="8304">
                  <c:v>0</c:v>
                </c:pt>
                <c:pt idx="8305">
                  <c:v>0</c:v>
                </c:pt>
                <c:pt idx="8306">
                  <c:v>0</c:v>
                </c:pt>
                <c:pt idx="8307">
                  <c:v>0</c:v>
                </c:pt>
                <c:pt idx="8308">
                  <c:v>0</c:v>
                </c:pt>
                <c:pt idx="8309">
                  <c:v>0</c:v>
                </c:pt>
                <c:pt idx="8310">
                  <c:v>0</c:v>
                </c:pt>
                <c:pt idx="8311">
                  <c:v>4.523597734</c:v>
                </c:pt>
                <c:pt idx="8312">
                  <c:v>1.94714118</c:v>
                </c:pt>
                <c:pt idx="8313">
                  <c:v>0</c:v>
                </c:pt>
                <c:pt idx="8314">
                  <c:v>2.5905918309999998</c:v>
                </c:pt>
                <c:pt idx="8315">
                  <c:v>3.880107239</c:v>
                </c:pt>
                <c:pt idx="8316">
                  <c:v>0</c:v>
                </c:pt>
                <c:pt idx="8317">
                  <c:v>0</c:v>
                </c:pt>
                <c:pt idx="8318">
                  <c:v>0</c:v>
                </c:pt>
                <c:pt idx="8319">
                  <c:v>0</c:v>
                </c:pt>
                <c:pt idx="8320">
                  <c:v>0</c:v>
                </c:pt>
                <c:pt idx="8321">
                  <c:v>4.1969687039999997</c:v>
                </c:pt>
                <c:pt idx="8322">
                  <c:v>3.1977938589999999</c:v>
                </c:pt>
                <c:pt idx="8323">
                  <c:v>0</c:v>
                </c:pt>
                <c:pt idx="8324">
                  <c:v>0</c:v>
                </c:pt>
                <c:pt idx="8325">
                  <c:v>0</c:v>
                </c:pt>
                <c:pt idx="8326">
                  <c:v>0</c:v>
                </c:pt>
                <c:pt idx="8327">
                  <c:v>0</c:v>
                </c:pt>
                <c:pt idx="8328">
                  <c:v>0</c:v>
                </c:pt>
                <c:pt idx="8329">
                  <c:v>0</c:v>
                </c:pt>
                <c:pt idx="8330">
                  <c:v>0</c:v>
                </c:pt>
                <c:pt idx="8331">
                  <c:v>0</c:v>
                </c:pt>
                <c:pt idx="8332">
                  <c:v>0</c:v>
                </c:pt>
                <c:pt idx="8333">
                  <c:v>0</c:v>
                </c:pt>
                <c:pt idx="8334">
                  <c:v>6.7459668749999997</c:v>
                </c:pt>
                <c:pt idx="8335">
                  <c:v>0</c:v>
                </c:pt>
                <c:pt idx="8336">
                  <c:v>0</c:v>
                </c:pt>
                <c:pt idx="8337">
                  <c:v>0</c:v>
                </c:pt>
                <c:pt idx="8338">
                  <c:v>0</c:v>
                </c:pt>
                <c:pt idx="8339">
                  <c:v>0</c:v>
                </c:pt>
                <c:pt idx="8340">
                  <c:v>0</c:v>
                </c:pt>
                <c:pt idx="8341">
                  <c:v>0</c:v>
                </c:pt>
                <c:pt idx="8342">
                  <c:v>0</c:v>
                </c:pt>
                <c:pt idx="8343">
                  <c:v>0</c:v>
                </c:pt>
                <c:pt idx="8344">
                  <c:v>6.185362778</c:v>
                </c:pt>
                <c:pt idx="8345">
                  <c:v>12.335760000000001</c:v>
                </c:pt>
                <c:pt idx="8346">
                  <c:v>13.944121880000001</c:v>
                </c:pt>
                <c:pt idx="8347">
                  <c:v>9.9746998609999995</c:v>
                </c:pt>
                <c:pt idx="8348">
                  <c:v>15.02271</c:v>
                </c:pt>
                <c:pt idx="8349">
                  <c:v>4.5051796</c:v>
                </c:pt>
                <c:pt idx="8350">
                  <c:v>0</c:v>
                </c:pt>
                <c:pt idx="8351">
                  <c:v>0</c:v>
                </c:pt>
                <c:pt idx="8352">
                  <c:v>0</c:v>
                </c:pt>
                <c:pt idx="8353">
                  <c:v>1.7869275</c:v>
                </c:pt>
                <c:pt idx="8354">
                  <c:v>0</c:v>
                </c:pt>
                <c:pt idx="8355">
                  <c:v>0</c:v>
                </c:pt>
                <c:pt idx="8356">
                  <c:v>0</c:v>
                </c:pt>
                <c:pt idx="8357">
                  <c:v>0</c:v>
                </c:pt>
                <c:pt idx="8358">
                  <c:v>0</c:v>
                </c:pt>
                <c:pt idx="8359">
                  <c:v>0</c:v>
                </c:pt>
                <c:pt idx="8360">
                  <c:v>0</c:v>
                </c:pt>
                <c:pt idx="8361">
                  <c:v>0</c:v>
                </c:pt>
                <c:pt idx="8362">
                  <c:v>0</c:v>
                </c:pt>
                <c:pt idx="8363">
                  <c:v>0</c:v>
                </c:pt>
                <c:pt idx="8364">
                  <c:v>0</c:v>
                </c:pt>
                <c:pt idx="8365">
                  <c:v>0</c:v>
                </c:pt>
                <c:pt idx="8366">
                  <c:v>0</c:v>
                </c:pt>
                <c:pt idx="8367">
                  <c:v>0</c:v>
                </c:pt>
                <c:pt idx="8368">
                  <c:v>0</c:v>
                </c:pt>
                <c:pt idx="8369">
                  <c:v>0</c:v>
                </c:pt>
                <c:pt idx="8370">
                  <c:v>0</c:v>
                </c:pt>
                <c:pt idx="8371">
                  <c:v>0</c:v>
                </c:pt>
                <c:pt idx="8372">
                  <c:v>0</c:v>
                </c:pt>
                <c:pt idx="8373">
                  <c:v>0</c:v>
                </c:pt>
                <c:pt idx="8374">
                  <c:v>0</c:v>
                </c:pt>
                <c:pt idx="8375">
                  <c:v>0</c:v>
                </c:pt>
                <c:pt idx="8376">
                  <c:v>0</c:v>
                </c:pt>
                <c:pt idx="8377">
                  <c:v>0</c:v>
                </c:pt>
                <c:pt idx="8378">
                  <c:v>0</c:v>
                </c:pt>
                <c:pt idx="8379">
                  <c:v>0</c:v>
                </c:pt>
                <c:pt idx="8380">
                  <c:v>0</c:v>
                </c:pt>
                <c:pt idx="8381">
                  <c:v>0</c:v>
                </c:pt>
                <c:pt idx="8382">
                  <c:v>0</c:v>
                </c:pt>
                <c:pt idx="8383">
                  <c:v>0</c:v>
                </c:pt>
                <c:pt idx="8384">
                  <c:v>0</c:v>
                </c:pt>
                <c:pt idx="8385">
                  <c:v>0</c:v>
                </c:pt>
                <c:pt idx="8386">
                  <c:v>0</c:v>
                </c:pt>
                <c:pt idx="8387">
                  <c:v>0</c:v>
                </c:pt>
                <c:pt idx="8388">
                  <c:v>0</c:v>
                </c:pt>
                <c:pt idx="8389">
                  <c:v>0</c:v>
                </c:pt>
                <c:pt idx="8390">
                  <c:v>0</c:v>
                </c:pt>
                <c:pt idx="8391">
                  <c:v>0</c:v>
                </c:pt>
                <c:pt idx="8392">
                  <c:v>0</c:v>
                </c:pt>
                <c:pt idx="8393">
                  <c:v>0</c:v>
                </c:pt>
                <c:pt idx="8394">
                  <c:v>0</c:v>
                </c:pt>
                <c:pt idx="8395">
                  <c:v>0</c:v>
                </c:pt>
                <c:pt idx="8396">
                  <c:v>0</c:v>
                </c:pt>
                <c:pt idx="8397">
                  <c:v>0</c:v>
                </c:pt>
                <c:pt idx="8398">
                  <c:v>0</c:v>
                </c:pt>
                <c:pt idx="8399">
                  <c:v>0</c:v>
                </c:pt>
                <c:pt idx="8400">
                  <c:v>2.0188575000000002</c:v>
                </c:pt>
                <c:pt idx="8401">
                  <c:v>0</c:v>
                </c:pt>
                <c:pt idx="8402">
                  <c:v>0.82173783099999997</c:v>
                </c:pt>
                <c:pt idx="8403">
                  <c:v>0</c:v>
                </c:pt>
                <c:pt idx="8404">
                  <c:v>0</c:v>
                </c:pt>
                <c:pt idx="8405">
                  <c:v>0</c:v>
                </c:pt>
                <c:pt idx="8406">
                  <c:v>0</c:v>
                </c:pt>
                <c:pt idx="8407">
                  <c:v>0</c:v>
                </c:pt>
                <c:pt idx="8408">
                  <c:v>0</c:v>
                </c:pt>
                <c:pt idx="8409">
                  <c:v>0</c:v>
                </c:pt>
                <c:pt idx="8410">
                  <c:v>0</c:v>
                </c:pt>
                <c:pt idx="8411">
                  <c:v>0</c:v>
                </c:pt>
                <c:pt idx="8412">
                  <c:v>0</c:v>
                </c:pt>
                <c:pt idx="8413">
                  <c:v>0</c:v>
                </c:pt>
                <c:pt idx="8414">
                  <c:v>0</c:v>
                </c:pt>
                <c:pt idx="8415">
                  <c:v>0</c:v>
                </c:pt>
                <c:pt idx="8416">
                  <c:v>0</c:v>
                </c:pt>
                <c:pt idx="8417">
                  <c:v>0</c:v>
                </c:pt>
                <c:pt idx="8418">
                  <c:v>0</c:v>
                </c:pt>
                <c:pt idx="8419">
                  <c:v>0</c:v>
                </c:pt>
                <c:pt idx="8420">
                  <c:v>0</c:v>
                </c:pt>
                <c:pt idx="8421">
                  <c:v>0</c:v>
                </c:pt>
                <c:pt idx="8422">
                  <c:v>0</c:v>
                </c:pt>
                <c:pt idx="8423">
                  <c:v>0</c:v>
                </c:pt>
                <c:pt idx="8424">
                  <c:v>0</c:v>
                </c:pt>
                <c:pt idx="8425">
                  <c:v>0</c:v>
                </c:pt>
                <c:pt idx="8426">
                  <c:v>0</c:v>
                </c:pt>
                <c:pt idx="8427">
                  <c:v>0</c:v>
                </c:pt>
                <c:pt idx="8428">
                  <c:v>0</c:v>
                </c:pt>
                <c:pt idx="8429">
                  <c:v>0</c:v>
                </c:pt>
                <c:pt idx="8430">
                  <c:v>0</c:v>
                </c:pt>
                <c:pt idx="8431">
                  <c:v>0</c:v>
                </c:pt>
                <c:pt idx="8432">
                  <c:v>0</c:v>
                </c:pt>
                <c:pt idx="8433">
                  <c:v>0</c:v>
                </c:pt>
                <c:pt idx="8434">
                  <c:v>0</c:v>
                </c:pt>
                <c:pt idx="8435">
                  <c:v>0</c:v>
                </c:pt>
                <c:pt idx="8436">
                  <c:v>0</c:v>
                </c:pt>
                <c:pt idx="8437">
                  <c:v>0</c:v>
                </c:pt>
                <c:pt idx="8438">
                  <c:v>0</c:v>
                </c:pt>
                <c:pt idx="8439">
                  <c:v>0</c:v>
                </c:pt>
                <c:pt idx="8440">
                  <c:v>0.53153684499999998</c:v>
                </c:pt>
                <c:pt idx="8441">
                  <c:v>3.8456199359999998</c:v>
                </c:pt>
                <c:pt idx="8442">
                  <c:v>10.08490347</c:v>
                </c:pt>
                <c:pt idx="8443">
                  <c:v>9.9912871679999995</c:v>
                </c:pt>
                <c:pt idx="8444">
                  <c:v>14.25609</c:v>
                </c:pt>
                <c:pt idx="8445">
                  <c:v>10.51272</c:v>
                </c:pt>
                <c:pt idx="8446">
                  <c:v>3.3705271680000002</c:v>
                </c:pt>
                <c:pt idx="8447">
                  <c:v>4.7380665679999998</c:v>
                </c:pt>
                <c:pt idx="8448">
                  <c:v>0</c:v>
                </c:pt>
                <c:pt idx="8449">
                  <c:v>0</c:v>
                </c:pt>
                <c:pt idx="8450">
                  <c:v>1.3150006489999999</c:v>
                </c:pt>
                <c:pt idx="8451">
                  <c:v>0</c:v>
                </c:pt>
                <c:pt idx="8452">
                  <c:v>2.4922800000000001</c:v>
                </c:pt>
                <c:pt idx="8453">
                  <c:v>8.0525375999999996E-2</c:v>
                </c:pt>
                <c:pt idx="8454">
                  <c:v>1.5880875990000001</c:v>
                </c:pt>
                <c:pt idx="8455">
                  <c:v>0</c:v>
                </c:pt>
                <c:pt idx="8456">
                  <c:v>0</c:v>
                </c:pt>
                <c:pt idx="8457">
                  <c:v>0</c:v>
                </c:pt>
                <c:pt idx="8458">
                  <c:v>0</c:v>
                </c:pt>
                <c:pt idx="8459">
                  <c:v>0</c:v>
                </c:pt>
                <c:pt idx="8460">
                  <c:v>0</c:v>
                </c:pt>
                <c:pt idx="8461">
                  <c:v>0</c:v>
                </c:pt>
                <c:pt idx="8462">
                  <c:v>0</c:v>
                </c:pt>
                <c:pt idx="8463">
                  <c:v>0</c:v>
                </c:pt>
                <c:pt idx="8464">
                  <c:v>0</c:v>
                </c:pt>
                <c:pt idx="8465">
                  <c:v>0</c:v>
                </c:pt>
                <c:pt idx="8466">
                  <c:v>0</c:v>
                </c:pt>
                <c:pt idx="8467">
                  <c:v>0</c:v>
                </c:pt>
                <c:pt idx="8468">
                  <c:v>3.6928970639999998</c:v>
                </c:pt>
                <c:pt idx="8469">
                  <c:v>3.7998099359999999</c:v>
                </c:pt>
                <c:pt idx="8470">
                  <c:v>9.3305363410000002</c:v>
                </c:pt>
                <c:pt idx="8471">
                  <c:v>3.7058607829999999</c:v>
                </c:pt>
                <c:pt idx="8472">
                  <c:v>0</c:v>
                </c:pt>
                <c:pt idx="8473">
                  <c:v>0</c:v>
                </c:pt>
                <c:pt idx="8474">
                  <c:v>0</c:v>
                </c:pt>
                <c:pt idx="8475">
                  <c:v>0</c:v>
                </c:pt>
                <c:pt idx="8476">
                  <c:v>1.0390902339999999</c:v>
                </c:pt>
                <c:pt idx="8477">
                  <c:v>0</c:v>
                </c:pt>
                <c:pt idx="8478">
                  <c:v>0</c:v>
                </c:pt>
                <c:pt idx="8479">
                  <c:v>0</c:v>
                </c:pt>
                <c:pt idx="8480">
                  <c:v>0</c:v>
                </c:pt>
                <c:pt idx="8481">
                  <c:v>0</c:v>
                </c:pt>
                <c:pt idx="8482">
                  <c:v>0</c:v>
                </c:pt>
                <c:pt idx="8483">
                  <c:v>0</c:v>
                </c:pt>
                <c:pt idx="8484">
                  <c:v>0</c:v>
                </c:pt>
                <c:pt idx="8485">
                  <c:v>0</c:v>
                </c:pt>
                <c:pt idx="8486">
                  <c:v>0</c:v>
                </c:pt>
                <c:pt idx="8487">
                  <c:v>0</c:v>
                </c:pt>
                <c:pt idx="8488">
                  <c:v>0</c:v>
                </c:pt>
                <c:pt idx="8489">
                  <c:v>0</c:v>
                </c:pt>
                <c:pt idx="8490">
                  <c:v>4.0146550799999998</c:v>
                </c:pt>
                <c:pt idx="8491">
                  <c:v>0</c:v>
                </c:pt>
                <c:pt idx="8492">
                  <c:v>5.2384018540000001</c:v>
                </c:pt>
                <c:pt idx="8493">
                  <c:v>8.5188574460000002</c:v>
                </c:pt>
                <c:pt idx="8494">
                  <c:v>0</c:v>
                </c:pt>
                <c:pt idx="8495">
                  <c:v>3.99654</c:v>
                </c:pt>
                <c:pt idx="8496">
                  <c:v>0</c:v>
                </c:pt>
                <c:pt idx="8497">
                  <c:v>0</c:v>
                </c:pt>
                <c:pt idx="8498">
                  <c:v>5.4385428999999999E-2</c:v>
                </c:pt>
                <c:pt idx="8499">
                  <c:v>1.5753768749999999</c:v>
                </c:pt>
                <c:pt idx="8500">
                  <c:v>1.4174100000000001</c:v>
                </c:pt>
                <c:pt idx="8501">
                  <c:v>0</c:v>
                </c:pt>
                <c:pt idx="8502">
                  <c:v>0</c:v>
                </c:pt>
                <c:pt idx="8503">
                  <c:v>1.711215039</c:v>
                </c:pt>
                <c:pt idx="8504">
                  <c:v>0</c:v>
                </c:pt>
                <c:pt idx="8505">
                  <c:v>0</c:v>
                </c:pt>
                <c:pt idx="8506">
                  <c:v>0</c:v>
                </c:pt>
                <c:pt idx="8507">
                  <c:v>0</c:v>
                </c:pt>
                <c:pt idx="8508">
                  <c:v>0</c:v>
                </c:pt>
                <c:pt idx="8509">
                  <c:v>0</c:v>
                </c:pt>
                <c:pt idx="8510">
                  <c:v>0</c:v>
                </c:pt>
                <c:pt idx="8511">
                  <c:v>0</c:v>
                </c:pt>
                <c:pt idx="8512">
                  <c:v>0</c:v>
                </c:pt>
                <c:pt idx="8513">
                  <c:v>5.7923519729999997</c:v>
                </c:pt>
                <c:pt idx="8514">
                  <c:v>7.7202319839999998</c:v>
                </c:pt>
                <c:pt idx="8515">
                  <c:v>0</c:v>
                </c:pt>
                <c:pt idx="8516">
                  <c:v>6.7815285230000004</c:v>
                </c:pt>
                <c:pt idx="8517">
                  <c:v>2.1008965640000001</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8.7003000000000004</c:v>
                </c:pt>
                <c:pt idx="8537">
                  <c:v>4.3875653760000004</c:v>
                </c:pt>
                <c:pt idx="8538">
                  <c:v>0</c:v>
                </c:pt>
                <c:pt idx="8539">
                  <c:v>0</c:v>
                </c:pt>
                <c:pt idx="8540">
                  <c:v>0</c:v>
                </c:pt>
                <c:pt idx="8541">
                  <c:v>0</c:v>
                </c:pt>
                <c:pt idx="8542">
                  <c:v>3.7867166480000001</c:v>
                </c:pt>
                <c:pt idx="8543">
                  <c:v>4.2270729989999998</c:v>
                </c:pt>
                <c:pt idx="8544">
                  <c:v>1.8614363410000001</c:v>
                </c:pt>
                <c:pt idx="8545">
                  <c:v>0</c:v>
                </c:pt>
                <c:pt idx="8546">
                  <c:v>0</c:v>
                </c:pt>
                <c:pt idx="8547">
                  <c:v>0</c:v>
                </c:pt>
                <c:pt idx="8548">
                  <c:v>0</c:v>
                </c:pt>
                <c:pt idx="8549">
                  <c:v>0</c:v>
                </c:pt>
                <c:pt idx="8550">
                  <c:v>0</c:v>
                </c:pt>
                <c:pt idx="8551">
                  <c:v>0</c:v>
                </c:pt>
                <c:pt idx="8552">
                  <c:v>7.5491148959999999</c:v>
                </c:pt>
                <c:pt idx="8553">
                  <c:v>0</c:v>
                </c:pt>
                <c:pt idx="8554">
                  <c:v>0</c:v>
                </c:pt>
                <c:pt idx="8555">
                  <c:v>0</c:v>
                </c:pt>
                <c:pt idx="8556">
                  <c:v>0</c:v>
                </c:pt>
                <c:pt idx="8557">
                  <c:v>0</c:v>
                </c:pt>
                <c:pt idx="8558">
                  <c:v>0</c:v>
                </c:pt>
                <c:pt idx="8559">
                  <c:v>0</c:v>
                </c:pt>
                <c:pt idx="8560">
                  <c:v>0</c:v>
                </c:pt>
                <c:pt idx="8561">
                  <c:v>0</c:v>
                </c:pt>
                <c:pt idx="8562">
                  <c:v>0</c:v>
                </c:pt>
                <c:pt idx="8563">
                  <c:v>0</c:v>
                </c:pt>
                <c:pt idx="8564">
                  <c:v>0</c:v>
                </c:pt>
                <c:pt idx="8565">
                  <c:v>8.6709418110000005</c:v>
                </c:pt>
                <c:pt idx="8566">
                  <c:v>0</c:v>
                </c:pt>
                <c:pt idx="8567">
                  <c:v>0</c:v>
                </c:pt>
                <c:pt idx="8568">
                  <c:v>0</c:v>
                </c:pt>
                <c:pt idx="8569">
                  <c:v>0</c:v>
                </c:pt>
                <c:pt idx="8570">
                  <c:v>0</c:v>
                </c:pt>
                <c:pt idx="8571">
                  <c:v>0</c:v>
                </c:pt>
                <c:pt idx="8572">
                  <c:v>0</c:v>
                </c:pt>
                <c:pt idx="8573">
                  <c:v>0</c:v>
                </c:pt>
                <c:pt idx="8574">
                  <c:v>0</c:v>
                </c:pt>
                <c:pt idx="8575">
                  <c:v>0</c:v>
                </c:pt>
                <c:pt idx="8576">
                  <c:v>0</c:v>
                </c:pt>
                <c:pt idx="8577">
                  <c:v>0</c:v>
                </c:pt>
                <c:pt idx="8578">
                  <c:v>0</c:v>
                </c:pt>
                <c:pt idx="8579">
                  <c:v>0</c:v>
                </c:pt>
                <c:pt idx="8580">
                  <c:v>0</c:v>
                </c:pt>
                <c:pt idx="8581">
                  <c:v>0</c:v>
                </c:pt>
                <c:pt idx="8582">
                  <c:v>0</c:v>
                </c:pt>
                <c:pt idx="8583">
                  <c:v>0</c:v>
                </c:pt>
                <c:pt idx="8584">
                  <c:v>10.087210649999999</c:v>
                </c:pt>
                <c:pt idx="8585">
                  <c:v>4.8164392469999999</c:v>
                </c:pt>
                <c:pt idx="8586">
                  <c:v>8.4754792470000009</c:v>
                </c:pt>
                <c:pt idx="8587">
                  <c:v>9.0276702629999992</c:v>
                </c:pt>
                <c:pt idx="8588">
                  <c:v>5.374213471</c:v>
                </c:pt>
                <c:pt idx="8589">
                  <c:v>7.5035071679999996</c:v>
                </c:pt>
                <c:pt idx="8590">
                  <c:v>7.193576341</c:v>
                </c:pt>
                <c:pt idx="8591">
                  <c:v>3.4465252930000001</c:v>
                </c:pt>
                <c:pt idx="8592">
                  <c:v>1.9513799999999999</c:v>
                </c:pt>
                <c:pt idx="8593">
                  <c:v>0</c:v>
                </c:pt>
                <c:pt idx="8594">
                  <c:v>0</c:v>
                </c:pt>
                <c:pt idx="8595">
                  <c:v>0</c:v>
                </c:pt>
                <c:pt idx="8596">
                  <c:v>0</c:v>
                </c:pt>
                <c:pt idx="8597">
                  <c:v>0</c:v>
                </c:pt>
                <c:pt idx="8598">
                  <c:v>2.5321430789999999</c:v>
                </c:pt>
                <c:pt idx="8599">
                  <c:v>7.280353216</c:v>
                </c:pt>
                <c:pt idx="8600">
                  <c:v>6.8127421090000002</c:v>
                </c:pt>
                <c:pt idx="8601">
                  <c:v>3.0962138540000002</c:v>
                </c:pt>
                <c:pt idx="8602">
                  <c:v>0</c:v>
                </c:pt>
                <c:pt idx="8603">
                  <c:v>0</c:v>
                </c:pt>
                <c:pt idx="8604">
                  <c:v>2.7694431270000002</c:v>
                </c:pt>
                <c:pt idx="8605">
                  <c:v>8.7948468040000005</c:v>
                </c:pt>
                <c:pt idx="8606">
                  <c:v>5.3270024239999998</c:v>
                </c:pt>
                <c:pt idx="8607">
                  <c:v>4.3584909730000003</c:v>
                </c:pt>
                <c:pt idx="8608">
                  <c:v>0</c:v>
                </c:pt>
                <c:pt idx="8609">
                  <c:v>0</c:v>
                </c:pt>
                <c:pt idx="8610">
                  <c:v>0</c:v>
                </c:pt>
                <c:pt idx="8611">
                  <c:v>8.4515281489999996</c:v>
                </c:pt>
                <c:pt idx="8612">
                  <c:v>2.4425332449999999</c:v>
                </c:pt>
                <c:pt idx="8613">
                  <c:v>0</c:v>
                </c:pt>
                <c:pt idx="8614">
                  <c:v>3.8357416639999999</c:v>
                </c:pt>
                <c:pt idx="8615">
                  <c:v>0</c:v>
                </c:pt>
                <c:pt idx="8616">
                  <c:v>0</c:v>
                </c:pt>
                <c:pt idx="8617">
                  <c:v>0</c:v>
                </c:pt>
                <c:pt idx="8618">
                  <c:v>0</c:v>
                </c:pt>
                <c:pt idx="8619">
                  <c:v>0</c:v>
                </c:pt>
                <c:pt idx="8620">
                  <c:v>0</c:v>
                </c:pt>
                <c:pt idx="8621">
                  <c:v>0</c:v>
                </c:pt>
                <c:pt idx="8622">
                  <c:v>0</c:v>
                </c:pt>
                <c:pt idx="8623">
                  <c:v>0</c:v>
                </c:pt>
                <c:pt idx="8624">
                  <c:v>0</c:v>
                </c:pt>
                <c:pt idx="8625">
                  <c:v>0</c:v>
                </c:pt>
                <c:pt idx="8626">
                  <c:v>0</c:v>
                </c:pt>
                <c:pt idx="8627">
                  <c:v>3.371006795</c:v>
                </c:pt>
                <c:pt idx="8628">
                  <c:v>0</c:v>
                </c:pt>
                <c:pt idx="8629">
                  <c:v>0</c:v>
                </c:pt>
                <c:pt idx="8630">
                  <c:v>0</c:v>
                </c:pt>
                <c:pt idx="8631">
                  <c:v>1.1206280980000001</c:v>
                </c:pt>
                <c:pt idx="8632">
                  <c:v>6.5320875000000003</c:v>
                </c:pt>
                <c:pt idx="8633">
                  <c:v>6.8438228759999999</c:v>
                </c:pt>
                <c:pt idx="8634">
                  <c:v>7.250388343</c:v>
                </c:pt>
                <c:pt idx="8635">
                  <c:v>0.19041651600000001</c:v>
                </c:pt>
                <c:pt idx="8636">
                  <c:v>0</c:v>
                </c:pt>
                <c:pt idx="8637">
                  <c:v>0</c:v>
                </c:pt>
                <c:pt idx="8638">
                  <c:v>5.5048421679999997</c:v>
                </c:pt>
                <c:pt idx="8639">
                  <c:v>0</c:v>
                </c:pt>
                <c:pt idx="8640">
                  <c:v>0</c:v>
                </c:pt>
                <c:pt idx="8641">
                  <c:v>0</c:v>
                </c:pt>
                <c:pt idx="8642">
                  <c:v>0</c:v>
                </c:pt>
                <c:pt idx="8643">
                  <c:v>0</c:v>
                </c:pt>
                <c:pt idx="8644">
                  <c:v>0</c:v>
                </c:pt>
                <c:pt idx="8645">
                  <c:v>0</c:v>
                </c:pt>
                <c:pt idx="8646">
                  <c:v>0</c:v>
                </c:pt>
                <c:pt idx="8647">
                  <c:v>3.5752171380000002</c:v>
                </c:pt>
                <c:pt idx="8648">
                  <c:v>0</c:v>
                </c:pt>
                <c:pt idx="8649">
                  <c:v>0</c:v>
                </c:pt>
                <c:pt idx="8650">
                  <c:v>0</c:v>
                </c:pt>
                <c:pt idx="8651">
                  <c:v>0</c:v>
                </c:pt>
                <c:pt idx="8652">
                  <c:v>0</c:v>
                </c:pt>
                <c:pt idx="8653">
                  <c:v>0</c:v>
                </c:pt>
                <c:pt idx="8654">
                  <c:v>0</c:v>
                </c:pt>
                <c:pt idx="8655">
                  <c:v>0</c:v>
                </c:pt>
                <c:pt idx="8656">
                  <c:v>10.047420000000001</c:v>
                </c:pt>
                <c:pt idx="8657">
                  <c:v>0</c:v>
                </c:pt>
                <c:pt idx="8658">
                  <c:v>0</c:v>
                </c:pt>
                <c:pt idx="8659">
                  <c:v>0</c:v>
                </c:pt>
                <c:pt idx="8660">
                  <c:v>14.58082688</c:v>
                </c:pt>
                <c:pt idx="8661">
                  <c:v>15.444247499999999</c:v>
                </c:pt>
                <c:pt idx="8662">
                  <c:v>6.0413174999999999</c:v>
                </c:pt>
                <c:pt idx="8663">
                  <c:v>0</c:v>
                </c:pt>
                <c:pt idx="8664">
                  <c:v>0</c:v>
                </c:pt>
                <c:pt idx="8665">
                  <c:v>0.83789986100000002</c:v>
                </c:pt>
                <c:pt idx="8666">
                  <c:v>1.3122618749999999</c:v>
                </c:pt>
                <c:pt idx="8667">
                  <c:v>1.26261</c:v>
                </c:pt>
                <c:pt idx="8668">
                  <c:v>0</c:v>
                </c:pt>
                <c:pt idx="8669">
                  <c:v>1.912498684</c:v>
                </c:pt>
                <c:pt idx="8670">
                  <c:v>4.9499718750000001</c:v>
                </c:pt>
                <c:pt idx="8671">
                  <c:v>5.8850718750000004</c:v>
                </c:pt>
                <c:pt idx="8672">
                  <c:v>0</c:v>
                </c:pt>
                <c:pt idx="8673">
                  <c:v>0</c:v>
                </c:pt>
                <c:pt idx="8674">
                  <c:v>0</c:v>
                </c:pt>
                <c:pt idx="8675">
                  <c:v>0</c:v>
                </c:pt>
                <c:pt idx="8676">
                  <c:v>0</c:v>
                </c:pt>
                <c:pt idx="8677">
                  <c:v>0</c:v>
                </c:pt>
                <c:pt idx="8678">
                  <c:v>0</c:v>
                </c:pt>
                <c:pt idx="8679">
                  <c:v>0</c:v>
                </c:pt>
                <c:pt idx="8680">
                  <c:v>0</c:v>
                </c:pt>
                <c:pt idx="8681">
                  <c:v>0</c:v>
                </c:pt>
                <c:pt idx="8682">
                  <c:v>0</c:v>
                </c:pt>
                <c:pt idx="8683">
                  <c:v>0</c:v>
                </c:pt>
                <c:pt idx="8684">
                  <c:v>0</c:v>
                </c:pt>
                <c:pt idx="8685">
                  <c:v>0</c:v>
                </c:pt>
                <c:pt idx="8686">
                  <c:v>0.20663684500000001</c:v>
                </c:pt>
                <c:pt idx="8687">
                  <c:v>0</c:v>
                </c:pt>
                <c:pt idx="8688">
                  <c:v>0</c:v>
                </c:pt>
                <c:pt idx="8689">
                  <c:v>0</c:v>
                </c:pt>
                <c:pt idx="8690">
                  <c:v>0</c:v>
                </c:pt>
                <c:pt idx="8691">
                  <c:v>0</c:v>
                </c:pt>
                <c:pt idx="8692">
                  <c:v>0</c:v>
                </c:pt>
                <c:pt idx="8693">
                  <c:v>0</c:v>
                </c:pt>
                <c:pt idx="8694">
                  <c:v>0</c:v>
                </c:pt>
                <c:pt idx="8695">
                  <c:v>0</c:v>
                </c:pt>
                <c:pt idx="8696">
                  <c:v>0</c:v>
                </c:pt>
                <c:pt idx="8697">
                  <c:v>0</c:v>
                </c:pt>
                <c:pt idx="8698">
                  <c:v>0</c:v>
                </c:pt>
                <c:pt idx="8699">
                  <c:v>0</c:v>
                </c:pt>
                <c:pt idx="8700">
                  <c:v>0</c:v>
                </c:pt>
                <c:pt idx="8701">
                  <c:v>0</c:v>
                </c:pt>
                <c:pt idx="8702">
                  <c:v>0</c:v>
                </c:pt>
                <c:pt idx="8703">
                  <c:v>4.1287780490000001</c:v>
                </c:pt>
                <c:pt idx="8704">
                  <c:v>6.9699263409999999</c:v>
                </c:pt>
                <c:pt idx="8705">
                  <c:v>7.4112555709999999</c:v>
                </c:pt>
                <c:pt idx="8706">
                  <c:v>10.099090650000001</c:v>
                </c:pt>
                <c:pt idx="8707">
                  <c:v>8.9378800980000008</c:v>
                </c:pt>
                <c:pt idx="8708">
                  <c:v>11.472700229999999</c:v>
                </c:pt>
                <c:pt idx="8709">
                  <c:v>7.9465416400000004</c:v>
                </c:pt>
                <c:pt idx="8710">
                  <c:v>0</c:v>
                </c:pt>
                <c:pt idx="8711">
                  <c:v>0</c:v>
                </c:pt>
                <c:pt idx="8712">
                  <c:v>0</c:v>
                </c:pt>
                <c:pt idx="8713">
                  <c:v>0</c:v>
                </c:pt>
                <c:pt idx="8714">
                  <c:v>0</c:v>
                </c:pt>
                <c:pt idx="8715">
                  <c:v>0</c:v>
                </c:pt>
                <c:pt idx="8716">
                  <c:v>0</c:v>
                </c:pt>
                <c:pt idx="8717">
                  <c:v>0</c:v>
                </c:pt>
                <c:pt idx="8718">
                  <c:v>1.9388027779999999</c:v>
                </c:pt>
                <c:pt idx="8719">
                  <c:v>0</c:v>
                </c:pt>
                <c:pt idx="8720">
                  <c:v>0</c:v>
                </c:pt>
                <c:pt idx="8721">
                  <c:v>0</c:v>
                </c:pt>
                <c:pt idx="8722">
                  <c:v>0</c:v>
                </c:pt>
                <c:pt idx="8723">
                  <c:v>0</c:v>
                </c:pt>
                <c:pt idx="8724">
                  <c:v>0</c:v>
                </c:pt>
                <c:pt idx="8725">
                  <c:v>0</c:v>
                </c:pt>
                <c:pt idx="8726">
                  <c:v>0</c:v>
                </c:pt>
                <c:pt idx="8727">
                  <c:v>0</c:v>
                </c:pt>
                <c:pt idx="8728">
                  <c:v>8.7333883780000008</c:v>
                </c:pt>
                <c:pt idx="8729">
                  <c:v>9.8341455710000005</c:v>
                </c:pt>
                <c:pt idx="8730">
                  <c:v>13.485802359999999</c:v>
                </c:pt>
                <c:pt idx="8731">
                  <c:v>11.81590316</c:v>
                </c:pt>
                <c:pt idx="8732">
                  <c:v>15.02685</c:v>
                </c:pt>
                <c:pt idx="8733">
                  <c:v>3.234968727</c:v>
                </c:pt>
                <c:pt idx="8734">
                  <c:v>0</c:v>
                </c:pt>
                <c:pt idx="8735">
                  <c:v>0</c:v>
                </c:pt>
                <c:pt idx="8736">
                  <c:v>0</c:v>
                </c:pt>
                <c:pt idx="8737">
                  <c:v>0</c:v>
                </c:pt>
                <c:pt idx="8738">
                  <c:v>0</c:v>
                </c:pt>
                <c:pt idx="8739">
                  <c:v>0</c:v>
                </c:pt>
                <c:pt idx="8740">
                  <c:v>0</c:v>
                </c:pt>
                <c:pt idx="8741">
                  <c:v>0</c:v>
                </c:pt>
                <c:pt idx="8742">
                  <c:v>0.78791664800000005</c:v>
                </c:pt>
                <c:pt idx="8743">
                  <c:v>6.7102199999999996</c:v>
                </c:pt>
                <c:pt idx="8744">
                  <c:v>0</c:v>
                </c:pt>
                <c:pt idx="8745">
                  <c:v>0</c:v>
                </c:pt>
                <c:pt idx="8746">
                  <c:v>0</c:v>
                </c:pt>
                <c:pt idx="8747">
                  <c:v>0</c:v>
                </c:pt>
                <c:pt idx="8748">
                  <c:v>0</c:v>
                </c:pt>
                <c:pt idx="8749">
                  <c:v>0</c:v>
                </c:pt>
                <c:pt idx="8750">
                  <c:v>0</c:v>
                </c:pt>
                <c:pt idx="8751">
                  <c:v>0</c:v>
                </c:pt>
                <c:pt idx="8752">
                  <c:v>0</c:v>
                </c:pt>
                <c:pt idx="8753">
                  <c:v>0</c:v>
                </c:pt>
                <c:pt idx="8754">
                  <c:v>0</c:v>
                </c:pt>
                <c:pt idx="8755">
                  <c:v>0</c:v>
                </c:pt>
                <c:pt idx="8756">
                  <c:v>9.4883508429999992</c:v>
                </c:pt>
                <c:pt idx="8757">
                  <c:v>9.3239206489999997</c:v>
                </c:pt>
                <c:pt idx="8758">
                  <c:v>6.8796227779999999</c:v>
                </c:pt>
                <c:pt idx="8759">
                  <c:v>0</c:v>
                </c:pt>
              </c:numCache>
            </c:numRef>
          </c:val>
          <c:extLst>
            <c:ext xmlns:c16="http://schemas.microsoft.com/office/drawing/2014/chart" uri="{C3380CC4-5D6E-409C-BE32-E72D297353CC}">
              <c16:uniqueId val="{00000001-336D-45FF-9685-5DE17718F8CD}"/>
            </c:ext>
          </c:extLst>
        </c:ser>
        <c:dLbls>
          <c:showLegendKey val="0"/>
          <c:showVal val="0"/>
          <c:showCatName val="0"/>
          <c:showSerName val="0"/>
          <c:showPercent val="0"/>
          <c:showBubbleSize val="0"/>
        </c:dLbls>
        <c:gapWidth val="219"/>
        <c:overlap val="-27"/>
        <c:axId val="1637457215"/>
        <c:axId val="1637458175"/>
      </c:barChart>
      <c:catAx>
        <c:axId val="163745721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Time (hours)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637458175"/>
        <c:crosses val="autoZero"/>
        <c:auto val="1"/>
        <c:lblAlgn val="ctr"/>
        <c:lblOffset val="100"/>
        <c:noMultiLvlLbl val="0"/>
      </c:catAx>
      <c:valAx>
        <c:axId val="163745817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Power</a:t>
                </a:r>
                <a:r>
                  <a:rPr lang="en-CA" baseline="0">
                    <a:latin typeface="Times New Roman" panose="02020603050405020304" pitchFamily="18" charset="0"/>
                    <a:cs typeface="Times New Roman" panose="02020603050405020304" pitchFamily="18" charset="0"/>
                  </a:rPr>
                  <a:t> (kW)</a:t>
                </a:r>
                <a:endParaRPr lang="en-CA">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CA"/>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6374572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Charging and Discharging</a:t>
            </a:r>
            <a:r>
              <a:rPr lang="en-CA" baseline="0">
                <a:latin typeface="Times New Roman" panose="02020603050405020304" pitchFamily="18" charset="0"/>
                <a:cs typeface="Times New Roman" panose="02020603050405020304" pitchFamily="18" charset="0"/>
              </a:rPr>
              <a:t> Power - Lead Acid </a:t>
            </a:r>
            <a:endParaRPr lang="en-CA">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CA"/>
        </a:p>
      </c:txPr>
    </c:title>
    <c:autoTitleDeleted val="0"/>
    <c:plotArea>
      <c:layout/>
      <c:barChart>
        <c:barDir val="col"/>
        <c:grouping val="clustered"/>
        <c:varyColors val="0"/>
        <c:ser>
          <c:idx val="0"/>
          <c:order val="0"/>
          <c:tx>
            <c:strRef>
              <c:f>battery_management_results2!$A$1</c:f>
              <c:strCache>
                <c:ptCount val="1"/>
                <c:pt idx="0">
                  <c:v>Charging Power</c:v>
                </c:pt>
              </c:strCache>
            </c:strRef>
          </c:tx>
          <c:spPr>
            <a:solidFill>
              <a:schemeClr val="accent1"/>
            </a:solidFill>
            <a:ln>
              <a:noFill/>
            </a:ln>
            <a:effectLst/>
          </c:spPr>
          <c:invertIfNegative val="0"/>
          <c:val>
            <c:numRef>
              <c:f>battery_management_results2!$A$2:$A$8761</c:f>
              <c:numCache>
                <c:formatCode>General</c:formatCode>
                <c:ptCount val="8760"/>
                <c:pt idx="0">
                  <c:v>13.82608696</c:v>
                </c:pt>
                <c:pt idx="1">
                  <c:v>1.1521739129999999</c:v>
                </c:pt>
                <c:pt idx="2">
                  <c:v>1.785869565</c:v>
                </c:pt>
                <c:pt idx="3">
                  <c:v>1.7541847829999999</c:v>
                </c:pt>
                <c:pt idx="4">
                  <c:v>0.80961722199999997</c:v>
                </c:pt>
                <c:pt idx="5">
                  <c:v>0</c:v>
                </c:pt>
                <c:pt idx="6">
                  <c:v>0</c:v>
                </c:pt>
                <c:pt idx="7">
                  <c:v>4.0058971059999999</c:v>
                </c:pt>
                <c:pt idx="8">
                  <c:v>14.04631354</c:v>
                </c:pt>
                <c:pt idx="9">
                  <c:v>1.1411625839999999</c:v>
                </c:pt>
                <c:pt idx="10">
                  <c:v>1.7864201319999999</c:v>
                </c:pt>
                <c:pt idx="11">
                  <c:v>1.7541572540000001</c:v>
                </c:pt>
                <c:pt idx="12">
                  <c:v>1.7557703979999999</c:v>
                </c:pt>
                <c:pt idx="13">
                  <c:v>1.7556897410000001</c:v>
                </c:pt>
                <c:pt idx="14">
                  <c:v>1.755693774</c:v>
                </c:pt>
                <c:pt idx="15">
                  <c:v>0</c:v>
                </c:pt>
                <c:pt idx="16">
                  <c:v>0</c:v>
                </c:pt>
                <c:pt idx="17">
                  <c:v>0</c:v>
                </c:pt>
                <c:pt idx="18">
                  <c:v>0</c:v>
                </c:pt>
                <c:pt idx="19">
                  <c:v>0</c:v>
                </c:pt>
                <c:pt idx="20">
                  <c:v>0</c:v>
                </c:pt>
                <c:pt idx="21">
                  <c:v>0</c:v>
                </c:pt>
                <c:pt idx="22">
                  <c:v>0</c:v>
                </c:pt>
                <c:pt idx="23">
                  <c:v>0</c:v>
                </c:pt>
                <c:pt idx="24">
                  <c:v>0</c:v>
                </c:pt>
                <c:pt idx="25">
                  <c:v>0.20047973699999999</c:v>
                </c:pt>
                <c:pt idx="26">
                  <c:v>17.18721</c:v>
                </c:pt>
                <c:pt idx="27">
                  <c:v>3.7555926930000001</c:v>
                </c:pt>
                <c:pt idx="28">
                  <c:v>1.655698626</c:v>
                </c:pt>
                <c:pt idx="29">
                  <c:v>1.7606933300000001</c:v>
                </c:pt>
                <c:pt idx="30">
                  <c:v>1.7554435939999999</c:v>
                </c:pt>
                <c:pt idx="31">
                  <c:v>1.755706081</c:v>
                </c:pt>
                <c:pt idx="32">
                  <c:v>0</c:v>
                </c:pt>
                <c:pt idx="33">
                  <c:v>1.4082905059999999</c:v>
                </c:pt>
                <c:pt idx="34">
                  <c:v>4.5667585500000003</c:v>
                </c:pt>
                <c:pt idx="35">
                  <c:v>1.615140333</c:v>
                </c:pt>
                <c:pt idx="36">
                  <c:v>1.762721244</c:v>
                </c:pt>
                <c:pt idx="37">
                  <c:v>0</c:v>
                </c:pt>
                <c:pt idx="38">
                  <c:v>2.8456392560000001</c:v>
                </c:pt>
                <c:pt idx="39">
                  <c:v>4.7766681230000003</c:v>
                </c:pt>
                <c:pt idx="40">
                  <c:v>1.6046448550000001</c:v>
                </c:pt>
                <c:pt idx="41">
                  <c:v>1.763246018</c:v>
                </c:pt>
                <c:pt idx="42">
                  <c:v>1.7553159599999999</c:v>
                </c:pt>
                <c:pt idx="43">
                  <c:v>0</c:v>
                </c:pt>
                <c:pt idx="44">
                  <c:v>0</c:v>
                </c:pt>
                <c:pt idx="45">
                  <c:v>0</c:v>
                </c:pt>
                <c:pt idx="46">
                  <c:v>0</c:v>
                </c:pt>
                <c:pt idx="47">
                  <c:v>2.4797600640000002</c:v>
                </c:pt>
                <c:pt idx="48">
                  <c:v>15.357419999999999</c:v>
                </c:pt>
                <c:pt idx="49">
                  <c:v>3.5498034820000002</c:v>
                </c:pt>
                <c:pt idx="50">
                  <c:v>1.6659880869999999</c:v>
                </c:pt>
                <c:pt idx="51">
                  <c:v>1.7601788570000001</c:v>
                </c:pt>
                <c:pt idx="52">
                  <c:v>1.7554693180000001</c:v>
                </c:pt>
                <c:pt idx="53">
                  <c:v>0</c:v>
                </c:pt>
                <c:pt idx="54">
                  <c:v>4.5882935999999999E-2</c:v>
                </c:pt>
                <c:pt idx="55">
                  <c:v>0</c:v>
                </c:pt>
                <c:pt idx="56">
                  <c:v>0</c:v>
                </c:pt>
                <c:pt idx="57">
                  <c:v>5.9608124269999996</c:v>
                </c:pt>
                <c:pt idx="58">
                  <c:v>0</c:v>
                </c:pt>
                <c:pt idx="59">
                  <c:v>1.068848877</c:v>
                </c:pt>
                <c:pt idx="60">
                  <c:v>5.8095087489999999</c:v>
                </c:pt>
                <c:pt idx="61">
                  <c:v>12.04563557</c:v>
                </c:pt>
                <c:pt idx="62">
                  <c:v>1.241196483</c:v>
                </c:pt>
                <c:pt idx="63">
                  <c:v>1.7814184369999999</c:v>
                </c:pt>
                <c:pt idx="64">
                  <c:v>0</c:v>
                </c:pt>
                <c:pt idx="65">
                  <c:v>0</c:v>
                </c:pt>
                <c:pt idx="66">
                  <c:v>0</c:v>
                </c:pt>
                <c:pt idx="67">
                  <c:v>3.7487653590000001</c:v>
                </c:pt>
                <c:pt idx="68">
                  <c:v>3.5787599999999999</c:v>
                </c:pt>
                <c:pt idx="69">
                  <c:v>0</c:v>
                </c:pt>
                <c:pt idx="70">
                  <c:v>0</c:v>
                </c:pt>
                <c:pt idx="71">
                  <c:v>0</c:v>
                </c:pt>
                <c:pt idx="72">
                  <c:v>0</c:v>
                </c:pt>
                <c:pt idx="73">
                  <c:v>15.10839</c:v>
                </c:pt>
                <c:pt idx="74">
                  <c:v>5.3144052459999997</c:v>
                </c:pt>
                <c:pt idx="75">
                  <c:v>1.5777579989999999</c:v>
                </c:pt>
                <c:pt idx="76">
                  <c:v>1.764590361</c:v>
                </c:pt>
                <c:pt idx="77">
                  <c:v>1.7552487429999999</c:v>
                </c:pt>
                <c:pt idx="78">
                  <c:v>1.7557158239999999</c:v>
                </c:pt>
                <c:pt idx="79">
                  <c:v>1.7556924700000001</c:v>
                </c:pt>
                <c:pt idx="80">
                  <c:v>1.755693637</c:v>
                </c:pt>
                <c:pt idx="81">
                  <c:v>0</c:v>
                </c:pt>
                <c:pt idx="82">
                  <c:v>4.4119555330000004</c:v>
                </c:pt>
                <c:pt idx="83">
                  <c:v>1.622880484</c:v>
                </c:pt>
                <c:pt idx="84">
                  <c:v>1.7623342369999999</c:v>
                </c:pt>
                <c:pt idx="85">
                  <c:v>1.7553615490000001</c:v>
                </c:pt>
                <c:pt idx="86">
                  <c:v>1.7557101829999999</c:v>
                </c:pt>
                <c:pt idx="87">
                  <c:v>1.7556927520000001</c:v>
                </c:pt>
                <c:pt idx="88">
                  <c:v>1.755693623</c:v>
                </c:pt>
                <c:pt idx="89">
                  <c:v>1.75569358</c:v>
                </c:pt>
                <c:pt idx="90">
                  <c:v>0</c:v>
                </c:pt>
                <c:pt idx="91">
                  <c:v>0</c:v>
                </c:pt>
                <c:pt idx="92">
                  <c:v>0</c:v>
                </c:pt>
                <c:pt idx="93">
                  <c:v>0</c:v>
                </c:pt>
                <c:pt idx="94">
                  <c:v>0</c:v>
                </c:pt>
                <c:pt idx="95">
                  <c:v>12.44628</c:v>
                </c:pt>
                <c:pt idx="96">
                  <c:v>8.1690542389999994</c:v>
                </c:pt>
                <c:pt idx="97">
                  <c:v>1.4350255489999999</c:v>
                </c:pt>
                <c:pt idx="98">
                  <c:v>0</c:v>
                </c:pt>
                <c:pt idx="99">
                  <c:v>0</c:v>
                </c:pt>
                <c:pt idx="100">
                  <c:v>2.1827487959999998</c:v>
                </c:pt>
                <c:pt idx="101">
                  <c:v>0</c:v>
                </c:pt>
                <c:pt idx="102">
                  <c:v>0</c:v>
                </c:pt>
                <c:pt idx="103">
                  <c:v>0</c:v>
                </c:pt>
                <c:pt idx="104">
                  <c:v>0</c:v>
                </c:pt>
                <c:pt idx="105">
                  <c:v>10.038798870000001</c:v>
                </c:pt>
                <c:pt idx="106">
                  <c:v>10.27772461</c:v>
                </c:pt>
                <c:pt idx="107">
                  <c:v>1.3295920299999999</c:v>
                </c:pt>
                <c:pt idx="108">
                  <c:v>1.776998659</c:v>
                </c:pt>
                <c:pt idx="109">
                  <c:v>1.7546283279999999</c:v>
                </c:pt>
                <c:pt idx="110">
                  <c:v>1.7557468439999999</c:v>
                </c:pt>
                <c:pt idx="111">
                  <c:v>1.7556909190000001</c:v>
                </c:pt>
                <c:pt idx="112">
                  <c:v>1.755693715</c:v>
                </c:pt>
                <c:pt idx="113">
                  <c:v>0</c:v>
                </c:pt>
                <c:pt idx="114">
                  <c:v>0</c:v>
                </c:pt>
                <c:pt idx="115">
                  <c:v>0</c:v>
                </c:pt>
                <c:pt idx="116">
                  <c:v>0</c:v>
                </c:pt>
                <c:pt idx="117">
                  <c:v>10.336522499999999</c:v>
                </c:pt>
                <c:pt idx="118">
                  <c:v>9.0919147710000008</c:v>
                </c:pt>
                <c:pt idx="119">
                  <c:v>2.5549740390000002</c:v>
                </c:pt>
                <c:pt idx="120">
                  <c:v>1.7157295589999999</c:v>
                </c:pt>
                <c:pt idx="121">
                  <c:v>0.79611442899999996</c:v>
                </c:pt>
                <c:pt idx="122">
                  <c:v>1.5813459569999999</c:v>
                </c:pt>
                <c:pt idx="123">
                  <c:v>2.8434447779999998</c:v>
                </c:pt>
                <c:pt idx="124">
                  <c:v>0</c:v>
                </c:pt>
                <c:pt idx="125">
                  <c:v>2.2636968359999998</c:v>
                </c:pt>
                <c:pt idx="126">
                  <c:v>0</c:v>
                </c:pt>
                <c:pt idx="127">
                  <c:v>0</c:v>
                </c:pt>
                <c:pt idx="128">
                  <c:v>19.63458623</c:v>
                </c:pt>
                <c:pt idx="129">
                  <c:v>0.86174894899999999</c:v>
                </c:pt>
                <c:pt idx="130">
                  <c:v>1.8003908129999999</c:v>
                </c:pt>
                <c:pt idx="131">
                  <c:v>1.75345872</c:v>
                </c:pt>
                <c:pt idx="132">
                  <c:v>1.7558053250000001</c:v>
                </c:pt>
                <c:pt idx="133">
                  <c:v>1.7556879949999999</c:v>
                </c:pt>
                <c:pt idx="134">
                  <c:v>1.7556938609999999</c:v>
                </c:pt>
                <c:pt idx="135">
                  <c:v>1.7556935680000001</c:v>
                </c:pt>
                <c:pt idx="136">
                  <c:v>1.7556935819999999</c:v>
                </c:pt>
                <c:pt idx="137">
                  <c:v>0</c:v>
                </c:pt>
                <c:pt idx="138">
                  <c:v>0</c:v>
                </c:pt>
                <c:pt idx="139">
                  <c:v>0</c:v>
                </c:pt>
                <c:pt idx="140">
                  <c:v>0</c:v>
                </c:pt>
                <c:pt idx="141">
                  <c:v>1.7127871059999999</c:v>
                </c:pt>
                <c:pt idx="142">
                  <c:v>0</c:v>
                </c:pt>
                <c:pt idx="143">
                  <c:v>0</c:v>
                </c:pt>
                <c:pt idx="144">
                  <c:v>9.1693742080000007</c:v>
                </c:pt>
                <c:pt idx="145">
                  <c:v>1.1237291570000001</c:v>
                </c:pt>
                <c:pt idx="146">
                  <c:v>0</c:v>
                </c:pt>
                <c:pt idx="147">
                  <c:v>1.357009157</c:v>
                </c:pt>
                <c:pt idx="148">
                  <c:v>14.76066969</c:v>
                </c:pt>
                <c:pt idx="149">
                  <c:v>1.1054447759999999</c:v>
                </c:pt>
                <c:pt idx="150">
                  <c:v>9.3499156999999999E-2</c:v>
                </c:pt>
                <c:pt idx="151">
                  <c:v>0.60237075299999998</c:v>
                </c:pt>
                <c:pt idx="152">
                  <c:v>0.87613023199999995</c:v>
                </c:pt>
                <c:pt idx="153">
                  <c:v>5.2589194399999997</c:v>
                </c:pt>
                <c:pt idx="154">
                  <c:v>1.580532289</c:v>
                </c:pt>
                <c:pt idx="155">
                  <c:v>1.7644516459999999</c:v>
                </c:pt>
                <c:pt idx="156">
                  <c:v>1.755255679</c:v>
                </c:pt>
                <c:pt idx="157">
                  <c:v>1.7557154770000001</c:v>
                </c:pt>
                <c:pt idx="158">
                  <c:v>1.7556924869999999</c:v>
                </c:pt>
                <c:pt idx="159">
                  <c:v>1.755693637</c:v>
                </c:pt>
                <c:pt idx="160">
                  <c:v>1.7556935789999999</c:v>
                </c:pt>
                <c:pt idx="161">
                  <c:v>1.7556935819999999</c:v>
                </c:pt>
                <c:pt idx="162">
                  <c:v>1.7556935819999999</c:v>
                </c:pt>
                <c:pt idx="163">
                  <c:v>1.7556935819999999</c:v>
                </c:pt>
                <c:pt idx="164">
                  <c:v>1.7556935819999999</c:v>
                </c:pt>
                <c:pt idx="165">
                  <c:v>1.7556935819999999</c:v>
                </c:pt>
                <c:pt idx="166">
                  <c:v>1.7556935819999999</c:v>
                </c:pt>
                <c:pt idx="167">
                  <c:v>1.7556935819999999</c:v>
                </c:pt>
                <c:pt idx="168">
                  <c:v>1.7556935819999999</c:v>
                </c:pt>
                <c:pt idx="169">
                  <c:v>1.7556935819999999</c:v>
                </c:pt>
                <c:pt idx="170">
                  <c:v>1.7556935819999999</c:v>
                </c:pt>
                <c:pt idx="171">
                  <c:v>1.7556935819999999</c:v>
                </c:pt>
                <c:pt idx="172">
                  <c:v>1.7556935819999999</c:v>
                </c:pt>
                <c:pt idx="173">
                  <c:v>1.7556935819999999</c:v>
                </c:pt>
                <c:pt idx="174">
                  <c:v>1.7556935819999999</c:v>
                </c:pt>
                <c:pt idx="175">
                  <c:v>0</c:v>
                </c:pt>
                <c:pt idx="176">
                  <c:v>9.1696818810000007</c:v>
                </c:pt>
                <c:pt idx="177">
                  <c:v>1.3849941670000001</c:v>
                </c:pt>
                <c:pt idx="178">
                  <c:v>1.7742285529999999</c:v>
                </c:pt>
                <c:pt idx="179">
                  <c:v>1.7547668329999999</c:v>
                </c:pt>
                <c:pt idx="180">
                  <c:v>1.755739919</c:v>
                </c:pt>
                <c:pt idx="181">
                  <c:v>1.7556912650000001</c:v>
                </c:pt>
                <c:pt idx="182">
                  <c:v>1.755693698</c:v>
                </c:pt>
                <c:pt idx="183">
                  <c:v>1.7556935760000001</c:v>
                </c:pt>
                <c:pt idx="184">
                  <c:v>0</c:v>
                </c:pt>
                <c:pt idx="185">
                  <c:v>7.7508900000000001</c:v>
                </c:pt>
                <c:pt idx="186">
                  <c:v>0</c:v>
                </c:pt>
                <c:pt idx="187">
                  <c:v>3.3427799999999999</c:v>
                </c:pt>
                <c:pt idx="188">
                  <c:v>0</c:v>
                </c:pt>
                <c:pt idx="189">
                  <c:v>5.9752799999999997</c:v>
                </c:pt>
                <c:pt idx="190">
                  <c:v>3.099145359</c:v>
                </c:pt>
                <c:pt idx="191">
                  <c:v>0</c:v>
                </c:pt>
                <c:pt idx="192">
                  <c:v>0</c:v>
                </c:pt>
                <c:pt idx="193">
                  <c:v>0</c:v>
                </c:pt>
                <c:pt idx="194">
                  <c:v>0</c:v>
                </c:pt>
                <c:pt idx="195">
                  <c:v>0</c:v>
                </c:pt>
                <c:pt idx="196">
                  <c:v>0.37356879599999998</c:v>
                </c:pt>
                <c:pt idx="197">
                  <c:v>14.070683539999999</c:v>
                </c:pt>
                <c:pt idx="198">
                  <c:v>6.3645367860000004</c:v>
                </c:pt>
                <c:pt idx="199">
                  <c:v>1.525251422</c:v>
                </c:pt>
                <c:pt idx="200">
                  <c:v>1.76721569</c:v>
                </c:pt>
                <c:pt idx="201">
                  <c:v>1.7551174759999999</c:v>
                </c:pt>
                <c:pt idx="202">
                  <c:v>0</c:v>
                </c:pt>
                <c:pt idx="203">
                  <c:v>0</c:v>
                </c:pt>
                <c:pt idx="204">
                  <c:v>0</c:v>
                </c:pt>
                <c:pt idx="205">
                  <c:v>2.8992592859999999</c:v>
                </c:pt>
                <c:pt idx="206">
                  <c:v>0</c:v>
                </c:pt>
                <c:pt idx="207">
                  <c:v>0</c:v>
                </c:pt>
                <c:pt idx="208">
                  <c:v>5.2375121389999997</c:v>
                </c:pt>
                <c:pt idx="209">
                  <c:v>7.2508499999999998</c:v>
                </c:pt>
                <c:pt idx="210">
                  <c:v>0</c:v>
                </c:pt>
                <c:pt idx="211">
                  <c:v>0</c:v>
                </c:pt>
                <c:pt idx="212">
                  <c:v>0</c:v>
                </c:pt>
                <c:pt idx="213">
                  <c:v>0</c:v>
                </c:pt>
                <c:pt idx="214">
                  <c:v>0</c:v>
                </c:pt>
                <c:pt idx="215">
                  <c:v>3.0067217799999999</c:v>
                </c:pt>
                <c:pt idx="216">
                  <c:v>0.358069737</c:v>
                </c:pt>
                <c:pt idx="217">
                  <c:v>3.6847939599999999</c:v>
                </c:pt>
                <c:pt idx="218">
                  <c:v>0.55356442900000002</c:v>
                </c:pt>
                <c:pt idx="219">
                  <c:v>0</c:v>
                </c:pt>
                <c:pt idx="220">
                  <c:v>0</c:v>
                </c:pt>
                <c:pt idx="221">
                  <c:v>0</c:v>
                </c:pt>
                <c:pt idx="222">
                  <c:v>6.7002476519999998</c:v>
                </c:pt>
                <c:pt idx="223">
                  <c:v>3.7674017800000001</c:v>
                </c:pt>
                <c:pt idx="224">
                  <c:v>10.425419700000001</c:v>
                </c:pt>
                <c:pt idx="225">
                  <c:v>1.3222072760000001</c:v>
                </c:pt>
                <c:pt idx="226">
                  <c:v>1.777367897</c:v>
                </c:pt>
                <c:pt idx="227">
                  <c:v>1.754609866</c:v>
                </c:pt>
                <c:pt idx="228">
                  <c:v>1.755747768</c:v>
                </c:pt>
                <c:pt idx="229">
                  <c:v>1.755690872</c:v>
                </c:pt>
                <c:pt idx="230">
                  <c:v>0</c:v>
                </c:pt>
                <c:pt idx="231">
                  <c:v>5.7467675040000001</c:v>
                </c:pt>
                <c:pt idx="232">
                  <c:v>0</c:v>
                </c:pt>
                <c:pt idx="233">
                  <c:v>0</c:v>
                </c:pt>
                <c:pt idx="234">
                  <c:v>0</c:v>
                </c:pt>
                <c:pt idx="235">
                  <c:v>0</c:v>
                </c:pt>
                <c:pt idx="236">
                  <c:v>0</c:v>
                </c:pt>
                <c:pt idx="237">
                  <c:v>0</c:v>
                </c:pt>
                <c:pt idx="238">
                  <c:v>0</c:v>
                </c:pt>
                <c:pt idx="239">
                  <c:v>0</c:v>
                </c:pt>
                <c:pt idx="240">
                  <c:v>0.96541312499999998</c:v>
                </c:pt>
                <c:pt idx="241">
                  <c:v>2.4930328620000002</c:v>
                </c:pt>
                <c:pt idx="242">
                  <c:v>6.7793960609999999</c:v>
                </c:pt>
                <c:pt idx="243">
                  <c:v>2.983147749</c:v>
                </c:pt>
                <c:pt idx="244">
                  <c:v>10.47319115</c:v>
                </c:pt>
                <c:pt idx="245">
                  <c:v>0</c:v>
                </c:pt>
                <c:pt idx="246">
                  <c:v>4.7354978660000002</c:v>
                </c:pt>
                <c:pt idx="247">
                  <c:v>0</c:v>
                </c:pt>
                <c:pt idx="248">
                  <c:v>0</c:v>
                </c:pt>
                <c:pt idx="249">
                  <c:v>9.9840797000000006</c:v>
                </c:pt>
                <c:pt idx="250">
                  <c:v>4.7970068230000003</c:v>
                </c:pt>
                <c:pt idx="251">
                  <c:v>1.6036279200000001</c:v>
                </c:pt>
                <c:pt idx="252">
                  <c:v>1.763296865</c:v>
                </c:pt>
                <c:pt idx="253">
                  <c:v>1.7553134180000001</c:v>
                </c:pt>
                <c:pt idx="254">
                  <c:v>1.7557125899999999</c:v>
                </c:pt>
                <c:pt idx="255">
                  <c:v>1.7556926310000001</c:v>
                </c:pt>
                <c:pt idx="256">
                  <c:v>1.755693629</c:v>
                </c:pt>
                <c:pt idx="257">
                  <c:v>0</c:v>
                </c:pt>
                <c:pt idx="258">
                  <c:v>2.5286400000000002</c:v>
                </c:pt>
                <c:pt idx="259">
                  <c:v>3.4012799999999999</c:v>
                </c:pt>
                <c:pt idx="260">
                  <c:v>2.3865634600000001</c:v>
                </c:pt>
                <c:pt idx="261">
                  <c:v>1.724150088</c:v>
                </c:pt>
                <c:pt idx="262">
                  <c:v>1.757270756</c:v>
                </c:pt>
                <c:pt idx="263">
                  <c:v>1.7556147230000001</c:v>
                </c:pt>
                <c:pt idx="264">
                  <c:v>1.755697525</c:v>
                </c:pt>
                <c:pt idx="265">
                  <c:v>1.7556933850000001</c:v>
                </c:pt>
                <c:pt idx="266">
                  <c:v>1.7556935920000001</c:v>
                </c:pt>
                <c:pt idx="267">
                  <c:v>0</c:v>
                </c:pt>
                <c:pt idx="268">
                  <c:v>3.8016166459999998</c:v>
                </c:pt>
                <c:pt idx="269">
                  <c:v>0</c:v>
                </c:pt>
                <c:pt idx="270">
                  <c:v>0</c:v>
                </c:pt>
                <c:pt idx="271">
                  <c:v>0</c:v>
                </c:pt>
                <c:pt idx="272">
                  <c:v>2.293419412</c:v>
                </c:pt>
                <c:pt idx="273">
                  <c:v>0</c:v>
                </c:pt>
                <c:pt idx="274">
                  <c:v>14.97008237</c:v>
                </c:pt>
                <c:pt idx="275">
                  <c:v>0</c:v>
                </c:pt>
                <c:pt idx="276">
                  <c:v>0</c:v>
                </c:pt>
                <c:pt idx="277">
                  <c:v>9.5237021950000003</c:v>
                </c:pt>
                <c:pt idx="278">
                  <c:v>7.0696427460000004</c:v>
                </c:pt>
                <c:pt idx="279">
                  <c:v>0</c:v>
                </c:pt>
                <c:pt idx="280">
                  <c:v>0</c:v>
                </c:pt>
                <c:pt idx="281">
                  <c:v>0</c:v>
                </c:pt>
                <c:pt idx="282">
                  <c:v>0</c:v>
                </c:pt>
                <c:pt idx="283">
                  <c:v>0</c:v>
                </c:pt>
                <c:pt idx="284">
                  <c:v>0</c:v>
                </c:pt>
                <c:pt idx="285">
                  <c:v>0</c:v>
                </c:pt>
                <c:pt idx="286">
                  <c:v>0</c:v>
                </c:pt>
                <c:pt idx="287">
                  <c:v>0</c:v>
                </c:pt>
                <c:pt idx="288">
                  <c:v>7.1566340860000004</c:v>
                </c:pt>
                <c:pt idx="289">
                  <c:v>0.633652832</c:v>
                </c:pt>
                <c:pt idx="290">
                  <c:v>13.3174952</c:v>
                </c:pt>
                <c:pt idx="291">
                  <c:v>1.1776035010000001</c:v>
                </c:pt>
                <c:pt idx="292">
                  <c:v>1.7845980859999999</c:v>
                </c:pt>
                <c:pt idx="293">
                  <c:v>1.6365175540000001</c:v>
                </c:pt>
                <c:pt idx="294">
                  <c:v>1.8632942800000001</c:v>
                </c:pt>
                <c:pt idx="295">
                  <c:v>0</c:v>
                </c:pt>
                <c:pt idx="296">
                  <c:v>0</c:v>
                </c:pt>
                <c:pt idx="297">
                  <c:v>7.7838552290000003</c:v>
                </c:pt>
                <c:pt idx="298">
                  <c:v>9.873051383</c:v>
                </c:pt>
                <c:pt idx="299">
                  <c:v>1.349825692</c:v>
                </c:pt>
                <c:pt idx="300">
                  <c:v>1.775986976</c:v>
                </c:pt>
                <c:pt idx="301">
                  <c:v>1.7546789119999999</c:v>
                </c:pt>
                <c:pt idx="302">
                  <c:v>1.7557443150000001</c:v>
                </c:pt>
                <c:pt idx="303">
                  <c:v>1.7556910450000001</c:v>
                </c:pt>
                <c:pt idx="304">
                  <c:v>1.755693709</c:v>
                </c:pt>
                <c:pt idx="305">
                  <c:v>0</c:v>
                </c:pt>
                <c:pt idx="306">
                  <c:v>0</c:v>
                </c:pt>
                <c:pt idx="307">
                  <c:v>0</c:v>
                </c:pt>
                <c:pt idx="308">
                  <c:v>0</c:v>
                </c:pt>
                <c:pt idx="309">
                  <c:v>0</c:v>
                </c:pt>
                <c:pt idx="310">
                  <c:v>0</c:v>
                </c:pt>
                <c:pt idx="311">
                  <c:v>2.97792178</c:v>
                </c:pt>
                <c:pt idx="312">
                  <c:v>10.73069536</c:v>
                </c:pt>
                <c:pt idx="313">
                  <c:v>7.6706253870000003</c:v>
                </c:pt>
                <c:pt idx="314">
                  <c:v>1.4599469920000001</c:v>
                </c:pt>
                <c:pt idx="315">
                  <c:v>1.7704809109999999</c:v>
                </c:pt>
                <c:pt idx="316">
                  <c:v>1.7549542149999999</c:v>
                </c:pt>
                <c:pt idx="317">
                  <c:v>1.75573055</c:v>
                </c:pt>
                <c:pt idx="318">
                  <c:v>1.7556917329999999</c:v>
                </c:pt>
                <c:pt idx="319">
                  <c:v>1.755693674</c:v>
                </c:pt>
                <c:pt idx="320">
                  <c:v>1.7556935769999999</c:v>
                </c:pt>
                <c:pt idx="321">
                  <c:v>1.7556935819999999</c:v>
                </c:pt>
                <c:pt idx="322">
                  <c:v>1.7556935819999999</c:v>
                </c:pt>
                <c:pt idx="323">
                  <c:v>1.7556935819999999</c:v>
                </c:pt>
                <c:pt idx="324">
                  <c:v>1.7556935819999999</c:v>
                </c:pt>
                <c:pt idx="325">
                  <c:v>1.7556935819999999</c:v>
                </c:pt>
                <c:pt idx="326">
                  <c:v>1.7556935819999999</c:v>
                </c:pt>
                <c:pt idx="327">
                  <c:v>1.7556935819999999</c:v>
                </c:pt>
                <c:pt idx="328">
                  <c:v>1.7556935819999999</c:v>
                </c:pt>
                <c:pt idx="329">
                  <c:v>1.7556935819999999</c:v>
                </c:pt>
                <c:pt idx="330">
                  <c:v>1.7556935819999999</c:v>
                </c:pt>
                <c:pt idx="331">
                  <c:v>1.7556935819999999</c:v>
                </c:pt>
                <c:pt idx="332">
                  <c:v>1.7556935819999999</c:v>
                </c:pt>
                <c:pt idx="333">
                  <c:v>1.6848281249999999</c:v>
                </c:pt>
                <c:pt idx="334">
                  <c:v>1.8265590389999999</c:v>
                </c:pt>
                <c:pt idx="335">
                  <c:v>1.7521503089999999</c:v>
                </c:pt>
                <c:pt idx="336">
                  <c:v>1.755870745</c:v>
                </c:pt>
                <c:pt idx="337">
                  <c:v>1.755684724</c:v>
                </c:pt>
                <c:pt idx="338">
                  <c:v>1.7556940249999999</c:v>
                </c:pt>
                <c:pt idx="339">
                  <c:v>1.7556935600000001</c:v>
                </c:pt>
                <c:pt idx="340">
                  <c:v>1.755693583</c:v>
                </c:pt>
                <c:pt idx="341">
                  <c:v>1.7556935819999999</c:v>
                </c:pt>
                <c:pt idx="342">
                  <c:v>1.7556935819999999</c:v>
                </c:pt>
                <c:pt idx="343">
                  <c:v>1.7556935819999999</c:v>
                </c:pt>
                <c:pt idx="344">
                  <c:v>1.7556935819999999</c:v>
                </c:pt>
                <c:pt idx="345">
                  <c:v>1.7556935819999999</c:v>
                </c:pt>
                <c:pt idx="346">
                  <c:v>1.7556935819999999</c:v>
                </c:pt>
                <c:pt idx="347">
                  <c:v>1.7556935819999999</c:v>
                </c:pt>
                <c:pt idx="348">
                  <c:v>1.7556935819999999</c:v>
                </c:pt>
                <c:pt idx="349">
                  <c:v>1.7556935819999999</c:v>
                </c:pt>
                <c:pt idx="350">
                  <c:v>1.7556935819999999</c:v>
                </c:pt>
                <c:pt idx="351">
                  <c:v>1.7556935819999999</c:v>
                </c:pt>
                <c:pt idx="352">
                  <c:v>1.7556935819999999</c:v>
                </c:pt>
                <c:pt idx="353">
                  <c:v>1.7556935819999999</c:v>
                </c:pt>
                <c:pt idx="354">
                  <c:v>1.7556935819999999</c:v>
                </c:pt>
                <c:pt idx="355">
                  <c:v>1.7556935819999999</c:v>
                </c:pt>
                <c:pt idx="356">
                  <c:v>1.7556935819999999</c:v>
                </c:pt>
                <c:pt idx="357">
                  <c:v>1.7556935819999999</c:v>
                </c:pt>
                <c:pt idx="358">
                  <c:v>1.7556935819999999</c:v>
                </c:pt>
                <c:pt idx="359">
                  <c:v>0</c:v>
                </c:pt>
                <c:pt idx="360">
                  <c:v>9.8436059730000007</c:v>
                </c:pt>
                <c:pt idx="361">
                  <c:v>1.3512979620000001</c:v>
                </c:pt>
                <c:pt idx="362">
                  <c:v>1.2223544289999999</c:v>
                </c:pt>
                <c:pt idx="363">
                  <c:v>2.3082415260000002</c:v>
                </c:pt>
                <c:pt idx="364">
                  <c:v>1.7280661850000001</c:v>
                </c:pt>
                <c:pt idx="365">
                  <c:v>1.757074952</c:v>
                </c:pt>
                <c:pt idx="366">
                  <c:v>1.7556245130000001</c:v>
                </c:pt>
                <c:pt idx="367">
                  <c:v>1.7556970350000001</c:v>
                </c:pt>
                <c:pt idx="368">
                  <c:v>1.755693409</c:v>
                </c:pt>
                <c:pt idx="369">
                  <c:v>1.7556935899999999</c:v>
                </c:pt>
                <c:pt idx="370">
                  <c:v>1.7556935810000001</c:v>
                </c:pt>
                <c:pt idx="371">
                  <c:v>1.7556935819999999</c:v>
                </c:pt>
                <c:pt idx="372">
                  <c:v>1.7556935819999999</c:v>
                </c:pt>
                <c:pt idx="373">
                  <c:v>1.7556935819999999</c:v>
                </c:pt>
                <c:pt idx="374">
                  <c:v>1.7556935819999999</c:v>
                </c:pt>
                <c:pt idx="375">
                  <c:v>1.7556935819999999</c:v>
                </c:pt>
                <c:pt idx="376">
                  <c:v>1.7556935819999999</c:v>
                </c:pt>
                <c:pt idx="377">
                  <c:v>1.7556935819999999</c:v>
                </c:pt>
                <c:pt idx="378">
                  <c:v>1.7556935819999999</c:v>
                </c:pt>
                <c:pt idx="379">
                  <c:v>1.7556935819999999</c:v>
                </c:pt>
                <c:pt idx="380">
                  <c:v>1.7556935819999999</c:v>
                </c:pt>
                <c:pt idx="381">
                  <c:v>1.7556935819999999</c:v>
                </c:pt>
                <c:pt idx="382">
                  <c:v>1.7556935819999999</c:v>
                </c:pt>
                <c:pt idx="383">
                  <c:v>0</c:v>
                </c:pt>
                <c:pt idx="384">
                  <c:v>4.2280730440000003</c:v>
                </c:pt>
                <c:pt idx="385">
                  <c:v>0.731431316</c:v>
                </c:pt>
                <c:pt idx="386">
                  <c:v>2.662517824</c:v>
                </c:pt>
                <c:pt idx="387">
                  <c:v>1.7103523700000001</c:v>
                </c:pt>
                <c:pt idx="388">
                  <c:v>1.757960642</c:v>
                </c:pt>
                <c:pt idx="389">
                  <c:v>1.755580229</c:v>
                </c:pt>
                <c:pt idx="390">
                  <c:v>0</c:v>
                </c:pt>
                <c:pt idx="391">
                  <c:v>5.6205299049999997</c:v>
                </c:pt>
                <c:pt idx="392">
                  <c:v>0</c:v>
                </c:pt>
                <c:pt idx="393">
                  <c:v>0</c:v>
                </c:pt>
                <c:pt idx="394">
                  <c:v>0</c:v>
                </c:pt>
                <c:pt idx="395">
                  <c:v>0</c:v>
                </c:pt>
                <c:pt idx="396">
                  <c:v>13.733311970000001</c:v>
                </c:pt>
                <c:pt idx="397">
                  <c:v>1.655231525</c:v>
                </c:pt>
                <c:pt idx="398">
                  <c:v>6.1259657689999996</c:v>
                </c:pt>
                <c:pt idx="399">
                  <c:v>1.5371799719999999</c:v>
                </c:pt>
                <c:pt idx="400">
                  <c:v>1.7666192620000001</c:v>
                </c:pt>
                <c:pt idx="401">
                  <c:v>0</c:v>
                </c:pt>
                <c:pt idx="402">
                  <c:v>3.7204235649999999</c:v>
                </c:pt>
                <c:pt idx="403">
                  <c:v>1.6574570829999999</c:v>
                </c:pt>
                <c:pt idx="404">
                  <c:v>1.7606054069999999</c:v>
                </c:pt>
                <c:pt idx="405">
                  <c:v>1.755447991</c:v>
                </c:pt>
                <c:pt idx="406">
                  <c:v>1.755705861</c:v>
                </c:pt>
                <c:pt idx="407">
                  <c:v>1.755692968</c:v>
                </c:pt>
                <c:pt idx="408">
                  <c:v>1.755693612</c:v>
                </c:pt>
                <c:pt idx="409">
                  <c:v>1.75569358</c:v>
                </c:pt>
                <c:pt idx="410">
                  <c:v>1.7556935819999999</c:v>
                </c:pt>
                <c:pt idx="411">
                  <c:v>1.7556935819999999</c:v>
                </c:pt>
                <c:pt idx="412">
                  <c:v>1.7556935819999999</c:v>
                </c:pt>
                <c:pt idx="413">
                  <c:v>1.7556935819999999</c:v>
                </c:pt>
                <c:pt idx="414">
                  <c:v>1.7556935819999999</c:v>
                </c:pt>
                <c:pt idx="415">
                  <c:v>1.7556935819999999</c:v>
                </c:pt>
                <c:pt idx="416">
                  <c:v>1.7556935819999999</c:v>
                </c:pt>
                <c:pt idx="417">
                  <c:v>1.7556935819999999</c:v>
                </c:pt>
                <c:pt idx="418">
                  <c:v>1.7556935819999999</c:v>
                </c:pt>
                <c:pt idx="419">
                  <c:v>1.7556935819999999</c:v>
                </c:pt>
                <c:pt idx="420">
                  <c:v>1.7556935819999999</c:v>
                </c:pt>
                <c:pt idx="421">
                  <c:v>1.7556935819999999</c:v>
                </c:pt>
                <c:pt idx="422">
                  <c:v>1.7556935819999999</c:v>
                </c:pt>
                <c:pt idx="423">
                  <c:v>1.7556935819999999</c:v>
                </c:pt>
                <c:pt idx="424">
                  <c:v>1.7556935819999999</c:v>
                </c:pt>
                <c:pt idx="425">
                  <c:v>1.7556935819999999</c:v>
                </c:pt>
                <c:pt idx="426">
                  <c:v>1.7556935819999999</c:v>
                </c:pt>
                <c:pt idx="427">
                  <c:v>1.7556935819999999</c:v>
                </c:pt>
                <c:pt idx="428">
                  <c:v>1.7556935819999999</c:v>
                </c:pt>
                <c:pt idx="429">
                  <c:v>0</c:v>
                </c:pt>
                <c:pt idx="430">
                  <c:v>0</c:v>
                </c:pt>
                <c:pt idx="431">
                  <c:v>12.98565</c:v>
                </c:pt>
                <c:pt idx="432">
                  <c:v>7.3190254909999997</c:v>
                </c:pt>
                <c:pt idx="433">
                  <c:v>1.477526986</c:v>
                </c:pt>
                <c:pt idx="434">
                  <c:v>1.7696019119999999</c:v>
                </c:pt>
                <c:pt idx="435">
                  <c:v>1.7549981649999999</c:v>
                </c:pt>
                <c:pt idx="436">
                  <c:v>1.7557283530000001</c:v>
                </c:pt>
                <c:pt idx="437">
                  <c:v>0</c:v>
                </c:pt>
                <c:pt idx="438">
                  <c:v>6.5666747479999996</c:v>
                </c:pt>
                <c:pt idx="439">
                  <c:v>1.515144523</c:v>
                </c:pt>
                <c:pt idx="440">
                  <c:v>1.7677210350000001</c:v>
                </c:pt>
                <c:pt idx="441">
                  <c:v>1.7550922090000001</c:v>
                </c:pt>
                <c:pt idx="442">
                  <c:v>1.75572365</c:v>
                </c:pt>
                <c:pt idx="443">
                  <c:v>1.755692078</c:v>
                </c:pt>
                <c:pt idx="444">
                  <c:v>1.7556936569999999</c:v>
                </c:pt>
                <c:pt idx="445">
                  <c:v>1.755693578</c:v>
                </c:pt>
                <c:pt idx="446">
                  <c:v>1.7556935819999999</c:v>
                </c:pt>
                <c:pt idx="447">
                  <c:v>1.7556935819999999</c:v>
                </c:pt>
                <c:pt idx="448">
                  <c:v>1.7556935819999999</c:v>
                </c:pt>
                <c:pt idx="449">
                  <c:v>0</c:v>
                </c:pt>
                <c:pt idx="450">
                  <c:v>0</c:v>
                </c:pt>
                <c:pt idx="451">
                  <c:v>0</c:v>
                </c:pt>
                <c:pt idx="452">
                  <c:v>0</c:v>
                </c:pt>
                <c:pt idx="453">
                  <c:v>0</c:v>
                </c:pt>
                <c:pt idx="454">
                  <c:v>0</c:v>
                </c:pt>
                <c:pt idx="455">
                  <c:v>10.171530000000001</c:v>
                </c:pt>
                <c:pt idx="456">
                  <c:v>0.79827442900000001</c:v>
                </c:pt>
                <c:pt idx="457">
                  <c:v>0.46433462399999997</c:v>
                </c:pt>
                <c:pt idx="458">
                  <c:v>0.61152879599999999</c:v>
                </c:pt>
                <c:pt idx="459">
                  <c:v>0</c:v>
                </c:pt>
                <c:pt idx="460">
                  <c:v>1.048388796</c:v>
                </c:pt>
                <c:pt idx="461">
                  <c:v>2.5773351999999999E-2</c:v>
                </c:pt>
                <c:pt idx="462">
                  <c:v>5.5630253109999996</c:v>
                </c:pt>
                <c:pt idx="463">
                  <c:v>0</c:v>
                </c:pt>
                <c:pt idx="464">
                  <c:v>15.6584938</c:v>
                </c:pt>
                <c:pt idx="465">
                  <c:v>1.060553571</c:v>
                </c:pt>
                <c:pt idx="466">
                  <c:v>1.7904505820000001</c:v>
                </c:pt>
                <c:pt idx="467">
                  <c:v>1.7539557320000001</c:v>
                </c:pt>
                <c:pt idx="468">
                  <c:v>1.755780474</c:v>
                </c:pt>
                <c:pt idx="469">
                  <c:v>1.7556892369999999</c:v>
                </c:pt>
                <c:pt idx="470">
                  <c:v>1.7556937990000001</c:v>
                </c:pt>
                <c:pt idx="471">
                  <c:v>1.7556935709999999</c:v>
                </c:pt>
                <c:pt idx="472">
                  <c:v>1.7556935819999999</c:v>
                </c:pt>
                <c:pt idx="473">
                  <c:v>0</c:v>
                </c:pt>
                <c:pt idx="474">
                  <c:v>0</c:v>
                </c:pt>
                <c:pt idx="475">
                  <c:v>0</c:v>
                </c:pt>
                <c:pt idx="476">
                  <c:v>0</c:v>
                </c:pt>
                <c:pt idx="477">
                  <c:v>0</c:v>
                </c:pt>
                <c:pt idx="478">
                  <c:v>0</c:v>
                </c:pt>
                <c:pt idx="479">
                  <c:v>2.6663080159999999</c:v>
                </c:pt>
                <c:pt idx="480">
                  <c:v>0</c:v>
                </c:pt>
                <c:pt idx="481">
                  <c:v>4.6823324980000001</c:v>
                </c:pt>
                <c:pt idx="482">
                  <c:v>5.0235781460000002</c:v>
                </c:pt>
                <c:pt idx="483">
                  <c:v>11.621054450000001</c:v>
                </c:pt>
                <c:pt idx="484">
                  <c:v>1.2624255390000001</c:v>
                </c:pt>
                <c:pt idx="485">
                  <c:v>1.780356984</c:v>
                </c:pt>
                <c:pt idx="486">
                  <c:v>1.754460412</c:v>
                </c:pt>
                <c:pt idx="487">
                  <c:v>1.7557552400000001</c:v>
                </c:pt>
                <c:pt idx="488">
                  <c:v>0</c:v>
                </c:pt>
                <c:pt idx="489">
                  <c:v>0</c:v>
                </c:pt>
                <c:pt idx="490">
                  <c:v>8.3440111619999993</c:v>
                </c:pt>
                <c:pt idx="491">
                  <c:v>1.168399556</c:v>
                </c:pt>
                <c:pt idx="492">
                  <c:v>0</c:v>
                </c:pt>
                <c:pt idx="493">
                  <c:v>0</c:v>
                </c:pt>
                <c:pt idx="494">
                  <c:v>11.60101221</c:v>
                </c:pt>
                <c:pt idx="495">
                  <c:v>0</c:v>
                </c:pt>
                <c:pt idx="496">
                  <c:v>0</c:v>
                </c:pt>
                <c:pt idx="497">
                  <c:v>0</c:v>
                </c:pt>
                <c:pt idx="498">
                  <c:v>0</c:v>
                </c:pt>
                <c:pt idx="499">
                  <c:v>0</c:v>
                </c:pt>
                <c:pt idx="500">
                  <c:v>0.66423934299999998</c:v>
                </c:pt>
                <c:pt idx="501">
                  <c:v>8.9685000000000006</c:v>
                </c:pt>
                <c:pt idx="502">
                  <c:v>11.322613130000001</c:v>
                </c:pt>
                <c:pt idx="503">
                  <c:v>1.453113415</c:v>
                </c:pt>
                <c:pt idx="504">
                  <c:v>1.7708225900000001</c:v>
                </c:pt>
                <c:pt idx="505">
                  <c:v>1.7549371309999999</c:v>
                </c:pt>
                <c:pt idx="506">
                  <c:v>1.7557314040000001</c:v>
                </c:pt>
                <c:pt idx="507">
                  <c:v>1.755691691</c:v>
                </c:pt>
                <c:pt idx="508">
                  <c:v>1.7556936759999999</c:v>
                </c:pt>
                <c:pt idx="509">
                  <c:v>1.7556935769999999</c:v>
                </c:pt>
                <c:pt idx="510">
                  <c:v>1.7556935819999999</c:v>
                </c:pt>
                <c:pt idx="511">
                  <c:v>1.7556935819999999</c:v>
                </c:pt>
                <c:pt idx="512">
                  <c:v>1.7556935819999999</c:v>
                </c:pt>
                <c:pt idx="513">
                  <c:v>1.7556935819999999</c:v>
                </c:pt>
                <c:pt idx="514">
                  <c:v>1.7556935819999999</c:v>
                </c:pt>
                <c:pt idx="515">
                  <c:v>1.7556935819999999</c:v>
                </c:pt>
                <c:pt idx="516">
                  <c:v>1.7556935819999999</c:v>
                </c:pt>
                <c:pt idx="517">
                  <c:v>1.7556935819999999</c:v>
                </c:pt>
                <c:pt idx="518">
                  <c:v>1.7556935819999999</c:v>
                </c:pt>
                <c:pt idx="519">
                  <c:v>1.7556935819999999</c:v>
                </c:pt>
                <c:pt idx="520">
                  <c:v>1.7556935819999999</c:v>
                </c:pt>
                <c:pt idx="521">
                  <c:v>1.7556935819999999</c:v>
                </c:pt>
                <c:pt idx="522">
                  <c:v>0.50534999999999997</c:v>
                </c:pt>
                <c:pt idx="523">
                  <c:v>3.0060371639999999</c:v>
                </c:pt>
                <c:pt idx="524">
                  <c:v>0</c:v>
                </c:pt>
                <c:pt idx="525">
                  <c:v>4.426948125</c:v>
                </c:pt>
                <c:pt idx="526">
                  <c:v>3.736077452</c:v>
                </c:pt>
                <c:pt idx="527">
                  <c:v>1.6566743880000001</c:v>
                </c:pt>
                <c:pt idx="528">
                  <c:v>1.760644541</c:v>
                </c:pt>
                <c:pt idx="529">
                  <c:v>1.755446034</c:v>
                </c:pt>
                <c:pt idx="530">
                  <c:v>1.7557059589999999</c:v>
                </c:pt>
                <c:pt idx="531">
                  <c:v>1.755692963</c:v>
                </c:pt>
                <c:pt idx="532">
                  <c:v>1.755693613</c:v>
                </c:pt>
                <c:pt idx="533">
                  <c:v>1.75569358</c:v>
                </c:pt>
                <c:pt idx="534">
                  <c:v>1.7556935819999999</c:v>
                </c:pt>
                <c:pt idx="535">
                  <c:v>1.7556935819999999</c:v>
                </c:pt>
                <c:pt idx="536">
                  <c:v>1.7556935819999999</c:v>
                </c:pt>
                <c:pt idx="537">
                  <c:v>1.7556935819999999</c:v>
                </c:pt>
                <c:pt idx="538">
                  <c:v>1.7556935819999999</c:v>
                </c:pt>
                <c:pt idx="539">
                  <c:v>1.7556935819999999</c:v>
                </c:pt>
                <c:pt idx="540">
                  <c:v>1.7556935819999999</c:v>
                </c:pt>
                <c:pt idx="541">
                  <c:v>1.7556935819999999</c:v>
                </c:pt>
                <c:pt idx="542">
                  <c:v>1.7556935819999999</c:v>
                </c:pt>
                <c:pt idx="543">
                  <c:v>1.7556935819999999</c:v>
                </c:pt>
                <c:pt idx="544">
                  <c:v>1.7556935819999999</c:v>
                </c:pt>
                <c:pt idx="545">
                  <c:v>1.7556935819999999</c:v>
                </c:pt>
                <c:pt idx="546">
                  <c:v>1.7556935819999999</c:v>
                </c:pt>
                <c:pt idx="547">
                  <c:v>1.7556935819999999</c:v>
                </c:pt>
                <c:pt idx="548">
                  <c:v>0</c:v>
                </c:pt>
                <c:pt idx="549">
                  <c:v>0</c:v>
                </c:pt>
                <c:pt idx="550">
                  <c:v>0</c:v>
                </c:pt>
                <c:pt idx="551">
                  <c:v>11.471220000000001</c:v>
                </c:pt>
                <c:pt idx="552">
                  <c:v>9.0506469719999991</c:v>
                </c:pt>
                <c:pt idx="553">
                  <c:v>1.3909459120000001</c:v>
                </c:pt>
                <c:pt idx="554">
                  <c:v>1.7739309649999999</c:v>
                </c:pt>
                <c:pt idx="555">
                  <c:v>1.7547817130000001</c:v>
                </c:pt>
                <c:pt idx="556">
                  <c:v>0</c:v>
                </c:pt>
                <c:pt idx="557">
                  <c:v>0</c:v>
                </c:pt>
                <c:pt idx="558">
                  <c:v>0</c:v>
                </c:pt>
                <c:pt idx="559">
                  <c:v>0</c:v>
                </c:pt>
                <c:pt idx="560">
                  <c:v>0</c:v>
                </c:pt>
                <c:pt idx="561">
                  <c:v>0</c:v>
                </c:pt>
                <c:pt idx="562">
                  <c:v>0</c:v>
                </c:pt>
                <c:pt idx="563">
                  <c:v>13.867993520000001</c:v>
                </c:pt>
                <c:pt idx="564">
                  <c:v>4.0248909729999998</c:v>
                </c:pt>
                <c:pt idx="565">
                  <c:v>3.9381963569999998</c:v>
                </c:pt>
                <c:pt idx="566">
                  <c:v>1.646568443</c:v>
                </c:pt>
                <c:pt idx="567">
                  <c:v>1.761149839</c:v>
                </c:pt>
                <c:pt idx="568">
                  <c:v>0</c:v>
                </c:pt>
                <c:pt idx="569">
                  <c:v>0</c:v>
                </c:pt>
                <c:pt idx="570">
                  <c:v>3.5855100000000002</c:v>
                </c:pt>
                <c:pt idx="571">
                  <c:v>5.6344500000000002</c:v>
                </c:pt>
                <c:pt idx="572">
                  <c:v>5.9994899999999998</c:v>
                </c:pt>
                <c:pt idx="573">
                  <c:v>5.9422499999999996</c:v>
                </c:pt>
                <c:pt idx="574">
                  <c:v>1.8114797279999999</c:v>
                </c:pt>
                <c:pt idx="575">
                  <c:v>1.752904274</c:v>
                </c:pt>
                <c:pt idx="576">
                  <c:v>1.7558330470000001</c:v>
                </c:pt>
                <c:pt idx="577">
                  <c:v>1.7556866090000001</c:v>
                </c:pt>
                <c:pt idx="578">
                  <c:v>1.7556939300000001</c:v>
                </c:pt>
                <c:pt idx="579">
                  <c:v>4.8394429000000003E-2</c:v>
                </c:pt>
                <c:pt idx="580">
                  <c:v>0.32962976599999999</c:v>
                </c:pt>
                <c:pt idx="581">
                  <c:v>3.3316456460000001</c:v>
                </c:pt>
                <c:pt idx="582">
                  <c:v>3.0753396130000001</c:v>
                </c:pt>
                <c:pt idx="583">
                  <c:v>1.68971128</c:v>
                </c:pt>
                <c:pt idx="584">
                  <c:v>1.758992697</c:v>
                </c:pt>
                <c:pt idx="585">
                  <c:v>1.755528626</c:v>
                </c:pt>
                <c:pt idx="586">
                  <c:v>1.75570183</c:v>
                </c:pt>
                <c:pt idx="587">
                  <c:v>1.7556931689999999</c:v>
                </c:pt>
                <c:pt idx="588">
                  <c:v>1.755693602</c:v>
                </c:pt>
                <c:pt idx="589">
                  <c:v>0</c:v>
                </c:pt>
                <c:pt idx="590">
                  <c:v>2.649588064</c:v>
                </c:pt>
                <c:pt idx="591">
                  <c:v>0</c:v>
                </c:pt>
                <c:pt idx="592">
                  <c:v>3.0952391239999999</c:v>
                </c:pt>
                <c:pt idx="593">
                  <c:v>4.4660240560000002</c:v>
                </c:pt>
                <c:pt idx="594">
                  <c:v>1.6201770579999999</c:v>
                </c:pt>
                <c:pt idx="595">
                  <c:v>1.7624694080000001</c:v>
                </c:pt>
                <c:pt idx="596">
                  <c:v>1.7553547899999999</c:v>
                </c:pt>
                <c:pt idx="597">
                  <c:v>1.7557105209999999</c:v>
                </c:pt>
                <c:pt idx="598">
                  <c:v>1.755692735</c:v>
                </c:pt>
                <c:pt idx="599">
                  <c:v>1.7556936240000001</c:v>
                </c:pt>
                <c:pt idx="600">
                  <c:v>1.75569358</c:v>
                </c:pt>
                <c:pt idx="601">
                  <c:v>1.7556935819999999</c:v>
                </c:pt>
                <c:pt idx="602">
                  <c:v>1.7556935819999999</c:v>
                </c:pt>
                <c:pt idx="603">
                  <c:v>1.7556935819999999</c:v>
                </c:pt>
                <c:pt idx="604">
                  <c:v>0</c:v>
                </c:pt>
                <c:pt idx="605">
                  <c:v>1.138028796</c:v>
                </c:pt>
                <c:pt idx="606">
                  <c:v>0</c:v>
                </c:pt>
                <c:pt idx="607">
                  <c:v>0</c:v>
                </c:pt>
                <c:pt idx="608">
                  <c:v>0</c:v>
                </c:pt>
                <c:pt idx="609">
                  <c:v>0</c:v>
                </c:pt>
                <c:pt idx="610">
                  <c:v>0</c:v>
                </c:pt>
                <c:pt idx="611">
                  <c:v>19.378371139999999</c:v>
                </c:pt>
                <c:pt idx="612">
                  <c:v>0.87455970400000005</c:v>
                </c:pt>
                <c:pt idx="613">
                  <c:v>1.7997502759999999</c:v>
                </c:pt>
                <c:pt idx="614">
                  <c:v>1.7534907470000001</c:v>
                </c:pt>
                <c:pt idx="615">
                  <c:v>1.755803724</c:v>
                </c:pt>
                <c:pt idx="616">
                  <c:v>0</c:v>
                </c:pt>
                <c:pt idx="617">
                  <c:v>0</c:v>
                </c:pt>
                <c:pt idx="618">
                  <c:v>0</c:v>
                </c:pt>
                <c:pt idx="619">
                  <c:v>0</c:v>
                </c:pt>
                <c:pt idx="620">
                  <c:v>0</c:v>
                </c:pt>
                <c:pt idx="621">
                  <c:v>7.3676700000000004</c:v>
                </c:pt>
                <c:pt idx="622">
                  <c:v>7.0053299999999998</c:v>
                </c:pt>
                <c:pt idx="623">
                  <c:v>7.3524707979999997</c:v>
                </c:pt>
                <c:pt idx="624">
                  <c:v>1.4758547209999999</c:v>
                </c:pt>
                <c:pt idx="625">
                  <c:v>1.7696855250000001</c:v>
                </c:pt>
                <c:pt idx="626">
                  <c:v>1.754993985</c:v>
                </c:pt>
                <c:pt idx="627">
                  <c:v>1.755728562</c:v>
                </c:pt>
                <c:pt idx="628">
                  <c:v>1.755691833</c:v>
                </c:pt>
                <c:pt idx="629">
                  <c:v>1.755693669</c:v>
                </c:pt>
                <c:pt idx="630">
                  <c:v>1.7556935769999999</c:v>
                </c:pt>
                <c:pt idx="631">
                  <c:v>0</c:v>
                </c:pt>
                <c:pt idx="632">
                  <c:v>9.0375105609999995</c:v>
                </c:pt>
                <c:pt idx="633">
                  <c:v>0.89024751899999999</c:v>
                </c:pt>
                <c:pt idx="634">
                  <c:v>0</c:v>
                </c:pt>
                <c:pt idx="635">
                  <c:v>0</c:v>
                </c:pt>
                <c:pt idx="636">
                  <c:v>4.3084738170000003</c:v>
                </c:pt>
                <c:pt idx="637">
                  <c:v>0</c:v>
                </c:pt>
                <c:pt idx="638">
                  <c:v>7.9015117449999996</c:v>
                </c:pt>
                <c:pt idx="639">
                  <c:v>9.3538625369999995</c:v>
                </c:pt>
                <c:pt idx="640">
                  <c:v>1.375785134</c:v>
                </c:pt>
                <c:pt idx="641">
                  <c:v>1.7746890040000001</c:v>
                </c:pt>
                <c:pt idx="642">
                  <c:v>0.473574208</c:v>
                </c:pt>
                <c:pt idx="643">
                  <c:v>4.2605087E-2</c:v>
                </c:pt>
                <c:pt idx="644">
                  <c:v>0</c:v>
                </c:pt>
                <c:pt idx="645">
                  <c:v>0</c:v>
                </c:pt>
                <c:pt idx="646">
                  <c:v>0</c:v>
                </c:pt>
                <c:pt idx="647">
                  <c:v>12.32330544</c:v>
                </c:pt>
                <c:pt idx="648">
                  <c:v>6.015320064</c:v>
                </c:pt>
                <c:pt idx="649">
                  <c:v>5.2764624000000003E-2</c:v>
                </c:pt>
                <c:pt idx="650">
                  <c:v>0</c:v>
                </c:pt>
                <c:pt idx="651">
                  <c:v>0</c:v>
                </c:pt>
                <c:pt idx="652">
                  <c:v>3.0889999019999999</c:v>
                </c:pt>
                <c:pt idx="653">
                  <c:v>10.01534653</c:v>
                </c:pt>
                <c:pt idx="654">
                  <c:v>1.3427109340000001</c:v>
                </c:pt>
                <c:pt idx="655">
                  <c:v>0.38538937299999998</c:v>
                </c:pt>
                <c:pt idx="656">
                  <c:v>0</c:v>
                </c:pt>
                <c:pt idx="657">
                  <c:v>8.1018068549999995</c:v>
                </c:pt>
                <c:pt idx="658">
                  <c:v>1.4383879180000001</c:v>
                </c:pt>
                <c:pt idx="659">
                  <c:v>1.771558865</c:v>
                </c:pt>
                <c:pt idx="660">
                  <c:v>1.754900318</c:v>
                </c:pt>
                <c:pt idx="661">
                  <c:v>1.7557332450000001</c:v>
                </c:pt>
                <c:pt idx="662">
                  <c:v>1.7556915989999999</c:v>
                </c:pt>
                <c:pt idx="663">
                  <c:v>1.7556936809999999</c:v>
                </c:pt>
                <c:pt idx="664">
                  <c:v>1.7556935769999999</c:v>
                </c:pt>
                <c:pt idx="665">
                  <c:v>0</c:v>
                </c:pt>
                <c:pt idx="666">
                  <c:v>8.2717754390000007</c:v>
                </c:pt>
                <c:pt idx="667">
                  <c:v>7.0183484360000001</c:v>
                </c:pt>
                <c:pt idx="668">
                  <c:v>0</c:v>
                </c:pt>
                <c:pt idx="669">
                  <c:v>0</c:v>
                </c:pt>
                <c:pt idx="670">
                  <c:v>0</c:v>
                </c:pt>
                <c:pt idx="671">
                  <c:v>4.0781600640000004</c:v>
                </c:pt>
                <c:pt idx="672">
                  <c:v>0</c:v>
                </c:pt>
                <c:pt idx="673">
                  <c:v>1.5991872220000001</c:v>
                </c:pt>
                <c:pt idx="674">
                  <c:v>2.8316899019999999</c:v>
                </c:pt>
                <c:pt idx="675">
                  <c:v>3.8770929359999999</c:v>
                </c:pt>
                <c:pt idx="676">
                  <c:v>0</c:v>
                </c:pt>
                <c:pt idx="677">
                  <c:v>2.0443272220000002</c:v>
                </c:pt>
                <c:pt idx="678">
                  <c:v>0</c:v>
                </c:pt>
                <c:pt idx="679">
                  <c:v>9.5088600000000003</c:v>
                </c:pt>
                <c:pt idx="680">
                  <c:v>10.895875520000001</c:v>
                </c:pt>
                <c:pt idx="681">
                  <c:v>1.2986844850000001</c:v>
                </c:pt>
                <c:pt idx="682">
                  <c:v>1.7785440370000001</c:v>
                </c:pt>
                <c:pt idx="683">
                  <c:v>1.754551059</c:v>
                </c:pt>
                <c:pt idx="684">
                  <c:v>1.7557507080000001</c:v>
                </c:pt>
                <c:pt idx="685">
                  <c:v>1.755690725</c:v>
                </c:pt>
                <c:pt idx="686">
                  <c:v>1.755693725</c:v>
                </c:pt>
                <c:pt idx="687">
                  <c:v>1.755693575</c:v>
                </c:pt>
                <c:pt idx="688">
                  <c:v>1.7556935819999999</c:v>
                </c:pt>
                <c:pt idx="689">
                  <c:v>0</c:v>
                </c:pt>
                <c:pt idx="690">
                  <c:v>0</c:v>
                </c:pt>
                <c:pt idx="691">
                  <c:v>6.50007</c:v>
                </c:pt>
                <c:pt idx="692">
                  <c:v>8.3024100000000001</c:v>
                </c:pt>
                <c:pt idx="693">
                  <c:v>8.3134920000000001E-2</c:v>
                </c:pt>
                <c:pt idx="694">
                  <c:v>7.7941799999999999</c:v>
                </c:pt>
                <c:pt idx="695">
                  <c:v>1.9334209929999999</c:v>
                </c:pt>
                <c:pt idx="696">
                  <c:v>1.7468072109999999</c:v>
                </c:pt>
                <c:pt idx="697">
                  <c:v>1.7561378999999999</c:v>
                </c:pt>
                <c:pt idx="698">
                  <c:v>1.7556713660000001</c:v>
                </c:pt>
                <c:pt idx="699">
                  <c:v>1.7556946929999999</c:v>
                </c:pt>
                <c:pt idx="700">
                  <c:v>1.7556935259999999</c:v>
                </c:pt>
                <c:pt idx="701">
                  <c:v>1.7556935849999999</c:v>
                </c:pt>
                <c:pt idx="702">
                  <c:v>0</c:v>
                </c:pt>
                <c:pt idx="703">
                  <c:v>3.7857950869999999</c:v>
                </c:pt>
                <c:pt idx="704">
                  <c:v>9.5325676139999995</c:v>
                </c:pt>
                <c:pt idx="705">
                  <c:v>1.36684988</c:v>
                </c:pt>
                <c:pt idx="706">
                  <c:v>1.7751357670000001</c:v>
                </c:pt>
                <c:pt idx="707">
                  <c:v>1.754721473</c:v>
                </c:pt>
                <c:pt idx="708">
                  <c:v>1.7557421870000001</c:v>
                </c:pt>
                <c:pt idx="709">
                  <c:v>1.755691152</c:v>
                </c:pt>
                <c:pt idx="710">
                  <c:v>1.7556937029999999</c:v>
                </c:pt>
                <c:pt idx="711">
                  <c:v>1.7556935760000001</c:v>
                </c:pt>
                <c:pt idx="712">
                  <c:v>1.7556935819999999</c:v>
                </c:pt>
                <c:pt idx="713">
                  <c:v>0</c:v>
                </c:pt>
                <c:pt idx="714">
                  <c:v>0</c:v>
                </c:pt>
                <c:pt idx="715">
                  <c:v>1.8871199999999999</c:v>
                </c:pt>
                <c:pt idx="716">
                  <c:v>0</c:v>
                </c:pt>
                <c:pt idx="717">
                  <c:v>6.4851299999999998</c:v>
                </c:pt>
                <c:pt idx="718">
                  <c:v>0</c:v>
                </c:pt>
                <c:pt idx="719">
                  <c:v>0</c:v>
                </c:pt>
                <c:pt idx="720">
                  <c:v>2.4289872219999999</c:v>
                </c:pt>
                <c:pt idx="721">
                  <c:v>0</c:v>
                </c:pt>
                <c:pt idx="722">
                  <c:v>11.508057770000001</c:v>
                </c:pt>
                <c:pt idx="723">
                  <c:v>0.33523915700000001</c:v>
                </c:pt>
                <c:pt idx="724">
                  <c:v>0</c:v>
                </c:pt>
                <c:pt idx="725">
                  <c:v>0</c:v>
                </c:pt>
                <c:pt idx="726">
                  <c:v>0</c:v>
                </c:pt>
                <c:pt idx="727">
                  <c:v>0</c:v>
                </c:pt>
                <c:pt idx="728">
                  <c:v>10.53843444</c:v>
                </c:pt>
                <c:pt idx="729">
                  <c:v>0.38580868800000001</c:v>
                </c:pt>
                <c:pt idx="730">
                  <c:v>10.845346019999999</c:v>
                </c:pt>
                <c:pt idx="731">
                  <c:v>1.3012109599999999</c:v>
                </c:pt>
                <c:pt idx="732">
                  <c:v>1.7784177130000001</c:v>
                </c:pt>
                <c:pt idx="733">
                  <c:v>1.7545573750000001</c:v>
                </c:pt>
                <c:pt idx="734">
                  <c:v>1.7557503919999999</c:v>
                </c:pt>
                <c:pt idx="735">
                  <c:v>0</c:v>
                </c:pt>
                <c:pt idx="736">
                  <c:v>11.00010211</c:v>
                </c:pt>
                <c:pt idx="737">
                  <c:v>2.0790453979999999</c:v>
                </c:pt>
                <c:pt idx="738">
                  <c:v>0</c:v>
                </c:pt>
                <c:pt idx="739">
                  <c:v>0</c:v>
                </c:pt>
                <c:pt idx="740">
                  <c:v>0</c:v>
                </c:pt>
                <c:pt idx="741">
                  <c:v>0</c:v>
                </c:pt>
                <c:pt idx="742">
                  <c:v>0</c:v>
                </c:pt>
                <c:pt idx="743">
                  <c:v>2.7676715860000001</c:v>
                </c:pt>
                <c:pt idx="744">
                  <c:v>0</c:v>
                </c:pt>
                <c:pt idx="745">
                  <c:v>0</c:v>
                </c:pt>
                <c:pt idx="746">
                  <c:v>4.2359568359999997</c:v>
                </c:pt>
                <c:pt idx="747">
                  <c:v>0</c:v>
                </c:pt>
                <c:pt idx="748">
                  <c:v>3.9710956460000002</c:v>
                </c:pt>
                <c:pt idx="749">
                  <c:v>6.3475171059999997</c:v>
                </c:pt>
                <c:pt idx="750">
                  <c:v>0</c:v>
                </c:pt>
                <c:pt idx="751">
                  <c:v>0</c:v>
                </c:pt>
                <c:pt idx="752">
                  <c:v>0</c:v>
                </c:pt>
                <c:pt idx="753">
                  <c:v>0</c:v>
                </c:pt>
                <c:pt idx="754">
                  <c:v>0.12658829299999999</c:v>
                </c:pt>
                <c:pt idx="755">
                  <c:v>0.112557035</c:v>
                </c:pt>
                <c:pt idx="756">
                  <c:v>3.8649553000000001</c:v>
                </c:pt>
                <c:pt idx="757">
                  <c:v>0</c:v>
                </c:pt>
                <c:pt idx="758">
                  <c:v>0</c:v>
                </c:pt>
                <c:pt idx="759">
                  <c:v>4.685993893</c:v>
                </c:pt>
                <c:pt idx="760">
                  <c:v>10.73924886</c:v>
                </c:pt>
                <c:pt idx="761">
                  <c:v>5.6891669719999998</c:v>
                </c:pt>
                <c:pt idx="762">
                  <c:v>0</c:v>
                </c:pt>
                <c:pt idx="763">
                  <c:v>0</c:v>
                </c:pt>
                <c:pt idx="764">
                  <c:v>2.92869</c:v>
                </c:pt>
                <c:pt idx="765">
                  <c:v>0</c:v>
                </c:pt>
                <c:pt idx="766">
                  <c:v>0</c:v>
                </c:pt>
                <c:pt idx="767">
                  <c:v>0</c:v>
                </c:pt>
                <c:pt idx="768">
                  <c:v>0</c:v>
                </c:pt>
                <c:pt idx="769">
                  <c:v>7.13025178</c:v>
                </c:pt>
                <c:pt idx="770">
                  <c:v>13.14091605</c:v>
                </c:pt>
                <c:pt idx="771">
                  <c:v>1.1864324589999999</c:v>
                </c:pt>
                <c:pt idx="772">
                  <c:v>1.784156638</c:v>
                </c:pt>
                <c:pt idx="773">
                  <c:v>1.754270429</c:v>
                </c:pt>
                <c:pt idx="774">
                  <c:v>1.755764739</c:v>
                </c:pt>
                <c:pt idx="775">
                  <c:v>0</c:v>
                </c:pt>
                <c:pt idx="776">
                  <c:v>0</c:v>
                </c:pt>
                <c:pt idx="777">
                  <c:v>5.854603183</c:v>
                </c:pt>
                <c:pt idx="778">
                  <c:v>8.4968420429999991</c:v>
                </c:pt>
                <c:pt idx="779">
                  <c:v>1.4186361590000001</c:v>
                </c:pt>
                <c:pt idx="780">
                  <c:v>1.7725464529999999</c:v>
                </c:pt>
                <c:pt idx="781">
                  <c:v>1.7548509379999999</c:v>
                </c:pt>
                <c:pt idx="782">
                  <c:v>1.7557357140000001</c:v>
                </c:pt>
                <c:pt idx="783">
                  <c:v>1.7556914749999999</c:v>
                </c:pt>
                <c:pt idx="784">
                  <c:v>1.7556936869999999</c:v>
                </c:pt>
                <c:pt idx="785">
                  <c:v>0</c:v>
                </c:pt>
                <c:pt idx="786">
                  <c:v>0</c:v>
                </c:pt>
                <c:pt idx="787">
                  <c:v>0</c:v>
                </c:pt>
                <c:pt idx="788">
                  <c:v>3.0954431250000001</c:v>
                </c:pt>
                <c:pt idx="789">
                  <c:v>5.4041625</c:v>
                </c:pt>
                <c:pt idx="790">
                  <c:v>8.2266581250000002</c:v>
                </c:pt>
                <c:pt idx="791">
                  <c:v>5.9206173800000004</c:v>
                </c:pt>
                <c:pt idx="792">
                  <c:v>1.547447392</c:v>
                </c:pt>
                <c:pt idx="793">
                  <c:v>1.766105891</c:v>
                </c:pt>
                <c:pt idx="794">
                  <c:v>1.7551729659999999</c:v>
                </c:pt>
                <c:pt idx="795">
                  <c:v>1.7557196129999999</c:v>
                </c:pt>
                <c:pt idx="796">
                  <c:v>1.7556922800000001</c:v>
                </c:pt>
                <c:pt idx="797">
                  <c:v>1.755693647</c:v>
                </c:pt>
                <c:pt idx="798">
                  <c:v>1.7556935789999999</c:v>
                </c:pt>
                <c:pt idx="799">
                  <c:v>0</c:v>
                </c:pt>
                <c:pt idx="800">
                  <c:v>7.1695762040000002</c:v>
                </c:pt>
                <c:pt idx="801">
                  <c:v>1.484999451</c:v>
                </c:pt>
                <c:pt idx="802">
                  <c:v>1.7692282880000001</c:v>
                </c:pt>
                <c:pt idx="803">
                  <c:v>1.755016846</c:v>
                </c:pt>
                <c:pt idx="804">
                  <c:v>1.7557274190000001</c:v>
                </c:pt>
                <c:pt idx="805">
                  <c:v>1.75569189</c:v>
                </c:pt>
                <c:pt idx="806">
                  <c:v>1.755693666</c:v>
                </c:pt>
                <c:pt idx="807">
                  <c:v>1.755693578</c:v>
                </c:pt>
                <c:pt idx="808">
                  <c:v>1.7556935819999999</c:v>
                </c:pt>
                <c:pt idx="809">
                  <c:v>0</c:v>
                </c:pt>
                <c:pt idx="810">
                  <c:v>0</c:v>
                </c:pt>
                <c:pt idx="811">
                  <c:v>0</c:v>
                </c:pt>
                <c:pt idx="812">
                  <c:v>0</c:v>
                </c:pt>
                <c:pt idx="813">
                  <c:v>0</c:v>
                </c:pt>
                <c:pt idx="814">
                  <c:v>5.5493377700000002</c:v>
                </c:pt>
                <c:pt idx="815">
                  <c:v>0</c:v>
                </c:pt>
                <c:pt idx="816">
                  <c:v>0</c:v>
                </c:pt>
                <c:pt idx="817">
                  <c:v>0</c:v>
                </c:pt>
                <c:pt idx="818">
                  <c:v>5.5988015860000004</c:v>
                </c:pt>
                <c:pt idx="819">
                  <c:v>12.940757319999999</c:v>
                </c:pt>
                <c:pt idx="820">
                  <c:v>2.826595025</c:v>
                </c:pt>
                <c:pt idx="821">
                  <c:v>1.70214851</c:v>
                </c:pt>
                <c:pt idx="822">
                  <c:v>1.758370835</c:v>
                </c:pt>
                <c:pt idx="823">
                  <c:v>0</c:v>
                </c:pt>
                <c:pt idx="824">
                  <c:v>0.49592315100000001</c:v>
                </c:pt>
                <c:pt idx="825">
                  <c:v>1.82486635</c:v>
                </c:pt>
                <c:pt idx="826">
                  <c:v>7.2906148320000002</c:v>
                </c:pt>
                <c:pt idx="827">
                  <c:v>1.4789475190000001</c:v>
                </c:pt>
                <c:pt idx="828">
                  <c:v>1.769530885</c:v>
                </c:pt>
                <c:pt idx="829">
                  <c:v>1.7550017170000001</c:v>
                </c:pt>
                <c:pt idx="830">
                  <c:v>1.755728175</c:v>
                </c:pt>
                <c:pt idx="831">
                  <c:v>1.755691852</c:v>
                </c:pt>
                <c:pt idx="832">
                  <c:v>1.7556936679999999</c:v>
                </c:pt>
                <c:pt idx="833">
                  <c:v>1.7556935769999999</c:v>
                </c:pt>
                <c:pt idx="834">
                  <c:v>1.7556935819999999</c:v>
                </c:pt>
                <c:pt idx="835">
                  <c:v>0</c:v>
                </c:pt>
                <c:pt idx="836">
                  <c:v>0</c:v>
                </c:pt>
                <c:pt idx="837">
                  <c:v>0</c:v>
                </c:pt>
                <c:pt idx="838">
                  <c:v>3.0370415839999998</c:v>
                </c:pt>
                <c:pt idx="839">
                  <c:v>13.95841545</c:v>
                </c:pt>
                <c:pt idx="840">
                  <c:v>4.8555830990000004</c:v>
                </c:pt>
                <c:pt idx="841">
                  <c:v>1.600699106</c:v>
                </c:pt>
                <c:pt idx="842">
                  <c:v>1.7634433060000001</c:v>
                </c:pt>
                <c:pt idx="843">
                  <c:v>1.755306096</c:v>
                </c:pt>
                <c:pt idx="844">
                  <c:v>1.755712956</c:v>
                </c:pt>
                <c:pt idx="845">
                  <c:v>1.7556926129999999</c:v>
                </c:pt>
                <c:pt idx="846">
                  <c:v>1.7556936299999999</c:v>
                </c:pt>
                <c:pt idx="847">
                  <c:v>1.0759997370000001</c:v>
                </c:pt>
                <c:pt idx="848">
                  <c:v>2.4353874250000001</c:v>
                </c:pt>
                <c:pt idx="849">
                  <c:v>1.7217088899999999</c:v>
                </c:pt>
                <c:pt idx="850">
                  <c:v>1.7573928160000001</c:v>
                </c:pt>
                <c:pt idx="851">
                  <c:v>1.7556086200000001</c:v>
                </c:pt>
                <c:pt idx="852">
                  <c:v>1.7556978299999999</c:v>
                </c:pt>
                <c:pt idx="853">
                  <c:v>1.7556933690000001</c:v>
                </c:pt>
                <c:pt idx="854">
                  <c:v>1.7556935920000001</c:v>
                </c:pt>
                <c:pt idx="855">
                  <c:v>1.7556935810000001</c:v>
                </c:pt>
                <c:pt idx="856">
                  <c:v>1.7556935819999999</c:v>
                </c:pt>
                <c:pt idx="857">
                  <c:v>0</c:v>
                </c:pt>
                <c:pt idx="858">
                  <c:v>0</c:v>
                </c:pt>
                <c:pt idx="859">
                  <c:v>0</c:v>
                </c:pt>
                <c:pt idx="860">
                  <c:v>2.863877939</c:v>
                </c:pt>
                <c:pt idx="861">
                  <c:v>0</c:v>
                </c:pt>
                <c:pt idx="862">
                  <c:v>0</c:v>
                </c:pt>
                <c:pt idx="863">
                  <c:v>10.643885089999999</c:v>
                </c:pt>
                <c:pt idx="864">
                  <c:v>0</c:v>
                </c:pt>
                <c:pt idx="865">
                  <c:v>4.9514080160000002</c:v>
                </c:pt>
                <c:pt idx="866">
                  <c:v>9.662525123</c:v>
                </c:pt>
                <c:pt idx="867">
                  <c:v>1.360352005</c:v>
                </c:pt>
                <c:pt idx="868">
                  <c:v>1.7754606610000001</c:v>
                </c:pt>
                <c:pt idx="869">
                  <c:v>0</c:v>
                </c:pt>
                <c:pt idx="870">
                  <c:v>0</c:v>
                </c:pt>
                <c:pt idx="871">
                  <c:v>0</c:v>
                </c:pt>
                <c:pt idx="872">
                  <c:v>19.481839310000002</c:v>
                </c:pt>
                <c:pt idx="873">
                  <c:v>0.86938629499999998</c:v>
                </c:pt>
                <c:pt idx="874">
                  <c:v>1.8000089459999999</c:v>
                </c:pt>
                <c:pt idx="875">
                  <c:v>1.753477814</c:v>
                </c:pt>
                <c:pt idx="876">
                  <c:v>1.7558043699999999</c:v>
                </c:pt>
                <c:pt idx="877">
                  <c:v>1.7556880420000001</c:v>
                </c:pt>
                <c:pt idx="878">
                  <c:v>1.755693859</c:v>
                </c:pt>
                <c:pt idx="879">
                  <c:v>1.7556935680000001</c:v>
                </c:pt>
                <c:pt idx="880">
                  <c:v>1.7556935819999999</c:v>
                </c:pt>
                <c:pt idx="881">
                  <c:v>0</c:v>
                </c:pt>
                <c:pt idx="882">
                  <c:v>1.79537027</c:v>
                </c:pt>
                <c:pt idx="883">
                  <c:v>3.5317990520000002</c:v>
                </c:pt>
                <c:pt idx="884">
                  <c:v>2.9459925</c:v>
                </c:pt>
                <c:pt idx="885">
                  <c:v>0</c:v>
                </c:pt>
                <c:pt idx="886">
                  <c:v>0</c:v>
                </c:pt>
                <c:pt idx="887">
                  <c:v>7.4745278769999999</c:v>
                </c:pt>
                <c:pt idx="888">
                  <c:v>13.068839199999999</c:v>
                </c:pt>
                <c:pt idx="889">
                  <c:v>1.1900363009999999</c:v>
                </c:pt>
                <c:pt idx="890">
                  <c:v>1.783976446</c:v>
                </c:pt>
                <c:pt idx="891">
                  <c:v>1.7542794390000001</c:v>
                </c:pt>
                <c:pt idx="892">
                  <c:v>1.755764289</c:v>
                </c:pt>
                <c:pt idx="893">
                  <c:v>1.755690046</c:v>
                </c:pt>
                <c:pt idx="894">
                  <c:v>0</c:v>
                </c:pt>
                <c:pt idx="895">
                  <c:v>2.6330934589999999</c:v>
                </c:pt>
                <c:pt idx="896">
                  <c:v>5.0193913309999996</c:v>
                </c:pt>
                <c:pt idx="897">
                  <c:v>1.5925086939999999</c:v>
                </c:pt>
                <c:pt idx="898">
                  <c:v>1.7638528259999999</c:v>
                </c:pt>
                <c:pt idx="899">
                  <c:v>1.75528562</c:v>
                </c:pt>
                <c:pt idx="900">
                  <c:v>1.7557139799999999</c:v>
                </c:pt>
                <c:pt idx="901">
                  <c:v>1.7556925619999999</c:v>
                </c:pt>
                <c:pt idx="902">
                  <c:v>1.7556936329999999</c:v>
                </c:pt>
                <c:pt idx="903">
                  <c:v>1.7556935789999999</c:v>
                </c:pt>
                <c:pt idx="904">
                  <c:v>1.7556935819999999</c:v>
                </c:pt>
                <c:pt idx="905">
                  <c:v>0</c:v>
                </c:pt>
                <c:pt idx="906">
                  <c:v>0</c:v>
                </c:pt>
                <c:pt idx="907">
                  <c:v>0</c:v>
                </c:pt>
                <c:pt idx="908">
                  <c:v>0</c:v>
                </c:pt>
                <c:pt idx="909">
                  <c:v>0</c:v>
                </c:pt>
                <c:pt idx="910">
                  <c:v>0</c:v>
                </c:pt>
                <c:pt idx="911">
                  <c:v>10.50491777</c:v>
                </c:pt>
                <c:pt idx="912">
                  <c:v>9.6515256259999997</c:v>
                </c:pt>
                <c:pt idx="913">
                  <c:v>1.36090198</c:v>
                </c:pt>
                <c:pt idx="914">
                  <c:v>1.7754331619999999</c:v>
                </c:pt>
                <c:pt idx="915">
                  <c:v>1.754706603</c:v>
                </c:pt>
                <c:pt idx="916">
                  <c:v>1.7557429309999999</c:v>
                </c:pt>
                <c:pt idx="917">
                  <c:v>1.547299902</c:v>
                </c:pt>
                <c:pt idx="918">
                  <c:v>0</c:v>
                </c:pt>
                <c:pt idx="919">
                  <c:v>0</c:v>
                </c:pt>
                <c:pt idx="920">
                  <c:v>5.2183628070000001</c:v>
                </c:pt>
                <c:pt idx="921">
                  <c:v>6.921378195</c:v>
                </c:pt>
                <c:pt idx="922">
                  <c:v>1.4974093509999999</c:v>
                </c:pt>
                <c:pt idx="923">
                  <c:v>1.7686077929999999</c:v>
                </c:pt>
                <c:pt idx="924">
                  <c:v>1.7550478709999999</c:v>
                </c:pt>
                <c:pt idx="925">
                  <c:v>1.755725867</c:v>
                </c:pt>
                <c:pt idx="926">
                  <c:v>1.755691968</c:v>
                </c:pt>
                <c:pt idx="927">
                  <c:v>1.7556936620000001</c:v>
                </c:pt>
                <c:pt idx="928">
                  <c:v>1.755693578</c:v>
                </c:pt>
                <c:pt idx="929">
                  <c:v>1.7556935819999999</c:v>
                </c:pt>
                <c:pt idx="930">
                  <c:v>1.7556935819999999</c:v>
                </c:pt>
                <c:pt idx="931">
                  <c:v>1.7556935819999999</c:v>
                </c:pt>
                <c:pt idx="932">
                  <c:v>1.7556935819999999</c:v>
                </c:pt>
                <c:pt idx="933">
                  <c:v>1.7556935819999999</c:v>
                </c:pt>
                <c:pt idx="934">
                  <c:v>1.7556935819999999</c:v>
                </c:pt>
                <c:pt idx="935">
                  <c:v>1.7556935819999999</c:v>
                </c:pt>
                <c:pt idx="936">
                  <c:v>1.7556935819999999</c:v>
                </c:pt>
                <c:pt idx="937">
                  <c:v>1.7556935819999999</c:v>
                </c:pt>
                <c:pt idx="938">
                  <c:v>1.7556935819999999</c:v>
                </c:pt>
                <c:pt idx="939">
                  <c:v>1.7556935819999999</c:v>
                </c:pt>
                <c:pt idx="940">
                  <c:v>1.7556935819999999</c:v>
                </c:pt>
                <c:pt idx="941">
                  <c:v>0</c:v>
                </c:pt>
                <c:pt idx="942">
                  <c:v>3.7080213839999998</c:v>
                </c:pt>
                <c:pt idx="943">
                  <c:v>1.6580771919999999</c:v>
                </c:pt>
                <c:pt idx="944">
                  <c:v>1.760574401</c:v>
                </c:pt>
                <c:pt idx="945">
                  <c:v>1.7554495409999999</c:v>
                </c:pt>
                <c:pt idx="946">
                  <c:v>1.7557057840000001</c:v>
                </c:pt>
                <c:pt idx="947">
                  <c:v>1.7556929720000001</c:v>
                </c:pt>
                <c:pt idx="948">
                  <c:v>1.755693612</c:v>
                </c:pt>
                <c:pt idx="949">
                  <c:v>1.75569358</c:v>
                </c:pt>
                <c:pt idx="950">
                  <c:v>1.7556935819999999</c:v>
                </c:pt>
                <c:pt idx="951">
                  <c:v>1.7556935819999999</c:v>
                </c:pt>
                <c:pt idx="952">
                  <c:v>1.7556935819999999</c:v>
                </c:pt>
                <c:pt idx="953">
                  <c:v>1.7556935819999999</c:v>
                </c:pt>
                <c:pt idx="954">
                  <c:v>0</c:v>
                </c:pt>
                <c:pt idx="955">
                  <c:v>0</c:v>
                </c:pt>
                <c:pt idx="956">
                  <c:v>0</c:v>
                </c:pt>
                <c:pt idx="957">
                  <c:v>0</c:v>
                </c:pt>
                <c:pt idx="958">
                  <c:v>0</c:v>
                </c:pt>
                <c:pt idx="959">
                  <c:v>0</c:v>
                </c:pt>
                <c:pt idx="960">
                  <c:v>16.094159999999999</c:v>
                </c:pt>
                <c:pt idx="961">
                  <c:v>3.8302155170000001</c:v>
                </c:pt>
                <c:pt idx="962">
                  <c:v>1.260619157</c:v>
                </c:pt>
                <c:pt idx="963">
                  <c:v>0</c:v>
                </c:pt>
                <c:pt idx="964">
                  <c:v>0</c:v>
                </c:pt>
                <c:pt idx="965">
                  <c:v>7.5264331550000003</c:v>
                </c:pt>
                <c:pt idx="966">
                  <c:v>0</c:v>
                </c:pt>
                <c:pt idx="967">
                  <c:v>8.2919164110000008</c:v>
                </c:pt>
                <c:pt idx="968">
                  <c:v>1.42888244</c:v>
                </c:pt>
                <c:pt idx="969">
                  <c:v>1.7720341390000001</c:v>
                </c:pt>
                <c:pt idx="970">
                  <c:v>1.754876554</c:v>
                </c:pt>
                <c:pt idx="971">
                  <c:v>1.755734433</c:v>
                </c:pt>
                <c:pt idx="972">
                  <c:v>1.7556915390000001</c:v>
                </c:pt>
                <c:pt idx="973">
                  <c:v>1.7556936839999999</c:v>
                </c:pt>
                <c:pt idx="974">
                  <c:v>1.7556935769999999</c:v>
                </c:pt>
                <c:pt idx="975">
                  <c:v>1.7556935819999999</c:v>
                </c:pt>
                <c:pt idx="976">
                  <c:v>1.7556935819999999</c:v>
                </c:pt>
                <c:pt idx="977">
                  <c:v>0</c:v>
                </c:pt>
                <c:pt idx="978">
                  <c:v>3.9365999999999999</c:v>
                </c:pt>
                <c:pt idx="979">
                  <c:v>1.6748408079999999</c:v>
                </c:pt>
                <c:pt idx="980">
                  <c:v>1.75973622</c:v>
                </c:pt>
                <c:pt idx="981">
                  <c:v>1.7554914500000001</c:v>
                </c:pt>
                <c:pt idx="982">
                  <c:v>1.7557036880000001</c:v>
                </c:pt>
                <c:pt idx="983">
                  <c:v>1.755693076</c:v>
                </c:pt>
                <c:pt idx="984">
                  <c:v>1.755693607</c:v>
                </c:pt>
                <c:pt idx="985">
                  <c:v>1.7556935810000001</c:v>
                </c:pt>
                <c:pt idx="986">
                  <c:v>1.7556935819999999</c:v>
                </c:pt>
                <c:pt idx="987">
                  <c:v>1.7556935819999999</c:v>
                </c:pt>
                <c:pt idx="988">
                  <c:v>1.7556935819999999</c:v>
                </c:pt>
                <c:pt idx="989">
                  <c:v>1.7556935819999999</c:v>
                </c:pt>
                <c:pt idx="990">
                  <c:v>1.7556935819999999</c:v>
                </c:pt>
                <c:pt idx="991">
                  <c:v>1.7556935819999999</c:v>
                </c:pt>
                <c:pt idx="992">
                  <c:v>1.7556935819999999</c:v>
                </c:pt>
                <c:pt idx="993">
                  <c:v>1.7556935819999999</c:v>
                </c:pt>
                <c:pt idx="994">
                  <c:v>1.7556935819999999</c:v>
                </c:pt>
                <c:pt idx="995">
                  <c:v>1.7556935819999999</c:v>
                </c:pt>
                <c:pt idx="996">
                  <c:v>1.7556935819999999</c:v>
                </c:pt>
                <c:pt idx="997">
                  <c:v>1.7556935819999999</c:v>
                </c:pt>
                <c:pt idx="998">
                  <c:v>1.7556935819999999</c:v>
                </c:pt>
                <c:pt idx="999">
                  <c:v>1.7556935819999999</c:v>
                </c:pt>
                <c:pt idx="1000">
                  <c:v>0</c:v>
                </c:pt>
                <c:pt idx="1001">
                  <c:v>0</c:v>
                </c:pt>
                <c:pt idx="1002">
                  <c:v>0</c:v>
                </c:pt>
                <c:pt idx="1003">
                  <c:v>0</c:v>
                </c:pt>
                <c:pt idx="1004">
                  <c:v>0</c:v>
                </c:pt>
                <c:pt idx="1005">
                  <c:v>0.23049315500000001</c:v>
                </c:pt>
                <c:pt idx="1006">
                  <c:v>0</c:v>
                </c:pt>
                <c:pt idx="1007">
                  <c:v>1.111272085</c:v>
                </c:pt>
                <c:pt idx="1008">
                  <c:v>4.3090254359999998</c:v>
                </c:pt>
                <c:pt idx="1009">
                  <c:v>3.2340832530000001</c:v>
                </c:pt>
                <c:pt idx="1010">
                  <c:v>0</c:v>
                </c:pt>
                <c:pt idx="1011">
                  <c:v>0</c:v>
                </c:pt>
                <c:pt idx="1012">
                  <c:v>5.1263680159999998</c:v>
                </c:pt>
                <c:pt idx="1013">
                  <c:v>0</c:v>
                </c:pt>
                <c:pt idx="1014">
                  <c:v>0</c:v>
                </c:pt>
                <c:pt idx="1015">
                  <c:v>0</c:v>
                </c:pt>
                <c:pt idx="1016">
                  <c:v>19.26538262</c:v>
                </c:pt>
                <c:pt idx="1017">
                  <c:v>1.120826307</c:v>
                </c:pt>
                <c:pt idx="1018">
                  <c:v>1.7874369459999999</c:v>
                </c:pt>
                <c:pt idx="1019">
                  <c:v>1.754106414</c:v>
                </c:pt>
                <c:pt idx="1020">
                  <c:v>1.7557729399999999</c:v>
                </c:pt>
                <c:pt idx="1021">
                  <c:v>1.755689614</c:v>
                </c:pt>
                <c:pt idx="1022">
                  <c:v>1.7556937800000001</c:v>
                </c:pt>
                <c:pt idx="1023">
                  <c:v>1.755693572</c:v>
                </c:pt>
                <c:pt idx="1024">
                  <c:v>1.7556935819999999</c:v>
                </c:pt>
                <c:pt idx="1025">
                  <c:v>0</c:v>
                </c:pt>
                <c:pt idx="1026">
                  <c:v>9.1610324999999992</c:v>
                </c:pt>
                <c:pt idx="1027">
                  <c:v>5.1372278769999999</c:v>
                </c:pt>
                <c:pt idx="1028">
                  <c:v>2.5898634839999999</c:v>
                </c:pt>
                <c:pt idx="1029">
                  <c:v>0</c:v>
                </c:pt>
                <c:pt idx="1030">
                  <c:v>0</c:v>
                </c:pt>
                <c:pt idx="1031">
                  <c:v>13.212809999999999</c:v>
                </c:pt>
                <c:pt idx="1032">
                  <c:v>7.099994905</c:v>
                </c:pt>
                <c:pt idx="1033">
                  <c:v>1.2574571E-2</c:v>
                </c:pt>
                <c:pt idx="1034">
                  <c:v>1.0591991569999999</c:v>
                </c:pt>
                <c:pt idx="1035">
                  <c:v>3.964750971</c:v>
                </c:pt>
                <c:pt idx="1036">
                  <c:v>0.95523585899999996</c:v>
                </c:pt>
                <c:pt idx="1037">
                  <c:v>2.4512210790000002</c:v>
                </c:pt>
                <c:pt idx="1038">
                  <c:v>1.7209172070000001</c:v>
                </c:pt>
                <c:pt idx="1039">
                  <c:v>1.757432401</c:v>
                </c:pt>
                <c:pt idx="1040">
                  <c:v>1.755606641</c:v>
                </c:pt>
                <c:pt idx="1041">
                  <c:v>1.7556979290000001</c:v>
                </c:pt>
                <c:pt idx="1042">
                  <c:v>1.7556933640000001</c:v>
                </c:pt>
                <c:pt idx="1043">
                  <c:v>1.7556935929999999</c:v>
                </c:pt>
                <c:pt idx="1044">
                  <c:v>1.7556935810000001</c:v>
                </c:pt>
                <c:pt idx="1045">
                  <c:v>1.7556935819999999</c:v>
                </c:pt>
                <c:pt idx="1046">
                  <c:v>1.7556935819999999</c:v>
                </c:pt>
                <c:pt idx="1047">
                  <c:v>1.7556935819999999</c:v>
                </c:pt>
                <c:pt idx="1048">
                  <c:v>1.7556935819999999</c:v>
                </c:pt>
                <c:pt idx="1049">
                  <c:v>1.7556935819999999</c:v>
                </c:pt>
                <c:pt idx="1050">
                  <c:v>0</c:v>
                </c:pt>
                <c:pt idx="1051">
                  <c:v>0</c:v>
                </c:pt>
                <c:pt idx="1052">
                  <c:v>3.1446178589999998</c:v>
                </c:pt>
                <c:pt idx="1053">
                  <c:v>0</c:v>
                </c:pt>
                <c:pt idx="1054">
                  <c:v>0</c:v>
                </c:pt>
                <c:pt idx="1055">
                  <c:v>8.4190507770000007</c:v>
                </c:pt>
                <c:pt idx="1056">
                  <c:v>11.870554220000001</c:v>
                </c:pt>
                <c:pt idx="1057">
                  <c:v>1.2499505500000001</c:v>
                </c:pt>
                <c:pt idx="1058">
                  <c:v>1.780980733</c:v>
                </c:pt>
                <c:pt idx="1059">
                  <c:v>0</c:v>
                </c:pt>
                <c:pt idx="1060">
                  <c:v>0</c:v>
                </c:pt>
                <c:pt idx="1061">
                  <c:v>0</c:v>
                </c:pt>
                <c:pt idx="1062">
                  <c:v>0</c:v>
                </c:pt>
                <c:pt idx="1063">
                  <c:v>0.65085321100000004</c:v>
                </c:pt>
                <c:pt idx="1064">
                  <c:v>19.648469590000001</c:v>
                </c:pt>
                <c:pt idx="1065">
                  <c:v>0.86105478099999999</c:v>
                </c:pt>
                <c:pt idx="1066">
                  <c:v>1.8004255220000001</c:v>
                </c:pt>
                <c:pt idx="1067">
                  <c:v>1.7534569849999999</c:v>
                </c:pt>
                <c:pt idx="1068">
                  <c:v>1.755805412</c:v>
                </c:pt>
                <c:pt idx="1069">
                  <c:v>1.75568799</c:v>
                </c:pt>
                <c:pt idx="1070">
                  <c:v>1.7556938609999999</c:v>
                </c:pt>
                <c:pt idx="1071">
                  <c:v>1.7556935680000001</c:v>
                </c:pt>
                <c:pt idx="1072">
                  <c:v>1.7556935819999999</c:v>
                </c:pt>
                <c:pt idx="1073">
                  <c:v>1.7556935819999999</c:v>
                </c:pt>
                <c:pt idx="1074">
                  <c:v>0</c:v>
                </c:pt>
                <c:pt idx="1075">
                  <c:v>4.2626923249999997</c:v>
                </c:pt>
                <c:pt idx="1076">
                  <c:v>1.630343645</c:v>
                </c:pt>
                <c:pt idx="1077">
                  <c:v>1.761961079</c:v>
                </c:pt>
                <c:pt idx="1078">
                  <c:v>1.755380207</c:v>
                </c:pt>
                <c:pt idx="1079">
                  <c:v>1.7557092510000001</c:v>
                </c:pt>
                <c:pt idx="1080">
                  <c:v>1.7556927980000001</c:v>
                </c:pt>
                <c:pt idx="1081">
                  <c:v>1.755693621</c:v>
                </c:pt>
                <c:pt idx="1082">
                  <c:v>1.75569358</c:v>
                </c:pt>
                <c:pt idx="1083">
                  <c:v>1.7556935819999999</c:v>
                </c:pt>
                <c:pt idx="1084">
                  <c:v>1.7556935819999999</c:v>
                </c:pt>
                <c:pt idx="1085">
                  <c:v>0.23869990199999999</c:v>
                </c:pt>
                <c:pt idx="1086">
                  <c:v>3.2726872619999998</c:v>
                </c:pt>
                <c:pt idx="1087">
                  <c:v>1.6798438979999999</c:v>
                </c:pt>
                <c:pt idx="1088">
                  <c:v>1.759486066</c:v>
                </c:pt>
                <c:pt idx="1089">
                  <c:v>1.755503958</c:v>
                </c:pt>
                <c:pt idx="1090">
                  <c:v>1.7557030629999999</c:v>
                </c:pt>
                <c:pt idx="1091">
                  <c:v>1.755693108</c:v>
                </c:pt>
                <c:pt idx="1092">
                  <c:v>1.755693605</c:v>
                </c:pt>
                <c:pt idx="1093">
                  <c:v>1.7556935810000001</c:v>
                </c:pt>
                <c:pt idx="1094">
                  <c:v>1.7556935819999999</c:v>
                </c:pt>
                <c:pt idx="1095">
                  <c:v>1.7556935819999999</c:v>
                </c:pt>
                <c:pt idx="1096">
                  <c:v>1.7556935819999999</c:v>
                </c:pt>
                <c:pt idx="1097">
                  <c:v>1.7556935819999999</c:v>
                </c:pt>
                <c:pt idx="1098">
                  <c:v>1.7556935819999999</c:v>
                </c:pt>
                <c:pt idx="1099">
                  <c:v>1.7556935819999999</c:v>
                </c:pt>
                <c:pt idx="1100">
                  <c:v>1.7556935819999999</c:v>
                </c:pt>
                <c:pt idx="1101">
                  <c:v>1.7556935819999999</c:v>
                </c:pt>
                <c:pt idx="1102">
                  <c:v>1.7556935819999999</c:v>
                </c:pt>
                <c:pt idx="1103">
                  <c:v>1.7556935819999999</c:v>
                </c:pt>
                <c:pt idx="1104">
                  <c:v>1.7556935819999999</c:v>
                </c:pt>
                <c:pt idx="1105">
                  <c:v>1.7556935819999999</c:v>
                </c:pt>
                <c:pt idx="1106">
                  <c:v>1.7556935819999999</c:v>
                </c:pt>
                <c:pt idx="1107">
                  <c:v>1.7556935819999999</c:v>
                </c:pt>
                <c:pt idx="1108">
                  <c:v>1.7556935819999999</c:v>
                </c:pt>
                <c:pt idx="1109">
                  <c:v>1.7556935819999999</c:v>
                </c:pt>
                <c:pt idx="1110">
                  <c:v>1.7556935819999999</c:v>
                </c:pt>
                <c:pt idx="1111">
                  <c:v>1.7556935819999999</c:v>
                </c:pt>
                <c:pt idx="1112">
                  <c:v>1.7556935819999999</c:v>
                </c:pt>
                <c:pt idx="1113">
                  <c:v>1.7556935819999999</c:v>
                </c:pt>
                <c:pt idx="1114">
                  <c:v>1.7556935819999999</c:v>
                </c:pt>
                <c:pt idx="1115">
                  <c:v>1.7556935819999999</c:v>
                </c:pt>
                <c:pt idx="1116">
                  <c:v>1.7556935819999999</c:v>
                </c:pt>
                <c:pt idx="1117">
                  <c:v>1.7556935819999999</c:v>
                </c:pt>
                <c:pt idx="1118">
                  <c:v>1.7556935819999999</c:v>
                </c:pt>
                <c:pt idx="1119">
                  <c:v>0</c:v>
                </c:pt>
                <c:pt idx="1120">
                  <c:v>0</c:v>
                </c:pt>
                <c:pt idx="1121">
                  <c:v>2.3746164869999999</c:v>
                </c:pt>
                <c:pt idx="1122">
                  <c:v>0</c:v>
                </c:pt>
                <c:pt idx="1123">
                  <c:v>0</c:v>
                </c:pt>
                <c:pt idx="1124">
                  <c:v>2.7761399999999998</c:v>
                </c:pt>
                <c:pt idx="1125">
                  <c:v>4.6468800000000003</c:v>
                </c:pt>
                <c:pt idx="1126">
                  <c:v>8.4095999999999993</c:v>
                </c:pt>
                <c:pt idx="1127">
                  <c:v>6.5265716439999997</c:v>
                </c:pt>
                <c:pt idx="1128">
                  <c:v>1.5171496790000001</c:v>
                </c:pt>
                <c:pt idx="1129">
                  <c:v>1.7676207770000001</c:v>
                </c:pt>
                <c:pt idx="1130">
                  <c:v>1.7550972220000001</c:v>
                </c:pt>
                <c:pt idx="1131">
                  <c:v>1.7557233999999999</c:v>
                </c:pt>
                <c:pt idx="1132">
                  <c:v>0</c:v>
                </c:pt>
                <c:pt idx="1133">
                  <c:v>5.8091608060000004</c:v>
                </c:pt>
                <c:pt idx="1134">
                  <c:v>1.5530202209999999</c:v>
                </c:pt>
                <c:pt idx="1135">
                  <c:v>0</c:v>
                </c:pt>
                <c:pt idx="1136">
                  <c:v>5.919058315</c:v>
                </c:pt>
                <c:pt idx="1137">
                  <c:v>1.5475253449999999</c:v>
                </c:pt>
                <c:pt idx="1138">
                  <c:v>1.766101994</c:v>
                </c:pt>
                <c:pt idx="1139">
                  <c:v>1.7551731610000001</c:v>
                </c:pt>
                <c:pt idx="1140">
                  <c:v>1.755719603</c:v>
                </c:pt>
                <c:pt idx="1141">
                  <c:v>0</c:v>
                </c:pt>
                <c:pt idx="1142">
                  <c:v>4.4564405980000004</c:v>
                </c:pt>
                <c:pt idx="1143">
                  <c:v>0</c:v>
                </c:pt>
                <c:pt idx="1144">
                  <c:v>0</c:v>
                </c:pt>
                <c:pt idx="1145">
                  <c:v>12.33519999</c:v>
                </c:pt>
                <c:pt idx="1146">
                  <c:v>0</c:v>
                </c:pt>
                <c:pt idx="1147">
                  <c:v>4.3338599999999996</c:v>
                </c:pt>
                <c:pt idx="1148">
                  <c:v>5.2512299999999996</c:v>
                </c:pt>
                <c:pt idx="1149">
                  <c:v>3.5774865039999999</c:v>
                </c:pt>
                <c:pt idx="1150">
                  <c:v>1.664603936</c:v>
                </c:pt>
                <c:pt idx="1151">
                  <c:v>1.760248064</c:v>
                </c:pt>
                <c:pt idx="1152">
                  <c:v>1.755465858</c:v>
                </c:pt>
                <c:pt idx="1153">
                  <c:v>1.7557049680000001</c:v>
                </c:pt>
                <c:pt idx="1154">
                  <c:v>1.7556930120000001</c:v>
                </c:pt>
                <c:pt idx="1155">
                  <c:v>1.75569361</c:v>
                </c:pt>
                <c:pt idx="1156">
                  <c:v>1.75569358</c:v>
                </c:pt>
                <c:pt idx="1157">
                  <c:v>0</c:v>
                </c:pt>
                <c:pt idx="1158">
                  <c:v>0</c:v>
                </c:pt>
                <c:pt idx="1159">
                  <c:v>8.8233876490000007</c:v>
                </c:pt>
                <c:pt idx="1160">
                  <c:v>0</c:v>
                </c:pt>
                <c:pt idx="1161">
                  <c:v>11.48731098</c:v>
                </c:pt>
                <c:pt idx="1162">
                  <c:v>1.2691127120000001</c:v>
                </c:pt>
                <c:pt idx="1163">
                  <c:v>1.780022625</c:v>
                </c:pt>
                <c:pt idx="1164">
                  <c:v>1.7544771299999999</c:v>
                </c:pt>
                <c:pt idx="1165">
                  <c:v>1.7557544039999999</c:v>
                </c:pt>
                <c:pt idx="1166">
                  <c:v>1.7556905410000001</c:v>
                </c:pt>
                <c:pt idx="1167">
                  <c:v>1.7556937340000001</c:v>
                </c:pt>
                <c:pt idx="1168">
                  <c:v>1.7556935739999999</c:v>
                </c:pt>
                <c:pt idx="1169">
                  <c:v>1.7556935819999999</c:v>
                </c:pt>
                <c:pt idx="1170">
                  <c:v>1.7556935819999999</c:v>
                </c:pt>
                <c:pt idx="1171">
                  <c:v>1.7556935819999999</c:v>
                </c:pt>
                <c:pt idx="1172">
                  <c:v>1.7556935819999999</c:v>
                </c:pt>
                <c:pt idx="1173">
                  <c:v>0</c:v>
                </c:pt>
                <c:pt idx="1174">
                  <c:v>0</c:v>
                </c:pt>
                <c:pt idx="1175">
                  <c:v>4.7376861410000002</c:v>
                </c:pt>
                <c:pt idx="1176">
                  <c:v>12.50163687</c:v>
                </c:pt>
                <c:pt idx="1177">
                  <c:v>1.218396418</c:v>
                </c:pt>
                <c:pt idx="1178">
                  <c:v>1.7825584400000001</c:v>
                </c:pt>
                <c:pt idx="1179">
                  <c:v>0</c:v>
                </c:pt>
                <c:pt idx="1180">
                  <c:v>1.9134687960000001</c:v>
                </c:pt>
                <c:pt idx="1181">
                  <c:v>4.9755239820000003</c:v>
                </c:pt>
                <c:pt idx="1182">
                  <c:v>1.5947020620000001</c:v>
                </c:pt>
                <c:pt idx="1183">
                  <c:v>1.763743158</c:v>
                </c:pt>
                <c:pt idx="1184">
                  <c:v>0</c:v>
                </c:pt>
                <c:pt idx="1185">
                  <c:v>7.4164326530000002</c:v>
                </c:pt>
                <c:pt idx="1186">
                  <c:v>0.780630092</c:v>
                </c:pt>
                <c:pt idx="1187">
                  <c:v>2.4618719649999998</c:v>
                </c:pt>
                <c:pt idx="1188">
                  <c:v>1.7203846629999999</c:v>
                </c:pt>
                <c:pt idx="1189">
                  <c:v>1.757459028</c:v>
                </c:pt>
                <c:pt idx="1190">
                  <c:v>1.7556053089999999</c:v>
                </c:pt>
                <c:pt idx="1191">
                  <c:v>1.755697995</c:v>
                </c:pt>
                <c:pt idx="1192">
                  <c:v>1.7556933610000001</c:v>
                </c:pt>
                <c:pt idx="1193">
                  <c:v>1.7556935929999999</c:v>
                </c:pt>
                <c:pt idx="1194">
                  <c:v>0</c:v>
                </c:pt>
                <c:pt idx="1195">
                  <c:v>0</c:v>
                </c:pt>
                <c:pt idx="1196">
                  <c:v>0</c:v>
                </c:pt>
                <c:pt idx="1197">
                  <c:v>7.7046299999999999</c:v>
                </c:pt>
                <c:pt idx="1198">
                  <c:v>11.422079999999999</c:v>
                </c:pt>
                <c:pt idx="1199">
                  <c:v>2.4674789430000001</c:v>
                </c:pt>
                <c:pt idx="1200">
                  <c:v>1.7201043140000001</c:v>
                </c:pt>
                <c:pt idx="1201">
                  <c:v>1.757473045</c:v>
                </c:pt>
                <c:pt idx="1202">
                  <c:v>1.7556046089999999</c:v>
                </c:pt>
                <c:pt idx="1203">
                  <c:v>1.75569803</c:v>
                </c:pt>
                <c:pt idx="1204">
                  <c:v>1.7556933589999999</c:v>
                </c:pt>
                <c:pt idx="1205">
                  <c:v>1.7556935929999999</c:v>
                </c:pt>
                <c:pt idx="1206">
                  <c:v>1.7556935810000001</c:v>
                </c:pt>
                <c:pt idx="1207">
                  <c:v>1.7556935819999999</c:v>
                </c:pt>
                <c:pt idx="1208">
                  <c:v>1.7556935819999999</c:v>
                </c:pt>
                <c:pt idx="1209">
                  <c:v>1.7556935819999999</c:v>
                </c:pt>
                <c:pt idx="1210">
                  <c:v>1.7556935819999999</c:v>
                </c:pt>
                <c:pt idx="1211">
                  <c:v>1.7556935819999999</c:v>
                </c:pt>
                <c:pt idx="1212">
                  <c:v>1.7556935819999999</c:v>
                </c:pt>
                <c:pt idx="1213">
                  <c:v>1.7556935819999999</c:v>
                </c:pt>
                <c:pt idx="1214">
                  <c:v>1.7556935819999999</c:v>
                </c:pt>
                <c:pt idx="1215">
                  <c:v>1.7556935819999999</c:v>
                </c:pt>
                <c:pt idx="1216">
                  <c:v>1.7556935819999999</c:v>
                </c:pt>
                <c:pt idx="1217">
                  <c:v>1.7556935819999999</c:v>
                </c:pt>
                <c:pt idx="1218">
                  <c:v>1.213847321</c:v>
                </c:pt>
                <c:pt idx="1219">
                  <c:v>2.2975398419999999</c:v>
                </c:pt>
                <c:pt idx="1220">
                  <c:v>0</c:v>
                </c:pt>
                <c:pt idx="1221">
                  <c:v>7.3949477860000004</c:v>
                </c:pt>
                <c:pt idx="1222">
                  <c:v>0</c:v>
                </c:pt>
                <c:pt idx="1223">
                  <c:v>0.34488075299999998</c:v>
                </c:pt>
                <c:pt idx="1224">
                  <c:v>12.37916777</c:v>
                </c:pt>
                <c:pt idx="1225">
                  <c:v>2.1952320639999998</c:v>
                </c:pt>
                <c:pt idx="1226">
                  <c:v>0</c:v>
                </c:pt>
                <c:pt idx="1227">
                  <c:v>0</c:v>
                </c:pt>
                <c:pt idx="1228">
                  <c:v>2.9353699020000001</c:v>
                </c:pt>
                <c:pt idx="1229">
                  <c:v>5.7926047189999998</c:v>
                </c:pt>
                <c:pt idx="1230">
                  <c:v>1.553848025</c:v>
                </c:pt>
                <c:pt idx="1231">
                  <c:v>0</c:v>
                </c:pt>
                <c:pt idx="1232">
                  <c:v>7.0653081120000003</c:v>
                </c:pt>
                <c:pt idx="1233">
                  <c:v>1.490212855</c:v>
                </c:pt>
                <c:pt idx="1234">
                  <c:v>1.768967618</c:v>
                </c:pt>
                <c:pt idx="1235">
                  <c:v>1.7550298799999999</c:v>
                </c:pt>
                <c:pt idx="1236">
                  <c:v>1.7557267670000001</c:v>
                </c:pt>
                <c:pt idx="1237">
                  <c:v>1.7556919230000001</c:v>
                </c:pt>
                <c:pt idx="1238">
                  <c:v>1.7556936649999999</c:v>
                </c:pt>
                <c:pt idx="1239">
                  <c:v>1.755693578</c:v>
                </c:pt>
                <c:pt idx="1240">
                  <c:v>0</c:v>
                </c:pt>
                <c:pt idx="1241">
                  <c:v>0</c:v>
                </c:pt>
                <c:pt idx="1242">
                  <c:v>0</c:v>
                </c:pt>
                <c:pt idx="1243">
                  <c:v>4.4836200000000002</c:v>
                </c:pt>
                <c:pt idx="1244">
                  <c:v>9.0128699999999995</c:v>
                </c:pt>
                <c:pt idx="1245">
                  <c:v>0.23201006399999999</c:v>
                </c:pt>
                <c:pt idx="1246">
                  <c:v>0</c:v>
                </c:pt>
                <c:pt idx="1247">
                  <c:v>3.9719793729999999</c:v>
                </c:pt>
                <c:pt idx="1248">
                  <c:v>6.1214934589999999</c:v>
                </c:pt>
                <c:pt idx="1249">
                  <c:v>4.5341332830000001</c:v>
                </c:pt>
                <c:pt idx="1250">
                  <c:v>0</c:v>
                </c:pt>
                <c:pt idx="1251">
                  <c:v>0</c:v>
                </c:pt>
                <c:pt idx="1252">
                  <c:v>9.967253973</c:v>
                </c:pt>
                <c:pt idx="1253">
                  <c:v>1.3451155619999999</c:v>
                </c:pt>
                <c:pt idx="1254">
                  <c:v>1.776222483</c:v>
                </c:pt>
                <c:pt idx="1255">
                  <c:v>1.754667137</c:v>
                </c:pt>
                <c:pt idx="1256">
                  <c:v>1.7557449039999999</c:v>
                </c:pt>
                <c:pt idx="1257">
                  <c:v>1.7556910160000001</c:v>
                </c:pt>
                <c:pt idx="1258">
                  <c:v>1.7556937100000001</c:v>
                </c:pt>
                <c:pt idx="1259">
                  <c:v>1.755693575</c:v>
                </c:pt>
                <c:pt idx="1260">
                  <c:v>1.7556935819999999</c:v>
                </c:pt>
                <c:pt idx="1261">
                  <c:v>1.7556935819999999</c:v>
                </c:pt>
                <c:pt idx="1262">
                  <c:v>1.7556935819999999</c:v>
                </c:pt>
                <c:pt idx="1263">
                  <c:v>1.7556935819999999</c:v>
                </c:pt>
                <c:pt idx="1264">
                  <c:v>1.7556935819999999</c:v>
                </c:pt>
                <c:pt idx="1265">
                  <c:v>1.7556935819999999</c:v>
                </c:pt>
                <c:pt idx="1266">
                  <c:v>1.7556935819999999</c:v>
                </c:pt>
                <c:pt idx="1267">
                  <c:v>1.7556935819999999</c:v>
                </c:pt>
                <c:pt idx="1268">
                  <c:v>1.7556935819999999</c:v>
                </c:pt>
                <c:pt idx="1269">
                  <c:v>1.7556935819999999</c:v>
                </c:pt>
                <c:pt idx="1270">
                  <c:v>1.7556935819999999</c:v>
                </c:pt>
                <c:pt idx="1271">
                  <c:v>1.7556935819999999</c:v>
                </c:pt>
                <c:pt idx="1272">
                  <c:v>1.7556935819999999</c:v>
                </c:pt>
                <c:pt idx="1273">
                  <c:v>1.7556935819999999</c:v>
                </c:pt>
                <c:pt idx="1274">
                  <c:v>1.7556935819999999</c:v>
                </c:pt>
                <c:pt idx="1275">
                  <c:v>1.7556935819999999</c:v>
                </c:pt>
                <c:pt idx="1276">
                  <c:v>1.7556935819999999</c:v>
                </c:pt>
                <c:pt idx="1277">
                  <c:v>1.7556935819999999</c:v>
                </c:pt>
                <c:pt idx="1278">
                  <c:v>1.7556935819999999</c:v>
                </c:pt>
                <c:pt idx="1279">
                  <c:v>1.7556935819999999</c:v>
                </c:pt>
                <c:pt idx="1280">
                  <c:v>0</c:v>
                </c:pt>
                <c:pt idx="1281">
                  <c:v>3.0239883160000001</c:v>
                </c:pt>
                <c:pt idx="1282">
                  <c:v>9.5949906049999996</c:v>
                </c:pt>
                <c:pt idx="1283">
                  <c:v>1.3637287309999999</c:v>
                </c:pt>
                <c:pt idx="1284">
                  <c:v>1.775291824</c:v>
                </c:pt>
                <c:pt idx="1285">
                  <c:v>1.7547136699999999</c:v>
                </c:pt>
                <c:pt idx="1286">
                  <c:v>1.7557425769999999</c:v>
                </c:pt>
                <c:pt idx="1287">
                  <c:v>1.7556911319999999</c:v>
                </c:pt>
                <c:pt idx="1288">
                  <c:v>0</c:v>
                </c:pt>
                <c:pt idx="1289">
                  <c:v>0</c:v>
                </c:pt>
                <c:pt idx="1290">
                  <c:v>0</c:v>
                </c:pt>
                <c:pt idx="1291">
                  <c:v>0</c:v>
                </c:pt>
                <c:pt idx="1292">
                  <c:v>0</c:v>
                </c:pt>
                <c:pt idx="1293">
                  <c:v>0</c:v>
                </c:pt>
                <c:pt idx="1294">
                  <c:v>0</c:v>
                </c:pt>
                <c:pt idx="1295">
                  <c:v>0</c:v>
                </c:pt>
                <c:pt idx="1296">
                  <c:v>0</c:v>
                </c:pt>
                <c:pt idx="1297">
                  <c:v>5.896160064</c:v>
                </c:pt>
                <c:pt idx="1298">
                  <c:v>2.4306928320000001</c:v>
                </c:pt>
                <c:pt idx="1299">
                  <c:v>2.1851728320000001</c:v>
                </c:pt>
                <c:pt idx="1300">
                  <c:v>12.15619538</c:v>
                </c:pt>
                <c:pt idx="1301">
                  <c:v>1.2356684920000001</c:v>
                </c:pt>
                <c:pt idx="1302">
                  <c:v>1.781694836</c:v>
                </c:pt>
                <c:pt idx="1303">
                  <c:v>1.754393519</c:v>
                </c:pt>
                <c:pt idx="1304">
                  <c:v>1.7557585849999999</c:v>
                </c:pt>
                <c:pt idx="1305">
                  <c:v>1.7556903319999999</c:v>
                </c:pt>
                <c:pt idx="1306">
                  <c:v>1.755693744</c:v>
                </c:pt>
                <c:pt idx="1307">
                  <c:v>1.7556935739999999</c:v>
                </c:pt>
                <c:pt idx="1308">
                  <c:v>1.7556935819999999</c:v>
                </c:pt>
                <c:pt idx="1309">
                  <c:v>1.7556935819999999</c:v>
                </c:pt>
                <c:pt idx="1310">
                  <c:v>1.7556935819999999</c:v>
                </c:pt>
                <c:pt idx="1311">
                  <c:v>1.7556935819999999</c:v>
                </c:pt>
                <c:pt idx="1312">
                  <c:v>1.7556935819999999</c:v>
                </c:pt>
                <c:pt idx="1313">
                  <c:v>1.7556935819999999</c:v>
                </c:pt>
                <c:pt idx="1314">
                  <c:v>0</c:v>
                </c:pt>
                <c:pt idx="1315">
                  <c:v>0</c:v>
                </c:pt>
                <c:pt idx="1316">
                  <c:v>0</c:v>
                </c:pt>
                <c:pt idx="1317">
                  <c:v>0</c:v>
                </c:pt>
                <c:pt idx="1318">
                  <c:v>0</c:v>
                </c:pt>
                <c:pt idx="1319">
                  <c:v>0</c:v>
                </c:pt>
                <c:pt idx="1320">
                  <c:v>0</c:v>
                </c:pt>
                <c:pt idx="1321">
                  <c:v>0</c:v>
                </c:pt>
                <c:pt idx="1322">
                  <c:v>0</c:v>
                </c:pt>
                <c:pt idx="1323">
                  <c:v>0.10192973700000001</c:v>
                </c:pt>
                <c:pt idx="1324">
                  <c:v>8.0952331550000007</c:v>
                </c:pt>
                <c:pt idx="1325">
                  <c:v>3.6193756459999999</c:v>
                </c:pt>
                <c:pt idx="1326">
                  <c:v>4.2601134590000003</c:v>
                </c:pt>
                <c:pt idx="1327">
                  <c:v>4.7567692609999996</c:v>
                </c:pt>
                <c:pt idx="1328">
                  <c:v>4.5886527199999998</c:v>
                </c:pt>
                <c:pt idx="1329">
                  <c:v>1.6140456249999999</c:v>
                </c:pt>
                <c:pt idx="1330">
                  <c:v>1.76277598</c:v>
                </c:pt>
                <c:pt idx="1331">
                  <c:v>1.755339462</c:v>
                </c:pt>
                <c:pt idx="1332">
                  <c:v>1.7557112880000001</c:v>
                </c:pt>
                <c:pt idx="1333">
                  <c:v>1.7556926960000001</c:v>
                </c:pt>
                <c:pt idx="1334">
                  <c:v>1.755693626</c:v>
                </c:pt>
                <c:pt idx="1335">
                  <c:v>1.75569358</c:v>
                </c:pt>
                <c:pt idx="1336">
                  <c:v>1.7556935819999999</c:v>
                </c:pt>
                <c:pt idx="1337">
                  <c:v>1.7556935819999999</c:v>
                </c:pt>
                <c:pt idx="1338">
                  <c:v>0</c:v>
                </c:pt>
                <c:pt idx="1339">
                  <c:v>0</c:v>
                </c:pt>
                <c:pt idx="1340">
                  <c:v>6.5517300000000001</c:v>
                </c:pt>
                <c:pt idx="1341">
                  <c:v>4.9555800000000003</c:v>
                </c:pt>
                <c:pt idx="1342">
                  <c:v>4.7710431959999999</c:v>
                </c:pt>
                <c:pt idx="1343">
                  <c:v>1.604926101</c:v>
                </c:pt>
                <c:pt idx="1344">
                  <c:v>1.763231956</c:v>
                </c:pt>
                <c:pt idx="1345">
                  <c:v>1.7553166630000001</c:v>
                </c:pt>
                <c:pt idx="1346">
                  <c:v>1.755712428</c:v>
                </c:pt>
                <c:pt idx="1347">
                  <c:v>1.7556926390000001</c:v>
                </c:pt>
                <c:pt idx="1348">
                  <c:v>1.755693629</c:v>
                </c:pt>
                <c:pt idx="1349">
                  <c:v>1.7556935789999999</c:v>
                </c:pt>
                <c:pt idx="1350">
                  <c:v>1.7556935819999999</c:v>
                </c:pt>
                <c:pt idx="1351">
                  <c:v>1.7556935819999999</c:v>
                </c:pt>
                <c:pt idx="1352">
                  <c:v>1.7556935819999999</c:v>
                </c:pt>
                <c:pt idx="1353">
                  <c:v>1.7556935819999999</c:v>
                </c:pt>
                <c:pt idx="1354">
                  <c:v>1.7556935819999999</c:v>
                </c:pt>
                <c:pt idx="1355">
                  <c:v>1.7556935819999999</c:v>
                </c:pt>
                <c:pt idx="1356">
                  <c:v>1.7556935819999999</c:v>
                </c:pt>
                <c:pt idx="1357">
                  <c:v>1.7556935819999999</c:v>
                </c:pt>
                <c:pt idx="1358">
                  <c:v>1.7556935819999999</c:v>
                </c:pt>
                <c:pt idx="1359">
                  <c:v>1.7556935819999999</c:v>
                </c:pt>
                <c:pt idx="1360">
                  <c:v>1.7556935819999999</c:v>
                </c:pt>
                <c:pt idx="1361">
                  <c:v>1.7556935819999999</c:v>
                </c:pt>
                <c:pt idx="1362">
                  <c:v>1.7556935819999999</c:v>
                </c:pt>
                <c:pt idx="1363">
                  <c:v>1.7556935819999999</c:v>
                </c:pt>
                <c:pt idx="1364">
                  <c:v>1.7556935819999999</c:v>
                </c:pt>
                <c:pt idx="1365">
                  <c:v>1.7556935819999999</c:v>
                </c:pt>
                <c:pt idx="1366">
                  <c:v>1.7556935819999999</c:v>
                </c:pt>
                <c:pt idx="1367">
                  <c:v>1.7556935819999999</c:v>
                </c:pt>
                <c:pt idx="1368">
                  <c:v>1.7556935819999999</c:v>
                </c:pt>
                <c:pt idx="1369">
                  <c:v>1.7556935819999999</c:v>
                </c:pt>
                <c:pt idx="1370">
                  <c:v>1.7556935819999999</c:v>
                </c:pt>
                <c:pt idx="1371">
                  <c:v>1.7556935819999999</c:v>
                </c:pt>
                <c:pt idx="1372">
                  <c:v>1.7556935819999999</c:v>
                </c:pt>
                <c:pt idx="1373">
                  <c:v>1.7556935819999999</c:v>
                </c:pt>
                <c:pt idx="1374">
                  <c:v>1.7556935819999999</c:v>
                </c:pt>
                <c:pt idx="1375">
                  <c:v>1.7556935819999999</c:v>
                </c:pt>
                <c:pt idx="1376">
                  <c:v>1.7556935819999999</c:v>
                </c:pt>
                <c:pt idx="1377">
                  <c:v>1.7556935819999999</c:v>
                </c:pt>
                <c:pt idx="1378">
                  <c:v>1.7556935819999999</c:v>
                </c:pt>
                <c:pt idx="1379">
                  <c:v>1.7556935819999999</c:v>
                </c:pt>
                <c:pt idx="1380">
                  <c:v>1.7556935819999999</c:v>
                </c:pt>
                <c:pt idx="1381">
                  <c:v>1.7556935819999999</c:v>
                </c:pt>
                <c:pt idx="1382">
                  <c:v>1.7556935819999999</c:v>
                </c:pt>
                <c:pt idx="1383">
                  <c:v>1.7556935819999999</c:v>
                </c:pt>
                <c:pt idx="1384">
                  <c:v>0</c:v>
                </c:pt>
                <c:pt idx="1385">
                  <c:v>4.6087743779999997</c:v>
                </c:pt>
                <c:pt idx="1386">
                  <c:v>1.6130395420000001</c:v>
                </c:pt>
                <c:pt idx="1387">
                  <c:v>1.762826284</c:v>
                </c:pt>
                <c:pt idx="1388">
                  <c:v>1.755336947</c:v>
                </c:pt>
                <c:pt idx="1389">
                  <c:v>1.7557114140000001</c:v>
                </c:pt>
                <c:pt idx="1390">
                  <c:v>1.7556926900000001</c:v>
                </c:pt>
                <c:pt idx="1391">
                  <c:v>1.755693626</c:v>
                </c:pt>
                <c:pt idx="1392">
                  <c:v>1.75569358</c:v>
                </c:pt>
                <c:pt idx="1393">
                  <c:v>1.7556935819999999</c:v>
                </c:pt>
                <c:pt idx="1394">
                  <c:v>1.7556935819999999</c:v>
                </c:pt>
                <c:pt idx="1395">
                  <c:v>1.7556935819999999</c:v>
                </c:pt>
                <c:pt idx="1396">
                  <c:v>1.7556935819999999</c:v>
                </c:pt>
                <c:pt idx="1397">
                  <c:v>1.7556935819999999</c:v>
                </c:pt>
                <c:pt idx="1398">
                  <c:v>1.7556935819999999</c:v>
                </c:pt>
                <c:pt idx="1399">
                  <c:v>1.7556935819999999</c:v>
                </c:pt>
                <c:pt idx="1400">
                  <c:v>1.7556935819999999</c:v>
                </c:pt>
                <c:pt idx="1401">
                  <c:v>1.7556935819999999</c:v>
                </c:pt>
                <c:pt idx="1402">
                  <c:v>1.7556935819999999</c:v>
                </c:pt>
                <c:pt idx="1403">
                  <c:v>1.7556935819999999</c:v>
                </c:pt>
                <c:pt idx="1404">
                  <c:v>1.7556935819999999</c:v>
                </c:pt>
                <c:pt idx="1405">
                  <c:v>1.7556935819999999</c:v>
                </c:pt>
                <c:pt idx="1406">
                  <c:v>1.7556935819999999</c:v>
                </c:pt>
                <c:pt idx="1407">
                  <c:v>1.7556935819999999</c:v>
                </c:pt>
                <c:pt idx="1408">
                  <c:v>1.7556935819999999</c:v>
                </c:pt>
                <c:pt idx="1409">
                  <c:v>1.7556935819999999</c:v>
                </c:pt>
                <c:pt idx="1410">
                  <c:v>1.7556935819999999</c:v>
                </c:pt>
                <c:pt idx="1411">
                  <c:v>1.7556935819999999</c:v>
                </c:pt>
                <c:pt idx="1412">
                  <c:v>1.7556935819999999</c:v>
                </c:pt>
                <c:pt idx="1413">
                  <c:v>1.7556935819999999</c:v>
                </c:pt>
                <c:pt idx="1414">
                  <c:v>1.7556935819999999</c:v>
                </c:pt>
                <c:pt idx="1415">
                  <c:v>1.7556935819999999</c:v>
                </c:pt>
                <c:pt idx="1416">
                  <c:v>1.7034987960000001</c:v>
                </c:pt>
                <c:pt idx="1417">
                  <c:v>1.807888368</c:v>
                </c:pt>
                <c:pt idx="1418">
                  <c:v>1.7530838419999999</c:v>
                </c:pt>
                <c:pt idx="1419">
                  <c:v>0.37829462400000002</c:v>
                </c:pt>
                <c:pt idx="1420">
                  <c:v>3.1332165019999998</c:v>
                </c:pt>
                <c:pt idx="1421">
                  <c:v>1.6868174359999999</c:v>
                </c:pt>
                <c:pt idx="1422">
                  <c:v>1.7591373889999999</c:v>
                </c:pt>
                <c:pt idx="1423">
                  <c:v>1.755521391</c:v>
                </c:pt>
                <c:pt idx="1424">
                  <c:v>1.7557021909999999</c:v>
                </c:pt>
                <c:pt idx="1425">
                  <c:v>1.755693151</c:v>
                </c:pt>
                <c:pt idx="1426">
                  <c:v>0</c:v>
                </c:pt>
                <c:pt idx="1427">
                  <c:v>6.3742131649999996</c:v>
                </c:pt>
                <c:pt idx="1428">
                  <c:v>1.5247676029999999</c:v>
                </c:pt>
                <c:pt idx="1429">
                  <c:v>1.7672398810000001</c:v>
                </c:pt>
                <c:pt idx="1430">
                  <c:v>1.000139355</c:v>
                </c:pt>
                <c:pt idx="1431">
                  <c:v>2.5106993590000002</c:v>
                </c:pt>
                <c:pt idx="1432">
                  <c:v>0</c:v>
                </c:pt>
                <c:pt idx="1433">
                  <c:v>1.1336243450000001</c:v>
                </c:pt>
                <c:pt idx="1434">
                  <c:v>0</c:v>
                </c:pt>
                <c:pt idx="1435">
                  <c:v>0</c:v>
                </c:pt>
                <c:pt idx="1436">
                  <c:v>0</c:v>
                </c:pt>
                <c:pt idx="1437">
                  <c:v>0</c:v>
                </c:pt>
                <c:pt idx="1438">
                  <c:v>0</c:v>
                </c:pt>
                <c:pt idx="1439">
                  <c:v>0</c:v>
                </c:pt>
                <c:pt idx="1440">
                  <c:v>14.384426550000001</c:v>
                </c:pt>
                <c:pt idx="1441">
                  <c:v>6.4009846780000004</c:v>
                </c:pt>
                <c:pt idx="1442">
                  <c:v>1.5234290269999999</c:v>
                </c:pt>
                <c:pt idx="1443">
                  <c:v>1.76730681</c:v>
                </c:pt>
                <c:pt idx="1444">
                  <c:v>1.3950791570000001</c:v>
                </c:pt>
                <c:pt idx="1445">
                  <c:v>2.1157563779999999</c:v>
                </c:pt>
                <c:pt idx="1446">
                  <c:v>0</c:v>
                </c:pt>
                <c:pt idx="1447">
                  <c:v>0</c:v>
                </c:pt>
                <c:pt idx="1448">
                  <c:v>5.3691903649999997</c:v>
                </c:pt>
                <c:pt idx="1449">
                  <c:v>12.268563090000001</c:v>
                </c:pt>
                <c:pt idx="1450">
                  <c:v>1.2300501070000001</c:v>
                </c:pt>
                <c:pt idx="1451">
                  <c:v>1.781975756</c:v>
                </c:pt>
                <c:pt idx="1452">
                  <c:v>1.754379473</c:v>
                </c:pt>
                <c:pt idx="1453">
                  <c:v>1.7557592870000001</c:v>
                </c:pt>
                <c:pt idx="1454">
                  <c:v>1.7556902969999999</c:v>
                </c:pt>
                <c:pt idx="1455">
                  <c:v>1.7556937459999999</c:v>
                </c:pt>
                <c:pt idx="1456">
                  <c:v>1.7556935739999999</c:v>
                </c:pt>
                <c:pt idx="1457">
                  <c:v>1.7556935819999999</c:v>
                </c:pt>
                <c:pt idx="1458">
                  <c:v>0</c:v>
                </c:pt>
                <c:pt idx="1459">
                  <c:v>0</c:v>
                </c:pt>
                <c:pt idx="1460">
                  <c:v>0</c:v>
                </c:pt>
                <c:pt idx="1461">
                  <c:v>0</c:v>
                </c:pt>
                <c:pt idx="1462">
                  <c:v>0</c:v>
                </c:pt>
                <c:pt idx="1463">
                  <c:v>0</c:v>
                </c:pt>
                <c:pt idx="1464">
                  <c:v>0</c:v>
                </c:pt>
                <c:pt idx="1465">
                  <c:v>0</c:v>
                </c:pt>
                <c:pt idx="1466">
                  <c:v>0.82500228200000003</c:v>
                </c:pt>
                <c:pt idx="1467">
                  <c:v>4.3968693730000004</c:v>
                </c:pt>
                <c:pt idx="1468">
                  <c:v>1.6835172220000001</c:v>
                </c:pt>
                <c:pt idx="1469">
                  <c:v>0</c:v>
                </c:pt>
                <c:pt idx="1470">
                  <c:v>0</c:v>
                </c:pt>
                <c:pt idx="1471">
                  <c:v>10.04728963</c:v>
                </c:pt>
                <c:pt idx="1472">
                  <c:v>10.21432675</c:v>
                </c:pt>
                <c:pt idx="1473">
                  <c:v>1.3327619239999999</c:v>
                </c:pt>
                <c:pt idx="1474">
                  <c:v>1.7768401650000001</c:v>
                </c:pt>
                <c:pt idx="1475">
                  <c:v>1.7546362529999999</c:v>
                </c:pt>
                <c:pt idx="1476">
                  <c:v>1.755746448</c:v>
                </c:pt>
                <c:pt idx="1477">
                  <c:v>1.7556909380000001</c:v>
                </c:pt>
                <c:pt idx="1478">
                  <c:v>1.755693714</c:v>
                </c:pt>
                <c:pt idx="1479">
                  <c:v>1.755693575</c:v>
                </c:pt>
                <c:pt idx="1480">
                  <c:v>1.7556935819999999</c:v>
                </c:pt>
                <c:pt idx="1481">
                  <c:v>1.7556935819999999</c:v>
                </c:pt>
                <c:pt idx="1482">
                  <c:v>1.7556935819999999</c:v>
                </c:pt>
                <c:pt idx="1483">
                  <c:v>1.7556935819999999</c:v>
                </c:pt>
                <c:pt idx="1484">
                  <c:v>1.7556935819999999</c:v>
                </c:pt>
                <c:pt idx="1485">
                  <c:v>1.7556935819999999</c:v>
                </c:pt>
                <c:pt idx="1486">
                  <c:v>0</c:v>
                </c:pt>
                <c:pt idx="1487">
                  <c:v>0</c:v>
                </c:pt>
                <c:pt idx="1488">
                  <c:v>2.7837007530000002</c:v>
                </c:pt>
                <c:pt idx="1489">
                  <c:v>0.57486335200000005</c:v>
                </c:pt>
                <c:pt idx="1490">
                  <c:v>12.516687129999999</c:v>
                </c:pt>
                <c:pt idx="1491">
                  <c:v>0</c:v>
                </c:pt>
                <c:pt idx="1492">
                  <c:v>5.8027446960000004</c:v>
                </c:pt>
                <c:pt idx="1493">
                  <c:v>1.553341026</c:v>
                </c:pt>
                <c:pt idx="1494">
                  <c:v>1.7658112100000001</c:v>
                </c:pt>
                <c:pt idx="1495">
                  <c:v>1.7551877</c:v>
                </c:pt>
                <c:pt idx="1496">
                  <c:v>1.755718876</c:v>
                </c:pt>
                <c:pt idx="1497">
                  <c:v>1.7556923170000001</c:v>
                </c:pt>
                <c:pt idx="1498">
                  <c:v>1.755693645</c:v>
                </c:pt>
                <c:pt idx="1499">
                  <c:v>1.7556935789999999</c:v>
                </c:pt>
                <c:pt idx="1500">
                  <c:v>1.7556935819999999</c:v>
                </c:pt>
                <c:pt idx="1501">
                  <c:v>1.7556935819999999</c:v>
                </c:pt>
                <c:pt idx="1502">
                  <c:v>1.7556935819999999</c:v>
                </c:pt>
                <c:pt idx="1503">
                  <c:v>1.7556935819999999</c:v>
                </c:pt>
                <c:pt idx="1504">
                  <c:v>0</c:v>
                </c:pt>
                <c:pt idx="1505">
                  <c:v>0</c:v>
                </c:pt>
                <c:pt idx="1506">
                  <c:v>0</c:v>
                </c:pt>
                <c:pt idx="1507">
                  <c:v>0</c:v>
                </c:pt>
                <c:pt idx="1508">
                  <c:v>0</c:v>
                </c:pt>
                <c:pt idx="1509">
                  <c:v>0.91985621799999995</c:v>
                </c:pt>
                <c:pt idx="1510">
                  <c:v>9.9161999999999999</c:v>
                </c:pt>
                <c:pt idx="1511">
                  <c:v>10.67825947</c:v>
                </c:pt>
                <c:pt idx="1512">
                  <c:v>1.3095652870000001</c:v>
                </c:pt>
                <c:pt idx="1513">
                  <c:v>0</c:v>
                </c:pt>
                <c:pt idx="1514">
                  <c:v>3.566362866</c:v>
                </c:pt>
                <c:pt idx="1515">
                  <c:v>1.665160118</c:v>
                </c:pt>
                <c:pt idx="1516">
                  <c:v>1.7602202549999999</c:v>
                </c:pt>
                <c:pt idx="1517">
                  <c:v>1.755467248</c:v>
                </c:pt>
                <c:pt idx="1518">
                  <c:v>1.7557048980000001</c:v>
                </c:pt>
                <c:pt idx="1519">
                  <c:v>1.7556930159999999</c:v>
                </c:pt>
                <c:pt idx="1520">
                  <c:v>1.75569361</c:v>
                </c:pt>
                <c:pt idx="1521">
                  <c:v>1.75569358</c:v>
                </c:pt>
                <c:pt idx="1522">
                  <c:v>1.7556935819999999</c:v>
                </c:pt>
                <c:pt idx="1523">
                  <c:v>1.7556935819999999</c:v>
                </c:pt>
                <c:pt idx="1524">
                  <c:v>1.7556935819999999</c:v>
                </c:pt>
                <c:pt idx="1525">
                  <c:v>1.7556935819999999</c:v>
                </c:pt>
                <c:pt idx="1526">
                  <c:v>1.7556935819999999</c:v>
                </c:pt>
                <c:pt idx="1527">
                  <c:v>1.7556935819999999</c:v>
                </c:pt>
                <c:pt idx="1528">
                  <c:v>1.7556935819999999</c:v>
                </c:pt>
                <c:pt idx="1529">
                  <c:v>1.7556935819999999</c:v>
                </c:pt>
                <c:pt idx="1530">
                  <c:v>0.93952765199999999</c:v>
                </c:pt>
                <c:pt idx="1531">
                  <c:v>2.5718595120000001</c:v>
                </c:pt>
                <c:pt idx="1532">
                  <c:v>1.714885285</c:v>
                </c:pt>
                <c:pt idx="1533">
                  <c:v>1.7577339970000001</c:v>
                </c:pt>
                <c:pt idx="1534">
                  <c:v>1.7555915609999999</c:v>
                </c:pt>
                <c:pt idx="1535">
                  <c:v>1.7556986830000001</c:v>
                </c:pt>
                <c:pt idx="1536">
                  <c:v>1.7556933269999999</c:v>
                </c:pt>
                <c:pt idx="1537">
                  <c:v>1.7556935950000001</c:v>
                </c:pt>
                <c:pt idx="1538">
                  <c:v>1.7556935810000001</c:v>
                </c:pt>
                <c:pt idx="1539">
                  <c:v>1.7556935819999999</c:v>
                </c:pt>
                <c:pt idx="1540">
                  <c:v>1.7556935819999999</c:v>
                </c:pt>
                <c:pt idx="1541">
                  <c:v>1.7556935819999999</c:v>
                </c:pt>
                <c:pt idx="1542">
                  <c:v>1.7556935819999999</c:v>
                </c:pt>
                <c:pt idx="1543">
                  <c:v>1.7556935819999999</c:v>
                </c:pt>
                <c:pt idx="1544">
                  <c:v>1.7556935819999999</c:v>
                </c:pt>
                <c:pt idx="1545">
                  <c:v>1.7556935819999999</c:v>
                </c:pt>
                <c:pt idx="1546">
                  <c:v>1.7556935819999999</c:v>
                </c:pt>
                <c:pt idx="1547">
                  <c:v>1.7556935819999999</c:v>
                </c:pt>
                <c:pt idx="1548">
                  <c:v>1.7556935819999999</c:v>
                </c:pt>
                <c:pt idx="1549">
                  <c:v>1.7556935819999999</c:v>
                </c:pt>
                <c:pt idx="1550">
                  <c:v>1.7556935819999999</c:v>
                </c:pt>
                <c:pt idx="1551">
                  <c:v>1.7556935819999999</c:v>
                </c:pt>
                <c:pt idx="1552">
                  <c:v>1.7556935819999999</c:v>
                </c:pt>
                <c:pt idx="1553">
                  <c:v>0</c:v>
                </c:pt>
                <c:pt idx="1554">
                  <c:v>0</c:v>
                </c:pt>
                <c:pt idx="1555">
                  <c:v>0</c:v>
                </c:pt>
                <c:pt idx="1556">
                  <c:v>0</c:v>
                </c:pt>
                <c:pt idx="1557">
                  <c:v>0</c:v>
                </c:pt>
                <c:pt idx="1558">
                  <c:v>0</c:v>
                </c:pt>
                <c:pt idx="1559">
                  <c:v>12.733553540000001</c:v>
                </c:pt>
                <c:pt idx="1560">
                  <c:v>7.5420546740000001</c:v>
                </c:pt>
                <c:pt idx="1561">
                  <c:v>1.4663755270000001</c:v>
                </c:pt>
                <c:pt idx="1562">
                  <c:v>1.770159485</c:v>
                </c:pt>
                <c:pt idx="1563">
                  <c:v>1.7549702869999999</c:v>
                </c:pt>
                <c:pt idx="1564">
                  <c:v>1.301912832</c:v>
                </c:pt>
                <c:pt idx="1565">
                  <c:v>1.8465307529999999</c:v>
                </c:pt>
                <c:pt idx="1566">
                  <c:v>0</c:v>
                </c:pt>
                <c:pt idx="1567">
                  <c:v>0</c:v>
                </c:pt>
                <c:pt idx="1568">
                  <c:v>12.90795209</c:v>
                </c:pt>
                <c:pt idx="1569">
                  <c:v>7.6896155110000004</c:v>
                </c:pt>
                <c:pt idx="1570">
                  <c:v>1.458997485</c:v>
                </c:pt>
                <c:pt idx="1571">
                  <c:v>1.7705283869999999</c:v>
                </c:pt>
                <c:pt idx="1572">
                  <c:v>1.7549518420000001</c:v>
                </c:pt>
                <c:pt idx="1573">
                  <c:v>1.7557306690000001</c:v>
                </c:pt>
                <c:pt idx="1574">
                  <c:v>1.7556917270000001</c:v>
                </c:pt>
                <c:pt idx="1575">
                  <c:v>1.755693674</c:v>
                </c:pt>
                <c:pt idx="1576">
                  <c:v>1.7556935769999999</c:v>
                </c:pt>
                <c:pt idx="1577">
                  <c:v>1.7556935819999999</c:v>
                </c:pt>
                <c:pt idx="1578">
                  <c:v>0</c:v>
                </c:pt>
                <c:pt idx="1579">
                  <c:v>0</c:v>
                </c:pt>
                <c:pt idx="1580">
                  <c:v>7.8307200000000003</c:v>
                </c:pt>
                <c:pt idx="1581">
                  <c:v>9.1152899999999999</c:v>
                </c:pt>
                <c:pt idx="1582">
                  <c:v>2.6622815860000002</c:v>
                </c:pt>
                <c:pt idx="1583">
                  <c:v>3.1466450090000002</c:v>
                </c:pt>
                <c:pt idx="1584">
                  <c:v>1.6861460100000001</c:v>
                </c:pt>
                <c:pt idx="1585">
                  <c:v>0</c:v>
                </c:pt>
                <c:pt idx="1586">
                  <c:v>0</c:v>
                </c:pt>
                <c:pt idx="1587">
                  <c:v>5.9717661409999998</c:v>
                </c:pt>
                <c:pt idx="1588">
                  <c:v>3.5692044209999998</c:v>
                </c:pt>
                <c:pt idx="1589">
                  <c:v>1.6650180400000001</c:v>
                </c:pt>
                <c:pt idx="1590">
                  <c:v>1.7602273589999999</c:v>
                </c:pt>
                <c:pt idx="1591">
                  <c:v>1.7554668929999999</c:v>
                </c:pt>
                <c:pt idx="1592">
                  <c:v>1.755704916</c:v>
                </c:pt>
                <c:pt idx="1593">
                  <c:v>0</c:v>
                </c:pt>
                <c:pt idx="1594">
                  <c:v>7.2797895239999999</c:v>
                </c:pt>
                <c:pt idx="1595">
                  <c:v>1.479488785</c:v>
                </c:pt>
                <c:pt idx="1596">
                  <c:v>1.7695038219999999</c:v>
                </c:pt>
                <c:pt idx="1597">
                  <c:v>1.7550030700000001</c:v>
                </c:pt>
                <c:pt idx="1598">
                  <c:v>1.7557281069999999</c:v>
                </c:pt>
                <c:pt idx="1599">
                  <c:v>1.7556918560000001</c:v>
                </c:pt>
                <c:pt idx="1600">
                  <c:v>1.7556936679999999</c:v>
                </c:pt>
                <c:pt idx="1601">
                  <c:v>1.7556935769999999</c:v>
                </c:pt>
                <c:pt idx="1602">
                  <c:v>1.7556935819999999</c:v>
                </c:pt>
                <c:pt idx="1603">
                  <c:v>1.7556935819999999</c:v>
                </c:pt>
                <c:pt idx="1604">
                  <c:v>1.7556935819999999</c:v>
                </c:pt>
                <c:pt idx="1605">
                  <c:v>1.7556935819999999</c:v>
                </c:pt>
                <c:pt idx="1606">
                  <c:v>1.7556935819999999</c:v>
                </c:pt>
                <c:pt idx="1607">
                  <c:v>1.7556935819999999</c:v>
                </c:pt>
                <c:pt idx="1608">
                  <c:v>1.7556935819999999</c:v>
                </c:pt>
                <c:pt idx="1609">
                  <c:v>1.7556935819999999</c:v>
                </c:pt>
                <c:pt idx="1610">
                  <c:v>1.7556935819999999</c:v>
                </c:pt>
                <c:pt idx="1611">
                  <c:v>1.7556935819999999</c:v>
                </c:pt>
                <c:pt idx="1612">
                  <c:v>1.7556935819999999</c:v>
                </c:pt>
                <c:pt idx="1613">
                  <c:v>1.7556935819999999</c:v>
                </c:pt>
                <c:pt idx="1614">
                  <c:v>1.7556935819999999</c:v>
                </c:pt>
                <c:pt idx="1615">
                  <c:v>1.7556935819999999</c:v>
                </c:pt>
                <c:pt idx="1616">
                  <c:v>1.7556935819999999</c:v>
                </c:pt>
                <c:pt idx="1617">
                  <c:v>1.7556935819999999</c:v>
                </c:pt>
                <c:pt idx="1618">
                  <c:v>1.7556935819999999</c:v>
                </c:pt>
                <c:pt idx="1619">
                  <c:v>1.7556935819999999</c:v>
                </c:pt>
                <c:pt idx="1620">
                  <c:v>1.7556935819999999</c:v>
                </c:pt>
                <c:pt idx="1621">
                  <c:v>1.7556935819999999</c:v>
                </c:pt>
                <c:pt idx="1622">
                  <c:v>1.7556935819999999</c:v>
                </c:pt>
                <c:pt idx="1623">
                  <c:v>1.7556935819999999</c:v>
                </c:pt>
                <c:pt idx="1624">
                  <c:v>0</c:v>
                </c:pt>
                <c:pt idx="1625">
                  <c:v>0</c:v>
                </c:pt>
                <c:pt idx="1626">
                  <c:v>0</c:v>
                </c:pt>
                <c:pt idx="1627">
                  <c:v>0</c:v>
                </c:pt>
                <c:pt idx="1628">
                  <c:v>0</c:v>
                </c:pt>
                <c:pt idx="1629">
                  <c:v>0</c:v>
                </c:pt>
                <c:pt idx="1630">
                  <c:v>0</c:v>
                </c:pt>
                <c:pt idx="1631">
                  <c:v>0</c:v>
                </c:pt>
                <c:pt idx="1632">
                  <c:v>4.8709480159999998</c:v>
                </c:pt>
                <c:pt idx="1633">
                  <c:v>0</c:v>
                </c:pt>
                <c:pt idx="1634">
                  <c:v>0.35003462400000002</c:v>
                </c:pt>
                <c:pt idx="1635">
                  <c:v>0</c:v>
                </c:pt>
                <c:pt idx="1636">
                  <c:v>0</c:v>
                </c:pt>
                <c:pt idx="1637">
                  <c:v>0</c:v>
                </c:pt>
                <c:pt idx="1638">
                  <c:v>0</c:v>
                </c:pt>
                <c:pt idx="1639">
                  <c:v>0.67036873299999999</c:v>
                </c:pt>
                <c:pt idx="1640">
                  <c:v>20.184292249999999</c:v>
                </c:pt>
                <c:pt idx="1641">
                  <c:v>0.83426364900000005</c:v>
                </c:pt>
                <c:pt idx="1642">
                  <c:v>1.8017650780000001</c:v>
                </c:pt>
                <c:pt idx="1643">
                  <c:v>1.7533900069999999</c:v>
                </c:pt>
                <c:pt idx="1644">
                  <c:v>1.7558087609999999</c:v>
                </c:pt>
                <c:pt idx="1645">
                  <c:v>1.7556878229999999</c:v>
                </c:pt>
                <c:pt idx="1646">
                  <c:v>1.75569387</c:v>
                </c:pt>
                <c:pt idx="1647">
                  <c:v>1.755693567</c:v>
                </c:pt>
                <c:pt idx="1648">
                  <c:v>1.755693583</c:v>
                </c:pt>
                <c:pt idx="1649">
                  <c:v>1.7556935819999999</c:v>
                </c:pt>
                <c:pt idx="1650">
                  <c:v>1.7556935819999999</c:v>
                </c:pt>
                <c:pt idx="1651">
                  <c:v>0</c:v>
                </c:pt>
                <c:pt idx="1652">
                  <c:v>0</c:v>
                </c:pt>
                <c:pt idx="1653">
                  <c:v>0</c:v>
                </c:pt>
                <c:pt idx="1654">
                  <c:v>0</c:v>
                </c:pt>
                <c:pt idx="1655">
                  <c:v>1.8956868360000001</c:v>
                </c:pt>
                <c:pt idx="1656">
                  <c:v>1.8780928320000001</c:v>
                </c:pt>
                <c:pt idx="1657">
                  <c:v>3.6356568359999999</c:v>
                </c:pt>
                <c:pt idx="1658">
                  <c:v>0.166549737</c:v>
                </c:pt>
                <c:pt idx="1659">
                  <c:v>13.39282732</c:v>
                </c:pt>
                <c:pt idx="1660">
                  <c:v>1.4656833520000001</c:v>
                </c:pt>
                <c:pt idx="1661">
                  <c:v>0</c:v>
                </c:pt>
                <c:pt idx="1662">
                  <c:v>4.311328016</c:v>
                </c:pt>
                <c:pt idx="1663">
                  <c:v>4.7548925710000001</c:v>
                </c:pt>
                <c:pt idx="1664">
                  <c:v>1.605733632</c:v>
                </c:pt>
                <c:pt idx="1665">
                  <c:v>1.7631915789999999</c:v>
                </c:pt>
                <c:pt idx="1666">
                  <c:v>1.755318682</c:v>
                </c:pt>
                <c:pt idx="1667">
                  <c:v>1.7557123269999999</c:v>
                </c:pt>
                <c:pt idx="1668">
                  <c:v>1.7556926450000001</c:v>
                </c:pt>
                <c:pt idx="1669">
                  <c:v>1.755693629</c:v>
                </c:pt>
                <c:pt idx="1670">
                  <c:v>1.7556935789999999</c:v>
                </c:pt>
                <c:pt idx="1671">
                  <c:v>1.7556935819999999</c:v>
                </c:pt>
                <c:pt idx="1672">
                  <c:v>1.7556935819999999</c:v>
                </c:pt>
                <c:pt idx="1673">
                  <c:v>1.7556935819999999</c:v>
                </c:pt>
                <c:pt idx="1674">
                  <c:v>1.7556935819999999</c:v>
                </c:pt>
                <c:pt idx="1675">
                  <c:v>1.7556935819999999</c:v>
                </c:pt>
                <c:pt idx="1676">
                  <c:v>1.7556935819999999</c:v>
                </c:pt>
                <c:pt idx="1677">
                  <c:v>0</c:v>
                </c:pt>
                <c:pt idx="1678">
                  <c:v>2.5724600639999999</c:v>
                </c:pt>
                <c:pt idx="1679">
                  <c:v>0</c:v>
                </c:pt>
                <c:pt idx="1680">
                  <c:v>0</c:v>
                </c:pt>
                <c:pt idx="1681">
                  <c:v>0.90290462400000004</c:v>
                </c:pt>
                <c:pt idx="1682">
                  <c:v>7.8773431550000002</c:v>
                </c:pt>
                <c:pt idx="1683">
                  <c:v>0</c:v>
                </c:pt>
                <c:pt idx="1684">
                  <c:v>0.88737442899999996</c:v>
                </c:pt>
                <c:pt idx="1685">
                  <c:v>0</c:v>
                </c:pt>
                <c:pt idx="1686">
                  <c:v>0</c:v>
                </c:pt>
                <c:pt idx="1687">
                  <c:v>2.3447740929999998</c:v>
                </c:pt>
                <c:pt idx="1688">
                  <c:v>17.76113002</c:v>
                </c:pt>
                <c:pt idx="1689">
                  <c:v>1.1955788899999999</c:v>
                </c:pt>
                <c:pt idx="1690">
                  <c:v>1.7836993160000001</c:v>
                </c:pt>
                <c:pt idx="1691">
                  <c:v>1.7542932950000001</c:v>
                </c:pt>
                <c:pt idx="1692">
                  <c:v>1.755763596</c:v>
                </c:pt>
                <c:pt idx="1693">
                  <c:v>1.755690081</c:v>
                </c:pt>
                <c:pt idx="1694">
                  <c:v>1.755693757</c:v>
                </c:pt>
                <c:pt idx="1695">
                  <c:v>1.7556935730000001</c:v>
                </c:pt>
                <c:pt idx="1696">
                  <c:v>1.7556935819999999</c:v>
                </c:pt>
                <c:pt idx="1697">
                  <c:v>1.7556935819999999</c:v>
                </c:pt>
                <c:pt idx="1698">
                  <c:v>1.7556935819999999</c:v>
                </c:pt>
                <c:pt idx="1699">
                  <c:v>1.7556935819999999</c:v>
                </c:pt>
                <c:pt idx="1700">
                  <c:v>1.7556935819999999</c:v>
                </c:pt>
                <c:pt idx="1701">
                  <c:v>1.7556935819999999</c:v>
                </c:pt>
                <c:pt idx="1702">
                  <c:v>1.7556935819999999</c:v>
                </c:pt>
                <c:pt idx="1703">
                  <c:v>1.7556935819999999</c:v>
                </c:pt>
                <c:pt idx="1704">
                  <c:v>1.7556935819999999</c:v>
                </c:pt>
                <c:pt idx="1705">
                  <c:v>1.7556935819999999</c:v>
                </c:pt>
                <c:pt idx="1706">
                  <c:v>1.7556935819999999</c:v>
                </c:pt>
                <c:pt idx="1707">
                  <c:v>1.7556935819999999</c:v>
                </c:pt>
                <c:pt idx="1708">
                  <c:v>1.7556935819999999</c:v>
                </c:pt>
                <c:pt idx="1709">
                  <c:v>1.7556935819999999</c:v>
                </c:pt>
                <c:pt idx="1710">
                  <c:v>1.7556935819999999</c:v>
                </c:pt>
                <c:pt idx="1711">
                  <c:v>1.7556935819999999</c:v>
                </c:pt>
                <c:pt idx="1712">
                  <c:v>1.7556935819999999</c:v>
                </c:pt>
                <c:pt idx="1713">
                  <c:v>1.7556935819999999</c:v>
                </c:pt>
                <c:pt idx="1714">
                  <c:v>1.7556935819999999</c:v>
                </c:pt>
                <c:pt idx="1715">
                  <c:v>1.7556935819999999</c:v>
                </c:pt>
                <c:pt idx="1716">
                  <c:v>1.7556935819999999</c:v>
                </c:pt>
                <c:pt idx="1717">
                  <c:v>1.7556935819999999</c:v>
                </c:pt>
                <c:pt idx="1718">
                  <c:v>1.7556935819999999</c:v>
                </c:pt>
                <c:pt idx="1719">
                  <c:v>1.7556935819999999</c:v>
                </c:pt>
                <c:pt idx="1720">
                  <c:v>1.7556935819999999</c:v>
                </c:pt>
                <c:pt idx="1721">
                  <c:v>1.7556935819999999</c:v>
                </c:pt>
                <c:pt idx="1722">
                  <c:v>1.7556935819999999</c:v>
                </c:pt>
                <c:pt idx="1723">
                  <c:v>1.7556935819999999</c:v>
                </c:pt>
                <c:pt idx="1724">
                  <c:v>1.7556935819999999</c:v>
                </c:pt>
                <c:pt idx="1725">
                  <c:v>1.7556935819999999</c:v>
                </c:pt>
                <c:pt idx="1726">
                  <c:v>1.7556935819999999</c:v>
                </c:pt>
                <c:pt idx="1727">
                  <c:v>1.7556935819999999</c:v>
                </c:pt>
                <c:pt idx="1728">
                  <c:v>1.7556935819999999</c:v>
                </c:pt>
                <c:pt idx="1729">
                  <c:v>1.7556935819999999</c:v>
                </c:pt>
                <c:pt idx="1730">
                  <c:v>1.7556935819999999</c:v>
                </c:pt>
                <c:pt idx="1731">
                  <c:v>1.7556935819999999</c:v>
                </c:pt>
                <c:pt idx="1732">
                  <c:v>1.7556935819999999</c:v>
                </c:pt>
                <c:pt idx="1733">
                  <c:v>1.7556935819999999</c:v>
                </c:pt>
                <c:pt idx="1734">
                  <c:v>1.7556935819999999</c:v>
                </c:pt>
                <c:pt idx="1735">
                  <c:v>0.99033443600000004</c:v>
                </c:pt>
                <c:pt idx="1736">
                  <c:v>0</c:v>
                </c:pt>
                <c:pt idx="1737">
                  <c:v>3.1982621920000001</c:v>
                </c:pt>
                <c:pt idx="1738">
                  <c:v>5.7643143520000004</c:v>
                </c:pt>
                <c:pt idx="1739">
                  <c:v>1.555262543</c:v>
                </c:pt>
                <c:pt idx="1740">
                  <c:v>1.7657151339999999</c:v>
                </c:pt>
                <c:pt idx="1741">
                  <c:v>1.755192504</c:v>
                </c:pt>
                <c:pt idx="1742">
                  <c:v>1.7557186360000001</c:v>
                </c:pt>
                <c:pt idx="1743">
                  <c:v>1.7556923289999999</c:v>
                </c:pt>
                <c:pt idx="1744">
                  <c:v>1.7556936439999999</c:v>
                </c:pt>
                <c:pt idx="1745">
                  <c:v>0</c:v>
                </c:pt>
                <c:pt idx="1746">
                  <c:v>0</c:v>
                </c:pt>
                <c:pt idx="1747">
                  <c:v>0</c:v>
                </c:pt>
                <c:pt idx="1748">
                  <c:v>0</c:v>
                </c:pt>
                <c:pt idx="1749">
                  <c:v>0</c:v>
                </c:pt>
                <c:pt idx="1750">
                  <c:v>7.4412835370000003</c:v>
                </c:pt>
                <c:pt idx="1751">
                  <c:v>11.058210000000001</c:v>
                </c:pt>
                <c:pt idx="1752">
                  <c:v>2.4271464909999998</c:v>
                </c:pt>
                <c:pt idx="1753">
                  <c:v>1.722120936</c:v>
                </c:pt>
                <c:pt idx="1754">
                  <c:v>1.7573722140000001</c:v>
                </c:pt>
                <c:pt idx="1755">
                  <c:v>1.75560965</c:v>
                </c:pt>
                <c:pt idx="1756">
                  <c:v>0</c:v>
                </c:pt>
                <c:pt idx="1757">
                  <c:v>0</c:v>
                </c:pt>
                <c:pt idx="1758">
                  <c:v>0</c:v>
                </c:pt>
                <c:pt idx="1759">
                  <c:v>0</c:v>
                </c:pt>
                <c:pt idx="1760">
                  <c:v>2.626767048</c:v>
                </c:pt>
                <c:pt idx="1761">
                  <c:v>0</c:v>
                </c:pt>
                <c:pt idx="1762">
                  <c:v>14.058633090000001</c:v>
                </c:pt>
                <c:pt idx="1763">
                  <c:v>5.8122461760000004</c:v>
                </c:pt>
                <c:pt idx="1764">
                  <c:v>1.5528659520000001</c:v>
                </c:pt>
                <c:pt idx="1765">
                  <c:v>1.7658349630000001</c:v>
                </c:pt>
                <c:pt idx="1766">
                  <c:v>1.7551865129999999</c:v>
                </c:pt>
                <c:pt idx="1767">
                  <c:v>1.755718935</c:v>
                </c:pt>
                <c:pt idx="1768">
                  <c:v>1.755692314</c:v>
                </c:pt>
                <c:pt idx="1769">
                  <c:v>1.755693645</c:v>
                </c:pt>
                <c:pt idx="1770">
                  <c:v>0</c:v>
                </c:pt>
                <c:pt idx="1771">
                  <c:v>0</c:v>
                </c:pt>
                <c:pt idx="1772">
                  <c:v>0</c:v>
                </c:pt>
                <c:pt idx="1773">
                  <c:v>0</c:v>
                </c:pt>
                <c:pt idx="1774">
                  <c:v>0</c:v>
                </c:pt>
                <c:pt idx="1775">
                  <c:v>11.07179655</c:v>
                </c:pt>
                <c:pt idx="1776">
                  <c:v>6.3669617799999996</c:v>
                </c:pt>
                <c:pt idx="1777">
                  <c:v>4.4613506430000003</c:v>
                </c:pt>
                <c:pt idx="1778">
                  <c:v>1.620410729</c:v>
                </c:pt>
                <c:pt idx="1779">
                  <c:v>1.7624577239999999</c:v>
                </c:pt>
                <c:pt idx="1780">
                  <c:v>0</c:v>
                </c:pt>
                <c:pt idx="1781">
                  <c:v>1.492029373</c:v>
                </c:pt>
                <c:pt idx="1782">
                  <c:v>5.9144667780000004</c:v>
                </c:pt>
                <c:pt idx="1783">
                  <c:v>1.547754922</c:v>
                </c:pt>
                <c:pt idx="1784">
                  <c:v>1.7660905149999999</c:v>
                </c:pt>
                <c:pt idx="1785">
                  <c:v>1.7551737350000001</c:v>
                </c:pt>
                <c:pt idx="1786">
                  <c:v>1.755719574</c:v>
                </c:pt>
                <c:pt idx="1787">
                  <c:v>1.755692282</c:v>
                </c:pt>
                <c:pt idx="1788">
                  <c:v>1.755693647</c:v>
                </c:pt>
                <c:pt idx="1789">
                  <c:v>1.7556935789999999</c:v>
                </c:pt>
                <c:pt idx="1790">
                  <c:v>1.7556935819999999</c:v>
                </c:pt>
                <c:pt idx="1791">
                  <c:v>1.7556935819999999</c:v>
                </c:pt>
                <c:pt idx="1792">
                  <c:v>1.7556935819999999</c:v>
                </c:pt>
                <c:pt idx="1793">
                  <c:v>1.7556935819999999</c:v>
                </c:pt>
                <c:pt idx="1794">
                  <c:v>0.459647321</c:v>
                </c:pt>
                <c:pt idx="1795">
                  <c:v>0</c:v>
                </c:pt>
                <c:pt idx="1796">
                  <c:v>4.0154399999999999</c:v>
                </c:pt>
                <c:pt idx="1797">
                  <c:v>6.2007640989999997</c:v>
                </c:pt>
                <c:pt idx="1798">
                  <c:v>1.5334400560000001</c:v>
                </c:pt>
                <c:pt idx="1799">
                  <c:v>1.7668062579999999</c:v>
                </c:pt>
                <c:pt idx="1800">
                  <c:v>1.755137948</c:v>
                </c:pt>
                <c:pt idx="1801">
                  <c:v>1.7557213629999999</c:v>
                </c:pt>
                <c:pt idx="1802">
                  <c:v>1.755692193</c:v>
                </c:pt>
                <c:pt idx="1803">
                  <c:v>1.7556936510000001</c:v>
                </c:pt>
                <c:pt idx="1804">
                  <c:v>1.755693578</c:v>
                </c:pt>
                <c:pt idx="1805">
                  <c:v>1.7556935819999999</c:v>
                </c:pt>
                <c:pt idx="1806">
                  <c:v>1.7556935819999999</c:v>
                </c:pt>
                <c:pt idx="1807">
                  <c:v>1.7556935819999999</c:v>
                </c:pt>
                <c:pt idx="1808">
                  <c:v>1.7556935819999999</c:v>
                </c:pt>
                <c:pt idx="1809">
                  <c:v>1.7556935819999999</c:v>
                </c:pt>
                <c:pt idx="1810">
                  <c:v>1.7556935819999999</c:v>
                </c:pt>
                <c:pt idx="1811">
                  <c:v>1.7556935819999999</c:v>
                </c:pt>
                <c:pt idx="1812">
                  <c:v>1.7556935819999999</c:v>
                </c:pt>
                <c:pt idx="1813">
                  <c:v>1.7556935819999999</c:v>
                </c:pt>
                <c:pt idx="1814">
                  <c:v>1.7556935819999999</c:v>
                </c:pt>
                <c:pt idx="1815">
                  <c:v>1.7556935819999999</c:v>
                </c:pt>
                <c:pt idx="1816">
                  <c:v>1.7556935819999999</c:v>
                </c:pt>
                <c:pt idx="1817">
                  <c:v>0</c:v>
                </c:pt>
                <c:pt idx="1818">
                  <c:v>1.5336277700000001</c:v>
                </c:pt>
                <c:pt idx="1819">
                  <c:v>3.7571400000000001</c:v>
                </c:pt>
                <c:pt idx="1820">
                  <c:v>4.8824100000000001</c:v>
                </c:pt>
                <c:pt idx="1821">
                  <c:v>0</c:v>
                </c:pt>
                <c:pt idx="1822">
                  <c:v>2.0096953590000002</c:v>
                </c:pt>
                <c:pt idx="1823">
                  <c:v>0.33589683599999998</c:v>
                </c:pt>
                <c:pt idx="1824">
                  <c:v>0.50015470699999998</c:v>
                </c:pt>
                <c:pt idx="1825">
                  <c:v>0</c:v>
                </c:pt>
                <c:pt idx="1826">
                  <c:v>0</c:v>
                </c:pt>
                <c:pt idx="1827">
                  <c:v>4.1779629360000001</c:v>
                </c:pt>
                <c:pt idx="1828">
                  <c:v>9.1691942080000004</c:v>
                </c:pt>
                <c:pt idx="1829">
                  <c:v>0</c:v>
                </c:pt>
                <c:pt idx="1830">
                  <c:v>1.942442832</c:v>
                </c:pt>
                <c:pt idx="1831">
                  <c:v>8.0461696420000006</c:v>
                </c:pt>
                <c:pt idx="1832">
                  <c:v>1.441169779</c:v>
                </c:pt>
                <c:pt idx="1833">
                  <c:v>1.771419772</c:v>
                </c:pt>
                <c:pt idx="1834">
                  <c:v>1.7549072720000001</c:v>
                </c:pt>
                <c:pt idx="1835">
                  <c:v>1.7557328969999999</c:v>
                </c:pt>
                <c:pt idx="1836">
                  <c:v>1.755691616</c:v>
                </c:pt>
                <c:pt idx="1837">
                  <c:v>1.75569368</c:v>
                </c:pt>
                <c:pt idx="1838">
                  <c:v>1.7556935769999999</c:v>
                </c:pt>
                <c:pt idx="1839">
                  <c:v>1.7556935819999999</c:v>
                </c:pt>
                <c:pt idx="1840">
                  <c:v>1.086868516</c:v>
                </c:pt>
                <c:pt idx="1841">
                  <c:v>0</c:v>
                </c:pt>
                <c:pt idx="1842">
                  <c:v>0</c:v>
                </c:pt>
                <c:pt idx="1843">
                  <c:v>0</c:v>
                </c:pt>
                <c:pt idx="1844">
                  <c:v>0</c:v>
                </c:pt>
                <c:pt idx="1845">
                  <c:v>0</c:v>
                </c:pt>
                <c:pt idx="1846">
                  <c:v>0</c:v>
                </c:pt>
                <c:pt idx="1847">
                  <c:v>3.4339668360000002</c:v>
                </c:pt>
                <c:pt idx="1848">
                  <c:v>9.7297553109999999</c:v>
                </c:pt>
                <c:pt idx="1849">
                  <c:v>0</c:v>
                </c:pt>
                <c:pt idx="1850">
                  <c:v>10.98356592</c:v>
                </c:pt>
                <c:pt idx="1851">
                  <c:v>1.294299965</c:v>
                </c:pt>
                <c:pt idx="1852">
                  <c:v>1.7787632630000001</c:v>
                </c:pt>
                <c:pt idx="1853">
                  <c:v>1.7545400980000001</c:v>
                </c:pt>
                <c:pt idx="1854">
                  <c:v>0</c:v>
                </c:pt>
                <c:pt idx="1855">
                  <c:v>4.7250351720000001</c:v>
                </c:pt>
                <c:pt idx="1856">
                  <c:v>1.6072265020000001</c:v>
                </c:pt>
                <c:pt idx="1857">
                  <c:v>1.7631169360000001</c:v>
                </c:pt>
                <c:pt idx="1858">
                  <c:v>1.7553224140000001</c:v>
                </c:pt>
                <c:pt idx="1859">
                  <c:v>1.75571214</c:v>
                </c:pt>
                <c:pt idx="1860">
                  <c:v>1.755692654</c:v>
                </c:pt>
                <c:pt idx="1861">
                  <c:v>1.755693628</c:v>
                </c:pt>
                <c:pt idx="1862">
                  <c:v>1.7556935789999999</c:v>
                </c:pt>
                <c:pt idx="1863">
                  <c:v>1.7556935819999999</c:v>
                </c:pt>
                <c:pt idx="1864">
                  <c:v>1.7556935819999999</c:v>
                </c:pt>
                <c:pt idx="1865">
                  <c:v>1.7556935819999999</c:v>
                </c:pt>
                <c:pt idx="1866">
                  <c:v>0</c:v>
                </c:pt>
                <c:pt idx="1867">
                  <c:v>0</c:v>
                </c:pt>
                <c:pt idx="1868">
                  <c:v>6.2075699999999996</c:v>
                </c:pt>
                <c:pt idx="1869">
                  <c:v>0</c:v>
                </c:pt>
                <c:pt idx="1870">
                  <c:v>11.013120000000001</c:v>
                </c:pt>
                <c:pt idx="1871">
                  <c:v>5.4126721910000004</c:v>
                </c:pt>
                <c:pt idx="1872">
                  <c:v>1.572844651</c:v>
                </c:pt>
                <c:pt idx="1873">
                  <c:v>1.7648360279999999</c:v>
                </c:pt>
                <c:pt idx="1874">
                  <c:v>1.755236459</c:v>
                </c:pt>
                <c:pt idx="1875">
                  <c:v>1.7557164380000001</c:v>
                </c:pt>
                <c:pt idx="1876">
                  <c:v>1.7556924389999999</c:v>
                </c:pt>
                <c:pt idx="1877">
                  <c:v>1.755693639</c:v>
                </c:pt>
                <c:pt idx="1878">
                  <c:v>1.7556935789999999</c:v>
                </c:pt>
                <c:pt idx="1879">
                  <c:v>1.7556935819999999</c:v>
                </c:pt>
                <c:pt idx="1880">
                  <c:v>1.7556935819999999</c:v>
                </c:pt>
                <c:pt idx="1881">
                  <c:v>1.7556935819999999</c:v>
                </c:pt>
                <c:pt idx="1882">
                  <c:v>1.7556935819999999</c:v>
                </c:pt>
                <c:pt idx="1883">
                  <c:v>1.7556935819999999</c:v>
                </c:pt>
                <c:pt idx="1884">
                  <c:v>1.7556935819999999</c:v>
                </c:pt>
                <c:pt idx="1885">
                  <c:v>1.7556935819999999</c:v>
                </c:pt>
                <c:pt idx="1886">
                  <c:v>1.7556935819999999</c:v>
                </c:pt>
                <c:pt idx="1887">
                  <c:v>1.7556935819999999</c:v>
                </c:pt>
                <c:pt idx="1888">
                  <c:v>1.7556935819999999</c:v>
                </c:pt>
                <c:pt idx="1889">
                  <c:v>1.7556935819999999</c:v>
                </c:pt>
                <c:pt idx="1890">
                  <c:v>0</c:v>
                </c:pt>
                <c:pt idx="1891">
                  <c:v>0</c:v>
                </c:pt>
                <c:pt idx="1892">
                  <c:v>4.5126554390000004</c:v>
                </c:pt>
                <c:pt idx="1893">
                  <c:v>8.8532100000000007</c:v>
                </c:pt>
                <c:pt idx="1894">
                  <c:v>6.9395544859999996</c:v>
                </c:pt>
                <c:pt idx="1895">
                  <c:v>1.496500537</c:v>
                </c:pt>
                <c:pt idx="1896">
                  <c:v>1.7686532340000001</c:v>
                </c:pt>
                <c:pt idx="1897">
                  <c:v>0</c:v>
                </c:pt>
                <c:pt idx="1898">
                  <c:v>3.6673929360000002</c:v>
                </c:pt>
                <c:pt idx="1899">
                  <c:v>1.3732533520000001</c:v>
                </c:pt>
                <c:pt idx="1900">
                  <c:v>3.6942399090000002</c:v>
                </c:pt>
                <c:pt idx="1901">
                  <c:v>1.6587662649999999</c:v>
                </c:pt>
                <c:pt idx="1902">
                  <c:v>1.7605399479999999</c:v>
                </c:pt>
                <c:pt idx="1903">
                  <c:v>1.7554512630000001</c:v>
                </c:pt>
                <c:pt idx="1904">
                  <c:v>1.7557056980000001</c:v>
                </c:pt>
                <c:pt idx="1905">
                  <c:v>1.755692976</c:v>
                </c:pt>
                <c:pt idx="1906">
                  <c:v>1.755693612</c:v>
                </c:pt>
                <c:pt idx="1907">
                  <c:v>1.75569358</c:v>
                </c:pt>
                <c:pt idx="1908">
                  <c:v>1.7556935819999999</c:v>
                </c:pt>
                <c:pt idx="1909">
                  <c:v>1.7556935819999999</c:v>
                </c:pt>
                <c:pt idx="1910">
                  <c:v>1.7556935819999999</c:v>
                </c:pt>
                <c:pt idx="1911">
                  <c:v>1.7556935819999999</c:v>
                </c:pt>
                <c:pt idx="1912">
                  <c:v>1.7556935819999999</c:v>
                </c:pt>
                <c:pt idx="1913">
                  <c:v>1.7556935819999999</c:v>
                </c:pt>
                <c:pt idx="1914">
                  <c:v>0</c:v>
                </c:pt>
                <c:pt idx="1915">
                  <c:v>0</c:v>
                </c:pt>
                <c:pt idx="1916">
                  <c:v>0</c:v>
                </c:pt>
                <c:pt idx="1917">
                  <c:v>0</c:v>
                </c:pt>
                <c:pt idx="1918">
                  <c:v>0</c:v>
                </c:pt>
                <c:pt idx="1919">
                  <c:v>12.59082227</c:v>
                </c:pt>
                <c:pt idx="1920">
                  <c:v>7.9456394670000003</c:v>
                </c:pt>
                <c:pt idx="1921">
                  <c:v>1.4461962880000001</c:v>
                </c:pt>
                <c:pt idx="1922">
                  <c:v>1.7711684459999999</c:v>
                </c:pt>
                <c:pt idx="1923">
                  <c:v>1.754919839</c:v>
                </c:pt>
                <c:pt idx="1924">
                  <c:v>1.7557322689999999</c:v>
                </c:pt>
                <c:pt idx="1925">
                  <c:v>1.7556916469999999</c:v>
                </c:pt>
                <c:pt idx="1926">
                  <c:v>1.7556936780000001</c:v>
                </c:pt>
                <c:pt idx="1927">
                  <c:v>0</c:v>
                </c:pt>
                <c:pt idx="1928">
                  <c:v>7.7538434540000001</c:v>
                </c:pt>
                <c:pt idx="1929">
                  <c:v>1.455786088</c:v>
                </c:pt>
                <c:pt idx="1930">
                  <c:v>1.7706889560000001</c:v>
                </c:pt>
                <c:pt idx="1931">
                  <c:v>1.7549438129999999</c:v>
                </c:pt>
                <c:pt idx="1932">
                  <c:v>1.7557310699999999</c:v>
                </c:pt>
                <c:pt idx="1933">
                  <c:v>1.755691707</c:v>
                </c:pt>
                <c:pt idx="1934">
                  <c:v>1.7556936759999999</c:v>
                </c:pt>
                <c:pt idx="1935">
                  <c:v>1.7556935769999999</c:v>
                </c:pt>
                <c:pt idx="1936">
                  <c:v>1.7556935819999999</c:v>
                </c:pt>
                <c:pt idx="1937">
                  <c:v>1.7556935819999999</c:v>
                </c:pt>
                <c:pt idx="1938">
                  <c:v>1.7556935819999999</c:v>
                </c:pt>
                <c:pt idx="1939">
                  <c:v>1.7556935819999999</c:v>
                </c:pt>
                <c:pt idx="1940">
                  <c:v>1.7556935819999999</c:v>
                </c:pt>
                <c:pt idx="1941">
                  <c:v>0</c:v>
                </c:pt>
                <c:pt idx="1942">
                  <c:v>0</c:v>
                </c:pt>
                <c:pt idx="1943">
                  <c:v>0</c:v>
                </c:pt>
                <c:pt idx="1944">
                  <c:v>7.4023734589999997</c:v>
                </c:pt>
                <c:pt idx="1945">
                  <c:v>13.213738340000001</c:v>
                </c:pt>
                <c:pt idx="1946">
                  <c:v>1.182791344</c:v>
                </c:pt>
                <c:pt idx="1947">
                  <c:v>1.7843386939999999</c:v>
                </c:pt>
                <c:pt idx="1948">
                  <c:v>1.754261326</c:v>
                </c:pt>
                <c:pt idx="1949">
                  <c:v>1.7557651949999999</c:v>
                </c:pt>
                <c:pt idx="1950">
                  <c:v>1.7556900010000001</c:v>
                </c:pt>
                <c:pt idx="1951">
                  <c:v>1.7556937610000001</c:v>
                </c:pt>
                <c:pt idx="1952">
                  <c:v>1.7556935730000001</c:v>
                </c:pt>
                <c:pt idx="1953">
                  <c:v>1.7556935819999999</c:v>
                </c:pt>
                <c:pt idx="1954">
                  <c:v>0.589055738</c:v>
                </c:pt>
                <c:pt idx="1955">
                  <c:v>2.9223314249999999</c:v>
                </c:pt>
                <c:pt idx="1956">
                  <c:v>1.6973616899999999</c:v>
                </c:pt>
                <c:pt idx="1957">
                  <c:v>1.7586101759999999</c:v>
                </c:pt>
                <c:pt idx="1958">
                  <c:v>1.755547752</c:v>
                </c:pt>
                <c:pt idx="1959">
                  <c:v>1.7557008730000001</c:v>
                </c:pt>
                <c:pt idx="1960">
                  <c:v>1.7556932169999999</c:v>
                </c:pt>
                <c:pt idx="1961">
                  <c:v>1.7556936000000001</c:v>
                </c:pt>
                <c:pt idx="1962">
                  <c:v>1.7556935810000001</c:v>
                </c:pt>
                <c:pt idx="1963">
                  <c:v>1.7556935819999999</c:v>
                </c:pt>
                <c:pt idx="1964">
                  <c:v>1.7556935819999999</c:v>
                </c:pt>
                <c:pt idx="1965">
                  <c:v>1.7556935819999999</c:v>
                </c:pt>
                <c:pt idx="1966">
                  <c:v>1.7556935819999999</c:v>
                </c:pt>
                <c:pt idx="1967">
                  <c:v>1.7556935819999999</c:v>
                </c:pt>
                <c:pt idx="1968">
                  <c:v>1.7556935819999999</c:v>
                </c:pt>
                <c:pt idx="1969">
                  <c:v>0</c:v>
                </c:pt>
                <c:pt idx="1970">
                  <c:v>0</c:v>
                </c:pt>
                <c:pt idx="1971">
                  <c:v>8.6400396960000005</c:v>
                </c:pt>
                <c:pt idx="1972">
                  <c:v>1.4114762759999999</c:v>
                </c:pt>
                <c:pt idx="1973">
                  <c:v>1.7729044469999999</c:v>
                </c:pt>
                <c:pt idx="1974">
                  <c:v>1.754833039</c:v>
                </c:pt>
                <c:pt idx="1975">
                  <c:v>1.7557366089999999</c:v>
                </c:pt>
                <c:pt idx="1976">
                  <c:v>1.7556914299999999</c:v>
                </c:pt>
                <c:pt idx="1977">
                  <c:v>1.7556936889999999</c:v>
                </c:pt>
                <c:pt idx="1978">
                  <c:v>1.7556935760000001</c:v>
                </c:pt>
                <c:pt idx="1979">
                  <c:v>1.7556935819999999</c:v>
                </c:pt>
                <c:pt idx="1980">
                  <c:v>1.7556935819999999</c:v>
                </c:pt>
                <c:pt idx="1981">
                  <c:v>1.7556935819999999</c:v>
                </c:pt>
                <c:pt idx="1982">
                  <c:v>1.7556935819999999</c:v>
                </c:pt>
                <c:pt idx="1983">
                  <c:v>1.7556935819999999</c:v>
                </c:pt>
                <c:pt idx="1984">
                  <c:v>1.7556935819999999</c:v>
                </c:pt>
                <c:pt idx="1985">
                  <c:v>0.16956953</c:v>
                </c:pt>
                <c:pt idx="1986">
                  <c:v>0</c:v>
                </c:pt>
                <c:pt idx="1987">
                  <c:v>0</c:v>
                </c:pt>
                <c:pt idx="1988">
                  <c:v>0</c:v>
                </c:pt>
                <c:pt idx="1989">
                  <c:v>0</c:v>
                </c:pt>
                <c:pt idx="1990">
                  <c:v>0</c:v>
                </c:pt>
                <c:pt idx="1991">
                  <c:v>0</c:v>
                </c:pt>
                <c:pt idx="1992">
                  <c:v>0</c:v>
                </c:pt>
                <c:pt idx="1993">
                  <c:v>0</c:v>
                </c:pt>
                <c:pt idx="1994">
                  <c:v>0</c:v>
                </c:pt>
                <c:pt idx="1995">
                  <c:v>0</c:v>
                </c:pt>
                <c:pt idx="1996">
                  <c:v>2.483749902</c:v>
                </c:pt>
                <c:pt idx="1997">
                  <c:v>10.66790788</c:v>
                </c:pt>
                <c:pt idx="1998">
                  <c:v>8.1951729619999991</c:v>
                </c:pt>
                <c:pt idx="1999">
                  <c:v>1.4337196130000001</c:v>
                </c:pt>
                <c:pt idx="2000">
                  <c:v>1.7717922800000001</c:v>
                </c:pt>
                <c:pt idx="2001">
                  <c:v>1.754888647</c:v>
                </c:pt>
                <c:pt idx="2002">
                  <c:v>1.755733829</c:v>
                </c:pt>
                <c:pt idx="2003">
                  <c:v>1.7556915689999999</c:v>
                </c:pt>
                <c:pt idx="2004">
                  <c:v>1.755693682</c:v>
                </c:pt>
                <c:pt idx="2005">
                  <c:v>1.7556935769999999</c:v>
                </c:pt>
                <c:pt idx="2006">
                  <c:v>1.7556935819999999</c:v>
                </c:pt>
                <c:pt idx="2007">
                  <c:v>1.7556935819999999</c:v>
                </c:pt>
                <c:pt idx="2008">
                  <c:v>1.7556935819999999</c:v>
                </c:pt>
                <c:pt idx="2009">
                  <c:v>1.7556935819999999</c:v>
                </c:pt>
                <c:pt idx="2010">
                  <c:v>1.7556935819999999</c:v>
                </c:pt>
                <c:pt idx="2011">
                  <c:v>1.7556935819999999</c:v>
                </c:pt>
                <c:pt idx="2012">
                  <c:v>1.7556935819999999</c:v>
                </c:pt>
                <c:pt idx="2013">
                  <c:v>1.7556935819999999</c:v>
                </c:pt>
                <c:pt idx="2014">
                  <c:v>1.7556935819999999</c:v>
                </c:pt>
                <c:pt idx="2015">
                  <c:v>1.7556935819999999</c:v>
                </c:pt>
                <c:pt idx="2016">
                  <c:v>1.7556935819999999</c:v>
                </c:pt>
                <c:pt idx="2017">
                  <c:v>1.7556935819999999</c:v>
                </c:pt>
                <c:pt idx="2018">
                  <c:v>1.7556935819999999</c:v>
                </c:pt>
                <c:pt idx="2019">
                  <c:v>1.7556935819999999</c:v>
                </c:pt>
                <c:pt idx="2020">
                  <c:v>1.7556935819999999</c:v>
                </c:pt>
                <c:pt idx="2021">
                  <c:v>1.7556935819999999</c:v>
                </c:pt>
                <c:pt idx="2022">
                  <c:v>1.7556935819999999</c:v>
                </c:pt>
                <c:pt idx="2023">
                  <c:v>1.7556935819999999</c:v>
                </c:pt>
                <c:pt idx="2024">
                  <c:v>1.7556935819999999</c:v>
                </c:pt>
                <c:pt idx="2025">
                  <c:v>1.7556935819999999</c:v>
                </c:pt>
                <c:pt idx="2026">
                  <c:v>1.7556935819999999</c:v>
                </c:pt>
                <c:pt idx="2027">
                  <c:v>1.7556935819999999</c:v>
                </c:pt>
                <c:pt idx="2028">
                  <c:v>1.7556935819999999</c:v>
                </c:pt>
                <c:pt idx="2029">
                  <c:v>1.7556935819999999</c:v>
                </c:pt>
                <c:pt idx="2030">
                  <c:v>1.7556935819999999</c:v>
                </c:pt>
                <c:pt idx="2031">
                  <c:v>1.7556935819999999</c:v>
                </c:pt>
                <c:pt idx="2032">
                  <c:v>1.7556935819999999</c:v>
                </c:pt>
                <c:pt idx="2033">
                  <c:v>1.7556935819999999</c:v>
                </c:pt>
                <c:pt idx="2034">
                  <c:v>0</c:v>
                </c:pt>
                <c:pt idx="2035">
                  <c:v>0</c:v>
                </c:pt>
                <c:pt idx="2036">
                  <c:v>3.4507753590000001</c:v>
                </c:pt>
                <c:pt idx="2037">
                  <c:v>2.6033371060000001</c:v>
                </c:pt>
                <c:pt idx="2038">
                  <c:v>0</c:v>
                </c:pt>
                <c:pt idx="2039">
                  <c:v>1.2246499019999999</c:v>
                </c:pt>
                <c:pt idx="2040">
                  <c:v>0.35971915700000001</c:v>
                </c:pt>
                <c:pt idx="2041">
                  <c:v>0</c:v>
                </c:pt>
                <c:pt idx="2042">
                  <c:v>8.4597271060000008</c:v>
                </c:pt>
                <c:pt idx="2043">
                  <c:v>0</c:v>
                </c:pt>
                <c:pt idx="2044">
                  <c:v>0</c:v>
                </c:pt>
                <c:pt idx="2045">
                  <c:v>0</c:v>
                </c:pt>
                <c:pt idx="2046">
                  <c:v>8.0843475720000004</c:v>
                </c:pt>
                <c:pt idx="2047">
                  <c:v>12.157305210000001</c:v>
                </c:pt>
                <c:pt idx="2048">
                  <c:v>1.2356130000000001</c:v>
                </c:pt>
                <c:pt idx="2049">
                  <c:v>1.781697611</c:v>
                </c:pt>
                <c:pt idx="2050">
                  <c:v>1.75439338</c:v>
                </c:pt>
                <c:pt idx="2051">
                  <c:v>1.7557585920000001</c:v>
                </c:pt>
                <c:pt idx="2052">
                  <c:v>1.755690331</c:v>
                </c:pt>
                <c:pt idx="2053">
                  <c:v>1.755693744</c:v>
                </c:pt>
                <c:pt idx="2054">
                  <c:v>1.7556935739999999</c:v>
                </c:pt>
                <c:pt idx="2055">
                  <c:v>1.7556935819999999</c:v>
                </c:pt>
                <c:pt idx="2056">
                  <c:v>1.7556935819999999</c:v>
                </c:pt>
                <c:pt idx="2057">
                  <c:v>1.7556935819999999</c:v>
                </c:pt>
                <c:pt idx="2058">
                  <c:v>0</c:v>
                </c:pt>
                <c:pt idx="2059">
                  <c:v>7.5392999999999999</c:v>
                </c:pt>
                <c:pt idx="2060">
                  <c:v>0</c:v>
                </c:pt>
                <c:pt idx="2061">
                  <c:v>0</c:v>
                </c:pt>
                <c:pt idx="2062">
                  <c:v>0</c:v>
                </c:pt>
                <c:pt idx="2063">
                  <c:v>0</c:v>
                </c:pt>
                <c:pt idx="2064">
                  <c:v>0.28786976600000003</c:v>
                </c:pt>
                <c:pt idx="2065">
                  <c:v>0</c:v>
                </c:pt>
                <c:pt idx="2066">
                  <c:v>4.5353956459999996</c:v>
                </c:pt>
                <c:pt idx="2067">
                  <c:v>1.8302172219999999</c:v>
                </c:pt>
                <c:pt idx="2068">
                  <c:v>0</c:v>
                </c:pt>
                <c:pt idx="2069">
                  <c:v>0</c:v>
                </c:pt>
                <c:pt idx="2070">
                  <c:v>10.214882940000001</c:v>
                </c:pt>
                <c:pt idx="2071">
                  <c:v>6.3395148939999997</c:v>
                </c:pt>
                <c:pt idx="2072">
                  <c:v>4.6783570460000004</c:v>
                </c:pt>
                <c:pt idx="2073">
                  <c:v>1.609560409</c:v>
                </c:pt>
                <c:pt idx="2074">
                  <c:v>1.76300024</c:v>
                </c:pt>
                <c:pt idx="2075">
                  <c:v>1.755328249</c:v>
                </c:pt>
                <c:pt idx="2076">
                  <c:v>1.755711848</c:v>
                </c:pt>
                <c:pt idx="2077">
                  <c:v>1.755692668</c:v>
                </c:pt>
                <c:pt idx="2078">
                  <c:v>1.7556936270000001</c:v>
                </c:pt>
                <c:pt idx="2079">
                  <c:v>1.7556935789999999</c:v>
                </c:pt>
                <c:pt idx="2080">
                  <c:v>0</c:v>
                </c:pt>
                <c:pt idx="2081">
                  <c:v>0</c:v>
                </c:pt>
                <c:pt idx="2082">
                  <c:v>0</c:v>
                </c:pt>
                <c:pt idx="2083">
                  <c:v>0</c:v>
                </c:pt>
                <c:pt idx="2084">
                  <c:v>0</c:v>
                </c:pt>
                <c:pt idx="2085">
                  <c:v>0</c:v>
                </c:pt>
                <c:pt idx="2086">
                  <c:v>0</c:v>
                </c:pt>
                <c:pt idx="2087">
                  <c:v>0</c:v>
                </c:pt>
                <c:pt idx="2088">
                  <c:v>0</c:v>
                </c:pt>
                <c:pt idx="2089">
                  <c:v>0</c:v>
                </c:pt>
                <c:pt idx="2090">
                  <c:v>10.62469844</c:v>
                </c:pt>
                <c:pt idx="2091">
                  <c:v>2.3679672219999999</c:v>
                </c:pt>
                <c:pt idx="2092">
                  <c:v>8.6312036590000005</c:v>
                </c:pt>
                <c:pt idx="2093">
                  <c:v>1.411918078</c:v>
                </c:pt>
                <c:pt idx="2094">
                  <c:v>1.7728823570000001</c:v>
                </c:pt>
                <c:pt idx="2095">
                  <c:v>1.7548341430000001</c:v>
                </c:pt>
                <c:pt idx="2096">
                  <c:v>1.7557365540000001</c:v>
                </c:pt>
                <c:pt idx="2097">
                  <c:v>1.755691433</c:v>
                </c:pt>
                <c:pt idx="2098">
                  <c:v>1.0879192289999999</c:v>
                </c:pt>
                <c:pt idx="2099">
                  <c:v>2.423468036</c:v>
                </c:pt>
                <c:pt idx="2100">
                  <c:v>1.7223048590000001</c:v>
                </c:pt>
                <c:pt idx="2101">
                  <c:v>1.7573630179999999</c:v>
                </c:pt>
                <c:pt idx="2102">
                  <c:v>0</c:v>
                </c:pt>
                <c:pt idx="2103">
                  <c:v>0</c:v>
                </c:pt>
                <c:pt idx="2104">
                  <c:v>10.696049070000001</c:v>
                </c:pt>
                <c:pt idx="2105">
                  <c:v>1.308675807</c:v>
                </c:pt>
                <c:pt idx="2106">
                  <c:v>1.7780444710000001</c:v>
                </c:pt>
                <c:pt idx="2107">
                  <c:v>1.7545760370000001</c:v>
                </c:pt>
                <c:pt idx="2108">
                  <c:v>1.755749459</c:v>
                </c:pt>
                <c:pt idx="2109">
                  <c:v>0</c:v>
                </c:pt>
                <c:pt idx="2110">
                  <c:v>0</c:v>
                </c:pt>
                <c:pt idx="2111">
                  <c:v>0</c:v>
                </c:pt>
                <c:pt idx="2112">
                  <c:v>0</c:v>
                </c:pt>
                <c:pt idx="2113">
                  <c:v>0</c:v>
                </c:pt>
                <c:pt idx="2114">
                  <c:v>0</c:v>
                </c:pt>
                <c:pt idx="2115">
                  <c:v>0</c:v>
                </c:pt>
                <c:pt idx="2116">
                  <c:v>7.0874859590000003</c:v>
                </c:pt>
                <c:pt idx="2117">
                  <c:v>12.70115697</c:v>
                </c:pt>
                <c:pt idx="2118">
                  <c:v>0</c:v>
                </c:pt>
                <c:pt idx="2119">
                  <c:v>7.9512072319999998</c:v>
                </c:pt>
                <c:pt idx="2120">
                  <c:v>1.4459178989999999</c:v>
                </c:pt>
                <c:pt idx="2121">
                  <c:v>1.7711823659999999</c:v>
                </c:pt>
                <c:pt idx="2122">
                  <c:v>1.754919143</c:v>
                </c:pt>
                <c:pt idx="2123">
                  <c:v>1.7557323039999999</c:v>
                </c:pt>
                <c:pt idx="2124">
                  <c:v>1.7556916460000001</c:v>
                </c:pt>
                <c:pt idx="2125">
                  <c:v>1.755693679</c:v>
                </c:pt>
                <c:pt idx="2126">
                  <c:v>1.7556935769999999</c:v>
                </c:pt>
                <c:pt idx="2127">
                  <c:v>1.7556935819999999</c:v>
                </c:pt>
                <c:pt idx="2128">
                  <c:v>1.6808822379999999</c:v>
                </c:pt>
                <c:pt idx="2129">
                  <c:v>0</c:v>
                </c:pt>
                <c:pt idx="2130">
                  <c:v>0</c:v>
                </c:pt>
                <c:pt idx="2131">
                  <c:v>0</c:v>
                </c:pt>
                <c:pt idx="2132">
                  <c:v>6.5023481250000001</c:v>
                </c:pt>
                <c:pt idx="2133">
                  <c:v>0</c:v>
                </c:pt>
                <c:pt idx="2134">
                  <c:v>9.0663581250000007</c:v>
                </c:pt>
                <c:pt idx="2135">
                  <c:v>9.6277096269999998</c:v>
                </c:pt>
                <c:pt idx="2136">
                  <c:v>1.36209278</c:v>
                </c:pt>
                <c:pt idx="2137">
                  <c:v>1.775373622</c:v>
                </c:pt>
                <c:pt idx="2138">
                  <c:v>1.7547095800000001</c:v>
                </c:pt>
                <c:pt idx="2139">
                  <c:v>1.755742782</c:v>
                </c:pt>
                <c:pt idx="2140">
                  <c:v>1.755691122</c:v>
                </c:pt>
                <c:pt idx="2141">
                  <c:v>1.7556937050000001</c:v>
                </c:pt>
                <c:pt idx="2142">
                  <c:v>0.21653953000000001</c:v>
                </c:pt>
                <c:pt idx="2143">
                  <c:v>3.2948476269999998</c:v>
                </c:pt>
                <c:pt idx="2144">
                  <c:v>1.678735879</c:v>
                </c:pt>
                <c:pt idx="2145">
                  <c:v>1.759541467</c:v>
                </c:pt>
                <c:pt idx="2146">
                  <c:v>1.755501188</c:v>
                </c:pt>
                <c:pt idx="2147">
                  <c:v>1.755703201</c:v>
                </c:pt>
                <c:pt idx="2148">
                  <c:v>1.7556931010000001</c:v>
                </c:pt>
                <c:pt idx="2149">
                  <c:v>1.7556936059999999</c:v>
                </c:pt>
                <c:pt idx="2150">
                  <c:v>1.7556935810000001</c:v>
                </c:pt>
                <c:pt idx="2151">
                  <c:v>1.7556935819999999</c:v>
                </c:pt>
                <c:pt idx="2152">
                  <c:v>1.7556935819999999</c:v>
                </c:pt>
                <c:pt idx="2153">
                  <c:v>1.7556935819999999</c:v>
                </c:pt>
                <c:pt idx="2154">
                  <c:v>0.11849960800000001</c:v>
                </c:pt>
                <c:pt idx="2155">
                  <c:v>2.6082900000000002</c:v>
                </c:pt>
                <c:pt idx="2156">
                  <c:v>2.4584314389999999</c:v>
                </c:pt>
                <c:pt idx="2157">
                  <c:v>1.7205566889999999</c:v>
                </c:pt>
                <c:pt idx="2158">
                  <c:v>1.7574504259999999</c:v>
                </c:pt>
                <c:pt idx="2159">
                  <c:v>0</c:v>
                </c:pt>
                <c:pt idx="2160">
                  <c:v>4.0012298370000003</c:v>
                </c:pt>
                <c:pt idx="2161">
                  <c:v>1.6434167690000001</c:v>
                </c:pt>
                <c:pt idx="2162">
                  <c:v>1.761307422</c:v>
                </c:pt>
                <c:pt idx="2163">
                  <c:v>1.7554128899999999</c:v>
                </c:pt>
                <c:pt idx="2164">
                  <c:v>0.317659737</c:v>
                </c:pt>
                <c:pt idx="2165">
                  <c:v>3.1937407599999998</c:v>
                </c:pt>
                <c:pt idx="2166">
                  <c:v>1.6837912230000001</c:v>
                </c:pt>
                <c:pt idx="2167">
                  <c:v>1.7592886999999999</c:v>
                </c:pt>
                <c:pt idx="2168">
                  <c:v>1.7555138260000001</c:v>
                </c:pt>
                <c:pt idx="2169">
                  <c:v>1.75570257</c:v>
                </c:pt>
                <c:pt idx="2170">
                  <c:v>1.755693132</c:v>
                </c:pt>
                <c:pt idx="2171">
                  <c:v>1.755693604</c:v>
                </c:pt>
                <c:pt idx="2172">
                  <c:v>0</c:v>
                </c:pt>
                <c:pt idx="2173">
                  <c:v>0</c:v>
                </c:pt>
                <c:pt idx="2174">
                  <c:v>6.0051530079999997</c:v>
                </c:pt>
                <c:pt idx="2175">
                  <c:v>0.90076841100000005</c:v>
                </c:pt>
                <c:pt idx="2176">
                  <c:v>0.31027115700000002</c:v>
                </c:pt>
                <c:pt idx="2177">
                  <c:v>0</c:v>
                </c:pt>
                <c:pt idx="2178">
                  <c:v>0</c:v>
                </c:pt>
                <c:pt idx="2179">
                  <c:v>0</c:v>
                </c:pt>
                <c:pt idx="2180">
                  <c:v>10.48671</c:v>
                </c:pt>
                <c:pt idx="2181">
                  <c:v>9.4112100000000005</c:v>
                </c:pt>
                <c:pt idx="2182">
                  <c:v>1.7427694709999999</c:v>
                </c:pt>
                <c:pt idx="2183">
                  <c:v>1.7563397869999999</c:v>
                </c:pt>
                <c:pt idx="2184">
                  <c:v>0</c:v>
                </c:pt>
                <c:pt idx="2185">
                  <c:v>3.8921568359999998</c:v>
                </c:pt>
                <c:pt idx="2186">
                  <c:v>2.8694257599999999</c:v>
                </c:pt>
                <c:pt idx="2187">
                  <c:v>1.700006973</c:v>
                </c:pt>
                <c:pt idx="2188">
                  <c:v>0</c:v>
                </c:pt>
                <c:pt idx="2189">
                  <c:v>0</c:v>
                </c:pt>
                <c:pt idx="2190">
                  <c:v>8.8510919559999994</c:v>
                </c:pt>
                <c:pt idx="2191">
                  <c:v>1.4009236629999999</c:v>
                </c:pt>
                <c:pt idx="2192">
                  <c:v>1.7734320779999999</c:v>
                </c:pt>
                <c:pt idx="2193">
                  <c:v>1.754806657</c:v>
                </c:pt>
                <c:pt idx="2194">
                  <c:v>1.7557379280000001</c:v>
                </c:pt>
                <c:pt idx="2195">
                  <c:v>1.755691364</c:v>
                </c:pt>
                <c:pt idx="2196">
                  <c:v>1.755693693</c:v>
                </c:pt>
                <c:pt idx="2197">
                  <c:v>1.7556935760000001</c:v>
                </c:pt>
                <c:pt idx="2198">
                  <c:v>1.7556935819999999</c:v>
                </c:pt>
                <c:pt idx="2199">
                  <c:v>1.7556935819999999</c:v>
                </c:pt>
                <c:pt idx="2200">
                  <c:v>1.7556935819999999</c:v>
                </c:pt>
                <c:pt idx="2201">
                  <c:v>1.7556935819999999</c:v>
                </c:pt>
                <c:pt idx="2202">
                  <c:v>0.36061816600000002</c:v>
                </c:pt>
                <c:pt idx="2203">
                  <c:v>3.1507689980000002</c:v>
                </c:pt>
                <c:pt idx="2204">
                  <c:v>1.6859398109999999</c:v>
                </c:pt>
                <c:pt idx="2205">
                  <c:v>1.75918127</c:v>
                </c:pt>
                <c:pt idx="2206">
                  <c:v>0</c:v>
                </c:pt>
                <c:pt idx="2207">
                  <c:v>0.28752722200000003</c:v>
                </c:pt>
                <c:pt idx="2208">
                  <c:v>9.7370979910000006</c:v>
                </c:pt>
                <c:pt idx="2209">
                  <c:v>1.356623361</c:v>
                </c:pt>
                <c:pt idx="2210">
                  <c:v>1.7756470929999999</c:v>
                </c:pt>
                <c:pt idx="2211">
                  <c:v>1.754695906</c:v>
                </c:pt>
                <c:pt idx="2212">
                  <c:v>0.80256641500000003</c:v>
                </c:pt>
                <c:pt idx="2213">
                  <c:v>0</c:v>
                </c:pt>
                <c:pt idx="2214">
                  <c:v>6.4811397599999996</c:v>
                </c:pt>
                <c:pt idx="2215">
                  <c:v>1.5194212730000001</c:v>
                </c:pt>
                <c:pt idx="2216">
                  <c:v>1.767507197</c:v>
                </c:pt>
                <c:pt idx="2217">
                  <c:v>1.7551029010000001</c:v>
                </c:pt>
                <c:pt idx="2218">
                  <c:v>1.755723116</c:v>
                </c:pt>
                <c:pt idx="2219">
                  <c:v>1.7556921050000001</c:v>
                </c:pt>
                <c:pt idx="2220">
                  <c:v>1.755693656</c:v>
                </c:pt>
                <c:pt idx="2221">
                  <c:v>1.755693578</c:v>
                </c:pt>
                <c:pt idx="2222">
                  <c:v>1.7556935819999999</c:v>
                </c:pt>
                <c:pt idx="2223">
                  <c:v>1.7556935819999999</c:v>
                </c:pt>
                <c:pt idx="2224">
                  <c:v>1.7003038589999999</c:v>
                </c:pt>
                <c:pt idx="2225">
                  <c:v>1.8110833040000001</c:v>
                </c:pt>
                <c:pt idx="2226">
                  <c:v>1.7529240960000001</c:v>
                </c:pt>
                <c:pt idx="2227">
                  <c:v>0</c:v>
                </c:pt>
                <c:pt idx="2228">
                  <c:v>0</c:v>
                </c:pt>
                <c:pt idx="2229">
                  <c:v>9.7873199999999994</c:v>
                </c:pt>
                <c:pt idx="2230">
                  <c:v>4.2316976469999998</c:v>
                </c:pt>
                <c:pt idx="2231">
                  <c:v>1.6318933790000001</c:v>
                </c:pt>
                <c:pt idx="2232">
                  <c:v>1.761883592</c:v>
                </c:pt>
                <c:pt idx="2233">
                  <c:v>1.0652144290000001</c:v>
                </c:pt>
                <c:pt idx="2234">
                  <c:v>0</c:v>
                </c:pt>
                <c:pt idx="2235">
                  <c:v>0</c:v>
                </c:pt>
                <c:pt idx="2236">
                  <c:v>0</c:v>
                </c:pt>
                <c:pt idx="2237">
                  <c:v>0</c:v>
                </c:pt>
                <c:pt idx="2238">
                  <c:v>14.418389850000001</c:v>
                </c:pt>
                <c:pt idx="2239">
                  <c:v>1.122558768</c:v>
                </c:pt>
                <c:pt idx="2240">
                  <c:v>1.787350322</c:v>
                </c:pt>
                <c:pt idx="2241">
                  <c:v>1.754110745</c:v>
                </c:pt>
                <c:pt idx="2242">
                  <c:v>1.7557727240000001</c:v>
                </c:pt>
                <c:pt idx="2243">
                  <c:v>1.755689625</c:v>
                </c:pt>
                <c:pt idx="2244">
                  <c:v>1.7556937800000001</c:v>
                </c:pt>
                <c:pt idx="2245">
                  <c:v>1.755693572</c:v>
                </c:pt>
                <c:pt idx="2246">
                  <c:v>1.7556935819999999</c:v>
                </c:pt>
                <c:pt idx="2247">
                  <c:v>1.7556935819999999</c:v>
                </c:pt>
                <c:pt idx="2248">
                  <c:v>1.7556935819999999</c:v>
                </c:pt>
                <c:pt idx="2249">
                  <c:v>1.7556935819999999</c:v>
                </c:pt>
                <c:pt idx="2250">
                  <c:v>1.7556935819999999</c:v>
                </c:pt>
                <c:pt idx="2251">
                  <c:v>1.7556935819999999</c:v>
                </c:pt>
                <c:pt idx="2252">
                  <c:v>1.7556935819999999</c:v>
                </c:pt>
                <c:pt idx="2253">
                  <c:v>1.7556935819999999</c:v>
                </c:pt>
                <c:pt idx="2254">
                  <c:v>1.7556935819999999</c:v>
                </c:pt>
                <c:pt idx="2255">
                  <c:v>1.7556935819999999</c:v>
                </c:pt>
                <c:pt idx="2256">
                  <c:v>1.7556935819999999</c:v>
                </c:pt>
                <c:pt idx="2257">
                  <c:v>1.7556935819999999</c:v>
                </c:pt>
                <c:pt idx="2258">
                  <c:v>1.7556935819999999</c:v>
                </c:pt>
                <c:pt idx="2259">
                  <c:v>0</c:v>
                </c:pt>
                <c:pt idx="2260">
                  <c:v>4.9678509579999997</c:v>
                </c:pt>
                <c:pt idx="2261">
                  <c:v>1.595085713</c:v>
                </c:pt>
                <c:pt idx="2262">
                  <c:v>0</c:v>
                </c:pt>
                <c:pt idx="2263">
                  <c:v>5.9018090870000002</c:v>
                </c:pt>
                <c:pt idx="2264">
                  <c:v>4.093467553</c:v>
                </c:pt>
                <c:pt idx="2265">
                  <c:v>1.6388048829999999</c:v>
                </c:pt>
                <c:pt idx="2266">
                  <c:v>1.7615380169999999</c:v>
                </c:pt>
                <c:pt idx="2267">
                  <c:v>1.75540136</c:v>
                </c:pt>
                <c:pt idx="2268">
                  <c:v>1.755708193</c:v>
                </c:pt>
                <c:pt idx="2269">
                  <c:v>1.7556928510000001</c:v>
                </c:pt>
                <c:pt idx="2270">
                  <c:v>1.755693618</c:v>
                </c:pt>
                <c:pt idx="2271">
                  <c:v>1.75569358</c:v>
                </c:pt>
                <c:pt idx="2272">
                  <c:v>0</c:v>
                </c:pt>
                <c:pt idx="2273">
                  <c:v>0</c:v>
                </c:pt>
                <c:pt idx="2274">
                  <c:v>8.0752320040000001</c:v>
                </c:pt>
                <c:pt idx="2275">
                  <c:v>7.8875254830000001</c:v>
                </c:pt>
                <c:pt idx="2276">
                  <c:v>1.4491019869999999</c:v>
                </c:pt>
                <c:pt idx="2277">
                  <c:v>1.7710231620000001</c:v>
                </c:pt>
                <c:pt idx="2278">
                  <c:v>1.754927103</c:v>
                </c:pt>
                <c:pt idx="2279">
                  <c:v>1.7557319060000001</c:v>
                </c:pt>
                <c:pt idx="2280">
                  <c:v>1.7556916659999999</c:v>
                </c:pt>
                <c:pt idx="2281">
                  <c:v>0</c:v>
                </c:pt>
                <c:pt idx="2282">
                  <c:v>0</c:v>
                </c:pt>
                <c:pt idx="2283">
                  <c:v>0</c:v>
                </c:pt>
                <c:pt idx="2284">
                  <c:v>0.16105973700000001</c:v>
                </c:pt>
                <c:pt idx="2285">
                  <c:v>0</c:v>
                </c:pt>
                <c:pt idx="2286">
                  <c:v>4.3056735010000002</c:v>
                </c:pt>
                <c:pt idx="2287">
                  <c:v>4.7586036649999999</c:v>
                </c:pt>
                <c:pt idx="2288">
                  <c:v>5.6758807940000002</c:v>
                </c:pt>
                <c:pt idx="2289">
                  <c:v>6.9758650360000001</c:v>
                </c:pt>
                <c:pt idx="2290">
                  <c:v>1.4946850089999999</c:v>
                </c:pt>
                <c:pt idx="2291">
                  <c:v>1.76874401</c:v>
                </c:pt>
                <c:pt idx="2292">
                  <c:v>1.7550410599999999</c:v>
                </c:pt>
                <c:pt idx="2293">
                  <c:v>1.755726208</c:v>
                </c:pt>
                <c:pt idx="2294">
                  <c:v>1.7556919499999999</c:v>
                </c:pt>
                <c:pt idx="2295">
                  <c:v>1.755693663</c:v>
                </c:pt>
                <c:pt idx="2296">
                  <c:v>1.755693578</c:v>
                </c:pt>
                <c:pt idx="2297">
                  <c:v>1.7556935819999999</c:v>
                </c:pt>
                <c:pt idx="2298">
                  <c:v>1.7556935819999999</c:v>
                </c:pt>
                <c:pt idx="2299">
                  <c:v>1.7556935819999999</c:v>
                </c:pt>
                <c:pt idx="2300">
                  <c:v>0.341585311</c:v>
                </c:pt>
                <c:pt idx="2301">
                  <c:v>0</c:v>
                </c:pt>
                <c:pt idx="2302">
                  <c:v>0</c:v>
                </c:pt>
                <c:pt idx="2303">
                  <c:v>2.187980064</c:v>
                </c:pt>
                <c:pt idx="2304">
                  <c:v>13.17538732</c:v>
                </c:pt>
                <c:pt idx="2305">
                  <c:v>1.3371633519999999</c:v>
                </c:pt>
                <c:pt idx="2306">
                  <c:v>0</c:v>
                </c:pt>
                <c:pt idx="2307">
                  <c:v>0.792709157</c:v>
                </c:pt>
                <c:pt idx="2308">
                  <c:v>0</c:v>
                </c:pt>
                <c:pt idx="2309">
                  <c:v>0</c:v>
                </c:pt>
                <c:pt idx="2310">
                  <c:v>12.8320968</c:v>
                </c:pt>
                <c:pt idx="2311">
                  <c:v>5.4131678980000002</c:v>
                </c:pt>
                <c:pt idx="2312">
                  <c:v>1.5728198659999999</c:v>
                </c:pt>
                <c:pt idx="2313">
                  <c:v>1.764837268</c:v>
                </c:pt>
                <c:pt idx="2314">
                  <c:v>1.755236397</c:v>
                </c:pt>
                <c:pt idx="2315">
                  <c:v>1.7557164409999999</c:v>
                </c:pt>
                <c:pt idx="2316">
                  <c:v>1.7556924389999999</c:v>
                </c:pt>
                <c:pt idx="2317">
                  <c:v>1.755693639</c:v>
                </c:pt>
                <c:pt idx="2318">
                  <c:v>1.7556935789999999</c:v>
                </c:pt>
                <c:pt idx="2319">
                  <c:v>1.7556935819999999</c:v>
                </c:pt>
                <c:pt idx="2320">
                  <c:v>1.7556935819999999</c:v>
                </c:pt>
                <c:pt idx="2321">
                  <c:v>1.7556935819999999</c:v>
                </c:pt>
                <c:pt idx="2322">
                  <c:v>0</c:v>
                </c:pt>
                <c:pt idx="2323">
                  <c:v>3.8627099999999999</c:v>
                </c:pt>
                <c:pt idx="2324">
                  <c:v>5.7491750860000002</c:v>
                </c:pt>
                <c:pt idx="2325">
                  <c:v>0</c:v>
                </c:pt>
                <c:pt idx="2326">
                  <c:v>0</c:v>
                </c:pt>
                <c:pt idx="2327">
                  <c:v>0.42292395999999999</c:v>
                </c:pt>
                <c:pt idx="2328">
                  <c:v>0</c:v>
                </c:pt>
                <c:pt idx="2329">
                  <c:v>0</c:v>
                </c:pt>
                <c:pt idx="2330">
                  <c:v>16.266962270000001</c:v>
                </c:pt>
                <c:pt idx="2331">
                  <c:v>2.6807742619999999</c:v>
                </c:pt>
                <c:pt idx="2332">
                  <c:v>1.709439548</c:v>
                </c:pt>
                <c:pt idx="2333">
                  <c:v>1.7580062830000001</c:v>
                </c:pt>
                <c:pt idx="2334">
                  <c:v>1.7555779469999999</c:v>
                </c:pt>
                <c:pt idx="2335">
                  <c:v>1.755699364</c:v>
                </c:pt>
                <c:pt idx="2336">
                  <c:v>1.755693293</c:v>
                </c:pt>
                <c:pt idx="2337">
                  <c:v>1.755693596</c:v>
                </c:pt>
                <c:pt idx="2338">
                  <c:v>1.7556935810000001</c:v>
                </c:pt>
                <c:pt idx="2339">
                  <c:v>1.7556935819999999</c:v>
                </c:pt>
                <c:pt idx="2340">
                  <c:v>1.7556935819999999</c:v>
                </c:pt>
                <c:pt idx="2341">
                  <c:v>1.7556935819999999</c:v>
                </c:pt>
                <c:pt idx="2342">
                  <c:v>1.7556935819999999</c:v>
                </c:pt>
                <c:pt idx="2343">
                  <c:v>1.7556935819999999</c:v>
                </c:pt>
                <c:pt idx="2344">
                  <c:v>1.7556935819999999</c:v>
                </c:pt>
                <c:pt idx="2345">
                  <c:v>1.7556935819999999</c:v>
                </c:pt>
                <c:pt idx="2346">
                  <c:v>1.7556935819999999</c:v>
                </c:pt>
                <c:pt idx="2347">
                  <c:v>1.7556935819999999</c:v>
                </c:pt>
                <c:pt idx="2348">
                  <c:v>1.7556935819999999</c:v>
                </c:pt>
                <c:pt idx="2349">
                  <c:v>1.7556935819999999</c:v>
                </c:pt>
                <c:pt idx="2350">
                  <c:v>1.7556935819999999</c:v>
                </c:pt>
                <c:pt idx="2351">
                  <c:v>1.7556935819999999</c:v>
                </c:pt>
                <c:pt idx="2352">
                  <c:v>1.7556935819999999</c:v>
                </c:pt>
                <c:pt idx="2353">
                  <c:v>1.7556935819999999</c:v>
                </c:pt>
                <c:pt idx="2354">
                  <c:v>1.7556935819999999</c:v>
                </c:pt>
                <c:pt idx="2355">
                  <c:v>1.7556935819999999</c:v>
                </c:pt>
                <c:pt idx="2356">
                  <c:v>1.7556935819999999</c:v>
                </c:pt>
                <c:pt idx="2357">
                  <c:v>1.7556935819999999</c:v>
                </c:pt>
                <c:pt idx="2358">
                  <c:v>1.7556935819999999</c:v>
                </c:pt>
                <c:pt idx="2359">
                  <c:v>1.7556935819999999</c:v>
                </c:pt>
                <c:pt idx="2360">
                  <c:v>1.7556935819999999</c:v>
                </c:pt>
                <c:pt idx="2361">
                  <c:v>1.7556935819999999</c:v>
                </c:pt>
                <c:pt idx="2362">
                  <c:v>1.7556935819999999</c:v>
                </c:pt>
                <c:pt idx="2363">
                  <c:v>1.7556935819999999</c:v>
                </c:pt>
                <c:pt idx="2364">
                  <c:v>1.7556935819999999</c:v>
                </c:pt>
                <c:pt idx="2365">
                  <c:v>1.7556935819999999</c:v>
                </c:pt>
                <c:pt idx="2366">
                  <c:v>1.7556935819999999</c:v>
                </c:pt>
                <c:pt idx="2367">
                  <c:v>0</c:v>
                </c:pt>
                <c:pt idx="2368">
                  <c:v>4.1063022519999999</c:v>
                </c:pt>
                <c:pt idx="2369">
                  <c:v>0</c:v>
                </c:pt>
                <c:pt idx="2370">
                  <c:v>0</c:v>
                </c:pt>
                <c:pt idx="2371">
                  <c:v>7.0603199999999999</c:v>
                </c:pt>
                <c:pt idx="2372">
                  <c:v>4.5385374450000002</c:v>
                </c:pt>
                <c:pt idx="2373">
                  <c:v>1.6165513890000001</c:v>
                </c:pt>
                <c:pt idx="2374">
                  <c:v>0</c:v>
                </c:pt>
                <c:pt idx="2375">
                  <c:v>10.44261977</c:v>
                </c:pt>
                <c:pt idx="2376">
                  <c:v>1.3213472719999999</c:v>
                </c:pt>
                <c:pt idx="2377">
                  <c:v>1.777410897</c:v>
                </c:pt>
                <c:pt idx="2378">
                  <c:v>1.754607716</c:v>
                </c:pt>
                <c:pt idx="2379">
                  <c:v>1.755747875</c:v>
                </c:pt>
                <c:pt idx="2380">
                  <c:v>1.755690867</c:v>
                </c:pt>
                <c:pt idx="2381">
                  <c:v>0</c:v>
                </c:pt>
                <c:pt idx="2382">
                  <c:v>0</c:v>
                </c:pt>
                <c:pt idx="2383">
                  <c:v>0</c:v>
                </c:pt>
                <c:pt idx="2384">
                  <c:v>14.266184920000001</c:v>
                </c:pt>
                <c:pt idx="2385">
                  <c:v>3.6002506319999998</c:v>
                </c:pt>
                <c:pt idx="2386">
                  <c:v>1.6634657289999999</c:v>
                </c:pt>
                <c:pt idx="2387">
                  <c:v>1.7603049740000001</c:v>
                </c:pt>
                <c:pt idx="2388">
                  <c:v>1.7554630120000001</c:v>
                </c:pt>
                <c:pt idx="2389">
                  <c:v>1.7557051100000001</c:v>
                </c:pt>
                <c:pt idx="2390">
                  <c:v>1.7556930049999999</c:v>
                </c:pt>
                <c:pt idx="2391">
                  <c:v>1.7556936110000001</c:v>
                </c:pt>
                <c:pt idx="2392">
                  <c:v>0</c:v>
                </c:pt>
                <c:pt idx="2393">
                  <c:v>4.6856390750000001</c:v>
                </c:pt>
                <c:pt idx="2394">
                  <c:v>0</c:v>
                </c:pt>
                <c:pt idx="2395">
                  <c:v>0</c:v>
                </c:pt>
                <c:pt idx="2396">
                  <c:v>4.1576399999999998</c:v>
                </c:pt>
                <c:pt idx="2397">
                  <c:v>0</c:v>
                </c:pt>
                <c:pt idx="2398">
                  <c:v>7.5117599999999998</c:v>
                </c:pt>
                <c:pt idx="2399">
                  <c:v>2.247020064</c:v>
                </c:pt>
                <c:pt idx="2400">
                  <c:v>0</c:v>
                </c:pt>
                <c:pt idx="2401">
                  <c:v>12.49732113</c:v>
                </c:pt>
                <c:pt idx="2402">
                  <c:v>1.218612204</c:v>
                </c:pt>
                <c:pt idx="2403">
                  <c:v>1.782547651</c:v>
                </c:pt>
                <c:pt idx="2404">
                  <c:v>1.7543508779999999</c:v>
                </c:pt>
                <c:pt idx="2405">
                  <c:v>1.755760717</c:v>
                </c:pt>
                <c:pt idx="2406">
                  <c:v>1.7556902249999999</c:v>
                </c:pt>
                <c:pt idx="2407">
                  <c:v>1.7556937500000001</c:v>
                </c:pt>
                <c:pt idx="2408">
                  <c:v>1.7556935730000001</c:v>
                </c:pt>
                <c:pt idx="2409">
                  <c:v>1.7556935819999999</c:v>
                </c:pt>
                <c:pt idx="2410">
                  <c:v>1.7556935819999999</c:v>
                </c:pt>
                <c:pt idx="2411">
                  <c:v>1.7556935819999999</c:v>
                </c:pt>
                <c:pt idx="2412">
                  <c:v>1.7556935819999999</c:v>
                </c:pt>
                <c:pt idx="2413">
                  <c:v>1.7556935819999999</c:v>
                </c:pt>
                <c:pt idx="2414">
                  <c:v>1.7556935819999999</c:v>
                </c:pt>
                <c:pt idx="2415">
                  <c:v>1.7556935819999999</c:v>
                </c:pt>
                <c:pt idx="2416">
                  <c:v>1.7556935819999999</c:v>
                </c:pt>
                <c:pt idx="2417">
                  <c:v>1.7556935819999999</c:v>
                </c:pt>
                <c:pt idx="2418">
                  <c:v>1.7556935819999999</c:v>
                </c:pt>
                <c:pt idx="2419">
                  <c:v>1.7556935819999999</c:v>
                </c:pt>
                <c:pt idx="2420">
                  <c:v>1.7556935819999999</c:v>
                </c:pt>
                <c:pt idx="2421">
                  <c:v>0.64917000000000002</c:v>
                </c:pt>
                <c:pt idx="2422">
                  <c:v>2.862217164</c:v>
                </c:pt>
                <c:pt idx="2423">
                  <c:v>1.700367403</c:v>
                </c:pt>
                <c:pt idx="2424">
                  <c:v>1.758459891</c:v>
                </c:pt>
                <c:pt idx="2425">
                  <c:v>1.755555266</c:v>
                </c:pt>
                <c:pt idx="2426">
                  <c:v>1.5294328319999999</c:v>
                </c:pt>
                <c:pt idx="2427">
                  <c:v>1.981960902</c:v>
                </c:pt>
                <c:pt idx="2428">
                  <c:v>1.7443802159999999</c:v>
                </c:pt>
                <c:pt idx="2429">
                  <c:v>0</c:v>
                </c:pt>
                <c:pt idx="2430">
                  <c:v>4.5197168159999999</c:v>
                </c:pt>
                <c:pt idx="2431">
                  <c:v>1.61749242</c:v>
                </c:pt>
                <c:pt idx="2432">
                  <c:v>1.76260364</c:v>
                </c:pt>
                <c:pt idx="2433">
                  <c:v>1.755348079</c:v>
                </c:pt>
                <c:pt idx="2434">
                  <c:v>1.755710857</c:v>
                </c:pt>
                <c:pt idx="2435">
                  <c:v>1.7556927179999999</c:v>
                </c:pt>
                <c:pt idx="2436">
                  <c:v>1.7556936249999999</c:v>
                </c:pt>
                <c:pt idx="2437">
                  <c:v>1.75569358</c:v>
                </c:pt>
                <c:pt idx="2438">
                  <c:v>1.7556935819999999</c:v>
                </c:pt>
                <c:pt idx="2439">
                  <c:v>1.7556935819999999</c:v>
                </c:pt>
                <c:pt idx="2440">
                  <c:v>1.7556935819999999</c:v>
                </c:pt>
                <c:pt idx="2441">
                  <c:v>0</c:v>
                </c:pt>
                <c:pt idx="2442">
                  <c:v>0</c:v>
                </c:pt>
                <c:pt idx="2443">
                  <c:v>0</c:v>
                </c:pt>
                <c:pt idx="2444">
                  <c:v>0</c:v>
                </c:pt>
                <c:pt idx="2445">
                  <c:v>0</c:v>
                </c:pt>
                <c:pt idx="2446">
                  <c:v>0</c:v>
                </c:pt>
                <c:pt idx="2447">
                  <c:v>11.992050000000001</c:v>
                </c:pt>
                <c:pt idx="2448">
                  <c:v>2.4581133519999998</c:v>
                </c:pt>
                <c:pt idx="2449">
                  <c:v>4.6956856460000003</c:v>
                </c:pt>
                <c:pt idx="2450">
                  <c:v>0</c:v>
                </c:pt>
                <c:pt idx="2451">
                  <c:v>0.41676457099999997</c:v>
                </c:pt>
                <c:pt idx="2452">
                  <c:v>0</c:v>
                </c:pt>
                <c:pt idx="2453">
                  <c:v>7.63670428</c:v>
                </c:pt>
                <c:pt idx="2454">
                  <c:v>4.3567780129999996</c:v>
                </c:pt>
                <c:pt idx="2455">
                  <c:v>1.6256393600000001</c:v>
                </c:pt>
                <c:pt idx="2456">
                  <c:v>0</c:v>
                </c:pt>
                <c:pt idx="2457">
                  <c:v>2.2468264250000001</c:v>
                </c:pt>
                <c:pt idx="2458">
                  <c:v>3.4747384370000001</c:v>
                </c:pt>
                <c:pt idx="2459">
                  <c:v>0</c:v>
                </c:pt>
                <c:pt idx="2460">
                  <c:v>13.535328509999999</c:v>
                </c:pt>
                <c:pt idx="2461">
                  <c:v>1.1667118359999999</c:v>
                </c:pt>
                <c:pt idx="2462">
                  <c:v>1.7851426690000001</c:v>
                </c:pt>
                <c:pt idx="2463">
                  <c:v>1.7542211270000001</c:v>
                </c:pt>
                <c:pt idx="2464">
                  <c:v>1.7557672040000001</c:v>
                </c:pt>
                <c:pt idx="2465">
                  <c:v>1.755689901</c:v>
                </c:pt>
                <c:pt idx="2466">
                  <c:v>1.755693766</c:v>
                </c:pt>
                <c:pt idx="2467">
                  <c:v>0</c:v>
                </c:pt>
                <c:pt idx="2468">
                  <c:v>5.9661865519999999</c:v>
                </c:pt>
                <c:pt idx="2469">
                  <c:v>1.8439217800000001</c:v>
                </c:pt>
                <c:pt idx="2470">
                  <c:v>0</c:v>
                </c:pt>
                <c:pt idx="2471">
                  <c:v>0</c:v>
                </c:pt>
                <c:pt idx="2472">
                  <c:v>0</c:v>
                </c:pt>
                <c:pt idx="2473">
                  <c:v>10.01512765</c:v>
                </c:pt>
                <c:pt idx="2474">
                  <c:v>7.5868194139999998</c:v>
                </c:pt>
                <c:pt idx="2475">
                  <c:v>1.46413729</c:v>
                </c:pt>
                <c:pt idx="2476">
                  <c:v>0.115879737</c:v>
                </c:pt>
                <c:pt idx="2477">
                  <c:v>0</c:v>
                </c:pt>
                <c:pt idx="2478">
                  <c:v>0.82761451200000002</c:v>
                </c:pt>
                <c:pt idx="2479">
                  <c:v>8.2868827599999992</c:v>
                </c:pt>
                <c:pt idx="2480">
                  <c:v>0.83357214499999999</c:v>
                </c:pt>
                <c:pt idx="2481">
                  <c:v>2.3675835329999999</c:v>
                </c:pt>
                <c:pt idx="2482">
                  <c:v>1.725099084</c:v>
                </c:pt>
                <c:pt idx="2483">
                  <c:v>1.7572233070000001</c:v>
                </c:pt>
                <c:pt idx="2484">
                  <c:v>1.7556170959999999</c:v>
                </c:pt>
                <c:pt idx="2485">
                  <c:v>1.7556974059999999</c:v>
                </c:pt>
                <c:pt idx="2486">
                  <c:v>1.7556933910000001</c:v>
                </c:pt>
                <c:pt idx="2487">
                  <c:v>1.755693591</c:v>
                </c:pt>
                <c:pt idx="2488">
                  <c:v>0</c:v>
                </c:pt>
                <c:pt idx="2489">
                  <c:v>0</c:v>
                </c:pt>
                <c:pt idx="2490">
                  <c:v>9.4813176739999996</c:v>
                </c:pt>
                <c:pt idx="2491">
                  <c:v>0</c:v>
                </c:pt>
                <c:pt idx="2492">
                  <c:v>0</c:v>
                </c:pt>
                <c:pt idx="2493">
                  <c:v>0</c:v>
                </c:pt>
                <c:pt idx="2494">
                  <c:v>0</c:v>
                </c:pt>
                <c:pt idx="2495">
                  <c:v>1.0045629359999999</c:v>
                </c:pt>
                <c:pt idx="2496">
                  <c:v>10.986237879999999</c:v>
                </c:pt>
                <c:pt idx="2497">
                  <c:v>7.6988717800000002</c:v>
                </c:pt>
                <c:pt idx="2498">
                  <c:v>3.0907484759999999</c:v>
                </c:pt>
                <c:pt idx="2499">
                  <c:v>1.6889408370000001</c:v>
                </c:pt>
                <c:pt idx="2500">
                  <c:v>0</c:v>
                </c:pt>
                <c:pt idx="2501">
                  <c:v>0</c:v>
                </c:pt>
                <c:pt idx="2502">
                  <c:v>0</c:v>
                </c:pt>
                <c:pt idx="2503">
                  <c:v>11.804915619999999</c:v>
                </c:pt>
                <c:pt idx="2504">
                  <c:v>1.2532324800000001</c:v>
                </c:pt>
                <c:pt idx="2505">
                  <c:v>1.780816637</c:v>
                </c:pt>
                <c:pt idx="2506">
                  <c:v>1.754437429</c:v>
                </c:pt>
                <c:pt idx="2507">
                  <c:v>1.7557563890000001</c:v>
                </c:pt>
                <c:pt idx="2508">
                  <c:v>1.755690441</c:v>
                </c:pt>
                <c:pt idx="2509">
                  <c:v>1.755693739</c:v>
                </c:pt>
                <c:pt idx="2510">
                  <c:v>1.7556935739999999</c:v>
                </c:pt>
                <c:pt idx="2511">
                  <c:v>1.7556935819999999</c:v>
                </c:pt>
                <c:pt idx="2512">
                  <c:v>1.7556935819999999</c:v>
                </c:pt>
                <c:pt idx="2513">
                  <c:v>1.7556935819999999</c:v>
                </c:pt>
                <c:pt idx="2514">
                  <c:v>1.7556935819999999</c:v>
                </c:pt>
                <c:pt idx="2515">
                  <c:v>0</c:v>
                </c:pt>
                <c:pt idx="2516">
                  <c:v>0</c:v>
                </c:pt>
                <c:pt idx="2517">
                  <c:v>1.804404208</c:v>
                </c:pt>
                <c:pt idx="2518">
                  <c:v>8.9583944720000002</c:v>
                </c:pt>
                <c:pt idx="2519">
                  <c:v>4.4910599790000001</c:v>
                </c:pt>
                <c:pt idx="2520">
                  <c:v>1.6189252620000001</c:v>
                </c:pt>
                <c:pt idx="2521">
                  <c:v>0</c:v>
                </c:pt>
                <c:pt idx="2522">
                  <c:v>0</c:v>
                </c:pt>
                <c:pt idx="2523">
                  <c:v>5.4949180159999997</c:v>
                </c:pt>
                <c:pt idx="2524">
                  <c:v>5.4025287259999999</c:v>
                </c:pt>
                <c:pt idx="2525">
                  <c:v>1.573351825</c:v>
                </c:pt>
                <c:pt idx="2526">
                  <c:v>1.7648106699999999</c:v>
                </c:pt>
                <c:pt idx="2527">
                  <c:v>1.7552377269999999</c:v>
                </c:pt>
                <c:pt idx="2528">
                  <c:v>1.755716375</c:v>
                </c:pt>
                <c:pt idx="2529">
                  <c:v>1.755692442</c:v>
                </c:pt>
                <c:pt idx="2530">
                  <c:v>1.755693639</c:v>
                </c:pt>
                <c:pt idx="2531">
                  <c:v>1.7556935789999999</c:v>
                </c:pt>
                <c:pt idx="2532">
                  <c:v>1.7556935819999999</c:v>
                </c:pt>
                <c:pt idx="2533">
                  <c:v>1.7556935819999999</c:v>
                </c:pt>
                <c:pt idx="2534">
                  <c:v>1.7556935819999999</c:v>
                </c:pt>
                <c:pt idx="2535">
                  <c:v>1.7556935819999999</c:v>
                </c:pt>
                <c:pt idx="2536">
                  <c:v>1.7556935819999999</c:v>
                </c:pt>
                <c:pt idx="2537">
                  <c:v>1.7556935819999999</c:v>
                </c:pt>
                <c:pt idx="2538">
                  <c:v>1.7556935819999999</c:v>
                </c:pt>
                <c:pt idx="2539">
                  <c:v>1.7556935819999999</c:v>
                </c:pt>
                <c:pt idx="2540">
                  <c:v>1.7556935819999999</c:v>
                </c:pt>
                <c:pt idx="2541">
                  <c:v>1.7556935819999999</c:v>
                </c:pt>
                <c:pt idx="2542">
                  <c:v>0</c:v>
                </c:pt>
                <c:pt idx="2543">
                  <c:v>0</c:v>
                </c:pt>
                <c:pt idx="2544">
                  <c:v>0.90516289100000002</c:v>
                </c:pt>
                <c:pt idx="2545">
                  <c:v>3.1550172220000001</c:v>
                </c:pt>
                <c:pt idx="2546">
                  <c:v>0</c:v>
                </c:pt>
                <c:pt idx="2547">
                  <c:v>0.19881716899999999</c:v>
                </c:pt>
                <c:pt idx="2548">
                  <c:v>1.7515812959999999</c:v>
                </c:pt>
                <c:pt idx="2549">
                  <c:v>12.233145240000001</c:v>
                </c:pt>
                <c:pt idx="2550">
                  <c:v>1.231820999</c:v>
                </c:pt>
                <c:pt idx="2551">
                  <c:v>1.7818872109999999</c:v>
                </c:pt>
                <c:pt idx="2552">
                  <c:v>1.7543839000000001</c:v>
                </c:pt>
                <c:pt idx="2553">
                  <c:v>1.755759066</c:v>
                </c:pt>
                <c:pt idx="2554">
                  <c:v>1.7556903079999999</c:v>
                </c:pt>
                <c:pt idx="2555">
                  <c:v>1.7556937450000001</c:v>
                </c:pt>
                <c:pt idx="2556">
                  <c:v>1.7556935739999999</c:v>
                </c:pt>
                <c:pt idx="2557">
                  <c:v>1.7556935819999999</c:v>
                </c:pt>
                <c:pt idx="2558">
                  <c:v>1.7556935819999999</c:v>
                </c:pt>
                <c:pt idx="2559">
                  <c:v>1.7556935819999999</c:v>
                </c:pt>
                <c:pt idx="2560">
                  <c:v>1.7556935819999999</c:v>
                </c:pt>
                <c:pt idx="2561">
                  <c:v>1.7556935819999999</c:v>
                </c:pt>
                <c:pt idx="2562">
                  <c:v>1.7556935819999999</c:v>
                </c:pt>
                <c:pt idx="2563">
                  <c:v>0</c:v>
                </c:pt>
                <c:pt idx="2564">
                  <c:v>0</c:v>
                </c:pt>
                <c:pt idx="2565">
                  <c:v>0</c:v>
                </c:pt>
                <c:pt idx="2566">
                  <c:v>0</c:v>
                </c:pt>
                <c:pt idx="2567">
                  <c:v>0</c:v>
                </c:pt>
                <c:pt idx="2568">
                  <c:v>0</c:v>
                </c:pt>
                <c:pt idx="2569">
                  <c:v>2.3095365289999998</c:v>
                </c:pt>
                <c:pt idx="2570">
                  <c:v>14.156096549999999</c:v>
                </c:pt>
                <c:pt idx="2571">
                  <c:v>4.7688333040000002</c:v>
                </c:pt>
                <c:pt idx="2572">
                  <c:v>0</c:v>
                </c:pt>
                <c:pt idx="2573">
                  <c:v>3.5921839599999998</c:v>
                </c:pt>
                <c:pt idx="2574">
                  <c:v>3.815930329</c:v>
                </c:pt>
                <c:pt idx="2575">
                  <c:v>1.6526817439999999</c:v>
                </c:pt>
                <c:pt idx="2576">
                  <c:v>1.760844174</c:v>
                </c:pt>
                <c:pt idx="2577">
                  <c:v>1.7554360520000001</c:v>
                </c:pt>
                <c:pt idx="2578">
                  <c:v>1.7557064579999999</c:v>
                </c:pt>
                <c:pt idx="2579">
                  <c:v>1.7556929379999999</c:v>
                </c:pt>
                <c:pt idx="2580">
                  <c:v>1.7556936139999999</c:v>
                </c:pt>
                <c:pt idx="2581">
                  <c:v>1.75569358</c:v>
                </c:pt>
                <c:pt idx="2582">
                  <c:v>1.7556935819999999</c:v>
                </c:pt>
                <c:pt idx="2583">
                  <c:v>1.7556935819999999</c:v>
                </c:pt>
                <c:pt idx="2584">
                  <c:v>1.183222864</c:v>
                </c:pt>
                <c:pt idx="2585">
                  <c:v>5.1635501E-2</c:v>
                </c:pt>
                <c:pt idx="2586">
                  <c:v>0</c:v>
                </c:pt>
                <c:pt idx="2587">
                  <c:v>0</c:v>
                </c:pt>
                <c:pt idx="2588">
                  <c:v>2.0757950869999999</c:v>
                </c:pt>
                <c:pt idx="2589">
                  <c:v>11.81861655</c:v>
                </c:pt>
                <c:pt idx="2590">
                  <c:v>0</c:v>
                </c:pt>
                <c:pt idx="2591">
                  <c:v>0</c:v>
                </c:pt>
                <c:pt idx="2592">
                  <c:v>0</c:v>
                </c:pt>
                <c:pt idx="2593">
                  <c:v>0</c:v>
                </c:pt>
                <c:pt idx="2594">
                  <c:v>7.8977731550000003</c:v>
                </c:pt>
                <c:pt idx="2595">
                  <c:v>12.39173117</c:v>
                </c:pt>
                <c:pt idx="2596">
                  <c:v>1.2238917030000001</c:v>
                </c:pt>
                <c:pt idx="2597">
                  <c:v>1.782283676</c:v>
                </c:pt>
                <c:pt idx="2598">
                  <c:v>1.754364077</c:v>
                </c:pt>
                <c:pt idx="2599">
                  <c:v>1.755760057</c:v>
                </c:pt>
                <c:pt idx="2600">
                  <c:v>1.755690258</c:v>
                </c:pt>
                <c:pt idx="2601">
                  <c:v>0.79224537299999997</c:v>
                </c:pt>
                <c:pt idx="2602">
                  <c:v>2.7191419489999999</c:v>
                </c:pt>
                <c:pt idx="2603">
                  <c:v>1.707521163</c:v>
                </c:pt>
                <c:pt idx="2604">
                  <c:v>1.758102203</c:v>
                </c:pt>
                <c:pt idx="2605">
                  <c:v>1.7555731510000001</c:v>
                </c:pt>
                <c:pt idx="2606">
                  <c:v>1.7556996030000001</c:v>
                </c:pt>
                <c:pt idx="2607">
                  <c:v>1.7556932810000001</c:v>
                </c:pt>
                <c:pt idx="2608">
                  <c:v>1.7556935970000001</c:v>
                </c:pt>
                <c:pt idx="2609">
                  <c:v>1.7556935810000001</c:v>
                </c:pt>
                <c:pt idx="2610">
                  <c:v>1.7556935819999999</c:v>
                </c:pt>
                <c:pt idx="2611">
                  <c:v>1.7556935819999999</c:v>
                </c:pt>
                <c:pt idx="2612">
                  <c:v>1.7556935819999999</c:v>
                </c:pt>
                <c:pt idx="2613">
                  <c:v>1.7556935819999999</c:v>
                </c:pt>
                <c:pt idx="2614">
                  <c:v>1.7556935819999999</c:v>
                </c:pt>
                <c:pt idx="2615">
                  <c:v>1.7556935819999999</c:v>
                </c:pt>
                <c:pt idx="2616">
                  <c:v>1.7556935819999999</c:v>
                </c:pt>
                <c:pt idx="2617">
                  <c:v>1.7556935819999999</c:v>
                </c:pt>
                <c:pt idx="2618">
                  <c:v>1.7556935819999999</c:v>
                </c:pt>
                <c:pt idx="2619">
                  <c:v>1.7556935819999999</c:v>
                </c:pt>
                <c:pt idx="2620">
                  <c:v>1.7556935819999999</c:v>
                </c:pt>
                <c:pt idx="2621">
                  <c:v>1.7556935819999999</c:v>
                </c:pt>
                <c:pt idx="2622">
                  <c:v>1.7556935819999999</c:v>
                </c:pt>
                <c:pt idx="2623">
                  <c:v>1.7556935819999999</c:v>
                </c:pt>
                <c:pt idx="2624">
                  <c:v>1.7556935819999999</c:v>
                </c:pt>
                <c:pt idx="2625">
                  <c:v>1.7556935819999999</c:v>
                </c:pt>
                <c:pt idx="2626">
                  <c:v>1.7556935819999999</c:v>
                </c:pt>
                <c:pt idx="2627">
                  <c:v>1.7556935819999999</c:v>
                </c:pt>
                <c:pt idx="2628">
                  <c:v>1.7556935819999999</c:v>
                </c:pt>
                <c:pt idx="2629">
                  <c:v>1.7556935819999999</c:v>
                </c:pt>
                <c:pt idx="2630">
                  <c:v>1.7556935819999999</c:v>
                </c:pt>
                <c:pt idx="2631">
                  <c:v>1.7556935819999999</c:v>
                </c:pt>
                <c:pt idx="2632">
                  <c:v>1.7556935819999999</c:v>
                </c:pt>
                <c:pt idx="2633">
                  <c:v>1.7556935819999999</c:v>
                </c:pt>
                <c:pt idx="2634">
                  <c:v>1.7556935819999999</c:v>
                </c:pt>
                <c:pt idx="2635">
                  <c:v>0</c:v>
                </c:pt>
                <c:pt idx="2636">
                  <c:v>0</c:v>
                </c:pt>
                <c:pt idx="2637">
                  <c:v>0</c:v>
                </c:pt>
                <c:pt idx="2638">
                  <c:v>0</c:v>
                </c:pt>
                <c:pt idx="2639">
                  <c:v>0</c:v>
                </c:pt>
                <c:pt idx="2640">
                  <c:v>13.18033732</c:v>
                </c:pt>
                <c:pt idx="2641">
                  <c:v>4.3412568360000003</c:v>
                </c:pt>
                <c:pt idx="2642">
                  <c:v>0.79125442899999998</c:v>
                </c:pt>
                <c:pt idx="2643">
                  <c:v>0</c:v>
                </c:pt>
                <c:pt idx="2644">
                  <c:v>0</c:v>
                </c:pt>
                <c:pt idx="2645">
                  <c:v>0</c:v>
                </c:pt>
                <c:pt idx="2646">
                  <c:v>6.0272859519999997</c:v>
                </c:pt>
                <c:pt idx="2647">
                  <c:v>12.78437849</c:v>
                </c:pt>
                <c:pt idx="2648">
                  <c:v>1.2042593370000001</c:v>
                </c:pt>
                <c:pt idx="2649">
                  <c:v>1.783265294</c:v>
                </c:pt>
                <c:pt idx="2650">
                  <c:v>1.754314996</c:v>
                </c:pt>
                <c:pt idx="2651">
                  <c:v>1.7557625109999999</c:v>
                </c:pt>
                <c:pt idx="2652">
                  <c:v>1.755690135</c:v>
                </c:pt>
                <c:pt idx="2653">
                  <c:v>1.7556937539999999</c:v>
                </c:pt>
                <c:pt idx="2654">
                  <c:v>1.7556935730000001</c:v>
                </c:pt>
                <c:pt idx="2655">
                  <c:v>1.7556935819999999</c:v>
                </c:pt>
                <c:pt idx="2656">
                  <c:v>1.7556935819999999</c:v>
                </c:pt>
                <c:pt idx="2657">
                  <c:v>1.7556935819999999</c:v>
                </c:pt>
                <c:pt idx="2658">
                  <c:v>1.7556935819999999</c:v>
                </c:pt>
                <c:pt idx="2659">
                  <c:v>1.7556935819999999</c:v>
                </c:pt>
                <c:pt idx="2660">
                  <c:v>0</c:v>
                </c:pt>
                <c:pt idx="2661">
                  <c:v>0</c:v>
                </c:pt>
                <c:pt idx="2662">
                  <c:v>0</c:v>
                </c:pt>
                <c:pt idx="2663">
                  <c:v>0</c:v>
                </c:pt>
                <c:pt idx="2664">
                  <c:v>0</c:v>
                </c:pt>
                <c:pt idx="2665">
                  <c:v>0</c:v>
                </c:pt>
                <c:pt idx="2666">
                  <c:v>0</c:v>
                </c:pt>
                <c:pt idx="2667">
                  <c:v>4.4662329359999999</c:v>
                </c:pt>
                <c:pt idx="2668">
                  <c:v>12.238947769999999</c:v>
                </c:pt>
                <c:pt idx="2669">
                  <c:v>4.6569001129999998</c:v>
                </c:pt>
                <c:pt idx="2670">
                  <c:v>1.610633255</c:v>
                </c:pt>
                <c:pt idx="2671">
                  <c:v>1.7629465980000001</c:v>
                </c:pt>
                <c:pt idx="2672">
                  <c:v>1.755330931</c:v>
                </c:pt>
                <c:pt idx="2673">
                  <c:v>1.755711714</c:v>
                </c:pt>
                <c:pt idx="2674">
                  <c:v>1.7556926749999999</c:v>
                </c:pt>
                <c:pt idx="2675">
                  <c:v>1.7556936270000001</c:v>
                </c:pt>
                <c:pt idx="2676">
                  <c:v>1.75569358</c:v>
                </c:pt>
                <c:pt idx="2677">
                  <c:v>1.7556935819999999</c:v>
                </c:pt>
                <c:pt idx="2678">
                  <c:v>1.7556935819999999</c:v>
                </c:pt>
                <c:pt idx="2679">
                  <c:v>1.7556935819999999</c:v>
                </c:pt>
                <c:pt idx="2680">
                  <c:v>1.7556935819999999</c:v>
                </c:pt>
                <c:pt idx="2681">
                  <c:v>1.7556935819999999</c:v>
                </c:pt>
                <c:pt idx="2682">
                  <c:v>1.7556935819999999</c:v>
                </c:pt>
                <c:pt idx="2683">
                  <c:v>0</c:v>
                </c:pt>
                <c:pt idx="2684">
                  <c:v>2.5330471060000002</c:v>
                </c:pt>
                <c:pt idx="2685">
                  <c:v>0</c:v>
                </c:pt>
                <c:pt idx="2686">
                  <c:v>0</c:v>
                </c:pt>
                <c:pt idx="2687">
                  <c:v>0</c:v>
                </c:pt>
                <c:pt idx="2688">
                  <c:v>0.48647462400000002</c:v>
                </c:pt>
                <c:pt idx="2689">
                  <c:v>3.1615399019999999</c:v>
                </c:pt>
                <c:pt idx="2690">
                  <c:v>0</c:v>
                </c:pt>
                <c:pt idx="2691">
                  <c:v>0.742924429</c:v>
                </c:pt>
                <c:pt idx="2692">
                  <c:v>0</c:v>
                </c:pt>
                <c:pt idx="2693">
                  <c:v>0</c:v>
                </c:pt>
                <c:pt idx="2694">
                  <c:v>1.4945719049999999</c:v>
                </c:pt>
                <c:pt idx="2695">
                  <c:v>3.2987499979999999</c:v>
                </c:pt>
                <c:pt idx="2696">
                  <c:v>16.497026730000002</c:v>
                </c:pt>
                <c:pt idx="2697">
                  <c:v>1.0186269240000001</c:v>
                </c:pt>
                <c:pt idx="2698">
                  <c:v>1.792546915</c:v>
                </c:pt>
                <c:pt idx="2699">
                  <c:v>1.7538509149999999</c:v>
                </c:pt>
                <c:pt idx="2700">
                  <c:v>1.755785715</c:v>
                </c:pt>
                <c:pt idx="2701">
                  <c:v>1.755688975</c:v>
                </c:pt>
                <c:pt idx="2702">
                  <c:v>1.7556938120000001</c:v>
                </c:pt>
                <c:pt idx="2703">
                  <c:v>1.75569357</c:v>
                </c:pt>
                <c:pt idx="2704">
                  <c:v>1.7556935819999999</c:v>
                </c:pt>
                <c:pt idx="2705">
                  <c:v>1.7556935819999999</c:v>
                </c:pt>
                <c:pt idx="2706">
                  <c:v>1.7556935819999999</c:v>
                </c:pt>
                <c:pt idx="2707">
                  <c:v>1.7556935819999999</c:v>
                </c:pt>
                <c:pt idx="2708">
                  <c:v>0</c:v>
                </c:pt>
                <c:pt idx="2709">
                  <c:v>5.4229988450000004</c:v>
                </c:pt>
                <c:pt idx="2710">
                  <c:v>0</c:v>
                </c:pt>
                <c:pt idx="2711">
                  <c:v>0</c:v>
                </c:pt>
                <c:pt idx="2712">
                  <c:v>6.737346584</c:v>
                </c:pt>
                <c:pt idx="2713">
                  <c:v>2.7369465289999999</c:v>
                </c:pt>
                <c:pt idx="2714">
                  <c:v>1.454738796</c:v>
                </c:pt>
                <c:pt idx="2715">
                  <c:v>6.1017200640000002</c:v>
                </c:pt>
                <c:pt idx="2716">
                  <c:v>0.71241442899999996</c:v>
                </c:pt>
                <c:pt idx="2717">
                  <c:v>4.1075500270000003</c:v>
                </c:pt>
                <c:pt idx="2718">
                  <c:v>0.74676333100000003</c:v>
                </c:pt>
                <c:pt idx="2719">
                  <c:v>0</c:v>
                </c:pt>
                <c:pt idx="2720">
                  <c:v>6.5884032330000002</c:v>
                </c:pt>
                <c:pt idx="2721">
                  <c:v>1.5140580990000001</c:v>
                </c:pt>
                <c:pt idx="2722">
                  <c:v>1.767775356</c:v>
                </c:pt>
                <c:pt idx="2723">
                  <c:v>1.7550894930000001</c:v>
                </c:pt>
                <c:pt idx="2724">
                  <c:v>1.7557237859999999</c:v>
                </c:pt>
                <c:pt idx="2725">
                  <c:v>1.755692072</c:v>
                </c:pt>
                <c:pt idx="2726">
                  <c:v>1.7556936569999999</c:v>
                </c:pt>
                <c:pt idx="2727">
                  <c:v>1.755693578</c:v>
                </c:pt>
                <c:pt idx="2728">
                  <c:v>1.7556935819999999</c:v>
                </c:pt>
                <c:pt idx="2729">
                  <c:v>1.7556935819999999</c:v>
                </c:pt>
                <c:pt idx="2730">
                  <c:v>1.7556935819999999</c:v>
                </c:pt>
                <c:pt idx="2731">
                  <c:v>0</c:v>
                </c:pt>
                <c:pt idx="2732">
                  <c:v>12.860713130000001</c:v>
                </c:pt>
                <c:pt idx="2733">
                  <c:v>0</c:v>
                </c:pt>
                <c:pt idx="2734">
                  <c:v>0</c:v>
                </c:pt>
                <c:pt idx="2735">
                  <c:v>0</c:v>
                </c:pt>
                <c:pt idx="2736">
                  <c:v>0</c:v>
                </c:pt>
                <c:pt idx="2737">
                  <c:v>5.326675646</c:v>
                </c:pt>
                <c:pt idx="2738">
                  <c:v>0</c:v>
                </c:pt>
                <c:pt idx="2739">
                  <c:v>7.7055450089999997</c:v>
                </c:pt>
                <c:pt idx="2740">
                  <c:v>6.4584800639999997</c:v>
                </c:pt>
                <c:pt idx="2741">
                  <c:v>0.56276208500000002</c:v>
                </c:pt>
                <c:pt idx="2742">
                  <c:v>3.5153958740000002</c:v>
                </c:pt>
                <c:pt idx="2743">
                  <c:v>4.782339586</c:v>
                </c:pt>
                <c:pt idx="2744">
                  <c:v>1.6043612819999999</c:v>
                </c:pt>
                <c:pt idx="2745">
                  <c:v>1.7632601969999999</c:v>
                </c:pt>
                <c:pt idx="2746">
                  <c:v>1.7553152510000001</c:v>
                </c:pt>
                <c:pt idx="2747">
                  <c:v>1.7557124980000001</c:v>
                </c:pt>
                <c:pt idx="2748">
                  <c:v>1.755692636</c:v>
                </c:pt>
                <c:pt idx="2749">
                  <c:v>1.755693629</c:v>
                </c:pt>
                <c:pt idx="2750">
                  <c:v>1.7556935789999999</c:v>
                </c:pt>
                <c:pt idx="2751">
                  <c:v>1.7556935819999999</c:v>
                </c:pt>
                <c:pt idx="2752">
                  <c:v>1.7556935819999999</c:v>
                </c:pt>
                <c:pt idx="2753">
                  <c:v>1.7556935819999999</c:v>
                </c:pt>
                <c:pt idx="2754">
                  <c:v>1.7556935819999999</c:v>
                </c:pt>
                <c:pt idx="2755">
                  <c:v>1.7556935819999999</c:v>
                </c:pt>
                <c:pt idx="2756">
                  <c:v>0</c:v>
                </c:pt>
                <c:pt idx="2757">
                  <c:v>0</c:v>
                </c:pt>
                <c:pt idx="2758">
                  <c:v>2.100063155</c:v>
                </c:pt>
                <c:pt idx="2759">
                  <c:v>0</c:v>
                </c:pt>
                <c:pt idx="2760">
                  <c:v>0.90994973700000004</c:v>
                </c:pt>
                <c:pt idx="2761">
                  <c:v>0</c:v>
                </c:pt>
                <c:pt idx="2762">
                  <c:v>0</c:v>
                </c:pt>
                <c:pt idx="2763">
                  <c:v>7.6997660000000002E-3</c:v>
                </c:pt>
                <c:pt idx="2764">
                  <c:v>0.40448462400000001</c:v>
                </c:pt>
                <c:pt idx="2765">
                  <c:v>0</c:v>
                </c:pt>
                <c:pt idx="2766">
                  <c:v>0</c:v>
                </c:pt>
                <c:pt idx="2767">
                  <c:v>0</c:v>
                </c:pt>
                <c:pt idx="2768">
                  <c:v>0</c:v>
                </c:pt>
                <c:pt idx="2769">
                  <c:v>4.7373793930000003</c:v>
                </c:pt>
                <c:pt idx="2770">
                  <c:v>6.6379320210000001</c:v>
                </c:pt>
                <c:pt idx="2771">
                  <c:v>7.4412549630000004</c:v>
                </c:pt>
                <c:pt idx="2772">
                  <c:v>4.943012092</c:v>
                </c:pt>
                <c:pt idx="2773">
                  <c:v>1.5963276559999999</c:v>
                </c:pt>
                <c:pt idx="2774">
                  <c:v>1.763661878</c:v>
                </c:pt>
                <c:pt idx="2775">
                  <c:v>1.7552951670000001</c:v>
                </c:pt>
                <c:pt idx="2776">
                  <c:v>0</c:v>
                </c:pt>
                <c:pt idx="2777">
                  <c:v>0</c:v>
                </c:pt>
                <c:pt idx="2778">
                  <c:v>0</c:v>
                </c:pt>
                <c:pt idx="2779">
                  <c:v>0</c:v>
                </c:pt>
                <c:pt idx="2780">
                  <c:v>4.8110400000000002</c:v>
                </c:pt>
                <c:pt idx="2781">
                  <c:v>0.40915500900000001</c:v>
                </c:pt>
                <c:pt idx="2782">
                  <c:v>10.78497</c:v>
                </c:pt>
                <c:pt idx="2783">
                  <c:v>2.0640500639999999</c:v>
                </c:pt>
                <c:pt idx="2784">
                  <c:v>0.234679737</c:v>
                </c:pt>
                <c:pt idx="2785">
                  <c:v>0</c:v>
                </c:pt>
                <c:pt idx="2786">
                  <c:v>0</c:v>
                </c:pt>
                <c:pt idx="2787">
                  <c:v>0.72042442900000003</c:v>
                </c:pt>
                <c:pt idx="2788">
                  <c:v>1.7978733520000001</c:v>
                </c:pt>
                <c:pt idx="2789">
                  <c:v>2.562472541</c:v>
                </c:pt>
                <c:pt idx="2790">
                  <c:v>0</c:v>
                </c:pt>
                <c:pt idx="2791">
                  <c:v>3.1438514940000002</c:v>
                </c:pt>
                <c:pt idx="2792">
                  <c:v>13.445484110000001</c:v>
                </c:pt>
                <c:pt idx="2793">
                  <c:v>1.171204055</c:v>
                </c:pt>
                <c:pt idx="2794">
                  <c:v>1.7849180579999999</c:v>
                </c:pt>
                <c:pt idx="2795">
                  <c:v>1.7542323580000001</c:v>
                </c:pt>
                <c:pt idx="2796">
                  <c:v>1.7557666430000001</c:v>
                </c:pt>
                <c:pt idx="2797">
                  <c:v>1.7556899290000001</c:v>
                </c:pt>
                <c:pt idx="2798">
                  <c:v>1.7556937640000001</c:v>
                </c:pt>
                <c:pt idx="2799">
                  <c:v>1.7556935730000001</c:v>
                </c:pt>
                <c:pt idx="2800">
                  <c:v>1.7556935819999999</c:v>
                </c:pt>
                <c:pt idx="2801">
                  <c:v>1.7556935819999999</c:v>
                </c:pt>
                <c:pt idx="2802">
                  <c:v>1.7556935819999999</c:v>
                </c:pt>
                <c:pt idx="2803">
                  <c:v>0</c:v>
                </c:pt>
                <c:pt idx="2804">
                  <c:v>0</c:v>
                </c:pt>
                <c:pt idx="2805">
                  <c:v>6.6849299999999996</c:v>
                </c:pt>
                <c:pt idx="2806">
                  <c:v>1.2761749200000001</c:v>
                </c:pt>
                <c:pt idx="2807">
                  <c:v>7.0155842079999999</c:v>
                </c:pt>
                <c:pt idx="2808">
                  <c:v>3.549169902</c:v>
                </c:pt>
                <c:pt idx="2809">
                  <c:v>5.5942777289999999</c:v>
                </c:pt>
                <c:pt idx="2810">
                  <c:v>1.563764374</c:v>
                </c:pt>
                <c:pt idx="2811">
                  <c:v>1.7652900419999999</c:v>
                </c:pt>
                <c:pt idx="2812">
                  <c:v>1.4353179629999999</c:v>
                </c:pt>
                <c:pt idx="2813">
                  <c:v>2.075613369</c:v>
                </c:pt>
                <c:pt idx="2814">
                  <c:v>1.739697592</c:v>
                </c:pt>
                <c:pt idx="2815">
                  <c:v>1.7564933810000001</c:v>
                </c:pt>
                <c:pt idx="2816">
                  <c:v>1.755653592</c:v>
                </c:pt>
                <c:pt idx="2817">
                  <c:v>1.7556955809999999</c:v>
                </c:pt>
                <c:pt idx="2818">
                  <c:v>1.7556934820000001</c:v>
                </c:pt>
                <c:pt idx="2819">
                  <c:v>1.7556935870000001</c:v>
                </c:pt>
                <c:pt idx="2820">
                  <c:v>1.7556935819999999</c:v>
                </c:pt>
                <c:pt idx="2821">
                  <c:v>1.7556935819999999</c:v>
                </c:pt>
                <c:pt idx="2822">
                  <c:v>1.7556935819999999</c:v>
                </c:pt>
                <c:pt idx="2823">
                  <c:v>1.7556935819999999</c:v>
                </c:pt>
                <c:pt idx="2824">
                  <c:v>1.7556935819999999</c:v>
                </c:pt>
                <c:pt idx="2825">
                  <c:v>1.7556935819999999</c:v>
                </c:pt>
                <c:pt idx="2826">
                  <c:v>1.7556935819999999</c:v>
                </c:pt>
                <c:pt idx="2827">
                  <c:v>0</c:v>
                </c:pt>
                <c:pt idx="2828">
                  <c:v>0</c:v>
                </c:pt>
                <c:pt idx="2829">
                  <c:v>0</c:v>
                </c:pt>
                <c:pt idx="2830">
                  <c:v>0</c:v>
                </c:pt>
                <c:pt idx="2831">
                  <c:v>0</c:v>
                </c:pt>
                <c:pt idx="2832">
                  <c:v>0</c:v>
                </c:pt>
                <c:pt idx="2833">
                  <c:v>0</c:v>
                </c:pt>
                <c:pt idx="2834">
                  <c:v>0</c:v>
                </c:pt>
                <c:pt idx="2835">
                  <c:v>2.1388228319999998</c:v>
                </c:pt>
                <c:pt idx="2836">
                  <c:v>0.79382462399999998</c:v>
                </c:pt>
                <c:pt idx="2837">
                  <c:v>4.1678804249999999</c:v>
                </c:pt>
                <c:pt idx="2838">
                  <c:v>15.18085428</c:v>
                </c:pt>
                <c:pt idx="2839">
                  <c:v>1.084435547</c:v>
                </c:pt>
                <c:pt idx="2840">
                  <c:v>1.789256484</c:v>
                </c:pt>
                <c:pt idx="2841">
                  <c:v>1.7540154370000001</c:v>
                </c:pt>
                <c:pt idx="2842">
                  <c:v>1.755777489</c:v>
                </c:pt>
                <c:pt idx="2843">
                  <c:v>1.755689386</c:v>
                </c:pt>
                <c:pt idx="2844">
                  <c:v>1.755693792</c:v>
                </c:pt>
                <c:pt idx="2845">
                  <c:v>1.7556935709999999</c:v>
                </c:pt>
                <c:pt idx="2846">
                  <c:v>1.7556935819999999</c:v>
                </c:pt>
                <c:pt idx="2847">
                  <c:v>1.7556935819999999</c:v>
                </c:pt>
                <c:pt idx="2848">
                  <c:v>1.7556935819999999</c:v>
                </c:pt>
                <c:pt idx="2849">
                  <c:v>1.7556935819999999</c:v>
                </c:pt>
                <c:pt idx="2850">
                  <c:v>1.7556935819999999</c:v>
                </c:pt>
                <c:pt idx="2851">
                  <c:v>0</c:v>
                </c:pt>
                <c:pt idx="2852">
                  <c:v>0</c:v>
                </c:pt>
                <c:pt idx="2853">
                  <c:v>0</c:v>
                </c:pt>
                <c:pt idx="2854">
                  <c:v>0.113875646</c:v>
                </c:pt>
                <c:pt idx="2855">
                  <c:v>5.1865762179999999</c:v>
                </c:pt>
                <c:pt idx="2856">
                  <c:v>15.931794139999999</c:v>
                </c:pt>
                <c:pt idx="2857">
                  <c:v>1.0468885539999999</c:v>
                </c:pt>
                <c:pt idx="2858">
                  <c:v>1.791133833</c:v>
                </c:pt>
                <c:pt idx="2859">
                  <c:v>1.7539215690000001</c:v>
                </c:pt>
                <c:pt idx="2860">
                  <c:v>1.7557821819999999</c:v>
                </c:pt>
                <c:pt idx="2861">
                  <c:v>1.755689152</c:v>
                </c:pt>
                <c:pt idx="2862">
                  <c:v>1.755693803</c:v>
                </c:pt>
                <c:pt idx="2863">
                  <c:v>1.7556935709999999</c:v>
                </c:pt>
                <c:pt idx="2864">
                  <c:v>1.7556935819999999</c:v>
                </c:pt>
                <c:pt idx="2865">
                  <c:v>1.7556935819999999</c:v>
                </c:pt>
                <c:pt idx="2866">
                  <c:v>1.7556935819999999</c:v>
                </c:pt>
                <c:pt idx="2867">
                  <c:v>1.7556935819999999</c:v>
                </c:pt>
                <c:pt idx="2868">
                  <c:v>1.7556935819999999</c:v>
                </c:pt>
                <c:pt idx="2869">
                  <c:v>1.7556935819999999</c:v>
                </c:pt>
                <c:pt idx="2870">
                  <c:v>1.7556935819999999</c:v>
                </c:pt>
                <c:pt idx="2871">
                  <c:v>1.7556935819999999</c:v>
                </c:pt>
                <c:pt idx="2872">
                  <c:v>1.7556935819999999</c:v>
                </c:pt>
                <c:pt idx="2873">
                  <c:v>1.7556935819999999</c:v>
                </c:pt>
                <c:pt idx="2874">
                  <c:v>1.7556935819999999</c:v>
                </c:pt>
                <c:pt idx="2875">
                  <c:v>0</c:v>
                </c:pt>
                <c:pt idx="2876">
                  <c:v>0</c:v>
                </c:pt>
                <c:pt idx="2877">
                  <c:v>10.43577</c:v>
                </c:pt>
                <c:pt idx="2878">
                  <c:v>0</c:v>
                </c:pt>
                <c:pt idx="2879">
                  <c:v>13.37283</c:v>
                </c:pt>
                <c:pt idx="2880">
                  <c:v>6.5961591640000004</c:v>
                </c:pt>
                <c:pt idx="2881">
                  <c:v>1.5136703030000001</c:v>
                </c:pt>
                <c:pt idx="2882">
                  <c:v>1.7677947460000001</c:v>
                </c:pt>
                <c:pt idx="2883">
                  <c:v>1.755088524</c:v>
                </c:pt>
                <c:pt idx="2884">
                  <c:v>1.755723835</c:v>
                </c:pt>
                <c:pt idx="2885">
                  <c:v>1.755692069</c:v>
                </c:pt>
                <c:pt idx="2886">
                  <c:v>1.7556936569999999</c:v>
                </c:pt>
                <c:pt idx="2887">
                  <c:v>1.755693578</c:v>
                </c:pt>
                <c:pt idx="2888">
                  <c:v>1.7556935819999999</c:v>
                </c:pt>
                <c:pt idx="2889">
                  <c:v>1.7556935819999999</c:v>
                </c:pt>
                <c:pt idx="2890">
                  <c:v>1.7556935819999999</c:v>
                </c:pt>
                <c:pt idx="2891">
                  <c:v>1.7556935819999999</c:v>
                </c:pt>
                <c:pt idx="2892">
                  <c:v>1.7556935819999999</c:v>
                </c:pt>
                <c:pt idx="2893">
                  <c:v>1.7556935819999999</c:v>
                </c:pt>
                <c:pt idx="2894">
                  <c:v>1.7556935819999999</c:v>
                </c:pt>
                <c:pt idx="2895">
                  <c:v>1.7556935819999999</c:v>
                </c:pt>
                <c:pt idx="2896">
                  <c:v>1.7556935819999999</c:v>
                </c:pt>
                <c:pt idx="2897">
                  <c:v>1.7556935819999999</c:v>
                </c:pt>
                <c:pt idx="2898">
                  <c:v>1.7556935819999999</c:v>
                </c:pt>
                <c:pt idx="2899">
                  <c:v>0</c:v>
                </c:pt>
                <c:pt idx="2900">
                  <c:v>0</c:v>
                </c:pt>
                <c:pt idx="2901">
                  <c:v>0</c:v>
                </c:pt>
                <c:pt idx="2902">
                  <c:v>0</c:v>
                </c:pt>
                <c:pt idx="2903">
                  <c:v>0</c:v>
                </c:pt>
                <c:pt idx="2904">
                  <c:v>0</c:v>
                </c:pt>
                <c:pt idx="2905">
                  <c:v>6.944453459</c:v>
                </c:pt>
                <c:pt idx="2906">
                  <c:v>4.837606836</c:v>
                </c:pt>
                <c:pt idx="2907">
                  <c:v>2.2195528320000002</c:v>
                </c:pt>
                <c:pt idx="2908">
                  <c:v>0</c:v>
                </c:pt>
                <c:pt idx="2909">
                  <c:v>0</c:v>
                </c:pt>
                <c:pt idx="2910">
                  <c:v>8.3623470229999999</c:v>
                </c:pt>
                <c:pt idx="2911">
                  <c:v>6.884889201</c:v>
                </c:pt>
                <c:pt idx="2912">
                  <c:v>1.4992338009999999</c:v>
                </c:pt>
                <c:pt idx="2913">
                  <c:v>1.7685165709999999</c:v>
                </c:pt>
                <c:pt idx="2914">
                  <c:v>1.7550524320000001</c:v>
                </c:pt>
                <c:pt idx="2915">
                  <c:v>1.755725639</c:v>
                </c:pt>
                <c:pt idx="2916">
                  <c:v>1.7556919790000001</c:v>
                </c:pt>
                <c:pt idx="2917">
                  <c:v>1.7556936620000001</c:v>
                </c:pt>
                <c:pt idx="2918">
                  <c:v>1.755693578</c:v>
                </c:pt>
                <c:pt idx="2919">
                  <c:v>1.7556935819999999</c:v>
                </c:pt>
                <c:pt idx="2920">
                  <c:v>0</c:v>
                </c:pt>
                <c:pt idx="2921">
                  <c:v>5.7217586010000003</c:v>
                </c:pt>
                <c:pt idx="2922">
                  <c:v>0</c:v>
                </c:pt>
                <c:pt idx="2923">
                  <c:v>0</c:v>
                </c:pt>
                <c:pt idx="2924">
                  <c:v>0</c:v>
                </c:pt>
                <c:pt idx="2925">
                  <c:v>5.2981199999999999</c:v>
                </c:pt>
                <c:pt idx="2926">
                  <c:v>9.0784800000000008</c:v>
                </c:pt>
                <c:pt idx="2927">
                  <c:v>0</c:v>
                </c:pt>
                <c:pt idx="2928">
                  <c:v>7.9773450090000004</c:v>
                </c:pt>
                <c:pt idx="2929">
                  <c:v>2.1547090400000002</c:v>
                </c:pt>
                <c:pt idx="2930">
                  <c:v>1.735742809</c:v>
                </c:pt>
                <c:pt idx="2931">
                  <c:v>1.385974429</c:v>
                </c:pt>
                <c:pt idx="2932">
                  <c:v>0</c:v>
                </c:pt>
                <c:pt idx="2933">
                  <c:v>4.2470874570000001</c:v>
                </c:pt>
                <c:pt idx="2934">
                  <c:v>1.6311238880000001</c:v>
                </c:pt>
                <c:pt idx="2935">
                  <c:v>1.7619220659999999</c:v>
                </c:pt>
                <c:pt idx="2936">
                  <c:v>1.755382158</c:v>
                </c:pt>
                <c:pt idx="2937">
                  <c:v>1.755709153</c:v>
                </c:pt>
                <c:pt idx="2938">
                  <c:v>1.7556928030000001</c:v>
                </c:pt>
                <c:pt idx="2939">
                  <c:v>1.755693621</c:v>
                </c:pt>
                <c:pt idx="2940">
                  <c:v>1.75569358</c:v>
                </c:pt>
                <c:pt idx="2941">
                  <c:v>1.7556935819999999</c:v>
                </c:pt>
                <c:pt idx="2942">
                  <c:v>1.7556935819999999</c:v>
                </c:pt>
                <c:pt idx="2943">
                  <c:v>1.7556935819999999</c:v>
                </c:pt>
                <c:pt idx="2944">
                  <c:v>1.7556935819999999</c:v>
                </c:pt>
                <c:pt idx="2945">
                  <c:v>1.7556935819999999</c:v>
                </c:pt>
                <c:pt idx="2946">
                  <c:v>1.7556935819999999</c:v>
                </c:pt>
                <c:pt idx="2947">
                  <c:v>0</c:v>
                </c:pt>
                <c:pt idx="2948">
                  <c:v>11.507737540000001</c:v>
                </c:pt>
                <c:pt idx="2949">
                  <c:v>1.2680913840000001</c:v>
                </c:pt>
                <c:pt idx="2950">
                  <c:v>1.780073692</c:v>
                </c:pt>
                <c:pt idx="2951">
                  <c:v>1.754474576</c:v>
                </c:pt>
                <c:pt idx="2952">
                  <c:v>0</c:v>
                </c:pt>
                <c:pt idx="2953">
                  <c:v>0</c:v>
                </c:pt>
                <c:pt idx="2954">
                  <c:v>0</c:v>
                </c:pt>
                <c:pt idx="2955">
                  <c:v>0</c:v>
                </c:pt>
                <c:pt idx="2956">
                  <c:v>0.17923976599999999</c:v>
                </c:pt>
                <c:pt idx="2957">
                  <c:v>6.4432738870000001</c:v>
                </c:pt>
                <c:pt idx="2958">
                  <c:v>9.913499281</c:v>
                </c:pt>
                <c:pt idx="2959">
                  <c:v>1.347803297</c:v>
                </c:pt>
                <c:pt idx="2960">
                  <c:v>1.7760880960000001</c:v>
                </c:pt>
                <c:pt idx="2961">
                  <c:v>1.7546738559999999</c:v>
                </c:pt>
                <c:pt idx="2962">
                  <c:v>1.7557445679999999</c:v>
                </c:pt>
                <c:pt idx="2963">
                  <c:v>1.7556910320000001</c:v>
                </c:pt>
                <c:pt idx="2964">
                  <c:v>1.755693709</c:v>
                </c:pt>
                <c:pt idx="2965">
                  <c:v>1.755693575</c:v>
                </c:pt>
                <c:pt idx="2966">
                  <c:v>1.7556935819999999</c:v>
                </c:pt>
                <c:pt idx="2967">
                  <c:v>1.7556935819999999</c:v>
                </c:pt>
                <c:pt idx="2968">
                  <c:v>1.7556935819999999</c:v>
                </c:pt>
                <c:pt idx="2969">
                  <c:v>1.7556935819999999</c:v>
                </c:pt>
                <c:pt idx="2970">
                  <c:v>1.7556935819999999</c:v>
                </c:pt>
                <c:pt idx="2971">
                  <c:v>1.7556935819999999</c:v>
                </c:pt>
                <c:pt idx="2972">
                  <c:v>1.7556935819999999</c:v>
                </c:pt>
                <c:pt idx="2973">
                  <c:v>1.7556935819999999</c:v>
                </c:pt>
                <c:pt idx="2974">
                  <c:v>1.7556935819999999</c:v>
                </c:pt>
                <c:pt idx="2975">
                  <c:v>1.7556935819999999</c:v>
                </c:pt>
                <c:pt idx="2976">
                  <c:v>1.7556935819999999</c:v>
                </c:pt>
                <c:pt idx="2977">
                  <c:v>0</c:v>
                </c:pt>
                <c:pt idx="2978">
                  <c:v>2.0624128320000001</c:v>
                </c:pt>
                <c:pt idx="2979">
                  <c:v>0</c:v>
                </c:pt>
                <c:pt idx="2980">
                  <c:v>0</c:v>
                </c:pt>
                <c:pt idx="2981">
                  <c:v>3.6598075419999998</c:v>
                </c:pt>
                <c:pt idx="2982">
                  <c:v>7.8116700750000003</c:v>
                </c:pt>
                <c:pt idx="2983">
                  <c:v>1.4528947569999999</c:v>
                </c:pt>
                <c:pt idx="2984">
                  <c:v>1.7708335230000001</c:v>
                </c:pt>
                <c:pt idx="2985">
                  <c:v>1.754936585</c:v>
                </c:pt>
                <c:pt idx="2986">
                  <c:v>1.7557314319999999</c:v>
                </c:pt>
                <c:pt idx="2987">
                  <c:v>1.7556916890000001</c:v>
                </c:pt>
                <c:pt idx="2988">
                  <c:v>1.7556936759999999</c:v>
                </c:pt>
                <c:pt idx="2989">
                  <c:v>1.7556935769999999</c:v>
                </c:pt>
                <c:pt idx="2990">
                  <c:v>1.7556935819999999</c:v>
                </c:pt>
                <c:pt idx="2991">
                  <c:v>1.7556935819999999</c:v>
                </c:pt>
                <c:pt idx="2992">
                  <c:v>1.7556935819999999</c:v>
                </c:pt>
                <c:pt idx="2993">
                  <c:v>1.7556935819999999</c:v>
                </c:pt>
                <c:pt idx="2994">
                  <c:v>0</c:v>
                </c:pt>
                <c:pt idx="2995">
                  <c:v>0</c:v>
                </c:pt>
                <c:pt idx="2996">
                  <c:v>0</c:v>
                </c:pt>
                <c:pt idx="2997">
                  <c:v>0</c:v>
                </c:pt>
                <c:pt idx="2998">
                  <c:v>0</c:v>
                </c:pt>
                <c:pt idx="2999">
                  <c:v>0</c:v>
                </c:pt>
                <c:pt idx="3000">
                  <c:v>0</c:v>
                </c:pt>
                <c:pt idx="3001">
                  <c:v>0</c:v>
                </c:pt>
                <c:pt idx="3002">
                  <c:v>0</c:v>
                </c:pt>
                <c:pt idx="3003">
                  <c:v>2.4451207529999999</c:v>
                </c:pt>
                <c:pt idx="3004">
                  <c:v>9.5502571060000001</c:v>
                </c:pt>
                <c:pt idx="3005">
                  <c:v>0</c:v>
                </c:pt>
                <c:pt idx="3006">
                  <c:v>6.5268086260000002</c:v>
                </c:pt>
                <c:pt idx="3007">
                  <c:v>7.3973286030000001</c:v>
                </c:pt>
                <c:pt idx="3008">
                  <c:v>1.4736118309999999</c:v>
                </c:pt>
                <c:pt idx="3009">
                  <c:v>1.7697976689999999</c:v>
                </c:pt>
                <c:pt idx="3010">
                  <c:v>1.7549883770000001</c:v>
                </c:pt>
                <c:pt idx="3011">
                  <c:v>1.7557288419999999</c:v>
                </c:pt>
                <c:pt idx="3012">
                  <c:v>1.7556918189999999</c:v>
                </c:pt>
                <c:pt idx="3013">
                  <c:v>1.7556936700000001</c:v>
                </c:pt>
                <c:pt idx="3014">
                  <c:v>1.7556935769999999</c:v>
                </c:pt>
                <c:pt idx="3015">
                  <c:v>1.7556935819999999</c:v>
                </c:pt>
                <c:pt idx="3016">
                  <c:v>1.7556935819999999</c:v>
                </c:pt>
                <c:pt idx="3017">
                  <c:v>1.7556935819999999</c:v>
                </c:pt>
                <c:pt idx="3018">
                  <c:v>1.7556935819999999</c:v>
                </c:pt>
                <c:pt idx="3019">
                  <c:v>0</c:v>
                </c:pt>
                <c:pt idx="3020">
                  <c:v>0</c:v>
                </c:pt>
                <c:pt idx="3021">
                  <c:v>0</c:v>
                </c:pt>
                <c:pt idx="3022">
                  <c:v>0</c:v>
                </c:pt>
                <c:pt idx="3023">
                  <c:v>11.72420655</c:v>
                </c:pt>
                <c:pt idx="3024">
                  <c:v>1.0922897659999999</c:v>
                </c:pt>
                <c:pt idx="3025">
                  <c:v>0</c:v>
                </c:pt>
                <c:pt idx="3026">
                  <c:v>0</c:v>
                </c:pt>
                <c:pt idx="3027">
                  <c:v>0</c:v>
                </c:pt>
                <c:pt idx="3028">
                  <c:v>0</c:v>
                </c:pt>
                <c:pt idx="3029">
                  <c:v>1.531620352</c:v>
                </c:pt>
                <c:pt idx="3030">
                  <c:v>1.238436613</c:v>
                </c:pt>
                <c:pt idx="3031">
                  <c:v>5.4936016890000001</c:v>
                </c:pt>
                <c:pt idx="3032">
                  <c:v>13.858518399999999</c:v>
                </c:pt>
                <c:pt idx="3033">
                  <c:v>1.150552341</c:v>
                </c:pt>
                <c:pt idx="3034">
                  <c:v>1.7859506439999999</c:v>
                </c:pt>
                <c:pt idx="3035">
                  <c:v>1.754180729</c:v>
                </c:pt>
                <c:pt idx="3036">
                  <c:v>1.755769224</c:v>
                </c:pt>
                <c:pt idx="3037">
                  <c:v>1.7556898000000001</c:v>
                </c:pt>
                <c:pt idx="3038">
                  <c:v>1.755693771</c:v>
                </c:pt>
                <c:pt idx="3039">
                  <c:v>1.755693572</c:v>
                </c:pt>
                <c:pt idx="3040">
                  <c:v>0</c:v>
                </c:pt>
                <c:pt idx="3041">
                  <c:v>0</c:v>
                </c:pt>
                <c:pt idx="3042">
                  <c:v>0</c:v>
                </c:pt>
                <c:pt idx="3043">
                  <c:v>0</c:v>
                </c:pt>
                <c:pt idx="3044">
                  <c:v>0</c:v>
                </c:pt>
                <c:pt idx="3045">
                  <c:v>0</c:v>
                </c:pt>
                <c:pt idx="3046">
                  <c:v>0</c:v>
                </c:pt>
                <c:pt idx="3047">
                  <c:v>13.601520000000001</c:v>
                </c:pt>
                <c:pt idx="3048">
                  <c:v>6.8167020740000002</c:v>
                </c:pt>
                <c:pt idx="3049">
                  <c:v>1.5026431570000001</c:v>
                </c:pt>
                <c:pt idx="3050">
                  <c:v>1.7683461030000001</c:v>
                </c:pt>
                <c:pt idx="3051">
                  <c:v>0.77262442899999995</c:v>
                </c:pt>
                <c:pt idx="3052">
                  <c:v>0</c:v>
                </c:pt>
                <c:pt idx="3053">
                  <c:v>3.233849588</c:v>
                </c:pt>
                <c:pt idx="3054">
                  <c:v>3.979595599</c:v>
                </c:pt>
                <c:pt idx="3055">
                  <c:v>1.6444984810000001</c:v>
                </c:pt>
                <c:pt idx="3056">
                  <c:v>1.7612533370000001</c:v>
                </c:pt>
                <c:pt idx="3057">
                  <c:v>1.755415594</c:v>
                </c:pt>
                <c:pt idx="3058">
                  <c:v>1.755707481</c:v>
                </c:pt>
                <c:pt idx="3059">
                  <c:v>1.7556928869999999</c:v>
                </c:pt>
                <c:pt idx="3060">
                  <c:v>1.7556936169999999</c:v>
                </c:pt>
                <c:pt idx="3061">
                  <c:v>1.75569358</c:v>
                </c:pt>
                <c:pt idx="3062">
                  <c:v>1.7556935819999999</c:v>
                </c:pt>
                <c:pt idx="3063">
                  <c:v>1.7556935819999999</c:v>
                </c:pt>
                <c:pt idx="3064">
                  <c:v>1.7556935819999999</c:v>
                </c:pt>
                <c:pt idx="3065">
                  <c:v>0.45179215900000003</c:v>
                </c:pt>
                <c:pt idx="3066">
                  <c:v>3.0595950049999998</c:v>
                </c:pt>
                <c:pt idx="3067">
                  <c:v>0</c:v>
                </c:pt>
                <c:pt idx="3068">
                  <c:v>0</c:v>
                </c:pt>
                <c:pt idx="3069">
                  <c:v>0</c:v>
                </c:pt>
                <c:pt idx="3070">
                  <c:v>0</c:v>
                </c:pt>
                <c:pt idx="3071">
                  <c:v>0</c:v>
                </c:pt>
                <c:pt idx="3072">
                  <c:v>0.55462976600000002</c:v>
                </c:pt>
                <c:pt idx="3073">
                  <c:v>0</c:v>
                </c:pt>
                <c:pt idx="3074">
                  <c:v>0</c:v>
                </c:pt>
                <c:pt idx="3075">
                  <c:v>0</c:v>
                </c:pt>
                <c:pt idx="3076">
                  <c:v>0</c:v>
                </c:pt>
                <c:pt idx="3077">
                  <c:v>4.010310778</c:v>
                </c:pt>
                <c:pt idx="3078">
                  <c:v>3.3904609539999999</c:v>
                </c:pt>
                <c:pt idx="3079">
                  <c:v>14.414087</c:v>
                </c:pt>
                <c:pt idx="3080">
                  <c:v>1.1227739109999999</c:v>
                </c:pt>
                <c:pt idx="3081">
                  <c:v>0</c:v>
                </c:pt>
                <c:pt idx="3082">
                  <c:v>2.0683728549999998</c:v>
                </c:pt>
                <c:pt idx="3083">
                  <c:v>4.6612066050000003</c:v>
                </c:pt>
                <c:pt idx="3084">
                  <c:v>1.610417931</c:v>
                </c:pt>
                <c:pt idx="3085">
                  <c:v>1.762957364</c:v>
                </c:pt>
                <c:pt idx="3086">
                  <c:v>1.7553303929999999</c:v>
                </c:pt>
                <c:pt idx="3087">
                  <c:v>1.755711741</c:v>
                </c:pt>
                <c:pt idx="3088">
                  <c:v>1.7556926740000001</c:v>
                </c:pt>
                <c:pt idx="3089">
                  <c:v>1.7556936270000001</c:v>
                </c:pt>
                <c:pt idx="3090">
                  <c:v>1.75569358</c:v>
                </c:pt>
                <c:pt idx="3091">
                  <c:v>1.7556935819999999</c:v>
                </c:pt>
                <c:pt idx="3092">
                  <c:v>1.7556935819999999</c:v>
                </c:pt>
                <c:pt idx="3093">
                  <c:v>1.7556935819999999</c:v>
                </c:pt>
                <c:pt idx="3094">
                  <c:v>1.7556935819999999</c:v>
                </c:pt>
                <c:pt idx="3095">
                  <c:v>1.7556935819999999</c:v>
                </c:pt>
                <c:pt idx="3096">
                  <c:v>1.7556935819999999</c:v>
                </c:pt>
                <c:pt idx="3097">
                  <c:v>1.7556935819999999</c:v>
                </c:pt>
                <c:pt idx="3098">
                  <c:v>1.7556935819999999</c:v>
                </c:pt>
                <c:pt idx="3099">
                  <c:v>1.7556935819999999</c:v>
                </c:pt>
                <c:pt idx="3100">
                  <c:v>1.7556935819999999</c:v>
                </c:pt>
                <c:pt idx="3101">
                  <c:v>1.7556935819999999</c:v>
                </c:pt>
                <c:pt idx="3102">
                  <c:v>1.7556935819999999</c:v>
                </c:pt>
                <c:pt idx="3103">
                  <c:v>0</c:v>
                </c:pt>
                <c:pt idx="3104">
                  <c:v>3.775740404</c:v>
                </c:pt>
                <c:pt idx="3105">
                  <c:v>1.6546912410000001</c:v>
                </c:pt>
                <c:pt idx="3106">
                  <c:v>1.7607436990000001</c:v>
                </c:pt>
                <c:pt idx="3107">
                  <c:v>1.7554410760000001</c:v>
                </c:pt>
                <c:pt idx="3108">
                  <c:v>1.755706207</c:v>
                </c:pt>
                <c:pt idx="3109">
                  <c:v>1.7556929509999999</c:v>
                </c:pt>
                <c:pt idx="3110">
                  <c:v>1.755693613</c:v>
                </c:pt>
                <c:pt idx="3111">
                  <c:v>1.75569358</c:v>
                </c:pt>
                <c:pt idx="3112">
                  <c:v>1.7556935819999999</c:v>
                </c:pt>
                <c:pt idx="3113">
                  <c:v>1.7556935819999999</c:v>
                </c:pt>
                <c:pt idx="3114">
                  <c:v>1.7556935819999999</c:v>
                </c:pt>
                <c:pt idx="3115">
                  <c:v>1.7556935819999999</c:v>
                </c:pt>
                <c:pt idx="3116">
                  <c:v>1.7556935819999999</c:v>
                </c:pt>
                <c:pt idx="3117">
                  <c:v>1.7556935819999999</c:v>
                </c:pt>
                <c:pt idx="3118">
                  <c:v>1.7556935819999999</c:v>
                </c:pt>
                <c:pt idx="3119">
                  <c:v>1.7556935819999999</c:v>
                </c:pt>
                <c:pt idx="3120">
                  <c:v>1.7556935819999999</c:v>
                </c:pt>
                <c:pt idx="3121">
                  <c:v>1.7556935819999999</c:v>
                </c:pt>
                <c:pt idx="3122">
                  <c:v>0</c:v>
                </c:pt>
                <c:pt idx="3123">
                  <c:v>0</c:v>
                </c:pt>
                <c:pt idx="3124">
                  <c:v>0</c:v>
                </c:pt>
                <c:pt idx="3125">
                  <c:v>0</c:v>
                </c:pt>
                <c:pt idx="3126">
                  <c:v>0</c:v>
                </c:pt>
                <c:pt idx="3127">
                  <c:v>0</c:v>
                </c:pt>
                <c:pt idx="3128">
                  <c:v>16.061117809999999</c:v>
                </c:pt>
                <c:pt idx="3129">
                  <c:v>4.2994039710000003</c:v>
                </c:pt>
                <c:pt idx="3130">
                  <c:v>1.6285080620000001</c:v>
                </c:pt>
                <c:pt idx="3131">
                  <c:v>1.7620528580000001</c:v>
                </c:pt>
                <c:pt idx="3132">
                  <c:v>1.755375618</c:v>
                </c:pt>
                <c:pt idx="3133">
                  <c:v>1.7557094799999999</c:v>
                </c:pt>
                <c:pt idx="3134">
                  <c:v>1.7556927870000001</c:v>
                </c:pt>
                <c:pt idx="3135">
                  <c:v>1.7556936219999999</c:v>
                </c:pt>
                <c:pt idx="3136">
                  <c:v>1.75569358</c:v>
                </c:pt>
                <c:pt idx="3137">
                  <c:v>1.7556935819999999</c:v>
                </c:pt>
                <c:pt idx="3138">
                  <c:v>1.7556935819999999</c:v>
                </c:pt>
                <c:pt idx="3139">
                  <c:v>1.7556935819999999</c:v>
                </c:pt>
                <c:pt idx="3140">
                  <c:v>1.7556935819999999</c:v>
                </c:pt>
                <c:pt idx="3141">
                  <c:v>1.7556935819999999</c:v>
                </c:pt>
                <c:pt idx="3142">
                  <c:v>0</c:v>
                </c:pt>
                <c:pt idx="3143">
                  <c:v>4.3529440890000002</c:v>
                </c:pt>
                <c:pt idx="3144">
                  <c:v>1.625831056</c:v>
                </c:pt>
                <c:pt idx="3145">
                  <c:v>0</c:v>
                </c:pt>
                <c:pt idx="3146">
                  <c:v>0</c:v>
                </c:pt>
                <c:pt idx="3147">
                  <c:v>0</c:v>
                </c:pt>
                <c:pt idx="3148">
                  <c:v>0</c:v>
                </c:pt>
                <c:pt idx="3149">
                  <c:v>0</c:v>
                </c:pt>
                <c:pt idx="3150">
                  <c:v>4.1201788519999996</c:v>
                </c:pt>
                <c:pt idx="3151">
                  <c:v>0</c:v>
                </c:pt>
                <c:pt idx="3152">
                  <c:v>9.1192901020000008</c:v>
                </c:pt>
                <c:pt idx="3153">
                  <c:v>7.9480545920000001</c:v>
                </c:pt>
                <c:pt idx="3154">
                  <c:v>1.446075531</c:v>
                </c:pt>
                <c:pt idx="3155">
                  <c:v>1.7711744840000001</c:v>
                </c:pt>
                <c:pt idx="3156">
                  <c:v>1.7549195369999999</c:v>
                </c:pt>
                <c:pt idx="3157">
                  <c:v>1.755732284</c:v>
                </c:pt>
                <c:pt idx="3158">
                  <c:v>1.7556916469999999</c:v>
                </c:pt>
                <c:pt idx="3159">
                  <c:v>1.755693679</c:v>
                </c:pt>
                <c:pt idx="3160">
                  <c:v>0</c:v>
                </c:pt>
                <c:pt idx="3161">
                  <c:v>3.8666235410000001</c:v>
                </c:pt>
                <c:pt idx="3162">
                  <c:v>5.1903972039999999</c:v>
                </c:pt>
                <c:pt idx="3163">
                  <c:v>0</c:v>
                </c:pt>
                <c:pt idx="3164">
                  <c:v>0</c:v>
                </c:pt>
                <c:pt idx="3165">
                  <c:v>0</c:v>
                </c:pt>
                <c:pt idx="3166">
                  <c:v>0</c:v>
                </c:pt>
                <c:pt idx="3167">
                  <c:v>0</c:v>
                </c:pt>
                <c:pt idx="3168">
                  <c:v>3.0365299019999998</c:v>
                </c:pt>
                <c:pt idx="3169">
                  <c:v>0</c:v>
                </c:pt>
                <c:pt idx="3170">
                  <c:v>0</c:v>
                </c:pt>
                <c:pt idx="3171">
                  <c:v>0.83218973699999998</c:v>
                </c:pt>
                <c:pt idx="3172">
                  <c:v>0.108334571</c:v>
                </c:pt>
                <c:pt idx="3173">
                  <c:v>4.4338055079999998</c:v>
                </c:pt>
                <c:pt idx="3174">
                  <c:v>7.754389668</c:v>
                </c:pt>
                <c:pt idx="3175">
                  <c:v>9.8719354399999997</c:v>
                </c:pt>
                <c:pt idx="3176">
                  <c:v>1.3498814889999999</c:v>
                </c:pt>
                <c:pt idx="3177">
                  <c:v>1.7759841860000001</c:v>
                </c:pt>
                <c:pt idx="3178">
                  <c:v>1.754679052</c:v>
                </c:pt>
                <c:pt idx="3179">
                  <c:v>1.7557443079999999</c:v>
                </c:pt>
                <c:pt idx="3180">
                  <c:v>1.7556910450000001</c:v>
                </c:pt>
                <c:pt idx="3181">
                  <c:v>1.755693709</c:v>
                </c:pt>
                <c:pt idx="3182">
                  <c:v>1.755693575</c:v>
                </c:pt>
                <c:pt idx="3183">
                  <c:v>1.7556935819999999</c:v>
                </c:pt>
                <c:pt idx="3184">
                  <c:v>1.7556935819999999</c:v>
                </c:pt>
                <c:pt idx="3185">
                  <c:v>1.7556935819999999</c:v>
                </c:pt>
                <c:pt idx="3186">
                  <c:v>1.7556935819999999</c:v>
                </c:pt>
                <c:pt idx="3187">
                  <c:v>0</c:v>
                </c:pt>
                <c:pt idx="3188">
                  <c:v>0</c:v>
                </c:pt>
                <c:pt idx="3189">
                  <c:v>0</c:v>
                </c:pt>
                <c:pt idx="3190">
                  <c:v>0</c:v>
                </c:pt>
                <c:pt idx="3191">
                  <c:v>14.04243</c:v>
                </c:pt>
                <c:pt idx="3192">
                  <c:v>3.3743899019999999</c:v>
                </c:pt>
                <c:pt idx="3193">
                  <c:v>4.6734654449999997</c:v>
                </c:pt>
                <c:pt idx="3194">
                  <c:v>0</c:v>
                </c:pt>
                <c:pt idx="3195">
                  <c:v>5.3591942289999999</c:v>
                </c:pt>
                <c:pt idx="3196">
                  <c:v>1.5755185490000001</c:v>
                </c:pt>
                <c:pt idx="3197">
                  <c:v>1.764702333</c:v>
                </c:pt>
                <c:pt idx="3198">
                  <c:v>0</c:v>
                </c:pt>
                <c:pt idx="3199">
                  <c:v>7.4437529810000003</c:v>
                </c:pt>
                <c:pt idx="3200">
                  <c:v>1.471290612</c:v>
                </c:pt>
                <c:pt idx="3201">
                  <c:v>1.7699137300000001</c:v>
                </c:pt>
                <c:pt idx="3202">
                  <c:v>1.754982574</c:v>
                </c:pt>
                <c:pt idx="3203">
                  <c:v>1.7557291319999999</c:v>
                </c:pt>
                <c:pt idx="3204">
                  <c:v>1.755691804</c:v>
                </c:pt>
                <c:pt idx="3205">
                  <c:v>1.755693671</c:v>
                </c:pt>
                <c:pt idx="3206">
                  <c:v>1.7556935769999999</c:v>
                </c:pt>
                <c:pt idx="3207">
                  <c:v>1.7556935819999999</c:v>
                </c:pt>
                <c:pt idx="3208">
                  <c:v>0</c:v>
                </c:pt>
                <c:pt idx="3209">
                  <c:v>0</c:v>
                </c:pt>
                <c:pt idx="3210">
                  <c:v>0</c:v>
                </c:pt>
                <c:pt idx="3211">
                  <c:v>0</c:v>
                </c:pt>
                <c:pt idx="3212">
                  <c:v>0</c:v>
                </c:pt>
                <c:pt idx="3213">
                  <c:v>0.37954765200000001</c:v>
                </c:pt>
                <c:pt idx="3214">
                  <c:v>0.84068158599999998</c:v>
                </c:pt>
                <c:pt idx="3215">
                  <c:v>6.3622831550000001</c:v>
                </c:pt>
                <c:pt idx="3216">
                  <c:v>3.7961239600000001</c:v>
                </c:pt>
                <c:pt idx="3217">
                  <c:v>9.6556249199999993</c:v>
                </c:pt>
                <c:pt idx="3218">
                  <c:v>3.5159065159999998</c:v>
                </c:pt>
                <c:pt idx="3219">
                  <c:v>1.667682935</c:v>
                </c:pt>
                <c:pt idx="3220">
                  <c:v>0.217849766</c:v>
                </c:pt>
                <c:pt idx="3221">
                  <c:v>0</c:v>
                </c:pt>
                <c:pt idx="3222">
                  <c:v>1.3101084279999999</c:v>
                </c:pt>
                <c:pt idx="3223">
                  <c:v>4.5443598510000003</c:v>
                </c:pt>
                <c:pt idx="3224">
                  <c:v>3.1962193110000001</c:v>
                </c:pt>
                <c:pt idx="3225">
                  <c:v>1.683667295</c:v>
                </c:pt>
                <c:pt idx="3226">
                  <c:v>1.7592948960000001</c:v>
                </c:pt>
                <c:pt idx="3227">
                  <c:v>1.7555135159999999</c:v>
                </c:pt>
                <c:pt idx="3228">
                  <c:v>1.7557025850000001</c:v>
                </c:pt>
                <c:pt idx="3229">
                  <c:v>1.755693132</c:v>
                </c:pt>
                <c:pt idx="3230">
                  <c:v>1.755693604</c:v>
                </c:pt>
                <c:pt idx="3231">
                  <c:v>1.7556935810000001</c:v>
                </c:pt>
                <c:pt idx="3232">
                  <c:v>1.7556935819999999</c:v>
                </c:pt>
                <c:pt idx="3233">
                  <c:v>1.7556935819999999</c:v>
                </c:pt>
                <c:pt idx="3234">
                  <c:v>1.7556935819999999</c:v>
                </c:pt>
                <c:pt idx="3235">
                  <c:v>1.7556935819999999</c:v>
                </c:pt>
                <c:pt idx="3236">
                  <c:v>1.7556935819999999</c:v>
                </c:pt>
                <c:pt idx="3237">
                  <c:v>1.7556935819999999</c:v>
                </c:pt>
                <c:pt idx="3238">
                  <c:v>1.7556935819999999</c:v>
                </c:pt>
                <c:pt idx="3239">
                  <c:v>1.7556935819999999</c:v>
                </c:pt>
                <c:pt idx="3240">
                  <c:v>1.7556935819999999</c:v>
                </c:pt>
                <c:pt idx="3241">
                  <c:v>1.7556935819999999</c:v>
                </c:pt>
                <c:pt idx="3242">
                  <c:v>1.7556935819999999</c:v>
                </c:pt>
                <c:pt idx="3243">
                  <c:v>1.7556935819999999</c:v>
                </c:pt>
                <c:pt idx="3244">
                  <c:v>1.7556935819999999</c:v>
                </c:pt>
                <c:pt idx="3245">
                  <c:v>1.7556935819999999</c:v>
                </c:pt>
                <c:pt idx="3246">
                  <c:v>1.7556935819999999</c:v>
                </c:pt>
                <c:pt idx="3247">
                  <c:v>1.7556935819999999</c:v>
                </c:pt>
                <c:pt idx="3248">
                  <c:v>1.7556935819999999</c:v>
                </c:pt>
                <c:pt idx="3249">
                  <c:v>1.7556935819999999</c:v>
                </c:pt>
                <c:pt idx="3250">
                  <c:v>1.7556935819999999</c:v>
                </c:pt>
                <c:pt idx="3251">
                  <c:v>1.7556935819999999</c:v>
                </c:pt>
                <c:pt idx="3252">
                  <c:v>1.7556935819999999</c:v>
                </c:pt>
                <c:pt idx="3253">
                  <c:v>1.7556935819999999</c:v>
                </c:pt>
                <c:pt idx="3254">
                  <c:v>1.7556935819999999</c:v>
                </c:pt>
                <c:pt idx="3255">
                  <c:v>1.7556935819999999</c:v>
                </c:pt>
                <c:pt idx="3256">
                  <c:v>1.7556935819999999</c:v>
                </c:pt>
                <c:pt idx="3257">
                  <c:v>1.7556935819999999</c:v>
                </c:pt>
                <c:pt idx="3258">
                  <c:v>1.7556935819999999</c:v>
                </c:pt>
                <c:pt idx="3259">
                  <c:v>1.7556935819999999</c:v>
                </c:pt>
                <c:pt idx="3260">
                  <c:v>1.7556935819999999</c:v>
                </c:pt>
                <c:pt idx="3261">
                  <c:v>1.7556935819999999</c:v>
                </c:pt>
                <c:pt idx="3262">
                  <c:v>0</c:v>
                </c:pt>
                <c:pt idx="3263">
                  <c:v>0</c:v>
                </c:pt>
                <c:pt idx="3264">
                  <c:v>0</c:v>
                </c:pt>
                <c:pt idx="3265">
                  <c:v>0</c:v>
                </c:pt>
                <c:pt idx="3266">
                  <c:v>0</c:v>
                </c:pt>
                <c:pt idx="3267">
                  <c:v>0</c:v>
                </c:pt>
                <c:pt idx="3268">
                  <c:v>0</c:v>
                </c:pt>
                <c:pt idx="3269">
                  <c:v>19.36484866</c:v>
                </c:pt>
                <c:pt idx="3270">
                  <c:v>0.87523582799999999</c:v>
                </c:pt>
                <c:pt idx="3271">
                  <c:v>1.799716469</c:v>
                </c:pt>
                <c:pt idx="3272">
                  <c:v>1.753492437</c:v>
                </c:pt>
                <c:pt idx="3273">
                  <c:v>1.755803639</c:v>
                </c:pt>
                <c:pt idx="3274">
                  <c:v>1.755688079</c:v>
                </c:pt>
                <c:pt idx="3275">
                  <c:v>1.755693857</c:v>
                </c:pt>
                <c:pt idx="3276">
                  <c:v>1.7556935680000001</c:v>
                </c:pt>
                <c:pt idx="3277">
                  <c:v>1.7556935819999999</c:v>
                </c:pt>
                <c:pt idx="3278">
                  <c:v>1.7556935819999999</c:v>
                </c:pt>
                <c:pt idx="3279">
                  <c:v>1.7556935819999999</c:v>
                </c:pt>
                <c:pt idx="3280">
                  <c:v>1.7556935819999999</c:v>
                </c:pt>
                <c:pt idx="3281">
                  <c:v>1.7556935819999999</c:v>
                </c:pt>
                <c:pt idx="3282">
                  <c:v>1.7556935819999999</c:v>
                </c:pt>
                <c:pt idx="3283">
                  <c:v>1.7556935819999999</c:v>
                </c:pt>
                <c:pt idx="3284">
                  <c:v>1.7556935819999999</c:v>
                </c:pt>
                <c:pt idx="3285">
                  <c:v>1.7556935819999999</c:v>
                </c:pt>
                <c:pt idx="3286">
                  <c:v>1.7556935819999999</c:v>
                </c:pt>
                <c:pt idx="3287">
                  <c:v>1.7556935819999999</c:v>
                </c:pt>
                <c:pt idx="3288">
                  <c:v>0.33585457099999999</c:v>
                </c:pt>
                <c:pt idx="3289">
                  <c:v>3.1755325929999998</c:v>
                </c:pt>
                <c:pt idx="3290">
                  <c:v>0</c:v>
                </c:pt>
                <c:pt idx="3291">
                  <c:v>0</c:v>
                </c:pt>
                <c:pt idx="3292">
                  <c:v>7.2924834589999996</c:v>
                </c:pt>
                <c:pt idx="3293">
                  <c:v>2.5253704560000001</c:v>
                </c:pt>
                <c:pt idx="3294">
                  <c:v>1.717209738</c:v>
                </c:pt>
                <c:pt idx="3295">
                  <c:v>1.7576177740000001</c:v>
                </c:pt>
                <c:pt idx="3296">
                  <c:v>1.755597372</c:v>
                </c:pt>
                <c:pt idx="3297">
                  <c:v>1.755698392</c:v>
                </c:pt>
                <c:pt idx="3298">
                  <c:v>1.755693341</c:v>
                </c:pt>
                <c:pt idx="3299">
                  <c:v>1.755693594</c:v>
                </c:pt>
                <c:pt idx="3300">
                  <c:v>1.7556935810000001</c:v>
                </c:pt>
                <c:pt idx="3301">
                  <c:v>1.7556935819999999</c:v>
                </c:pt>
                <c:pt idx="3302">
                  <c:v>1.7556935819999999</c:v>
                </c:pt>
                <c:pt idx="3303">
                  <c:v>1.7556935819999999</c:v>
                </c:pt>
                <c:pt idx="3304">
                  <c:v>1.7556935819999999</c:v>
                </c:pt>
                <c:pt idx="3305">
                  <c:v>1.7556935819999999</c:v>
                </c:pt>
                <c:pt idx="3306">
                  <c:v>0</c:v>
                </c:pt>
                <c:pt idx="3307">
                  <c:v>0</c:v>
                </c:pt>
                <c:pt idx="3308">
                  <c:v>0</c:v>
                </c:pt>
                <c:pt idx="3309">
                  <c:v>0.68853127999999997</c:v>
                </c:pt>
                <c:pt idx="3310">
                  <c:v>7.1554175869999996</c:v>
                </c:pt>
                <c:pt idx="3311">
                  <c:v>0</c:v>
                </c:pt>
                <c:pt idx="3312">
                  <c:v>1.8026070709999999</c:v>
                </c:pt>
                <c:pt idx="3313">
                  <c:v>1.1808856910000001</c:v>
                </c:pt>
                <c:pt idx="3314">
                  <c:v>5.0552829360000002</c:v>
                </c:pt>
                <c:pt idx="3315">
                  <c:v>0</c:v>
                </c:pt>
                <c:pt idx="3316">
                  <c:v>2.5262433519999998</c:v>
                </c:pt>
                <c:pt idx="3317">
                  <c:v>3.5176491620000001</c:v>
                </c:pt>
                <c:pt idx="3318">
                  <c:v>0.81095028700000005</c:v>
                </c:pt>
                <c:pt idx="3319">
                  <c:v>4.5490532630000002</c:v>
                </c:pt>
                <c:pt idx="3320">
                  <c:v>7.2866873979999998</c:v>
                </c:pt>
                <c:pt idx="3321">
                  <c:v>1.4791438910000001</c:v>
                </c:pt>
                <c:pt idx="3322">
                  <c:v>1.769521066</c:v>
                </c:pt>
                <c:pt idx="3323">
                  <c:v>1.7550022080000001</c:v>
                </c:pt>
                <c:pt idx="3324">
                  <c:v>1.7557281499999999</c:v>
                </c:pt>
                <c:pt idx="3325">
                  <c:v>1.7556918530000001</c:v>
                </c:pt>
                <c:pt idx="3326">
                  <c:v>1.7556936679999999</c:v>
                </c:pt>
                <c:pt idx="3327">
                  <c:v>1.7556935769999999</c:v>
                </c:pt>
                <c:pt idx="3328">
                  <c:v>1.7556935819999999</c:v>
                </c:pt>
                <c:pt idx="3329">
                  <c:v>0</c:v>
                </c:pt>
                <c:pt idx="3330">
                  <c:v>0</c:v>
                </c:pt>
                <c:pt idx="3331">
                  <c:v>0</c:v>
                </c:pt>
                <c:pt idx="3332">
                  <c:v>10.53854655</c:v>
                </c:pt>
                <c:pt idx="3333">
                  <c:v>9.2775599999999994</c:v>
                </c:pt>
                <c:pt idx="3334">
                  <c:v>2.0564754729999999</c:v>
                </c:pt>
                <c:pt idx="3335">
                  <c:v>1.740654487</c:v>
                </c:pt>
                <c:pt idx="3336">
                  <c:v>1.7564455370000001</c:v>
                </c:pt>
                <c:pt idx="3337">
                  <c:v>1.7556559839999999</c:v>
                </c:pt>
                <c:pt idx="3338">
                  <c:v>0</c:v>
                </c:pt>
                <c:pt idx="3339">
                  <c:v>3.3606139599999998</c:v>
                </c:pt>
                <c:pt idx="3340">
                  <c:v>0</c:v>
                </c:pt>
                <c:pt idx="3341">
                  <c:v>0</c:v>
                </c:pt>
                <c:pt idx="3342">
                  <c:v>6.2073162000000001E-2</c:v>
                </c:pt>
                <c:pt idx="3343">
                  <c:v>11.43954329</c:v>
                </c:pt>
                <c:pt idx="3344">
                  <c:v>1.2715010959999999</c:v>
                </c:pt>
                <c:pt idx="3345">
                  <c:v>1.779903206</c:v>
                </c:pt>
                <c:pt idx="3346">
                  <c:v>1.7544831009999999</c:v>
                </c:pt>
                <c:pt idx="3347">
                  <c:v>1.7557541059999999</c:v>
                </c:pt>
                <c:pt idx="3348">
                  <c:v>1.755690556</c:v>
                </c:pt>
                <c:pt idx="3349">
                  <c:v>1.755693733</c:v>
                </c:pt>
                <c:pt idx="3350">
                  <c:v>1.7556935739999999</c:v>
                </c:pt>
                <c:pt idx="3351">
                  <c:v>1.7556935819999999</c:v>
                </c:pt>
                <c:pt idx="3352">
                  <c:v>1.7556935819999999</c:v>
                </c:pt>
                <c:pt idx="3353">
                  <c:v>1.7556935819999999</c:v>
                </c:pt>
                <c:pt idx="3354">
                  <c:v>1.7556935819999999</c:v>
                </c:pt>
                <c:pt idx="3355">
                  <c:v>1.7556935819999999</c:v>
                </c:pt>
                <c:pt idx="3356">
                  <c:v>0.31365937300000002</c:v>
                </c:pt>
                <c:pt idx="3357">
                  <c:v>0</c:v>
                </c:pt>
                <c:pt idx="3358">
                  <c:v>1.6695031549999999</c:v>
                </c:pt>
                <c:pt idx="3359">
                  <c:v>12.715708380000001</c:v>
                </c:pt>
                <c:pt idx="3360">
                  <c:v>1.2076928419999999</c:v>
                </c:pt>
                <c:pt idx="3361">
                  <c:v>1.783093619</c:v>
                </c:pt>
                <c:pt idx="3362">
                  <c:v>0.92587973700000004</c:v>
                </c:pt>
                <c:pt idx="3363">
                  <c:v>0</c:v>
                </c:pt>
                <c:pt idx="3364">
                  <c:v>2.0049043999999999E-2</c:v>
                </c:pt>
                <c:pt idx="3365">
                  <c:v>7.9271997570000003</c:v>
                </c:pt>
                <c:pt idx="3366">
                  <c:v>1.4471182730000001</c:v>
                </c:pt>
                <c:pt idx="3367">
                  <c:v>1.7711223469999999</c:v>
                </c:pt>
                <c:pt idx="3368">
                  <c:v>1.754922144</c:v>
                </c:pt>
                <c:pt idx="3369">
                  <c:v>1.7557321539999999</c:v>
                </c:pt>
                <c:pt idx="3370">
                  <c:v>1.755691653</c:v>
                </c:pt>
                <c:pt idx="3371">
                  <c:v>1.7556936780000001</c:v>
                </c:pt>
                <c:pt idx="3372">
                  <c:v>1.7556935769999999</c:v>
                </c:pt>
                <c:pt idx="3373">
                  <c:v>1.7556935819999999</c:v>
                </c:pt>
                <c:pt idx="3374">
                  <c:v>1.7556935819999999</c:v>
                </c:pt>
                <c:pt idx="3375">
                  <c:v>1.7556935819999999</c:v>
                </c:pt>
                <c:pt idx="3376">
                  <c:v>1.7556935819999999</c:v>
                </c:pt>
                <c:pt idx="3377">
                  <c:v>1.7556935819999999</c:v>
                </c:pt>
                <c:pt idx="3378">
                  <c:v>0</c:v>
                </c:pt>
                <c:pt idx="3379">
                  <c:v>5.9090846629999998</c:v>
                </c:pt>
                <c:pt idx="3380">
                  <c:v>0</c:v>
                </c:pt>
                <c:pt idx="3381">
                  <c:v>6.648695311</c:v>
                </c:pt>
                <c:pt idx="3382">
                  <c:v>5.4948135530000002</c:v>
                </c:pt>
                <c:pt idx="3383">
                  <c:v>1.5687375830000001</c:v>
                </c:pt>
                <c:pt idx="3384">
                  <c:v>1.7650413819999999</c:v>
                </c:pt>
                <c:pt idx="3385">
                  <c:v>1.7552261920000001</c:v>
                </c:pt>
                <c:pt idx="3386">
                  <c:v>1.7557169509999999</c:v>
                </c:pt>
                <c:pt idx="3387">
                  <c:v>0</c:v>
                </c:pt>
                <c:pt idx="3388">
                  <c:v>5.3157456940000003</c:v>
                </c:pt>
                <c:pt idx="3389">
                  <c:v>1.577690976</c:v>
                </c:pt>
                <c:pt idx="3390">
                  <c:v>1.7645937119999999</c:v>
                </c:pt>
                <c:pt idx="3391">
                  <c:v>1.755248575</c:v>
                </c:pt>
                <c:pt idx="3392">
                  <c:v>1.7557158319999999</c:v>
                </c:pt>
                <c:pt idx="3393">
                  <c:v>1.755692469</c:v>
                </c:pt>
                <c:pt idx="3394">
                  <c:v>1.755693637</c:v>
                </c:pt>
                <c:pt idx="3395">
                  <c:v>1.7556935789999999</c:v>
                </c:pt>
                <c:pt idx="3396">
                  <c:v>1.7556935819999999</c:v>
                </c:pt>
                <c:pt idx="3397">
                  <c:v>1.7556935819999999</c:v>
                </c:pt>
                <c:pt idx="3398">
                  <c:v>1.7556935819999999</c:v>
                </c:pt>
                <c:pt idx="3399">
                  <c:v>1.7556935819999999</c:v>
                </c:pt>
                <c:pt idx="3400">
                  <c:v>1.7556935819999999</c:v>
                </c:pt>
                <c:pt idx="3401">
                  <c:v>1.7556935819999999</c:v>
                </c:pt>
                <c:pt idx="3402">
                  <c:v>1.7556935819999999</c:v>
                </c:pt>
                <c:pt idx="3403">
                  <c:v>1.7556935819999999</c:v>
                </c:pt>
                <c:pt idx="3404">
                  <c:v>1.7556935819999999</c:v>
                </c:pt>
                <c:pt idx="3405">
                  <c:v>0</c:v>
                </c:pt>
                <c:pt idx="3406">
                  <c:v>0</c:v>
                </c:pt>
                <c:pt idx="3407">
                  <c:v>0</c:v>
                </c:pt>
                <c:pt idx="3408">
                  <c:v>4.7209668359999997</c:v>
                </c:pt>
                <c:pt idx="3409">
                  <c:v>15.65625361</c:v>
                </c:pt>
                <c:pt idx="3410">
                  <c:v>1.06066558</c:v>
                </c:pt>
                <c:pt idx="3411">
                  <c:v>0</c:v>
                </c:pt>
                <c:pt idx="3412">
                  <c:v>1.3701344289999999</c:v>
                </c:pt>
                <c:pt idx="3413">
                  <c:v>0.210487163</c:v>
                </c:pt>
                <c:pt idx="3414">
                  <c:v>3.8447692839999998</c:v>
                </c:pt>
                <c:pt idx="3415">
                  <c:v>0</c:v>
                </c:pt>
                <c:pt idx="3416">
                  <c:v>5.2023054770000003</c:v>
                </c:pt>
                <c:pt idx="3417">
                  <c:v>2.0218106389999999</c:v>
                </c:pt>
                <c:pt idx="3418">
                  <c:v>1.7423877290000001</c:v>
                </c:pt>
                <c:pt idx="3419">
                  <c:v>1.756358874</c:v>
                </c:pt>
                <c:pt idx="3420">
                  <c:v>1.755660317</c:v>
                </c:pt>
                <c:pt idx="3421">
                  <c:v>1.7556952450000001</c:v>
                </c:pt>
                <c:pt idx="3422">
                  <c:v>0</c:v>
                </c:pt>
                <c:pt idx="3423">
                  <c:v>4.7590937310000001</c:v>
                </c:pt>
                <c:pt idx="3424">
                  <c:v>2.4696187279999999</c:v>
                </c:pt>
                <c:pt idx="3425">
                  <c:v>1.7199973239999999</c:v>
                </c:pt>
                <c:pt idx="3426">
                  <c:v>1.7574783949999999</c:v>
                </c:pt>
                <c:pt idx="3427">
                  <c:v>1.755604341</c:v>
                </c:pt>
                <c:pt idx="3428">
                  <c:v>1.7556980440000001</c:v>
                </c:pt>
                <c:pt idx="3429">
                  <c:v>0</c:v>
                </c:pt>
                <c:pt idx="3430">
                  <c:v>0.98946315500000004</c:v>
                </c:pt>
                <c:pt idx="3431">
                  <c:v>3.3076700639999999</c:v>
                </c:pt>
                <c:pt idx="3432">
                  <c:v>4.8864043150000001</c:v>
                </c:pt>
                <c:pt idx="3433">
                  <c:v>1.599158045</c:v>
                </c:pt>
                <c:pt idx="3434">
                  <c:v>0</c:v>
                </c:pt>
                <c:pt idx="3435">
                  <c:v>4.4988164690000003</c:v>
                </c:pt>
                <c:pt idx="3436">
                  <c:v>1.6185374370000001</c:v>
                </c:pt>
                <c:pt idx="3437">
                  <c:v>1.762551389</c:v>
                </c:pt>
                <c:pt idx="3438">
                  <c:v>1.7553506910000001</c:v>
                </c:pt>
                <c:pt idx="3439">
                  <c:v>1.755710726</c:v>
                </c:pt>
                <c:pt idx="3440">
                  <c:v>1.7556927250000001</c:v>
                </c:pt>
                <c:pt idx="3441">
                  <c:v>1.7556936249999999</c:v>
                </c:pt>
                <c:pt idx="3442">
                  <c:v>1.75569358</c:v>
                </c:pt>
                <c:pt idx="3443">
                  <c:v>1.7556935819999999</c:v>
                </c:pt>
                <c:pt idx="3444">
                  <c:v>1.7556935819999999</c:v>
                </c:pt>
                <c:pt idx="3445">
                  <c:v>1.7556935819999999</c:v>
                </c:pt>
                <c:pt idx="3446">
                  <c:v>1.7556935819999999</c:v>
                </c:pt>
                <c:pt idx="3447">
                  <c:v>1.7556935819999999</c:v>
                </c:pt>
                <c:pt idx="3448">
                  <c:v>1.7556935819999999</c:v>
                </c:pt>
                <c:pt idx="3449">
                  <c:v>1.7556935819999999</c:v>
                </c:pt>
                <c:pt idx="3450">
                  <c:v>1.7556935819999999</c:v>
                </c:pt>
                <c:pt idx="3451">
                  <c:v>0</c:v>
                </c:pt>
                <c:pt idx="3452">
                  <c:v>0</c:v>
                </c:pt>
                <c:pt idx="3453">
                  <c:v>0</c:v>
                </c:pt>
                <c:pt idx="3454">
                  <c:v>0</c:v>
                </c:pt>
                <c:pt idx="3455">
                  <c:v>0</c:v>
                </c:pt>
                <c:pt idx="3456">
                  <c:v>0</c:v>
                </c:pt>
                <c:pt idx="3457">
                  <c:v>0</c:v>
                </c:pt>
                <c:pt idx="3458">
                  <c:v>4.4939868360000004</c:v>
                </c:pt>
                <c:pt idx="3459">
                  <c:v>10.83925765</c:v>
                </c:pt>
                <c:pt idx="3460">
                  <c:v>6.3538444160000003</c:v>
                </c:pt>
                <c:pt idx="3461">
                  <c:v>1.5257860400000001</c:v>
                </c:pt>
                <c:pt idx="3462">
                  <c:v>0</c:v>
                </c:pt>
                <c:pt idx="3463">
                  <c:v>1.223543813</c:v>
                </c:pt>
                <c:pt idx="3464">
                  <c:v>7.0688265719999999</c:v>
                </c:pt>
                <c:pt idx="3465">
                  <c:v>1.490036932</c:v>
                </c:pt>
                <c:pt idx="3466">
                  <c:v>1.7689764139999999</c:v>
                </c:pt>
                <c:pt idx="3467">
                  <c:v>1.7550294399999999</c:v>
                </c:pt>
                <c:pt idx="3468">
                  <c:v>1.7557267889999999</c:v>
                </c:pt>
                <c:pt idx="3469">
                  <c:v>1.7556919209999999</c:v>
                </c:pt>
                <c:pt idx="3470">
                  <c:v>1.7556936649999999</c:v>
                </c:pt>
                <c:pt idx="3471">
                  <c:v>1.755693578</c:v>
                </c:pt>
                <c:pt idx="3472">
                  <c:v>1.7556935819999999</c:v>
                </c:pt>
                <c:pt idx="3473">
                  <c:v>1.7556935819999999</c:v>
                </c:pt>
                <c:pt idx="3474">
                  <c:v>0.99729326299999999</c:v>
                </c:pt>
                <c:pt idx="3475">
                  <c:v>0</c:v>
                </c:pt>
                <c:pt idx="3476">
                  <c:v>7.4202033969999999</c:v>
                </c:pt>
                <c:pt idx="3477">
                  <c:v>0</c:v>
                </c:pt>
                <c:pt idx="3478">
                  <c:v>0</c:v>
                </c:pt>
                <c:pt idx="3479">
                  <c:v>0</c:v>
                </c:pt>
                <c:pt idx="3480">
                  <c:v>0</c:v>
                </c:pt>
                <c:pt idx="3481">
                  <c:v>0</c:v>
                </c:pt>
                <c:pt idx="3482">
                  <c:v>12.63887536</c:v>
                </c:pt>
                <c:pt idx="3483">
                  <c:v>3.0666328319999998</c:v>
                </c:pt>
                <c:pt idx="3484">
                  <c:v>0</c:v>
                </c:pt>
                <c:pt idx="3485">
                  <c:v>10.15916998</c:v>
                </c:pt>
                <c:pt idx="3486">
                  <c:v>1.3355197620000001</c:v>
                </c:pt>
                <c:pt idx="3487">
                  <c:v>1.7767022729999999</c:v>
                </c:pt>
                <c:pt idx="3488">
                  <c:v>1.7546431469999999</c:v>
                </c:pt>
                <c:pt idx="3489">
                  <c:v>1.755746104</c:v>
                </c:pt>
                <c:pt idx="3490">
                  <c:v>1.755690956</c:v>
                </c:pt>
                <c:pt idx="3491">
                  <c:v>1.7556937130000001</c:v>
                </c:pt>
                <c:pt idx="3492">
                  <c:v>1.755693575</c:v>
                </c:pt>
                <c:pt idx="3493">
                  <c:v>1.7556935819999999</c:v>
                </c:pt>
                <c:pt idx="3494">
                  <c:v>1.7556935819999999</c:v>
                </c:pt>
                <c:pt idx="3495">
                  <c:v>1.7556935819999999</c:v>
                </c:pt>
                <c:pt idx="3496">
                  <c:v>1.7556935819999999</c:v>
                </c:pt>
                <c:pt idx="3497">
                  <c:v>1.7556935819999999</c:v>
                </c:pt>
                <c:pt idx="3498">
                  <c:v>1.7556935819999999</c:v>
                </c:pt>
                <c:pt idx="3499">
                  <c:v>1.7556935819999999</c:v>
                </c:pt>
                <c:pt idx="3500">
                  <c:v>1.7556935819999999</c:v>
                </c:pt>
                <c:pt idx="3501">
                  <c:v>0</c:v>
                </c:pt>
                <c:pt idx="3502">
                  <c:v>0</c:v>
                </c:pt>
                <c:pt idx="3503">
                  <c:v>0</c:v>
                </c:pt>
                <c:pt idx="3504">
                  <c:v>0.32667457100000002</c:v>
                </c:pt>
                <c:pt idx="3505">
                  <c:v>0</c:v>
                </c:pt>
                <c:pt idx="3506">
                  <c:v>0</c:v>
                </c:pt>
                <c:pt idx="3507">
                  <c:v>0</c:v>
                </c:pt>
                <c:pt idx="3508">
                  <c:v>0</c:v>
                </c:pt>
                <c:pt idx="3509">
                  <c:v>12.56603803</c:v>
                </c:pt>
                <c:pt idx="3510">
                  <c:v>7.1072608810000002</c:v>
                </c:pt>
                <c:pt idx="3511">
                  <c:v>1.488115217</c:v>
                </c:pt>
                <c:pt idx="3512">
                  <c:v>1.7690725</c:v>
                </c:pt>
                <c:pt idx="3513">
                  <c:v>1.7550246359999999</c:v>
                </c:pt>
                <c:pt idx="3514">
                  <c:v>1.755727029</c:v>
                </c:pt>
                <c:pt idx="3515">
                  <c:v>1.7556919090000001</c:v>
                </c:pt>
                <c:pt idx="3516">
                  <c:v>1.7556936649999999</c:v>
                </c:pt>
                <c:pt idx="3517">
                  <c:v>1.755693578</c:v>
                </c:pt>
                <c:pt idx="3518">
                  <c:v>1.7556935819999999</c:v>
                </c:pt>
                <c:pt idx="3519">
                  <c:v>1.7556935819999999</c:v>
                </c:pt>
                <c:pt idx="3520">
                  <c:v>1.7556935819999999</c:v>
                </c:pt>
                <c:pt idx="3521">
                  <c:v>1.7556935819999999</c:v>
                </c:pt>
                <c:pt idx="3522">
                  <c:v>0</c:v>
                </c:pt>
                <c:pt idx="3523">
                  <c:v>0</c:v>
                </c:pt>
                <c:pt idx="3524">
                  <c:v>0</c:v>
                </c:pt>
                <c:pt idx="3525">
                  <c:v>0</c:v>
                </c:pt>
                <c:pt idx="3526">
                  <c:v>0</c:v>
                </c:pt>
                <c:pt idx="3527">
                  <c:v>0.186774624</c:v>
                </c:pt>
                <c:pt idx="3528">
                  <c:v>2.5260028320000001</c:v>
                </c:pt>
                <c:pt idx="3529">
                  <c:v>7.9048050090000004</c:v>
                </c:pt>
                <c:pt idx="3530">
                  <c:v>6.5911134589999998</c:v>
                </c:pt>
                <c:pt idx="3531">
                  <c:v>2.9177107530000002</c:v>
                </c:pt>
                <c:pt idx="3532">
                  <c:v>4.5763029360000003</c:v>
                </c:pt>
                <c:pt idx="3533">
                  <c:v>1.7727004470000001</c:v>
                </c:pt>
                <c:pt idx="3534">
                  <c:v>1.7548432389999999</c:v>
                </c:pt>
                <c:pt idx="3535">
                  <c:v>1.7557360989999999</c:v>
                </c:pt>
                <c:pt idx="3536">
                  <c:v>1.7556914560000001</c:v>
                </c:pt>
                <c:pt idx="3537">
                  <c:v>1.755693688</c:v>
                </c:pt>
                <c:pt idx="3538">
                  <c:v>1.7556935760000001</c:v>
                </c:pt>
                <c:pt idx="3539">
                  <c:v>1.7556935819999999</c:v>
                </c:pt>
                <c:pt idx="3540">
                  <c:v>1.7556935819999999</c:v>
                </c:pt>
                <c:pt idx="3541">
                  <c:v>1.7556935819999999</c:v>
                </c:pt>
                <c:pt idx="3542">
                  <c:v>1.7556935819999999</c:v>
                </c:pt>
                <c:pt idx="3543">
                  <c:v>1.7556935819999999</c:v>
                </c:pt>
                <c:pt idx="3544">
                  <c:v>1.7556935819999999</c:v>
                </c:pt>
                <c:pt idx="3545">
                  <c:v>1.7556935819999999</c:v>
                </c:pt>
                <c:pt idx="3546">
                  <c:v>1.7556935819999999</c:v>
                </c:pt>
                <c:pt idx="3547">
                  <c:v>1.7556935819999999</c:v>
                </c:pt>
                <c:pt idx="3548">
                  <c:v>1.7556935819999999</c:v>
                </c:pt>
                <c:pt idx="3549">
                  <c:v>0</c:v>
                </c:pt>
                <c:pt idx="3550">
                  <c:v>0</c:v>
                </c:pt>
                <c:pt idx="3551">
                  <c:v>0</c:v>
                </c:pt>
                <c:pt idx="3552">
                  <c:v>3.898980753</c:v>
                </c:pt>
                <c:pt idx="3553">
                  <c:v>11.66925531</c:v>
                </c:pt>
                <c:pt idx="3554">
                  <c:v>0.79751462399999995</c:v>
                </c:pt>
                <c:pt idx="3555">
                  <c:v>6.5920882550000002</c:v>
                </c:pt>
                <c:pt idx="3556">
                  <c:v>0</c:v>
                </c:pt>
                <c:pt idx="3557">
                  <c:v>0</c:v>
                </c:pt>
                <c:pt idx="3558">
                  <c:v>5.0515890719999996</c:v>
                </c:pt>
                <c:pt idx="3559">
                  <c:v>2.3509448979999998</c:v>
                </c:pt>
                <c:pt idx="3560">
                  <c:v>1.7259310160000001</c:v>
                </c:pt>
                <c:pt idx="3561">
                  <c:v>1.75718171</c:v>
                </c:pt>
                <c:pt idx="3562">
                  <c:v>1.7556191750000001</c:v>
                </c:pt>
                <c:pt idx="3563">
                  <c:v>1.755697302</c:v>
                </c:pt>
                <c:pt idx="3564">
                  <c:v>1.7556933960000001</c:v>
                </c:pt>
                <c:pt idx="3565">
                  <c:v>1.755693591</c:v>
                </c:pt>
                <c:pt idx="3566">
                  <c:v>1.7556935810000001</c:v>
                </c:pt>
                <c:pt idx="3567">
                  <c:v>1.7556935819999999</c:v>
                </c:pt>
                <c:pt idx="3568">
                  <c:v>1.7556935819999999</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19.618757760000001</c:v>
                </c:pt>
                <c:pt idx="3582">
                  <c:v>0.86254037299999997</c:v>
                </c:pt>
                <c:pt idx="3583">
                  <c:v>1.8003512420000001</c:v>
                </c:pt>
                <c:pt idx="3584">
                  <c:v>1.7534606989999999</c:v>
                </c:pt>
                <c:pt idx="3585">
                  <c:v>1.7558052260000001</c:v>
                </c:pt>
                <c:pt idx="3586">
                  <c:v>1.7556879999999999</c:v>
                </c:pt>
                <c:pt idx="3587">
                  <c:v>1.7556938609999999</c:v>
                </c:pt>
                <c:pt idx="3588">
                  <c:v>1.7556935680000001</c:v>
                </c:pt>
                <c:pt idx="3589">
                  <c:v>1.7556935819999999</c:v>
                </c:pt>
                <c:pt idx="3590">
                  <c:v>1.7556935819999999</c:v>
                </c:pt>
                <c:pt idx="3591">
                  <c:v>1.7556935819999999</c:v>
                </c:pt>
                <c:pt idx="3592">
                  <c:v>1.7556935819999999</c:v>
                </c:pt>
                <c:pt idx="3593">
                  <c:v>1.7556935819999999</c:v>
                </c:pt>
                <c:pt idx="3594">
                  <c:v>1.7556935819999999</c:v>
                </c:pt>
                <c:pt idx="3595">
                  <c:v>0</c:v>
                </c:pt>
                <c:pt idx="3596">
                  <c:v>0</c:v>
                </c:pt>
                <c:pt idx="3597">
                  <c:v>0</c:v>
                </c:pt>
                <c:pt idx="3598">
                  <c:v>0</c:v>
                </c:pt>
                <c:pt idx="3599">
                  <c:v>0</c:v>
                </c:pt>
                <c:pt idx="3600">
                  <c:v>0</c:v>
                </c:pt>
                <c:pt idx="3601">
                  <c:v>2.2439428320000001</c:v>
                </c:pt>
                <c:pt idx="3602">
                  <c:v>5.5071993729999997</c:v>
                </c:pt>
                <c:pt idx="3603">
                  <c:v>13.613735419999999</c:v>
                </c:pt>
                <c:pt idx="3604">
                  <c:v>0</c:v>
                </c:pt>
                <c:pt idx="3605">
                  <c:v>0</c:v>
                </c:pt>
                <c:pt idx="3606">
                  <c:v>5.818926373</c:v>
                </c:pt>
                <c:pt idx="3607">
                  <c:v>1.5525319420000001</c:v>
                </c:pt>
                <c:pt idx="3608">
                  <c:v>1.7658516639999999</c:v>
                </c:pt>
                <c:pt idx="3609">
                  <c:v>1.7551856779999999</c:v>
                </c:pt>
                <c:pt idx="3610">
                  <c:v>1.7557189769999999</c:v>
                </c:pt>
                <c:pt idx="3611">
                  <c:v>1.7556923120000001</c:v>
                </c:pt>
                <c:pt idx="3612">
                  <c:v>1.755693645</c:v>
                </c:pt>
                <c:pt idx="3613">
                  <c:v>1.7556935789999999</c:v>
                </c:pt>
                <c:pt idx="3614">
                  <c:v>1.7556935819999999</c:v>
                </c:pt>
                <c:pt idx="3615">
                  <c:v>1.7556935819999999</c:v>
                </c:pt>
                <c:pt idx="3616">
                  <c:v>1.7556935819999999</c:v>
                </c:pt>
                <c:pt idx="3617">
                  <c:v>1.7556935819999999</c:v>
                </c:pt>
                <c:pt idx="3618">
                  <c:v>1.7556935819999999</c:v>
                </c:pt>
                <c:pt idx="3619">
                  <c:v>0</c:v>
                </c:pt>
                <c:pt idx="3620">
                  <c:v>1.72521178</c:v>
                </c:pt>
                <c:pt idx="3621">
                  <c:v>4.038914246</c:v>
                </c:pt>
                <c:pt idx="3622">
                  <c:v>0</c:v>
                </c:pt>
                <c:pt idx="3623">
                  <c:v>5.4417375420000003</c:v>
                </c:pt>
                <c:pt idx="3624">
                  <c:v>0</c:v>
                </c:pt>
                <c:pt idx="3625">
                  <c:v>4.7047464349999997</c:v>
                </c:pt>
                <c:pt idx="3626">
                  <c:v>1.6082409390000001</c:v>
                </c:pt>
                <c:pt idx="3627">
                  <c:v>1.763066214</c:v>
                </c:pt>
                <c:pt idx="3628">
                  <c:v>1.7553249500000001</c:v>
                </c:pt>
                <c:pt idx="3629">
                  <c:v>1.7557120129999999</c:v>
                </c:pt>
                <c:pt idx="3630">
                  <c:v>1.75569266</c:v>
                </c:pt>
                <c:pt idx="3631">
                  <c:v>1.755693628</c:v>
                </c:pt>
                <c:pt idx="3632">
                  <c:v>1.7556935789999999</c:v>
                </c:pt>
                <c:pt idx="3633">
                  <c:v>1.7556935819999999</c:v>
                </c:pt>
                <c:pt idx="3634">
                  <c:v>1.7556935819999999</c:v>
                </c:pt>
                <c:pt idx="3635">
                  <c:v>1.7556935819999999</c:v>
                </c:pt>
                <c:pt idx="3636">
                  <c:v>1.7556935819999999</c:v>
                </c:pt>
                <c:pt idx="3637">
                  <c:v>1.7556935819999999</c:v>
                </c:pt>
                <c:pt idx="3638">
                  <c:v>1.7556935819999999</c:v>
                </c:pt>
                <c:pt idx="3639">
                  <c:v>1.7556935819999999</c:v>
                </c:pt>
                <c:pt idx="3640">
                  <c:v>1.7556935819999999</c:v>
                </c:pt>
                <c:pt idx="3641">
                  <c:v>1.7556935819999999</c:v>
                </c:pt>
                <c:pt idx="3642">
                  <c:v>1.7556935819999999</c:v>
                </c:pt>
                <c:pt idx="3643">
                  <c:v>1.7556935819999999</c:v>
                </c:pt>
                <c:pt idx="3644">
                  <c:v>1.7556935819999999</c:v>
                </c:pt>
                <c:pt idx="3645">
                  <c:v>1.7556935819999999</c:v>
                </c:pt>
                <c:pt idx="3646">
                  <c:v>1.7556935819999999</c:v>
                </c:pt>
                <c:pt idx="3647">
                  <c:v>1.7556935819999999</c:v>
                </c:pt>
                <c:pt idx="3648">
                  <c:v>1.7556935819999999</c:v>
                </c:pt>
                <c:pt idx="3649">
                  <c:v>0.55291973699999997</c:v>
                </c:pt>
                <c:pt idx="3650">
                  <c:v>0</c:v>
                </c:pt>
                <c:pt idx="3651">
                  <c:v>3.2623665289999999</c:v>
                </c:pt>
                <c:pt idx="3652">
                  <c:v>0</c:v>
                </c:pt>
                <c:pt idx="3653">
                  <c:v>5.8794258790000002</c:v>
                </c:pt>
                <c:pt idx="3654">
                  <c:v>1.5495069669999999</c:v>
                </c:pt>
                <c:pt idx="3655">
                  <c:v>1.7660029129999999</c:v>
                </c:pt>
                <c:pt idx="3656">
                  <c:v>1.7551781150000001</c:v>
                </c:pt>
                <c:pt idx="3657">
                  <c:v>1.7557193550000001</c:v>
                </c:pt>
                <c:pt idx="3658">
                  <c:v>1.7556922930000001</c:v>
                </c:pt>
                <c:pt idx="3659">
                  <c:v>1.7556936460000001</c:v>
                </c:pt>
                <c:pt idx="3660">
                  <c:v>1.7556935789999999</c:v>
                </c:pt>
                <c:pt idx="3661">
                  <c:v>1.7556935819999999</c:v>
                </c:pt>
                <c:pt idx="3662">
                  <c:v>1.7556935819999999</c:v>
                </c:pt>
                <c:pt idx="3663">
                  <c:v>1.7556935819999999</c:v>
                </c:pt>
                <c:pt idx="3664">
                  <c:v>1.7556935819999999</c:v>
                </c:pt>
                <c:pt idx="3665">
                  <c:v>1.7556935819999999</c:v>
                </c:pt>
                <c:pt idx="3666">
                  <c:v>0.77544290500000002</c:v>
                </c:pt>
                <c:pt idx="3667">
                  <c:v>0</c:v>
                </c:pt>
                <c:pt idx="3668">
                  <c:v>0</c:v>
                </c:pt>
                <c:pt idx="3669">
                  <c:v>0</c:v>
                </c:pt>
                <c:pt idx="3670">
                  <c:v>0</c:v>
                </c:pt>
                <c:pt idx="3671">
                  <c:v>4.6757717799999998</c:v>
                </c:pt>
                <c:pt idx="3672">
                  <c:v>3.185236529</c:v>
                </c:pt>
                <c:pt idx="3673">
                  <c:v>0</c:v>
                </c:pt>
                <c:pt idx="3674">
                  <c:v>0.45164470699999998</c:v>
                </c:pt>
                <c:pt idx="3675">
                  <c:v>0</c:v>
                </c:pt>
                <c:pt idx="3676">
                  <c:v>0.71376442900000003</c:v>
                </c:pt>
                <c:pt idx="3677">
                  <c:v>0</c:v>
                </c:pt>
                <c:pt idx="3678">
                  <c:v>15.11145352</c:v>
                </c:pt>
                <c:pt idx="3679">
                  <c:v>4.7540108879999998</c:v>
                </c:pt>
                <c:pt idx="3680">
                  <c:v>1.605777716</c:v>
                </c:pt>
                <c:pt idx="3681">
                  <c:v>1.7631893750000001</c:v>
                </c:pt>
                <c:pt idx="3682">
                  <c:v>1.755318792</c:v>
                </c:pt>
                <c:pt idx="3683">
                  <c:v>1.7557123210000001</c:v>
                </c:pt>
                <c:pt idx="3684">
                  <c:v>1.7556926450000001</c:v>
                </c:pt>
                <c:pt idx="3685">
                  <c:v>1.755693629</c:v>
                </c:pt>
                <c:pt idx="3686">
                  <c:v>1.7556935789999999</c:v>
                </c:pt>
                <c:pt idx="3687">
                  <c:v>1.7556935819999999</c:v>
                </c:pt>
                <c:pt idx="3688">
                  <c:v>1.7556935819999999</c:v>
                </c:pt>
                <c:pt idx="3689">
                  <c:v>0</c:v>
                </c:pt>
                <c:pt idx="3690">
                  <c:v>0</c:v>
                </c:pt>
                <c:pt idx="3691">
                  <c:v>0</c:v>
                </c:pt>
                <c:pt idx="3692">
                  <c:v>0.79298006399999998</c:v>
                </c:pt>
                <c:pt idx="3693">
                  <c:v>6.7804200000000003</c:v>
                </c:pt>
                <c:pt idx="3694">
                  <c:v>10.49328227</c:v>
                </c:pt>
                <c:pt idx="3695">
                  <c:v>4.4743789380000001</c:v>
                </c:pt>
                <c:pt idx="3696">
                  <c:v>1.619759314</c:v>
                </c:pt>
                <c:pt idx="3697">
                  <c:v>1.7624902950000001</c:v>
                </c:pt>
                <c:pt idx="3698">
                  <c:v>1.1822122820000001</c:v>
                </c:pt>
                <c:pt idx="3699">
                  <c:v>0</c:v>
                </c:pt>
                <c:pt idx="3700">
                  <c:v>5.1194790059999997</c:v>
                </c:pt>
                <c:pt idx="3701">
                  <c:v>1.587504311</c:v>
                </c:pt>
                <c:pt idx="3702">
                  <c:v>1.7641030449999999</c:v>
                </c:pt>
                <c:pt idx="3703">
                  <c:v>1.755273109</c:v>
                </c:pt>
                <c:pt idx="3704">
                  <c:v>1.7557146050000001</c:v>
                </c:pt>
                <c:pt idx="3705">
                  <c:v>1.755692531</c:v>
                </c:pt>
                <c:pt idx="3706">
                  <c:v>1.755693634</c:v>
                </c:pt>
                <c:pt idx="3707">
                  <c:v>1.7556935789999999</c:v>
                </c:pt>
                <c:pt idx="3708">
                  <c:v>1.7556935819999999</c:v>
                </c:pt>
                <c:pt idx="3709">
                  <c:v>1.7556935819999999</c:v>
                </c:pt>
                <c:pt idx="3710">
                  <c:v>1.7556935819999999</c:v>
                </c:pt>
                <c:pt idx="3711">
                  <c:v>1.7556935819999999</c:v>
                </c:pt>
                <c:pt idx="3712">
                  <c:v>1.7556935819999999</c:v>
                </c:pt>
                <c:pt idx="3713">
                  <c:v>1.7556935819999999</c:v>
                </c:pt>
                <c:pt idx="3714">
                  <c:v>0</c:v>
                </c:pt>
                <c:pt idx="3715">
                  <c:v>0.79092976800000003</c:v>
                </c:pt>
                <c:pt idx="3716">
                  <c:v>8.4258554389999993</c:v>
                </c:pt>
                <c:pt idx="3717">
                  <c:v>1.844417228</c:v>
                </c:pt>
                <c:pt idx="3718">
                  <c:v>1.751257399</c:v>
                </c:pt>
                <c:pt idx="3719">
                  <c:v>1.755915391</c:v>
                </c:pt>
                <c:pt idx="3720">
                  <c:v>1.755682491</c:v>
                </c:pt>
                <c:pt idx="3721">
                  <c:v>0</c:v>
                </c:pt>
                <c:pt idx="3722">
                  <c:v>0</c:v>
                </c:pt>
                <c:pt idx="3723">
                  <c:v>0.83083976599999998</c:v>
                </c:pt>
                <c:pt idx="3724">
                  <c:v>0.76018973700000003</c:v>
                </c:pt>
                <c:pt idx="3725">
                  <c:v>8.0814660650000008</c:v>
                </c:pt>
                <c:pt idx="3726">
                  <c:v>1.4394049579999999</c:v>
                </c:pt>
                <c:pt idx="3727">
                  <c:v>1.771508013</c:v>
                </c:pt>
                <c:pt idx="3728">
                  <c:v>1.7549028600000001</c:v>
                </c:pt>
                <c:pt idx="3729">
                  <c:v>0</c:v>
                </c:pt>
                <c:pt idx="3730">
                  <c:v>5.1352370010000001</c:v>
                </c:pt>
                <c:pt idx="3731">
                  <c:v>1.9973968710000001</c:v>
                </c:pt>
                <c:pt idx="3732">
                  <c:v>1.7436084169999999</c:v>
                </c:pt>
                <c:pt idx="3733">
                  <c:v>1.75629784</c:v>
                </c:pt>
                <c:pt idx="3734">
                  <c:v>1.7556633690000001</c:v>
                </c:pt>
                <c:pt idx="3735">
                  <c:v>1.7556950920000001</c:v>
                </c:pt>
                <c:pt idx="3736">
                  <c:v>0</c:v>
                </c:pt>
                <c:pt idx="3737">
                  <c:v>0.96681190400000006</c:v>
                </c:pt>
                <c:pt idx="3738">
                  <c:v>0</c:v>
                </c:pt>
                <c:pt idx="3739">
                  <c:v>0</c:v>
                </c:pt>
                <c:pt idx="3740">
                  <c:v>0</c:v>
                </c:pt>
                <c:pt idx="3741">
                  <c:v>0</c:v>
                </c:pt>
                <c:pt idx="3742">
                  <c:v>0</c:v>
                </c:pt>
                <c:pt idx="3743">
                  <c:v>0</c:v>
                </c:pt>
                <c:pt idx="3744">
                  <c:v>0</c:v>
                </c:pt>
                <c:pt idx="3745">
                  <c:v>2.868187222</c:v>
                </c:pt>
                <c:pt idx="3746">
                  <c:v>0</c:v>
                </c:pt>
                <c:pt idx="3747">
                  <c:v>0.932449737</c:v>
                </c:pt>
                <c:pt idx="3748">
                  <c:v>0</c:v>
                </c:pt>
                <c:pt idx="3749">
                  <c:v>1.2436580960000001</c:v>
                </c:pt>
                <c:pt idx="3750">
                  <c:v>7.8425454090000004</c:v>
                </c:pt>
                <c:pt idx="3751">
                  <c:v>10.238794970000001</c:v>
                </c:pt>
                <c:pt idx="3752">
                  <c:v>3.037331794</c:v>
                </c:pt>
                <c:pt idx="3753">
                  <c:v>1.691611671</c:v>
                </c:pt>
                <c:pt idx="3754">
                  <c:v>1.758897677</c:v>
                </c:pt>
                <c:pt idx="3755">
                  <c:v>1.7555333769999999</c:v>
                </c:pt>
                <c:pt idx="3756">
                  <c:v>1.7557015920000001</c:v>
                </c:pt>
                <c:pt idx="3757">
                  <c:v>1.755693181</c:v>
                </c:pt>
                <c:pt idx="3758">
                  <c:v>1.755693602</c:v>
                </c:pt>
                <c:pt idx="3759">
                  <c:v>2.0909952999999998E-2</c:v>
                </c:pt>
                <c:pt idx="3760">
                  <c:v>3.4904772099999999</c:v>
                </c:pt>
                <c:pt idx="3761">
                  <c:v>1.6689544000000001</c:v>
                </c:pt>
                <c:pt idx="3762">
                  <c:v>1.7600305409999999</c:v>
                </c:pt>
                <c:pt idx="3763">
                  <c:v>1.7554767339999999</c:v>
                </c:pt>
                <c:pt idx="3764">
                  <c:v>1.7557044239999999</c:v>
                </c:pt>
                <c:pt idx="3765">
                  <c:v>1.7556930399999999</c:v>
                </c:pt>
                <c:pt idx="3766">
                  <c:v>1.7556936089999999</c:v>
                </c:pt>
                <c:pt idx="3767">
                  <c:v>1.75569358</c:v>
                </c:pt>
                <c:pt idx="3768">
                  <c:v>1.7556935819999999</c:v>
                </c:pt>
                <c:pt idx="3769">
                  <c:v>1.7556935819999999</c:v>
                </c:pt>
                <c:pt idx="3770">
                  <c:v>1.7556935819999999</c:v>
                </c:pt>
                <c:pt idx="3771">
                  <c:v>1.7556935819999999</c:v>
                </c:pt>
                <c:pt idx="3772">
                  <c:v>1.7556935819999999</c:v>
                </c:pt>
                <c:pt idx="3773">
                  <c:v>1.7556935819999999</c:v>
                </c:pt>
                <c:pt idx="3774">
                  <c:v>1.7556935819999999</c:v>
                </c:pt>
                <c:pt idx="3775">
                  <c:v>1.7556935819999999</c:v>
                </c:pt>
                <c:pt idx="3776">
                  <c:v>1.7556935819999999</c:v>
                </c:pt>
                <c:pt idx="3777">
                  <c:v>1.7556935819999999</c:v>
                </c:pt>
                <c:pt idx="3778">
                  <c:v>1.7556935819999999</c:v>
                </c:pt>
                <c:pt idx="3779">
                  <c:v>1.7556935819999999</c:v>
                </c:pt>
                <c:pt idx="3780">
                  <c:v>1.7556935819999999</c:v>
                </c:pt>
                <c:pt idx="3781">
                  <c:v>1.7556935819999999</c:v>
                </c:pt>
                <c:pt idx="3782">
                  <c:v>1.7556935819999999</c:v>
                </c:pt>
                <c:pt idx="3783">
                  <c:v>1.7556935819999999</c:v>
                </c:pt>
                <c:pt idx="3784">
                  <c:v>1.7556935819999999</c:v>
                </c:pt>
                <c:pt idx="3785">
                  <c:v>0</c:v>
                </c:pt>
                <c:pt idx="3786">
                  <c:v>4.7249246170000001</c:v>
                </c:pt>
                <c:pt idx="3787">
                  <c:v>0</c:v>
                </c:pt>
                <c:pt idx="3788">
                  <c:v>0</c:v>
                </c:pt>
                <c:pt idx="3789">
                  <c:v>0</c:v>
                </c:pt>
                <c:pt idx="3790">
                  <c:v>3.348825009</c:v>
                </c:pt>
                <c:pt idx="3791">
                  <c:v>7.0677871059999999</c:v>
                </c:pt>
                <c:pt idx="3792">
                  <c:v>9.5312449200000007</c:v>
                </c:pt>
                <c:pt idx="3793">
                  <c:v>2.6630411020000002</c:v>
                </c:pt>
                <c:pt idx="3794">
                  <c:v>1.710326206</c:v>
                </c:pt>
                <c:pt idx="3795">
                  <c:v>1.757961951</c:v>
                </c:pt>
                <c:pt idx="3796">
                  <c:v>1.7555801630000001</c:v>
                </c:pt>
                <c:pt idx="3797">
                  <c:v>1.755699253</c:v>
                </c:pt>
                <c:pt idx="3798">
                  <c:v>1.755693298</c:v>
                </c:pt>
                <c:pt idx="3799">
                  <c:v>1.755693596</c:v>
                </c:pt>
                <c:pt idx="3800">
                  <c:v>1.7556935810000001</c:v>
                </c:pt>
                <c:pt idx="3801">
                  <c:v>1.7556935819999999</c:v>
                </c:pt>
                <c:pt idx="3802">
                  <c:v>1.7556935819999999</c:v>
                </c:pt>
                <c:pt idx="3803">
                  <c:v>1.7556935819999999</c:v>
                </c:pt>
                <c:pt idx="3804">
                  <c:v>1.7556935819999999</c:v>
                </c:pt>
                <c:pt idx="3805">
                  <c:v>1.7556935819999999</c:v>
                </c:pt>
                <c:pt idx="3806">
                  <c:v>1.7556935819999999</c:v>
                </c:pt>
                <c:pt idx="3807">
                  <c:v>1.7556935819999999</c:v>
                </c:pt>
                <c:pt idx="3808">
                  <c:v>1.7556935819999999</c:v>
                </c:pt>
                <c:pt idx="3809">
                  <c:v>1.7556935819999999</c:v>
                </c:pt>
                <c:pt idx="3810">
                  <c:v>1.7556935819999999</c:v>
                </c:pt>
                <c:pt idx="3811">
                  <c:v>1.7556935819999999</c:v>
                </c:pt>
                <c:pt idx="3812">
                  <c:v>0</c:v>
                </c:pt>
                <c:pt idx="3813">
                  <c:v>0</c:v>
                </c:pt>
                <c:pt idx="3814">
                  <c:v>0</c:v>
                </c:pt>
                <c:pt idx="3815">
                  <c:v>0</c:v>
                </c:pt>
                <c:pt idx="3816">
                  <c:v>4.3402668359999996</c:v>
                </c:pt>
                <c:pt idx="3817">
                  <c:v>5.7844570999999997E-2</c:v>
                </c:pt>
                <c:pt idx="3818">
                  <c:v>11.93885536</c:v>
                </c:pt>
                <c:pt idx="3819">
                  <c:v>6.0257641890000002</c:v>
                </c:pt>
                <c:pt idx="3820">
                  <c:v>1.542190051</c:v>
                </c:pt>
                <c:pt idx="3821">
                  <c:v>0.57460921499999995</c:v>
                </c:pt>
                <c:pt idx="3822">
                  <c:v>0.16404899100000001</c:v>
                </c:pt>
                <c:pt idx="3823">
                  <c:v>4.282210332</c:v>
                </c:pt>
                <c:pt idx="3824">
                  <c:v>1.7540340590000001</c:v>
                </c:pt>
                <c:pt idx="3825">
                  <c:v>1.8149486420000001</c:v>
                </c:pt>
                <c:pt idx="3826">
                  <c:v>1.7527308290000001</c:v>
                </c:pt>
                <c:pt idx="3827">
                  <c:v>1.755841719</c:v>
                </c:pt>
                <c:pt idx="3828">
                  <c:v>1.7556861749999999</c:v>
                </c:pt>
                <c:pt idx="3829">
                  <c:v>1.7556939519999999</c:v>
                </c:pt>
                <c:pt idx="3830">
                  <c:v>1.7556935629999999</c:v>
                </c:pt>
                <c:pt idx="3831">
                  <c:v>1.755693583</c:v>
                </c:pt>
                <c:pt idx="3832">
                  <c:v>1.7556935819999999</c:v>
                </c:pt>
                <c:pt idx="3833">
                  <c:v>0</c:v>
                </c:pt>
                <c:pt idx="3834">
                  <c:v>7.1492432050000003</c:v>
                </c:pt>
                <c:pt idx="3835">
                  <c:v>1.4860161009999999</c:v>
                </c:pt>
                <c:pt idx="3836">
                  <c:v>1.769177456</c:v>
                </c:pt>
                <c:pt idx="3837">
                  <c:v>0</c:v>
                </c:pt>
                <c:pt idx="3838">
                  <c:v>0</c:v>
                </c:pt>
                <c:pt idx="3839">
                  <c:v>0</c:v>
                </c:pt>
                <c:pt idx="3840">
                  <c:v>7.8967950089999999</c:v>
                </c:pt>
                <c:pt idx="3841">
                  <c:v>10.09514128</c:v>
                </c:pt>
                <c:pt idx="3842">
                  <c:v>1.3387211969999999</c:v>
                </c:pt>
                <c:pt idx="3843">
                  <c:v>1.776542201</c:v>
                </c:pt>
                <c:pt idx="3844">
                  <c:v>1.754651151</c:v>
                </c:pt>
                <c:pt idx="3845">
                  <c:v>1.7557457030000001</c:v>
                </c:pt>
                <c:pt idx="3846">
                  <c:v>1.7556909759999999</c:v>
                </c:pt>
                <c:pt idx="3847">
                  <c:v>1.755693712</c:v>
                </c:pt>
                <c:pt idx="3848">
                  <c:v>1.755693575</c:v>
                </c:pt>
                <c:pt idx="3849">
                  <c:v>1.7556935819999999</c:v>
                </c:pt>
                <c:pt idx="3850">
                  <c:v>1.7556935819999999</c:v>
                </c:pt>
                <c:pt idx="3851">
                  <c:v>1.7556935819999999</c:v>
                </c:pt>
                <c:pt idx="3852">
                  <c:v>1.7556935819999999</c:v>
                </c:pt>
                <c:pt idx="3853">
                  <c:v>1.7556935819999999</c:v>
                </c:pt>
                <c:pt idx="3854">
                  <c:v>1.7556935819999999</c:v>
                </c:pt>
                <c:pt idx="3855">
                  <c:v>1.7556935819999999</c:v>
                </c:pt>
                <c:pt idx="3856">
                  <c:v>1.7556935819999999</c:v>
                </c:pt>
                <c:pt idx="3857">
                  <c:v>1.7556935819999999</c:v>
                </c:pt>
                <c:pt idx="3858">
                  <c:v>1.7556935819999999</c:v>
                </c:pt>
                <c:pt idx="3859">
                  <c:v>1.7556935819999999</c:v>
                </c:pt>
                <c:pt idx="3860">
                  <c:v>0</c:v>
                </c:pt>
                <c:pt idx="3861">
                  <c:v>0</c:v>
                </c:pt>
                <c:pt idx="3862">
                  <c:v>0</c:v>
                </c:pt>
                <c:pt idx="3863">
                  <c:v>0.65382722199999999</c:v>
                </c:pt>
                <c:pt idx="3864">
                  <c:v>4.6227768359999999</c:v>
                </c:pt>
                <c:pt idx="3865">
                  <c:v>0.83378462399999997</c:v>
                </c:pt>
                <c:pt idx="3866">
                  <c:v>0</c:v>
                </c:pt>
                <c:pt idx="3867">
                  <c:v>0</c:v>
                </c:pt>
                <c:pt idx="3868">
                  <c:v>0</c:v>
                </c:pt>
                <c:pt idx="3869">
                  <c:v>14.93615698</c:v>
                </c:pt>
                <c:pt idx="3870">
                  <c:v>5.4021642410000004</c:v>
                </c:pt>
                <c:pt idx="3871">
                  <c:v>1.573370049</c:v>
                </c:pt>
                <c:pt idx="3872">
                  <c:v>1.764809758</c:v>
                </c:pt>
                <c:pt idx="3873">
                  <c:v>1.7552377729999999</c:v>
                </c:pt>
                <c:pt idx="3874">
                  <c:v>1.755716372</c:v>
                </c:pt>
                <c:pt idx="3875">
                  <c:v>1.755692442</c:v>
                </c:pt>
                <c:pt idx="3876">
                  <c:v>1.755693639</c:v>
                </c:pt>
                <c:pt idx="3877">
                  <c:v>1.7556935789999999</c:v>
                </c:pt>
                <c:pt idx="3878">
                  <c:v>1.7556935819999999</c:v>
                </c:pt>
                <c:pt idx="3879">
                  <c:v>1.7556935819999999</c:v>
                </c:pt>
                <c:pt idx="3880">
                  <c:v>1.7556935819999999</c:v>
                </c:pt>
                <c:pt idx="3881">
                  <c:v>1.7556935819999999</c:v>
                </c:pt>
                <c:pt idx="3882">
                  <c:v>1.7556935819999999</c:v>
                </c:pt>
                <c:pt idx="3883">
                  <c:v>0</c:v>
                </c:pt>
                <c:pt idx="3884">
                  <c:v>0</c:v>
                </c:pt>
                <c:pt idx="3885">
                  <c:v>0</c:v>
                </c:pt>
                <c:pt idx="3886">
                  <c:v>0</c:v>
                </c:pt>
                <c:pt idx="3887">
                  <c:v>0</c:v>
                </c:pt>
                <c:pt idx="3888">
                  <c:v>9.8628049200000003</c:v>
                </c:pt>
                <c:pt idx="3889">
                  <c:v>0</c:v>
                </c:pt>
                <c:pt idx="3890">
                  <c:v>0</c:v>
                </c:pt>
                <c:pt idx="3891">
                  <c:v>14.08776447</c:v>
                </c:pt>
                <c:pt idx="3892">
                  <c:v>2.9823048729999999</c:v>
                </c:pt>
                <c:pt idx="3893">
                  <c:v>1.6943630169999999</c:v>
                </c:pt>
                <c:pt idx="3894">
                  <c:v>1.7587601100000001</c:v>
                </c:pt>
                <c:pt idx="3895">
                  <c:v>1.7555402550000001</c:v>
                </c:pt>
                <c:pt idx="3896">
                  <c:v>1.755701248</c:v>
                </c:pt>
                <c:pt idx="3897">
                  <c:v>1.7556931979999999</c:v>
                </c:pt>
                <c:pt idx="3898">
                  <c:v>1.7556936009999999</c:v>
                </c:pt>
                <c:pt idx="3899">
                  <c:v>1.7556935810000001</c:v>
                </c:pt>
                <c:pt idx="3900">
                  <c:v>1.7556935819999999</c:v>
                </c:pt>
                <c:pt idx="3901">
                  <c:v>1.7556935819999999</c:v>
                </c:pt>
                <c:pt idx="3902">
                  <c:v>1.7556935819999999</c:v>
                </c:pt>
                <c:pt idx="3903">
                  <c:v>1.7556935819999999</c:v>
                </c:pt>
                <c:pt idx="3904">
                  <c:v>1.7556935819999999</c:v>
                </c:pt>
                <c:pt idx="3905">
                  <c:v>1.7556935819999999</c:v>
                </c:pt>
                <c:pt idx="3906">
                  <c:v>1.7556935819999999</c:v>
                </c:pt>
                <c:pt idx="3907">
                  <c:v>1.7556935819999999</c:v>
                </c:pt>
                <c:pt idx="3908">
                  <c:v>0</c:v>
                </c:pt>
                <c:pt idx="3909">
                  <c:v>0</c:v>
                </c:pt>
                <c:pt idx="3910">
                  <c:v>0</c:v>
                </c:pt>
                <c:pt idx="3911">
                  <c:v>1.8165429360000001</c:v>
                </c:pt>
                <c:pt idx="3912">
                  <c:v>0</c:v>
                </c:pt>
                <c:pt idx="3913">
                  <c:v>3.7759639599999999</c:v>
                </c:pt>
                <c:pt idx="3914">
                  <c:v>1.137174624</c:v>
                </c:pt>
                <c:pt idx="3915">
                  <c:v>0</c:v>
                </c:pt>
                <c:pt idx="3916">
                  <c:v>7.8553950090000004</c:v>
                </c:pt>
                <c:pt idx="3917">
                  <c:v>10.41733732</c:v>
                </c:pt>
                <c:pt idx="3918">
                  <c:v>1.322611395</c:v>
                </c:pt>
                <c:pt idx="3919">
                  <c:v>1.7773476909999999</c:v>
                </c:pt>
                <c:pt idx="3920">
                  <c:v>1.7546108760000001</c:v>
                </c:pt>
                <c:pt idx="3921">
                  <c:v>1.755747717</c:v>
                </c:pt>
                <c:pt idx="3922">
                  <c:v>1.755690875</c:v>
                </c:pt>
                <c:pt idx="3923">
                  <c:v>1.755693717</c:v>
                </c:pt>
                <c:pt idx="3924">
                  <c:v>1.755693575</c:v>
                </c:pt>
                <c:pt idx="3925">
                  <c:v>1.7556935819999999</c:v>
                </c:pt>
                <c:pt idx="3926">
                  <c:v>1.7556935819999999</c:v>
                </c:pt>
                <c:pt idx="3927">
                  <c:v>1.7556935819999999</c:v>
                </c:pt>
                <c:pt idx="3928">
                  <c:v>1.7556935819999999</c:v>
                </c:pt>
                <c:pt idx="3929">
                  <c:v>1.7556935819999999</c:v>
                </c:pt>
                <c:pt idx="3930">
                  <c:v>1.7556935819999999</c:v>
                </c:pt>
                <c:pt idx="3931">
                  <c:v>1.7556935819999999</c:v>
                </c:pt>
                <c:pt idx="3932">
                  <c:v>0</c:v>
                </c:pt>
                <c:pt idx="3933">
                  <c:v>2.95488178</c:v>
                </c:pt>
                <c:pt idx="3934">
                  <c:v>7.7116358040000001</c:v>
                </c:pt>
                <c:pt idx="3935">
                  <c:v>1.457896471</c:v>
                </c:pt>
                <c:pt idx="3936">
                  <c:v>1.682043352</c:v>
                </c:pt>
                <c:pt idx="3937">
                  <c:v>1.8434891739999999</c:v>
                </c:pt>
                <c:pt idx="3938">
                  <c:v>1.751303802</c:v>
                </c:pt>
                <c:pt idx="3939">
                  <c:v>1.7559130709999999</c:v>
                </c:pt>
                <c:pt idx="3940">
                  <c:v>1.755682607</c:v>
                </c:pt>
                <c:pt idx="3941">
                  <c:v>1.755694131</c:v>
                </c:pt>
                <c:pt idx="3942">
                  <c:v>1.755693554</c:v>
                </c:pt>
                <c:pt idx="3943">
                  <c:v>1.755693583</c:v>
                </c:pt>
                <c:pt idx="3944">
                  <c:v>1.7556935819999999</c:v>
                </c:pt>
                <c:pt idx="3945">
                  <c:v>1.7556935819999999</c:v>
                </c:pt>
                <c:pt idx="3946">
                  <c:v>1.7556935819999999</c:v>
                </c:pt>
                <c:pt idx="3947">
                  <c:v>1.7556935819999999</c:v>
                </c:pt>
                <c:pt idx="3948">
                  <c:v>1.7556935819999999</c:v>
                </c:pt>
                <c:pt idx="3949">
                  <c:v>1.7556935819999999</c:v>
                </c:pt>
                <c:pt idx="3950">
                  <c:v>1.7556935819999999</c:v>
                </c:pt>
                <c:pt idx="3951">
                  <c:v>1.7556935819999999</c:v>
                </c:pt>
                <c:pt idx="3952">
                  <c:v>1.7556935819999999</c:v>
                </c:pt>
                <c:pt idx="3953">
                  <c:v>1.7556935819999999</c:v>
                </c:pt>
                <c:pt idx="3954">
                  <c:v>0</c:v>
                </c:pt>
                <c:pt idx="3955">
                  <c:v>0</c:v>
                </c:pt>
                <c:pt idx="3956">
                  <c:v>3.56931178</c:v>
                </c:pt>
                <c:pt idx="3957">
                  <c:v>7.5879000000000003</c:v>
                </c:pt>
                <c:pt idx="3958">
                  <c:v>6.8682953109999998</c:v>
                </c:pt>
                <c:pt idx="3959">
                  <c:v>3.8921794809999999</c:v>
                </c:pt>
                <c:pt idx="3960">
                  <c:v>1.6488692869999999</c:v>
                </c:pt>
                <c:pt idx="3961">
                  <c:v>1.761034797</c:v>
                </c:pt>
                <c:pt idx="3962">
                  <c:v>1.755426521</c:v>
                </c:pt>
                <c:pt idx="3963">
                  <c:v>1.7557069350000001</c:v>
                </c:pt>
                <c:pt idx="3964">
                  <c:v>1.1153444290000001</c:v>
                </c:pt>
                <c:pt idx="3965">
                  <c:v>2.3960420999999998</c:v>
                </c:pt>
                <c:pt idx="3966">
                  <c:v>1.723676156</c:v>
                </c:pt>
                <c:pt idx="3967">
                  <c:v>1.7572944530000001</c:v>
                </c:pt>
                <c:pt idx="3968">
                  <c:v>1.755613538</c:v>
                </c:pt>
                <c:pt idx="3969">
                  <c:v>1.755697584</c:v>
                </c:pt>
                <c:pt idx="3970">
                  <c:v>1.755693382</c:v>
                </c:pt>
                <c:pt idx="3971">
                  <c:v>1.7556935920000001</c:v>
                </c:pt>
                <c:pt idx="3972">
                  <c:v>1.7556935810000001</c:v>
                </c:pt>
                <c:pt idx="3973">
                  <c:v>1.7556935819999999</c:v>
                </c:pt>
                <c:pt idx="3974">
                  <c:v>1.7556935819999999</c:v>
                </c:pt>
                <c:pt idx="3975">
                  <c:v>1.7556935819999999</c:v>
                </c:pt>
                <c:pt idx="3976">
                  <c:v>0</c:v>
                </c:pt>
                <c:pt idx="3977">
                  <c:v>6.7763895679999999</c:v>
                </c:pt>
                <c:pt idx="3978">
                  <c:v>1.5046587819999999</c:v>
                </c:pt>
                <c:pt idx="3979">
                  <c:v>1.7682453220000001</c:v>
                </c:pt>
                <c:pt idx="3980">
                  <c:v>1.755065995</c:v>
                </c:pt>
                <c:pt idx="3981">
                  <c:v>1.7557249610000001</c:v>
                </c:pt>
                <c:pt idx="3982">
                  <c:v>1.755692013</c:v>
                </c:pt>
                <c:pt idx="3983">
                  <c:v>1.7556936599999999</c:v>
                </c:pt>
                <c:pt idx="3984">
                  <c:v>1.755693578</c:v>
                </c:pt>
                <c:pt idx="3985">
                  <c:v>1.7556935819999999</c:v>
                </c:pt>
                <c:pt idx="3986">
                  <c:v>1.7556935819999999</c:v>
                </c:pt>
                <c:pt idx="3987">
                  <c:v>1.7556935819999999</c:v>
                </c:pt>
                <c:pt idx="3988">
                  <c:v>1.7556935819999999</c:v>
                </c:pt>
                <c:pt idx="3989">
                  <c:v>1.7556935819999999</c:v>
                </c:pt>
                <c:pt idx="3990">
                  <c:v>1.7556935819999999</c:v>
                </c:pt>
                <c:pt idx="3991">
                  <c:v>1.7556935819999999</c:v>
                </c:pt>
                <c:pt idx="3992">
                  <c:v>1.7556935819999999</c:v>
                </c:pt>
                <c:pt idx="3993">
                  <c:v>1.7556935819999999</c:v>
                </c:pt>
                <c:pt idx="3994">
                  <c:v>1.7556935819999999</c:v>
                </c:pt>
                <c:pt idx="3995">
                  <c:v>1.7556935819999999</c:v>
                </c:pt>
                <c:pt idx="3996">
                  <c:v>1.7556935819999999</c:v>
                </c:pt>
                <c:pt idx="3997">
                  <c:v>1.7556935819999999</c:v>
                </c:pt>
                <c:pt idx="3998">
                  <c:v>1.7556935819999999</c:v>
                </c:pt>
                <c:pt idx="3999">
                  <c:v>1.7556935819999999</c:v>
                </c:pt>
                <c:pt idx="4000">
                  <c:v>1.7556935819999999</c:v>
                </c:pt>
                <c:pt idx="4001">
                  <c:v>1.7556935819999999</c:v>
                </c:pt>
                <c:pt idx="4002">
                  <c:v>1.7556935819999999</c:v>
                </c:pt>
                <c:pt idx="4003">
                  <c:v>1.7556935819999999</c:v>
                </c:pt>
                <c:pt idx="4004">
                  <c:v>1.7556935819999999</c:v>
                </c:pt>
                <c:pt idx="4005">
                  <c:v>1.7556935819999999</c:v>
                </c:pt>
                <c:pt idx="4006">
                  <c:v>1.7556935819999999</c:v>
                </c:pt>
                <c:pt idx="4007">
                  <c:v>1.7556935819999999</c:v>
                </c:pt>
                <c:pt idx="4008">
                  <c:v>0</c:v>
                </c:pt>
                <c:pt idx="4009">
                  <c:v>0</c:v>
                </c:pt>
                <c:pt idx="4010">
                  <c:v>0</c:v>
                </c:pt>
                <c:pt idx="4011">
                  <c:v>0</c:v>
                </c:pt>
                <c:pt idx="4012">
                  <c:v>4.3785168360000002</c:v>
                </c:pt>
                <c:pt idx="4013">
                  <c:v>10.77930179</c:v>
                </c:pt>
                <c:pt idx="4014">
                  <c:v>1.3045131720000001</c:v>
                </c:pt>
                <c:pt idx="4015">
                  <c:v>1.778252602</c:v>
                </c:pt>
                <c:pt idx="4016">
                  <c:v>1.754565631</c:v>
                </c:pt>
                <c:pt idx="4017">
                  <c:v>1.755749979</c:v>
                </c:pt>
                <c:pt idx="4018">
                  <c:v>1.755690762</c:v>
                </c:pt>
                <c:pt idx="4019">
                  <c:v>1.755693723</c:v>
                </c:pt>
                <c:pt idx="4020">
                  <c:v>1.755693575</c:v>
                </c:pt>
                <c:pt idx="4021">
                  <c:v>1.7556935819999999</c:v>
                </c:pt>
                <c:pt idx="4022">
                  <c:v>1.7556935819999999</c:v>
                </c:pt>
                <c:pt idx="4023">
                  <c:v>1.7556935819999999</c:v>
                </c:pt>
                <c:pt idx="4024">
                  <c:v>1.7556935819999999</c:v>
                </c:pt>
                <c:pt idx="4025">
                  <c:v>1.7556935819999999</c:v>
                </c:pt>
                <c:pt idx="4026">
                  <c:v>1.7556935819999999</c:v>
                </c:pt>
                <c:pt idx="4027">
                  <c:v>1.7556935819999999</c:v>
                </c:pt>
                <c:pt idx="4028">
                  <c:v>1.7556935819999999</c:v>
                </c:pt>
                <c:pt idx="4029">
                  <c:v>1.7556935819999999</c:v>
                </c:pt>
                <c:pt idx="4030">
                  <c:v>1.7556935819999999</c:v>
                </c:pt>
                <c:pt idx="4031">
                  <c:v>1.7556935819999999</c:v>
                </c:pt>
                <c:pt idx="4032">
                  <c:v>1.7556935819999999</c:v>
                </c:pt>
                <c:pt idx="4033">
                  <c:v>1.7556935819999999</c:v>
                </c:pt>
                <c:pt idx="4034">
                  <c:v>1.7556935819999999</c:v>
                </c:pt>
                <c:pt idx="4035">
                  <c:v>1.7556935819999999</c:v>
                </c:pt>
                <c:pt idx="4036">
                  <c:v>1.7556935819999999</c:v>
                </c:pt>
                <c:pt idx="4037">
                  <c:v>1.7556935819999999</c:v>
                </c:pt>
                <c:pt idx="4038">
                  <c:v>1.7556935819999999</c:v>
                </c:pt>
                <c:pt idx="4039">
                  <c:v>1.7556935819999999</c:v>
                </c:pt>
                <c:pt idx="4040">
                  <c:v>1.7556935819999999</c:v>
                </c:pt>
                <c:pt idx="4041">
                  <c:v>1.7556935819999999</c:v>
                </c:pt>
                <c:pt idx="4042">
                  <c:v>1.7556935819999999</c:v>
                </c:pt>
                <c:pt idx="4043">
                  <c:v>1.7556935819999999</c:v>
                </c:pt>
                <c:pt idx="4044">
                  <c:v>1.7556935819999999</c:v>
                </c:pt>
                <c:pt idx="4045">
                  <c:v>1.7556935819999999</c:v>
                </c:pt>
                <c:pt idx="4046">
                  <c:v>1.7556935819999999</c:v>
                </c:pt>
                <c:pt idx="4047">
                  <c:v>1.7556935819999999</c:v>
                </c:pt>
                <c:pt idx="4048">
                  <c:v>1.7556935819999999</c:v>
                </c:pt>
                <c:pt idx="4049">
                  <c:v>1.7556935819999999</c:v>
                </c:pt>
                <c:pt idx="4050">
                  <c:v>1.7556935819999999</c:v>
                </c:pt>
                <c:pt idx="4051">
                  <c:v>1.7556935819999999</c:v>
                </c:pt>
                <c:pt idx="4052">
                  <c:v>1.7556935819999999</c:v>
                </c:pt>
                <c:pt idx="4053">
                  <c:v>1.7556935819999999</c:v>
                </c:pt>
                <c:pt idx="4054">
                  <c:v>1.7556935819999999</c:v>
                </c:pt>
                <c:pt idx="4055">
                  <c:v>1.7556935819999999</c:v>
                </c:pt>
                <c:pt idx="4056">
                  <c:v>1.7556935819999999</c:v>
                </c:pt>
                <c:pt idx="4057">
                  <c:v>0</c:v>
                </c:pt>
                <c:pt idx="4058">
                  <c:v>0</c:v>
                </c:pt>
                <c:pt idx="4059">
                  <c:v>7.1503615119999999</c:v>
                </c:pt>
                <c:pt idx="4060">
                  <c:v>1.4859601849999999</c:v>
                </c:pt>
                <c:pt idx="4061">
                  <c:v>1.769180252</c:v>
                </c:pt>
                <c:pt idx="4062">
                  <c:v>1.755019248</c:v>
                </c:pt>
                <c:pt idx="4063">
                  <c:v>1.755727298</c:v>
                </c:pt>
                <c:pt idx="4064">
                  <c:v>1.7556918960000001</c:v>
                </c:pt>
                <c:pt idx="4065">
                  <c:v>1.755693666</c:v>
                </c:pt>
                <c:pt idx="4066">
                  <c:v>1.755693578</c:v>
                </c:pt>
                <c:pt idx="4067">
                  <c:v>1.7556935819999999</c:v>
                </c:pt>
                <c:pt idx="4068">
                  <c:v>1.7556935819999999</c:v>
                </c:pt>
                <c:pt idx="4069">
                  <c:v>1.7556935819999999</c:v>
                </c:pt>
                <c:pt idx="4070">
                  <c:v>1.7556935819999999</c:v>
                </c:pt>
                <c:pt idx="4071">
                  <c:v>1.7556935819999999</c:v>
                </c:pt>
                <c:pt idx="4072">
                  <c:v>1.7556935819999999</c:v>
                </c:pt>
                <c:pt idx="4073">
                  <c:v>1.7556935819999999</c:v>
                </c:pt>
                <c:pt idx="4074">
                  <c:v>1.7556935819999999</c:v>
                </c:pt>
                <c:pt idx="4075">
                  <c:v>1.7556935819999999</c:v>
                </c:pt>
                <c:pt idx="4076">
                  <c:v>0</c:v>
                </c:pt>
                <c:pt idx="4077">
                  <c:v>0</c:v>
                </c:pt>
                <c:pt idx="4078">
                  <c:v>0</c:v>
                </c:pt>
                <c:pt idx="4079">
                  <c:v>0</c:v>
                </c:pt>
                <c:pt idx="4080">
                  <c:v>1.9206791569999999</c:v>
                </c:pt>
                <c:pt idx="4081">
                  <c:v>0</c:v>
                </c:pt>
                <c:pt idx="4082">
                  <c:v>0</c:v>
                </c:pt>
                <c:pt idx="4083">
                  <c:v>6.3228766859999999</c:v>
                </c:pt>
                <c:pt idx="4084">
                  <c:v>13.395542450000001</c:v>
                </c:pt>
                <c:pt idx="4085">
                  <c:v>1.1737011390000001</c:v>
                </c:pt>
                <c:pt idx="4086">
                  <c:v>1.7847932040000001</c:v>
                </c:pt>
                <c:pt idx="4087">
                  <c:v>1.754238601</c:v>
                </c:pt>
                <c:pt idx="4088">
                  <c:v>1.755766331</c:v>
                </c:pt>
                <c:pt idx="4089">
                  <c:v>1.755689944</c:v>
                </c:pt>
                <c:pt idx="4090">
                  <c:v>1.7556937640000001</c:v>
                </c:pt>
                <c:pt idx="4091">
                  <c:v>1.7556935730000001</c:v>
                </c:pt>
                <c:pt idx="4092">
                  <c:v>1.7556935819999999</c:v>
                </c:pt>
                <c:pt idx="4093">
                  <c:v>1.7556935819999999</c:v>
                </c:pt>
                <c:pt idx="4094">
                  <c:v>1.7556935819999999</c:v>
                </c:pt>
                <c:pt idx="4095">
                  <c:v>1.7556935819999999</c:v>
                </c:pt>
                <c:pt idx="4096">
                  <c:v>1.7556935819999999</c:v>
                </c:pt>
                <c:pt idx="4097">
                  <c:v>7.6145215000000002E-2</c:v>
                </c:pt>
                <c:pt idx="4098">
                  <c:v>0</c:v>
                </c:pt>
                <c:pt idx="4099">
                  <c:v>0</c:v>
                </c:pt>
                <c:pt idx="4100">
                  <c:v>0</c:v>
                </c:pt>
                <c:pt idx="4101">
                  <c:v>8.5188600000000001</c:v>
                </c:pt>
                <c:pt idx="4102">
                  <c:v>0</c:v>
                </c:pt>
                <c:pt idx="4103">
                  <c:v>1.7291839600000001</c:v>
                </c:pt>
                <c:pt idx="4104">
                  <c:v>7.6382250090000001</c:v>
                </c:pt>
                <c:pt idx="4105">
                  <c:v>0</c:v>
                </c:pt>
                <c:pt idx="4106">
                  <c:v>0</c:v>
                </c:pt>
                <c:pt idx="4107">
                  <c:v>0</c:v>
                </c:pt>
                <c:pt idx="4108">
                  <c:v>0</c:v>
                </c:pt>
                <c:pt idx="4109">
                  <c:v>15.84065032</c:v>
                </c:pt>
                <c:pt idx="4110">
                  <c:v>4.3919607860000003</c:v>
                </c:pt>
                <c:pt idx="4111">
                  <c:v>1.6238802219999999</c:v>
                </c:pt>
                <c:pt idx="4112">
                  <c:v>1.76228425</c:v>
                </c:pt>
                <c:pt idx="4113">
                  <c:v>1.7553640479999999</c:v>
                </c:pt>
                <c:pt idx="4114">
                  <c:v>1.755710058</c:v>
                </c:pt>
                <c:pt idx="4115">
                  <c:v>1.7556927579999999</c:v>
                </c:pt>
                <c:pt idx="4116">
                  <c:v>1.755693623</c:v>
                </c:pt>
                <c:pt idx="4117">
                  <c:v>1.75569358</c:v>
                </c:pt>
                <c:pt idx="4118">
                  <c:v>1.7556935819999999</c:v>
                </c:pt>
                <c:pt idx="4119">
                  <c:v>1.7556935819999999</c:v>
                </c:pt>
                <c:pt idx="4120">
                  <c:v>1.7556935819999999</c:v>
                </c:pt>
                <c:pt idx="4121">
                  <c:v>1.7556935819999999</c:v>
                </c:pt>
                <c:pt idx="4122">
                  <c:v>1.7556935819999999</c:v>
                </c:pt>
                <c:pt idx="4123">
                  <c:v>1.7556935819999999</c:v>
                </c:pt>
                <c:pt idx="4124">
                  <c:v>0</c:v>
                </c:pt>
                <c:pt idx="4125">
                  <c:v>0</c:v>
                </c:pt>
                <c:pt idx="4126">
                  <c:v>0</c:v>
                </c:pt>
                <c:pt idx="4127">
                  <c:v>0</c:v>
                </c:pt>
                <c:pt idx="4128">
                  <c:v>10.704617649999999</c:v>
                </c:pt>
                <c:pt idx="4129">
                  <c:v>1.394884429</c:v>
                </c:pt>
                <c:pt idx="4130">
                  <c:v>0</c:v>
                </c:pt>
                <c:pt idx="4131">
                  <c:v>0</c:v>
                </c:pt>
                <c:pt idx="4132">
                  <c:v>1.3765391570000001</c:v>
                </c:pt>
                <c:pt idx="4133">
                  <c:v>14.03658162</c:v>
                </c:pt>
                <c:pt idx="4134">
                  <c:v>1.1416491799999999</c:v>
                </c:pt>
                <c:pt idx="4135">
                  <c:v>1.7863958019999999</c:v>
                </c:pt>
                <c:pt idx="4136">
                  <c:v>1.754158471</c:v>
                </c:pt>
                <c:pt idx="4137">
                  <c:v>1.755770337</c:v>
                </c:pt>
                <c:pt idx="4138">
                  <c:v>1.7556897440000001</c:v>
                </c:pt>
                <c:pt idx="4139">
                  <c:v>1.755693774</c:v>
                </c:pt>
                <c:pt idx="4140">
                  <c:v>1.755693572</c:v>
                </c:pt>
                <c:pt idx="4141">
                  <c:v>1.7556935819999999</c:v>
                </c:pt>
                <c:pt idx="4142">
                  <c:v>1.7556935819999999</c:v>
                </c:pt>
                <c:pt idx="4143">
                  <c:v>1.7556935819999999</c:v>
                </c:pt>
                <c:pt idx="4144">
                  <c:v>1.7556935819999999</c:v>
                </c:pt>
                <c:pt idx="4145">
                  <c:v>1.7556935819999999</c:v>
                </c:pt>
                <c:pt idx="4146">
                  <c:v>1.7556935819999999</c:v>
                </c:pt>
                <c:pt idx="4147">
                  <c:v>1.7556935819999999</c:v>
                </c:pt>
                <c:pt idx="4148">
                  <c:v>1.7556935819999999</c:v>
                </c:pt>
                <c:pt idx="4149">
                  <c:v>0</c:v>
                </c:pt>
                <c:pt idx="4150">
                  <c:v>5.9383625699999998</c:v>
                </c:pt>
                <c:pt idx="4151">
                  <c:v>1.546560132</c:v>
                </c:pt>
                <c:pt idx="4152">
                  <c:v>0.67340470699999999</c:v>
                </c:pt>
                <c:pt idx="4153">
                  <c:v>0</c:v>
                </c:pt>
                <c:pt idx="4154">
                  <c:v>0</c:v>
                </c:pt>
                <c:pt idx="4155">
                  <c:v>2.875726529</c:v>
                </c:pt>
                <c:pt idx="4156">
                  <c:v>4.6429351000000001E-2</c:v>
                </c:pt>
                <c:pt idx="4157">
                  <c:v>7.6781528129999996</c:v>
                </c:pt>
                <c:pt idx="4158">
                  <c:v>2.3754098909999999</c:v>
                </c:pt>
                <c:pt idx="4159">
                  <c:v>3.3461598779999999</c:v>
                </c:pt>
                <c:pt idx="4160">
                  <c:v>1.676170267</c:v>
                </c:pt>
                <c:pt idx="4161">
                  <c:v>0.78253252799999995</c:v>
                </c:pt>
                <c:pt idx="4162">
                  <c:v>2.732631993</c:v>
                </c:pt>
                <c:pt idx="4163">
                  <c:v>1.7068466609999999</c:v>
                </c:pt>
                <c:pt idx="4164">
                  <c:v>1.758135928</c:v>
                </c:pt>
                <c:pt idx="4165">
                  <c:v>0.84075493800000001</c:v>
                </c:pt>
                <c:pt idx="4166">
                  <c:v>1.8137307009999999</c:v>
                </c:pt>
                <c:pt idx="4167">
                  <c:v>7.4508320000000003E-2</c:v>
                </c:pt>
                <c:pt idx="4168">
                  <c:v>4.2073710049999997</c:v>
                </c:pt>
                <c:pt idx="4169">
                  <c:v>1.6331097109999999</c:v>
                </c:pt>
                <c:pt idx="4170">
                  <c:v>1.6945446689999999</c:v>
                </c:pt>
                <c:pt idx="4171">
                  <c:v>0</c:v>
                </c:pt>
                <c:pt idx="4172">
                  <c:v>0</c:v>
                </c:pt>
                <c:pt idx="4173">
                  <c:v>0</c:v>
                </c:pt>
                <c:pt idx="4174">
                  <c:v>0</c:v>
                </c:pt>
                <c:pt idx="4175">
                  <c:v>0</c:v>
                </c:pt>
                <c:pt idx="4176">
                  <c:v>8.1058531550000001</c:v>
                </c:pt>
                <c:pt idx="4177">
                  <c:v>2.857276529</c:v>
                </c:pt>
                <c:pt idx="4178">
                  <c:v>0.92063462399999996</c:v>
                </c:pt>
                <c:pt idx="4179">
                  <c:v>11.08355997</c:v>
                </c:pt>
                <c:pt idx="4180">
                  <c:v>1.289300262</c:v>
                </c:pt>
                <c:pt idx="4181">
                  <c:v>1.779013248</c:v>
                </c:pt>
                <c:pt idx="4182">
                  <c:v>1.6787716319999999</c:v>
                </c:pt>
                <c:pt idx="4183">
                  <c:v>1.8315078469999999</c:v>
                </c:pt>
                <c:pt idx="4184">
                  <c:v>1.751902869</c:v>
                </c:pt>
                <c:pt idx="4185">
                  <c:v>1.755883117</c:v>
                </c:pt>
                <c:pt idx="4186">
                  <c:v>1.7556841050000001</c:v>
                </c:pt>
                <c:pt idx="4187">
                  <c:v>1.7556940560000001</c:v>
                </c:pt>
                <c:pt idx="4188">
                  <c:v>1.7556935579999999</c:v>
                </c:pt>
                <c:pt idx="4189">
                  <c:v>1.755693583</c:v>
                </c:pt>
                <c:pt idx="4190">
                  <c:v>1.7556935819999999</c:v>
                </c:pt>
                <c:pt idx="4191">
                  <c:v>1.7556935819999999</c:v>
                </c:pt>
                <c:pt idx="4192">
                  <c:v>1.7556935819999999</c:v>
                </c:pt>
                <c:pt idx="4193">
                  <c:v>1.7556935819999999</c:v>
                </c:pt>
                <c:pt idx="4194">
                  <c:v>1.7556935819999999</c:v>
                </c:pt>
                <c:pt idx="4195">
                  <c:v>1.7556935819999999</c:v>
                </c:pt>
                <c:pt idx="4196">
                  <c:v>1.7556935819999999</c:v>
                </c:pt>
                <c:pt idx="4197">
                  <c:v>1.7556935819999999</c:v>
                </c:pt>
                <c:pt idx="4198">
                  <c:v>1.7556935819999999</c:v>
                </c:pt>
                <c:pt idx="4199">
                  <c:v>1.7556935819999999</c:v>
                </c:pt>
                <c:pt idx="4200">
                  <c:v>1.7556935819999999</c:v>
                </c:pt>
                <c:pt idx="4201">
                  <c:v>0.62815973700000005</c:v>
                </c:pt>
                <c:pt idx="4202">
                  <c:v>0</c:v>
                </c:pt>
                <c:pt idx="4203">
                  <c:v>0.74704976599999995</c:v>
                </c:pt>
                <c:pt idx="4204">
                  <c:v>5.2273629359999996</c:v>
                </c:pt>
                <c:pt idx="4205">
                  <c:v>2.9852612619999999</c:v>
                </c:pt>
                <c:pt idx="4206">
                  <c:v>1.694215198</c:v>
                </c:pt>
                <c:pt idx="4207">
                  <c:v>1.7587675009999999</c:v>
                </c:pt>
                <c:pt idx="4208">
                  <c:v>1.755539886</c:v>
                </c:pt>
                <c:pt idx="4209">
                  <c:v>1.7557012670000001</c:v>
                </c:pt>
                <c:pt idx="4210">
                  <c:v>1.7556931979999999</c:v>
                </c:pt>
                <c:pt idx="4211">
                  <c:v>1.7556936009999999</c:v>
                </c:pt>
                <c:pt idx="4212">
                  <c:v>1.7556935810000001</c:v>
                </c:pt>
                <c:pt idx="4213">
                  <c:v>1.7556935819999999</c:v>
                </c:pt>
                <c:pt idx="4214">
                  <c:v>1.7556935819999999</c:v>
                </c:pt>
                <c:pt idx="4215">
                  <c:v>1.7556935819999999</c:v>
                </c:pt>
                <c:pt idx="4216">
                  <c:v>1.7556935819999999</c:v>
                </c:pt>
                <c:pt idx="4217">
                  <c:v>1.7556935819999999</c:v>
                </c:pt>
                <c:pt idx="4218">
                  <c:v>1.7556935819999999</c:v>
                </c:pt>
                <c:pt idx="4219">
                  <c:v>1.7556935819999999</c:v>
                </c:pt>
                <c:pt idx="4220">
                  <c:v>1.7556935819999999</c:v>
                </c:pt>
                <c:pt idx="4221">
                  <c:v>1.7556935819999999</c:v>
                </c:pt>
                <c:pt idx="4222">
                  <c:v>1.7556935819999999</c:v>
                </c:pt>
                <c:pt idx="4223">
                  <c:v>1.7556935819999999</c:v>
                </c:pt>
                <c:pt idx="4224">
                  <c:v>1.7556935819999999</c:v>
                </c:pt>
                <c:pt idx="4225">
                  <c:v>1.7556935819999999</c:v>
                </c:pt>
                <c:pt idx="4226">
                  <c:v>1.7556935819999999</c:v>
                </c:pt>
                <c:pt idx="4227">
                  <c:v>0</c:v>
                </c:pt>
                <c:pt idx="4228">
                  <c:v>4.1227029359999996</c:v>
                </c:pt>
                <c:pt idx="4229">
                  <c:v>0</c:v>
                </c:pt>
                <c:pt idx="4230">
                  <c:v>0</c:v>
                </c:pt>
                <c:pt idx="4231">
                  <c:v>0</c:v>
                </c:pt>
                <c:pt idx="4232">
                  <c:v>4.6408551329999996</c:v>
                </c:pt>
                <c:pt idx="4233">
                  <c:v>11.20238125</c:v>
                </c:pt>
                <c:pt idx="4234">
                  <c:v>1.283359199</c:v>
                </c:pt>
                <c:pt idx="4235">
                  <c:v>1.779310301</c:v>
                </c:pt>
                <c:pt idx="4236">
                  <c:v>1.7545127460000001</c:v>
                </c:pt>
                <c:pt idx="4237">
                  <c:v>1.7557526240000001</c:v>
                </c:pt>
                <c:pt idx="4238">
                  <c:v>1.7556906299999999</c:v>
                </c:pt>
                <c:pt idx="4239">
                  <c:v>0</c:v>
                </c:pt>
                <c:pt idx="4240">
                  <c:v>0.60685412299999997</c:v>
                </c:pt>
                <c:pt idx="4241">
                  <c:v>0</c:v>
                </c:pt>
                <c:pt idx="4242">
                  <c:v>10.44164058</c:v>
                </c:pt>
                <c:pt idx="4243">
                  <c:v>0</c:v>
                </c:pt>
                <c:pt idx="4244">
                  <c:v>0</c:v>
                </c:pt>
                <c:pt idx="4245">
                  <c:v>1.8330331550000001</c:v>
                </c:pt>
                <c:pt idx="4246">
                  <c:v>0</c:v>
                </c:pt>
                <c:pt idx="4247">
                  <c:v>0</c:v>
                </c:pt>
                <c:pt idx="4248">
                  <c:v>6.0903815860000003</c:v>
                </c:pt>
                <c:pt idx="4249">
                  <c:v>1.253149157</c:v>
                </c:pt>
                <c:pt idx="4250">
                  <c:v>0</c:v>
                </c:pt>
                <c:pt idx="4251">
                  <c:v>0</c:v>
                </c:pt>
                <c:pt idx="4252">
                  <c:v>0</c:v>
                </c:pt>
                <c:pt idx="4253">
                  <c:v>17.345852300000001</c:v>
                </c:pt>
                <c:pt idx="4254">
                  <c:v>2.9723855750000001</c:v>
                </c:pt>
                <c:pt idx="4255">
                  <c:v>1.694858982</c:v>
                </c:pt>
                <c:pt idx="4256">
                  <c:v>1.758735312</c:v>
                </c:pt>
                <c:pt idx="4257">
                  <c:v>1.7555414949999999</c:v>
                </c:pt>
                <c:pt idx="4258">
                  <c:v>1.755701186</c:v>
                </c:pt>
                <c:pt idx="4259">
                  <c:v>1.755693202</c:v>
                </c:pt>
                <c:pt idx="4260">
                  <c:v>1.7556936009999999</c:v>
                </c:pt>
                <c:pt idx="4261">
                  <c:v>1.7556935810000001</c:v>
                </c:pt>
                <c:pt idx="4262">
                  <c:v>1.7556935819999999</c:v>
                </c:pt>
                <c:pt idx="4263">
                  <c:v>1.7556935819999999</c:v>
                </c:pt>
                <c:pt idx="4264">
                  <c:v>1.7556935819999999</c:v>
                </c:pt>
                <c:pt idx="4265">
                  <c:v>1.7556935819999999</c:v>
                </c:pt>
                <c:pt idx="4266">
                  <c:v>1.7556935819999999</c:v>
                </c:pt>
                <c:pt idx="4267">
                  <c:v>1.7556935819999999</c:v>
                </c:pt>
                <c:pt idx="4268">
                  <c:v>1.7556935819999999</c:v>
                </c:pt>
                <c:pt idx="4269">
                  <c:v>0</c:v>
                </c:pt>
                <c:pt idx="4270">
                  <c:v>0</c:v>
                </c:pt>
                <c:pt idx="4271">
                  <c:v>6.9252862180000001</c:v>
                </c:pt>
                <c:pt idx="4272">
                  <c:v>10.57527644</c:v>
                </c:pt>
                <c:pt idx="4273">
                  <c:v>1.3147144390000001</c:v>
                </c:pt>
                <c:pt idx="4274">
                  <c:v>1.7777425389999999</c:v>
                </c:pt>
                <c:pt idx="4275">
                  <c:v>0</c:v>
                </c:pt>
                <c:pt idx="4276">
                  <c:v>0</c:v>
                </c:pt>
                <c:pt idx="4277">
                  <c:v>2.4699491739999999</c:v>
                </c:pt>
                <c:pt idx="4278">
                  <c:v>6.4476366450000002</c:v>
                </c:pt>
                <c:pt idx="4279">
                  <c:v>1.521096429</c:v>
                </c:pt>
                <c:pt idx="4280">
                  <c:v>1.7674234390000001</c:v>
                </c:pt>
                <c:pt idx="4281">
                  <c:v>1.755107089</c:v>
                </c:pt>
                <c:pt idx="4282">
                  <c:v>1.7557229059999999</c:v>
                </c:pt>
                <c:pt idx="4283">
                  <c:v>1.7556921160000001</c:v>
                </c:pt>
                <c:pt idx="4284">
                  <c:v>1.755693655</c:v>
                </c:pt>
                <c:pt idx="4285">
                  <c:v>1.755693578</c:v>
                </c:pt>
                <c:pt idx="4286">
                  <c:v>1.7556935819999999</c:v>
                </c:pt>
                <c:pt idx="4287">
                  <c:v>1.7556935819999999</c:v>
                </c:pt>
                <c:pt idx="4288">
                  <c:v>1.7556935819999999</c:v>
                </c:pt>
                <c:pt idx="4289">
                  <c:v>1.7556935819999999</c:v>
                </c:pt>
                <c:pt idx="4290">
                  <c:v>1.7556935819999999</c:v>
                </c:pt>
                <c:pt idx="4291">
                  <c:v>1.7556935819999999</c:v>
                </c:pt>
                <c:pt idx="4292">
                  <c:v>0</c:v>
                </c:pt>
                <c:pt idx="4293">
                  <c:v>0</c:v>
                </c:pt>
                <c:pt idx="4294">
                  <c:v>0</c:v>
                </c:pt>
                <c:pt idx="4295">
                  <c:v>2.1216165290000002</c:v>
                </c:pt>
                <c:pt idx="4296">
                  <c:v>2.2731928319999999</c:v>
                </c:pt>
                <c:pt idx="4297">
                  <c:v>6.5621600640000004</c:v>
                </c:pt>
                <c:pt idx="4298">
                  <c:v>0</c:v>
                </c:pt>
                <c:pt idx="4299">
                  <c:v>0</c:v>
                </c:pt>
                <c:pt idx="4300">
                  <c:v>2.1325833520000002</c:v>
                </c:pt>
                <c:pt idx="4301">
                  <c:v>14.663658979999999</c:v>
                </c:pt>
                <c:pt idx="4302">
                  <c:v>2.1828728009999998</c:v>
                </c:pt>
                <c:pt idx="4303">
                  <c:v>1.7343346209999999</c:v>
                </c:pt>
                <c:pt idx="4304">
                  <c:v>1.7567615299999999</c:v>
                </c:pt>
                <c:pt idx="4305">
                  <c:v>1.755640184</c:v>
                </c:pt>
                <c:pt idx="4306">
                  <c:v>1.7556962519999999</c:v>
                </c:pt>
                <c:pt idx="4307">
                  <c:v>1.7556934479999999</c:v>
                </c:pt>
                <c:pt idx="4308">
                  <c:v>1.755693588</c:v>
                </c:pt>
                <c:pt idx="4309">
                  <c:v>1.7556935810000001</c:v>
                </c:pt>
                <c:pt idx="4310">
                  <c:v>1.7556935819999999</c:v>
                </c:pt>
                <c:pt idx="4311">
                  <c:v>1.7556935819999999</c:v>
                </c:pt>
                <c:pt idx="4312">
                  <c:v>1.7556935819999999</c:v>
                </c:pt>
                <c:pt idx="4313">
                  <c:v>1.7556935819999999</c:v>
                </c:pt>
                <c:pt idx="4314">
                  <c:v>1.7556935819999999</c:v>
                </c:pt>
                <c:pt idx="4315">
                  <c:v>0</c:v>
                </c:pt>
                <c:pt idx="4316">
                  <c:v>8.3903573209999998</c:v>
                </c:pt>
                <c:pt idx="4317">
                  <c:v>0</c:v>
                </c:pt>
                <c:pt idx="4318">
                  <c:v>0</c:v>
                </c:pt>
                <c:pt idx="4319">
                  <c:v>0.130477222</c:v>
                </c:pt>
                <c:pt idx="4320">
                  <c:v>12.71846777</c:v>
                </c:pt>
                <c:pt idx="4321">
                  <c:v>8.4329187440000002</c:v>
                </c:pt>
                <c:pt idx="4322">
                  <c:v>1.4218323239999999</c:v>
                </c:pt>
                <c:pt idx="4323">
                  <c:v>1.7723866450000001</c:v>
                </c:pt>
                <c:pt idx="4324">
                  <c:v>1.7548589290000001</c:v>
                </c:pt>
                <c:pt idx="4325">
                  <c:v>1.755735314</c:v>
                </c:pt>
                <c:pt idx="4326">
                  <c:v>0</c:v>
                </c:pt>
                <c:pt idx="4327">
                  <c:v>0</c:v>
                </c:pt>
                <c:pt idx="4328">
                  <c:v>9.0600159609999995</c:v>
                </c:pt>
                <c:pt idx="4329">
                  <c:v>2.964061938</c:v>
                </c:pt>
                <c:pt idx="4330">
                  <c:v>1.6952751639999999</c:v>
                </c:pt>
                <c:pt idx="4331">
                  <c:v>1.758714503</c:v>
                </c:pt>
                <c:pt idx="4332">
                  <c:v>1.7555425360000001</c:v>
                </c:pt>
                <c:pt idx="4333">
                  <c:v>1.7557011339999999</c:v>
                </c:pt>
                <c:pt idx="4334">
                  <c:v>1.755693204</c:v>
                </c:pt>
                <c:pt idx="4335">
                  <c:v>1.7556936009999999</c:v>
                </c:pt>
                <c:pt idx="4336">
                  <c:v>1.7556935810000001</c:v>
                </c:pt>
                <c:pt idx="4337">
                  <c:v>1.7556935819999999</c:v>
                </c:pt>
                <c:pt idx="4338">
                  <c:v>1.7556935819999999</c:v>
                </c:pt>
                <c:pt idx="4339">
                  <c:v>1.7556935819999999</c:v>
                </c:pt>
                <c:pt idx="4340">
                  <c:v>1.7556935819999999</c:v>
                </c:pt>
                <c:pt idx="4341">
                  <c:v>1.7556935819999999</c:v>
                </c:pt>
                <c:pt idx="4342">
                  <c:v>1.7556935819999999</c:v>
                </c:pt>
                <c:pt idx="4343">
                  <c:v>1.7556935819999999</c:v>
                </c:pt>
                <c:pt idx="4344">
                  <c:v>1.7556935819999999</c:v>
                </c:pt>
                <c:pt idx="4345">
                  <c:v>1.7556935819999999</c:v>
                </c:pt>
                <c:pt idx="4346">
                  <c:v>1.7556935819999999</c:v>
                </c:pt>
                <c:pt idx="4347">
                  <c:v>1.7556935819999999</c:v>
                </c:pt>
                <c:pt idx="4348">
                  <c:v>1.7556935819999999</c:v>
                </c:pt>
                <c:pt idx="4349">
                  <c:v>1.7556935819999999</c:v>
                </c:pt>
                <c:pt idx="4350">
                  <c:v>1.7556935819999999</c:v>
                </c:pt>
                <c:pt idx="4351">
                  <c:v>1.7556935819999999</c:v>
                </c:pt>
                <c:pt idx="4352">
                  <c:v>1.7556935819999999</c:v>
                </c:pt>
                <c:pt idx="4353">
                  <c:v>1.7556935819999999</c:v>
                </c:pt>
                <c:pt idx="4354">
                  <c:v>1.7556935819999999</c:v>
                </c:pt>
                <c:pt idx="4355">
                  <c:v>1.7556935819999999</c:v>
                </c:pt>
                <c:pt idx="4356">
                  <c:v>1.7556935819999999</c:v>
                </c:pt>
                <c:pt idx="4357">
                  <c:v>1.7556935819999999</c:v>
                </c:pt>
                <c:pt idx="4358">
                  <c:v>1.7556935819999999</c:v>
                </c:pt>
                <c:pt idx="4359">
                  <c:v>1.7556935819999999</c:v>
                </c:pt>
                <c:pt idx="4360">
                  <c:v>1.7556935819999999</c:v>
                </c:pt>
                <c:pt idx="4361">
                  <c:v>1.7556935819999999</c:v>
                </c:pt>
                <c:pt idx="4362">
                  <c:v>1.7556935819999999</c:v>
                </c:pt>
                <c:pt idx="4363">
                  <c:v>1.7556935819999999</c:v>
                </c:pt>
                <c:pt idx="4364">
                  <c:v>1.7556935819999999</c:v>
                </c:pt>
                <c:pt idx="4365">
                  <c:v>1.7556935819999999</c:v>
                </c:pt>
                <c:pt idx="4366">
                  <c:v>1.7556935819999999</c:v>
                </c:pt>
                <c:pt idx="4367">
                  <c:v>1.7556935819999999</c:v>
                </c:pt>
                <c:pt idx="4368">
                  <c:v>1.7556935819999999</c:v>
                </c:pt>
                <c:pt idx="4369">
                  <c:v>1.7556935819999999</c:v>
                </c:pt>
                <c:pt idx="4370">
                  <c:v>1.7556935819999999</c:v>
                </c:pt>
                <c:pt idx="4371">
                  <c:v>1.7556935819999999</c:v>
                </c:pt>
                <c:pt idx="4372">
                  <c:v>1.7556935819999999</c:v>
                </c:pt>
                <c:pt idx="4373">
                  <c:v>1.7556935819999999</c:v>
                </c:pt>
                <c:pt idx="4374">
                  <c:v>1.7556935819999999</c:v>
                </c:pt>
                <c:pt idx="4375">
                  <c:v>1.7556935819999999</c:v>
                </c:pt>
                <c:pt idx="4376">
                  <c:v>1.7556935819999999</c:v>
                </c:pt>
                <c:pt idx="4377">
                  <c:v>1.7556935819999999</c:v>
                </c:pt>
                <c:pt idx="4378">
                  <c:v>1.7556935819999999</c:v>
                </c:pt>
                <c:pt idx="4379">
                  <c:v>1.7556935819999999</c:v>
                </c:pt>
                <c:pt idx="4380">
                  <c:v>1.7556935819999999</c:v>
                </c:pt>
                <c:pt idx="4381">
                  <c:v>1.7556935819999999</c:v>
                </c:pt>
                <c:pt idx="4382">
                  <c:v>1.7556935819999999</c:v>
                </c:pt>
                <c:pt idx="4383">
                  <c:v>1.7556935819999999</c:v>
                </c:pt>
                <c:pt idx="4384">
                  <c:v>1.7556935819999999</c:v>
                </c:pt>
                <c:pt idx="4385">
                  <c:v>1.7556935819999999</c:v>
                </c:pt>
                <c:pt idx="4386">
                  <c:v>1.7556935819999999</c:v>
                </c:pt>
                <c:pt idx="4387">
                  <c:v>1.106141993</c:v>
                </c:pt>
                <c:pt idx="4388">
                  <c:v>0</c:v>
                </c:pt>
                <c:pt idx="4389">
                  <c:v>0</c:v>
                </c:pt>
                <c:pt idx="4390">
                  <c:v>0</c:v>
                </c:pt>
                <c:pt idx="4391">
                  <c:v>9.8832776520000003</c:v>
                </c:pt>
                <c:pt idx="4392">
                  <c:v>8.0267328899999999</c:v>
                </c:pt>
                <c:pt idx="4393">
                  <c:v>1.442141616</c:v>
                </c:pt>
                <c:pt idx="4394">
                  <c:v>1.77137118</c:v>
                </c:pt>
                <c:pt idx="4395">
                  <c:v>0</c:v>
                </c:pt>
                <c:pt idx="4396">
                  <c:v>0</c:v>
                </c:pt>
                <c:pt idx="4397">
                  <c:v>0</c:v>
                </c:pt>
                <c:pt idx="4398">
                  <c:v>3.2884012650000001</c:v>
                </c:pt>
                <c:pt idx="4399">
                  <c:v>2.5245113699999999</c:v>
                </c:pt>
                <c:pt idx="4400">
                  <c:v>3.3472003680000002</c:v>
                </c:pt>
                <c:pt idx="4401">
                  <c:v>6.0824803520000001</c:v>
                </c:pt>
                <c:pt idx="4402">
                  <c:v>1.539354243</c:v>
                </c:pt>
                <c:pt idx="4403">
                  <c:v>1.7665105489999999</c:v>
                </c:pt>
                <c:pt idx="4404">
                  <c:v>1.7551527330000001</c:v>
                </c:pt>
                <c:pt idx="4405">
                  <c:v>1.7557206240000001</c:v>
                </c:pt>
                <c:pt idx="4406">
                  <c:v>1.75569223</c:v>
                </c:pt>
                <c:pt idx="4407">
                  <c:v>1.7556936489999999</c:v>
                </c:pt>
                <c:pt idx="4408">
                  <c:v>1.755693578</c:v>
                </c:pt>
                <c:pt idx="4409">
                  <c:v>1.7556935819999999</c:v>
                </c:pt>
                <c:pt idx="4410">
                  <c:v>1.7556935819999999</c:v>
                </c:pt>
                <c:pt idx="4411">
                  <c:v>1.7556935819999999</c:v>
                </c:pt>
                <c:pt idx="4412">
                  <c:v>0.13496345900000001</c:v>
                </c:pt>
                <c:pt idx="4413">
                  <c:v>3.3764237050000001</c:v>
                </c:pt>
                <c:pt idx="4414">
                  <c:v>1.6746570759999999</c:v>
                </c:pt>
                <c:pt idx="4415">
                  <c:v>1.759745407</c:v>
                </c:pt>
                <c:pt idx="4416">
                  <c:v>1.7554909910000001</c:v>
                </c:pt>
                <c:pt idx="4417">
                  <c:v>1.755703711</c:v>
                </c:pt>
                <c:pt idx="4418">
                  <c:v>1.7556930749999999</c:v>
                </c:pt>
                <c:pt idx="4419">
                  <c:v>1.755693607</c:v>
                </c:pt>
                <c:pt idx="4420">
                  <c:v>1.7556935810000001</c:v>
                </c:pt>
                <c:pt idx="4421">
                  <c:v>1.7556935819999999</c:v>
                </c:pt>
                <c:pt idx="4422">
                  <c:v>1.7556935819999999</c:v>
                </c:pt>
                <c:pt idx="4423">
                  <c:v>1.7556935819999999</c:v>
                </c:pt>
                <c:pt idx="4424">
                  <c:v>1.7556935819999999</c:v>
                </c:pt>
                <c:pt idx="4425">
                  <c:v>1.7556935819999999</c:v>
                </c:pt>
                <c:pt idx="4426">
                  <c:v>1.7556935819999999</c:v>
                </c:pt>
                <c:pt idx="4427">
                  <c:v>1.7556935819999999</c:v>
                </c:pt>
                <c:pt idx="4428">
                  <c:v>1.7556935819999999</c:v>
                </c:pt>
                <c:pt idx="4429">
                  <c:v>1.7556935819999999</c:v>
                </c:pt>
                <c:pt idx="4430">
                  <c:v>1.7556935819999999</c:v>
                </c:pt>
                <c:pt idx="4431">
                  <c:v>1.7556935819999999</c:v>
                </c:pt>
                <c:pt idx="4432">
                  <c:v>1.7556935819999999</c:v>
                </c:pt>
                <c:pt idx="4433">
                  <c:v>1.7556935819999999</c:v>
                </c:pt>
                <c:pt idx="4434">
                  <c:v>1.7556935819999999</c:v>
                </c:pt>
                <c:pt idx="4435">
                  <c:v>1.7556935819999999</c:v>
                </c:pt>
                <c:pt idx="4436">
                  <c:v>0</c:v>
                </c:pt>
                <c:pt idx="4437">
                  <c:v>0</c:v>
                </c:pt>
                <c:pt idx="4438">
                  <c:v>0</c:v>
                </c:pt>
                <c:pt idx="4439">
                  <c:v>8.7615353109999994</c:v>
                </c:pt>
                <c:pt idx="4440">
                  <c:v>10.96525765</c:v>
                </c:pt>
                <c:pt idx="4441">
                  <c:v>1.9199068399999999</c:v>
                </c:pt>
                <c:pt idx="4442">
                  <c:v>1.7474829190000001</c:v>
                </c:pt>
                <c:pt idx="4443">
                  <c:v>1.7561041150000001</c:v>
                </c:pt>
                <c:pt idx="4444">
                  <c:v>0.109954571</c:v>
                </c:pt>
                <c:pt idx="4445">
                  <c:v>3.4014130929999999</c:v>
                </c:pt>
                <c:pt idx="4446">
                  <c:v>1.673407606</c:v>
                </c:pt>
                <c:pt idx="4447">
                  <c:v>1.5661100160000001</c:v>
                </c:pt>
                <c:pt idx="4448">
                  <c:v>1.9491857319999999</c:v>
                </c:pt>
                <c:pt idx="4449">
                  <c:v>1.7460189740000001</c:v>
                </c:pt>
                <c:pt idx="4450">
                  <c:v>1.7561773119999999</c:v>
                </c:pt>
                <c:pt idx="4451">
                  <c:v>1.755669395</c:v>
                </c:pt>
                <c:pt idx="4452">
                  <c:v>1.755694791</c:v>
                </c:pt>
                <c:pt idx="4453">
                  <c:v>1.755693521</c:v>
                </c:pt>
                <c:pt idx="4454">
                  <c:v>1.7556935849999999</c:v>
                </c:pt>
                <c:pt idx="4455">
                  <c:v>1.7556935819999999</c:v>
                </c:pt>
                <c:pt idx="4456">
                  <c:v>1.7556935819999999</c:v>
                </c:pt>
                <c:pt idx="4457">
                  <c:v>1.7556935819999999</c:v>
                </c:pt>
                <c:pt idx="4458">
                  <c:v>1.7556935819999999</c:v>
                </c:pt>
                <c:pt idx="4459">
                  <c:v>1.7556935819999999</c:v>
                </c:pt>
                <c:pt idx="4460">
                  <c:v>1.7556935819999999</c:v>
                </c:pt>
                <c:pt idx="4461">
                  <c:v>1.7556935819999999</c:v>
                </c:pt>
                <c:pt idx="4462">
                  <c:v>1.7556935819999999</c:v>
                </c:pt>
                <c:pt idx="4463">
                  <c:v>1.7556935819999999</c:v>
                </c:pt>
                <c:pt idx="4464">
                  <c:v>0</c:v>
                </c:pt>
                <c:pt idx="4465">
                  <c:v>0</c:v>
                </c:pt>
                <c:pt idx="4466">
                  <c:v>0</c:v>
                </c:pt>
                <c:pt idx="4467">
                  <c:v>0</c:v>
                </c:pt>
                <c:pt idx="4468">
                  <c:v>0</c:v>
                </c:pt>
                <c:pt idx="4469">
                  <c:v>9.5317807339999998</c:v>
                </c:pt>
                <c:pt idx="4470">
                  <c:v>10.40974001</c:v>
                </c:pt>
                <c:pt idx="4471">
                  <c:v>1.32299126</c:v>
                </c:pt>
                <c:pt idx="4472">
                  <c:v>1.777328698</c:v>
                </c:pt>
                <c:pt idx="4473">
                  <c:v>1.7546118260000001</c:v>
                </c:pt>
                <c:pt idx="4474">
                  <c:v>1.7557476700000001</c:v>
                </c:pt>
                <c:pt idx="4475">
                  <c:v>1.7556908769999999</c:v>
                </c:pt>
                <c:pt idx="4476">
                  <c:v>1.755693717</c:v>
                </c:pt>
                <c:pt idx="4477">
                  <c:v>1.755693575</c:v>
                </c:pt>
                <c:pt idx="4478">
                  <c:v>1.7556935819999999</c:v>
                </c:pt>
                <c:pt idx="4479">
                  <c:v>1.7556935819999999</c:v>
                </c:pt>
                <c:pt idx="4480">
                  <c:v>1.7556935819999999</c:v>
                </c:pt>
                <c:pt idx="4481">
                  <c:v>1.7556935819999999</c:v>
                </c:pt>
                <c:pt idx="4482">
                  <c:v>0</c:v>
                </c:pt>
                <c:pt idx="4483">
                  <c:v>0</c:v>
                </c:pt>
                <c:pt idx="4484">
                  <c:v>6.2537399999999996</c:v>
                </c:pt>
                <c:pt idx="4485">
                  <c:v>5.4019456610000001</c:v>
                </c:pt>
                <c:pt idx="4486">
                  <c:v>1.5733809780000001</c:v>
                </c:pt>
                <c:pt idx="4487">
                  <c:v>1.7648092120000001</c:v>
                </c:pt>
                <c:pt idx="4488">
                  <c:v>1.7552378</c:v>
                </c:pt>
                <c:pt idx="4489">
                  <c:v>1.7557163710000001</c:v>
                </c:pt>
                <c:pt idx="4490">
                  <c:v>1.755692442</c:v>
                </c:pt>
                <c:pt idx="4491">
                  <c:v>1.755693639</c:v>
                </c:pt>
                <c:pt idx="4492">
                  <c:v>0</c:v>
                </c:pt>
                <c:pt idx="4493">
                  <c:v>4.701600783</c:v>
                </c:pt>
                <c:pt idx="4494">
                  <c:v>1.6083982219999999</c:v>
                </c:pt>
                <c:pt idx="4495">
                  <c:v>1.7630583500000001</c:v>
                </c:pt>
                <c:pt idx="4496">
                  <c:v>1.755325343</c:v>
                </c:pt>
                <c:pt idx="4497">
                  <c:v>1.7557119940000001</c:v>
                </c:pt>
                <c:pt idx="4498">
                  <c:v>1.7556926610000001</c:v>
                </c:pt>
                <c:pt idx="4499">
                  <c:v>1.755693628</c:v>
                </c:pt>
                <c:pt idx="4500">
                  <c:v>1.7556935789999999</c:v>
                </c:pt>
                <c:pt idx="4501">
                  <c:v>1.7556935819999999</c:v>
                </c:pt>
                <c:pt idx="4502">
                  <c:v>1.7556935819999999</c:v>
                </c:pt>
                <c:pt idx="4503">
                  <c:v>1.7556935819999999</c:v>
                </c:pt>
                <c:pt idx="4504">
                  <c:v>1.7556935819999999</c:v>
                </c:pt>
                <c:pt idx="4505">
                  <c:v>1.7556935819999999</c:v>
                </c:pt>
                <c:pt idx="4506">
                  <c:v>1.7556935819999999</c:v>
                </c:pt>
                <c:pt idx="4507">
                  <c:v>0</c:v>
                </c:pt>
                <c:pt idx="4508">
                  <c:v>0</c:v>
                </c:pt>
                <c:pt idx="4509">
                  <c:v>9.28674</c:v>
                </c:pt>
                <c:pt idx="4510">
                  <c:v>7.5148233920000003</c:v>
                </c:pt>
                <c:pt idx="4511">
                  <c:v>1.467737091</c:v>
                </c:pt>
                <c:pt idx="4512">
                  <c:v>1.7700914059999999</c:v>
                </c:pt>
                <c:pt idx="4513">
                  <c:v>1.754973691</c:v>
                </c:pt>
                <c:pt idx="4514">
                  <c:v>1.1025644290000001</c:v>
                </c:pt>
                <c:pt idx="4515">
                  <c:v>0</c:v>
                </c:pt>
                <c:pt idx="4516">
                  <c:v>0</c:v>
                </c:pt>
                <c:pt idx="4517">
                  <c:v>5.77201392</c:v>
                </c:pt>
                <c:pt idx="4518">
                  <c:v>0</c:v>
                </c:pt>
                <c:pt idx="4519">
                  <c:v>0</c:v>
                </c:pt>
                <c:pt idx="4520">
                  <c:v>0.25119310500000003</c:v>
                </c:pt>
                <c:pt idx="4521">
                  <c:v>9.4787364499999995</c:v>
                </c:pt>
                <c:pt idx="4522">
                  <c:v>1.5903237560000001</c:v>
                </c:pt>
                <c:pt idx="4523">
                  <c:v>1.7639620730000001</c:v>
                </c:pt>
                <c:pt idx="4524">
                  <c:v>1.7552801570000001</c:v>
                </c:pt>
                <c:pt idx="4525">
                  <c:v>1.7557142530000001</c:v>
                </c:pt>
                <c:pt idx="4526">
                  <c:v>1.7556925480000001</c:v>
                </c:pt>
                <c:pt idx="4527">
                  <c:v>1.7556936329999999</c:v>
                </c:pt>
                <c:pt idx="4528">
                  <c:v>1.7556935789999999</c:v>
                </c:pt>
                <c:pt idx="4529">
                  <c:v>0</c:v>
                </c:pt>
                <c:pt idx="4530">
                  <c:v>0</c:v>
                </c:pt>
                <c:pt idx="4531">
                  <c:v>0</c:v>
                </c:pt>
                <c:pt idx="4532">
                  <c:v>0</c:v>
                </c:pt>
                <c:pt idx="4533">
                  <c:v>5.268815311</c:v>
                </c:pt>
                <c:pt idx="4534">
                  <c:v>0.80704396</c:v>
                </c:pt>
                <c:pt idx="4535">
                  <c:v>0</c:v>
                </c:pt>
                <c:pt idx="4536">
                  <c:v>0</c:v>
                </c:pt>
                <c:pt idx="4537">
                  <c:v>0</c:v>
                </c:pt>
                <c:pt idx="4538">
                  <c:v>10.234977110000001</c:v>
                </c:pt>
                <c:pt idx="4539">
                  <c:v>1.2952691569999999</c:v>
                </c:pt>
                <c:pt idx="4540">
                  <c:v>0.44381470699999997</c:v>
                </c:pt>
                <c:pt idx="4541">
                  <c:v>11.066421070000001</c:v>
                </c:pt>
                <c:pt idx="4542">
                  <c:v>1.2901572080000001</c:v>
                </c:pt>
                <c:pt idx="4543">
                  <c:v>1.7789704</c:v>
                </c:pt>
                <c:pt idx="4544">
                  <c:v>1.754529741</c:v>
                </c:pt>
                <c:pt idx="4545">
                  <c:v>1.7557517739999999</c:v>
                </c:pt>
                <c:pt idx="4546">
                  <c:v>1.7556906720000001</c:v>
                </c:pt>
                <c:pt idx="4547">
                  <c:v>1.7556937269999999</c:v>
                </c:pt>
                <c:pt idx="4548">
                  <c:v>1.755693575</c:v>
                </c:pt>
                <c:pt idx="4549">
                  <c:v>1.7556935819999999</c:v>
                </c:pt>
                <c:pt idx="4550">
                  <c:v>1.7556935819999999</c:v>
                </c:pt>
                <c:pt idx="4551">
                  <c:v>1.7556935819999999</c:v>
                </c:pt>
                <c:pt idx="4552">
                  <c:v>1.7556935819999999</c:v>
                </c:pt>
                <c:pt idx="4553">
                  <c:v>1.7556935819999999</c:v>
                </c:pt>
                <c:pt idx="4554">
                  <c:v>1.7556935819999999</c:v>
                </c:pt>
                <c:pt idx="4555">
                  <c:v>0</c:v>
                </c:pt>
                <c:pt idx="4556">
                  <c:v>0</c:v>
                </c:pt>
                <c:pt idx="4557">
                  <c:v>0</c:v>
                </c:pt>
                <c:pt idx="4558">
                  <c:v>6.9959150870000002</c:v>
                </c:pt>
                <c:pt idx="4559">
                  <c:v>7.1334562180000001</c:v>
                </c:pt>
                <c:pt idx="4560">
                  <c:v>7.3633076690000001</c:v>
                </c:pt>
                <c:pt idx="4561">
                  <c:v>1.4753128769999999</c:v>
                </c:pt>
                <c:pt idx="4562">
                  <c:v>0</c:v>
                </c:pt>
                <c:pt idx="4563">
                  <c:v>1.843712832</c:v>
                </c:pt>
                <c:pt idx="4564">
                  <c:v>0.48624457100000001</c:v>
                </c:pt>
                <c:pt idx="4565">
                  <c:v>5.6012850869999999</c:v>
                </c:pt>
                <c:pt idx="4566">
                  <c:v>1.563414007</c:v>
                </c:pt>
                <c:pt idx="4567">
                  <c:v>1.765307561</c:v>
                </c:pt>
                <c:pt idx="4568">
                  <c:v>1.755212883</c:v>
                </c:pt>
                <c:pt idx="4569">
                  <c:v>1.755717617</c:v>
                </c:pt>
                <c:pt idx="4570">
                  <c:v>1.7556923799999999</c:v>
                </c:pt>
                <c:pt idx="4571">
                  <c:v>1.755693642</c:v>
                </c:pt>
                <c:pt idx="4572">
                  <c:v>1.7556935789999999</c:v>
                </c:pt>
                <c:pt idx="4573">
                  <c:v>1.7556935819999999</c:v>
                </c:pt>
                <c:pt idx="4574">
                  <c:v>1.7556935819999999</c:v>
                </c:pt>
                <c:pt idx="4575">
                  <c:v>1.7556935819999999</c:v>
                </c:pt>
                <c:pt idx="4576">
                  <c:v>1.7556935819999999</c:v>
                </c:pt>
                <c:pt idx="4577">
                  <c:v>1.7556935819999999</c:v>
                </c:pt>
                <c:pt idx="4578">
                  <c:v>0.41492224599999999</c:v>
                </c:pt>
                <c:pt idx="4579">
                  <c:v>0</c:v>
                </c:pt>
                <c:pt idx="4580">
                  <c:v>2.4553700639999998</c:v>
                </c:pt>
                <c:pt idx="4581">
                  <c:v>0</c:v>
                </c:pt>
                <c:pt idx="4582">
                  <c:v>11.726765090000001</c:v>
                </c:pt>
                <c:pt idx="4583">
                  <c:v>0.19366915700000001</c:v>
                </c:pt>
                <c:pt idx="4584">
                  <c:v>5.5260562699999998</c:v>
                </c:pt>
                <c:pt idx="4585">
                  <c:v>1.5671754470000001</c:v>
                </c:pt>
                <c:pt idx="4586">
                  <c:v>1.7651194889999999</c:v>
                </c:pt>
                <c:pt idx="4587">
                  <c:v>1.755222286</c:v>
                </c:pt>
                <c:pt idx="4588">
                  <c:v>0</c:v>
                </c:pt>
                <c:pt idx="4589">
                  <c:v>3.148643673</c:v>
                </c:pt>
                <c:pt idx="4590">
                  <c:v>3.6419809619999999</c:v>
                </c:pt>
                <c:pt idx="4591">
                  <c:v>1.661379213</c:v>
                </c:pt>
                <c:pt idx="4592">
                  <c:v>1.7604093000000001</c:v>
                </c:pt>
                <c:pt idx="4593">
                  <c:v>1.755457796</c:v>
                </c:pt>
                <c:pt idx="4594">
                  <c:v>1.7557053709999999</c:v>
                </c:pt>
                <c:pt idx="4595">
                  <c:v>1.755692992</c:v>
                </c:pt>
                <c:pt idx="4596">
                  <c:v>1.7556936110000001</c:v>
                </c:pt>
                <c:pt idx="4597">
                  <c:v>1.75569358</c:v>
                </c:pt>
                <c:pt idx="4598">
                  <c:v>1.7556935819999999</c:v>
                </c:pt>
                <c:pt idx="4599">
                  <c:v>1.7556935819999999</c:v>
                </c:pt>
                <c:pt idx="4600">
                  <c:v>1.7556935819999999</c:v>
                </c:pt>
                <c:pt idx="4601">
                  <c:v>1.7556935819999999</c:v>
                </c:pt>
                <c:pt idx="4602">
                  <c:v>8.8601434000000007E-2</c:v>
                </c:pt>
                <c:pt idx="4603">
                  <c:v>0</c:v>
                </c:pt>
                <c:pt idx="4604">
                  <c:v>0</c:v>
                </c:pt>
                <c:pt idx="4605">
                  <c:v>0</c:v>
                </c:pt>
                <c:pt idx="4606">
                  <c:v>0</c:v>
                </c:pt>
                <c:pt idx="4607">
                  <c:v>0</c:v>
                </c:pt>
                <c:pt idx="4608">
                  <c:v>4.2562039599999997</c:v>
                </c:pt>
                <c:pt idx="4609">
                  <c:v>0.92684462400000001</c:v>
                </c:pt>
                <c:pt idx="4610">
                  <c:v>0.493264429</c:v>
                </c:pt>
                <c:pt idx="4611">
                  <c:v>0.44950973700000002</c:v>
                </c:pt>
                <c:pt idx="4612">
                  <c:v>6.4726115860000002</c:v>
                </c:pt>
                <c:pt idx="4613">
                  <c:v>8.9373848129999995</c:v>
                </c:pt>
                <c:pt idx="4614">
                  <c:v>4.1531007420000003</c:v>
                </c:pt>
                <c:pt idx="4615">
                  <c:v>1.6358232239999999</c:v>
                </c:pt>
                <c:pt idx="4616">
                  <c:v>0</c:v>
                </c:pt>
                <c:pt idx="4617">
                  <c:v>1.940695625</c:v>
                </c:pt>
                <c:pt idx="4618">
                  <c:v>6.2503700210000002</c:v>
                </c:pt>
                <c:pt idx="4619">
                  <c:v>1.53095976</c:v>
                </c:pt>
                <c:pt idx="4620">
                  <c:v>1.7669302730000001</c:v>
                </c:pt>
                <c:pt idx="4621">
                  <c:v>1.7551317470000001</c:v>
                </c:pt>
                <c:pt idx="4622">
                  <c:v>1.7557216739999999</c:v>
                </c:pt>
                <c:pt idx="4623">
                  <c:v>1.755692177</c:v>
                </c:pt>
                <c:pt idx="4624">
                  <c:v>1.7556936519999999</c:v>
                </c:pt>
                <c:pt idx="4625">
                  <c:v>1.755693578</c:v>
                </c:pt>
                <c:pt idx="4626">
                  <c:v>1.7556935819999999</c:v>
                </c:pt>
                <c:pt idx="4627">
                  <c:v>1.7556935819999999</c:v>
                </c:pt>
                <c:pt idx="4628">
                  <c:v>1.7556935819999999</c:v>
                </c:pt>
                <c:pt idx="4629">
                  <c:v>1.7556935819999999</c:v>
                </c:pt>
                <c:pt idx="4630">
                  <c:v>0</c:v>
                </c:pt>
                <c:pt idx="4631">
                  <c:v>3.6537467619999999</c:v>
                </c:pt>
                <c:pt idx="4632">
                  <c:v>1.660790923</c:v>
                </c:pt>
                <c:pt idx="4633">
                  <c:v>1.760438715</c:v>
                </c:pt>
                <c:pt idx="4634">
                  <c:v>1.7554563249999999</c:v>
                </c:pt>
                <c:pt idx="4635">
                  <c:v>1.755705445</c:v>
                </c:pt>
                <c:pt idx="4636">
                  <c:v>1.7556929889999999</c:v>
                </c:pt>
                <c:pt idx="4637">
                  <c:v>1.7556936110000001</c:v>
                </c:pt>
                <c:pt idx="4638">
                  <c:v>1.75569358</c:v>
                </c:pt>
                <c:pt idx="4639">
                  <c:v>1.7556935819999999</c:v>
                </c:pt>
                <c:pt idx="4640">
                  <c:v>1.7556935819999999</c:v>
                </c:pt>
                <c:pt idx="4641">
                  <c:v>1.7556935819999999</c:v>
                </c:pt>
                <c:pt idx="4642">
                  <c:v>1.7556935819999999</c:v>
                </c:pt>
                <c:pt idx="4643">
                  <c:v>1.7556935819999999</c:v>
                </c:pt>
                <c:pt idx="4644">
                  <c:v>1.7556935819999999</c:v>
                </c:pt>
                <c:pt idx="4645">
                  <c:v>1.7556935819999999</c:v>
                </c:pt>
                <c:pt idx="4646">
                  <c:v>1.7556935819999999</c:v>
                </c:pt>
                <c:pt idx="4647">
                  <c:v>1.7556935819999999</c:v>
                </c:pt>
                <c:pt idx="4648">
                  <c:v>1.7556935819999999</c:v>
                </c:pt>
                <c:pt idx="4649">
                  <c:v>1.7556935819999999</c:v>
                </c:pt>
                <c:pt idx="4650">
                  <c:v>1.7556935819999999</c:v>
                </c:pt>
                <c:pt idx="4651">
                  <c:v>1.7556935819999999</c:v>
                </c:pt>
                <c:pt idx="4652">
                  <c:v>1.7556935819999999</c:v>
                </c:pt>
                <c:pt idx="4653">
                  <c:v>1.7556935819999999</c:v>
                </c:pt>
                <c:pt idx="4654">
                  <c:v>1.7556935819999999</c:v>
                </c:pt>
                <c:pt idx="4655">
                  <c:v>1.7556935819999999</c:v>
                </c:pt>
                <c:pt idx="4656">
                  <c:v>1.7556935819999999</c:v>
                </c:pt>
                <c:pt idx="4657">
                  <c:v>1.7556935819999999</c:v>
                </c:pt>
                <c:pt idx="4658">
                  <c:v>1.7556935819999999</c:v>
                </c:pt>
                <c:pt idx="4659">
                  <c:v>1.7556935819999999</c:v>
                </c:pt>
                <c:pt idx="4660">
                  <c:v>1.7556935819999999</c:v>
                </c:pt>
                <c:pt idx="4661">
                  <c:v>1.7556935819999999</c:v>
                </c:pt>
                <c:pt idx="4662">
                  <c:v>1.7556935819999999</c:v>
                </c:pt>
                <c:pt idx="4663">
                  <c:v>1.7556935819999999</c:v>
                </c:pt>
                <c:pt idx="4664">
                  <c:v>1.7556935819999999</c:v>
                </c:pt>
                <c:pt idx="4665">
                  <c:v>1.7556935819999999</c:v>
                </c:pt>
                <c:pt idx="4666">
                  <c:v>1.7556935819999999</c:v>
                </c:pt>
                <c:pt idx="4667">
                  <c:v>1.7556935819999999</c:v>
                </c:pt>
                <c:pt idx="4668">
                  <c:v>1.7556935819999999</c:v>
                </c:pt>
                <c:pt idx="4669">
                  <c:v>1.7556935819999999</c:v>
                </c:pt>
                <c:pt idx="4670">
                  <c:v>1.7556935819999999</c:v>
                </c:pt>
                <c:pt idx="4671">
                  <c:v>1.7556935819999999</c:v>
                </c:pt>
                <c:pt idx="4672">
                  <c:v>1.7556935819999999</c:v>
                </c:pt>
                <c:pt idx="4673">
                  <c:v>1.7556935819999999</c:v>
                </c:pt>
                <c:pt idx="4674">
                  <c:v>1.7556935819999999</c:v>
                </c:pt>
                <c:pt idx="4675">
                  <c:v>1.7556935819999999</c:v>
                </c:pt>
                <c:pt idx="4676">
                  <c:v>1.7556935819999999</c:v>
                </c:pt>
                <c:pt idx="4677">
                  <c:v>1.7556935819999999</c:v>
                </c:pt>
                <c:pt idx="4678">
                  <c:v>0</c:v>
                </c:pt>
                <c:pt idx="4679">
                  <c:v>0</c:v>
                </c:pt>
                <c:pt idx="4680">
                  <c:v>0</c:v>
                </c:pt>
                <c:pt idx="4681">
                  <c:v>0</c:v>
                </c:pt>
                <c:pt idx="4682">
                  <c:v>0</c:v>
                </c:pt>
                <c:pt idx="4683">
                  <c:v>0</c:v>
                </c:pt>
                <c:pt idx="4684">
                  <c:v>0</c:v>
                </c:pt>
                <c:pt idx="4685">
                  <c:v>0</c:v>
                </c:pt>
                <c:pt idx="4686">
                  <c:v>0</c:v>
                </c:pt>
                <c:pt idx="4687">
                  <c:v>0.41148016900000001</c:v>
                </c:pt>
                <c:pt idx="4688">
                  <c:v>6.7168416559999997</c:v>
                </c:pt>
                <c:pt idx="4689">
                  <c:v>13.68069472</c:v>
                </c:pt>
                <c:pt idx="4690">
                  <c:v>1.460454199</c:v>
                </c:pt>
                <c:pt idx="4691">
                  <c:v>1.770455551</c:v>
                </c:pt>
                <c:pt idx="4692">
                  <c:v>1.754955483</c:v>
                </c:pt>
                <c:pt idx="4693">
                  <c:v>1.7557304869999999</c:v>
                </c:pt>
                <c:pt idx="4694">
                  <c:v>1.755691737</c:v>
                </c:pt>
                <c:pt idx="4695">
                  <c:v>1.755693674</c:v>
                </c:pt>
                <c:pt idx="4696">
                  <c:v>1.7556935769999999</c:v>
                </c:pt>
                <c:pt idx="4697">
                  <c:v>1.7556935819999999</c:v>
                </c:pt>
                <c:pt idx="4698">
                  <c:v>1.7556935819999999</c:v>
                </c:pt>
                <c:pt idx="4699">
                  <c:v>0</c:v>
                </c:pt>
                <c:pt idx="4700">
                  <c:v>0</c:v>
                </c:pt>
                <c:pt idx="4701">
                  <c:v>0</c:v>
                </c:pt>
                <c:pt idx="4702">
                  <c:v>0</c:v>
                </c:pt>
                <c:pt idx="4703">
                  <c:v>0</c:v>
                </c:pt>
                <c:pt idx="4704">
                  <c:v>0</c:v>
                </c:pt>
                <c:pt idx="4705">
                  <c:v>0</c:v>
                </c:pt>
                <c:pt idx="4706">
                  <c:v>0</c:v>
                </c:pt>
                <c:pt idx="4707">
                  <c:v>0</c:v>
                </c:pt>
                <c:pt idx="4708">
                  <c:v>0</c:v>
                </c:pt>
                <c:pt idx="4709">
                  <c:v>9.6560318279999997</c:v>
                </c:pt>
                <c:pt idx="4710">
                  <c:v>10.84726182</c:v>
                </c:pt>
                <c:pt idx="4711">
                  <c:v>1.3011151700000001</c:v>
                </c:pt>
                <c:pt idx="4712">
                  <c:v>1.778422502</c:v>
                </c:pt>
                <c:pt idx="4713">
                  <c:v>1.7545571360000001</c:v>
                </c:pt>
                <c:pt idx="4714">
                  <c:v>1.755750404</c:v>
                </c:pt>
                <c:pt idx="4715">
                  <c:v>1.755690741</c:v>
                </c:pt>
                <c:pt idx="4716">
                  <c:v>1.7556937239999999</c:v>
                </c:pt>
                <c:pt idx="4717">
                  <c:v>1.755693575</c:v>
                </c:pt>
                <c:pt idx="4718">
                  <c:v>1.7556935819999999</c:v>
                </c:pt>
                <c:pt idx="4719">
                  <c:v>1.7556935819999999</c:v>
                </c:pt>
                <c:pt idx="4720">
                  <c:v>1.7556935819999999</c:v>
                </c:pt>
                <c:pt idx="4721">
                  <c:v>1.7556935819999999</c:v>
                </c:pt>
                <c:pt idx="4722">
                  <c:v>1.7556935819999999</c:v>
                </c:pt>
                <c:pt idx="4723">
                  <c:v>1.7556935819999999</c:v>
                </c:pt>
                <c:pt idx="4724">
                  <c:v>1.7556935819999999</c:v>
                </c:pt>
                <c:pt idx="4725">
                  <c:v>1.7556935819999999</c:v>
                </c:pt>
                <c:pt idx="4726">
                  <c:v>1.7556935819999999</c:v>
                </c:pt>
                <c:pt idx="4727">
                  <c:v>1.7556935819999999</c:v>
                </c:pt>
                <c:pt idx="4728">
                  <c:v>1.7556935819999999</c:v>
                </c:pt>
                <c:pt idx="4729">
                  <c:v>1.7556935819999999</c:v>
                </c:pt>
                <c:pt idx="4730">
                  <c:v>1.7556935819999999</c:v>
                </c:pt>
                <c:pt idx="4731">
                  <c:v>1.7556935819999999</c:v>
                </c:pt>
                <c:pt idx="4732">
                  <c:v>1.7556935819999999</c:v>
                </c:pt>
                <c:pt idx="4733">
                  <c:v>1.7556935819999999</c:v>
                </c:pt>
                <c:pt idx="4734">
                  <c:v>1.7556935819999999</c:v>
                </c:pt>
                <c:pt idx="4735">
                  <c:v>1.7556935819999999</c:v>
                </c:pt>
                <c:pt idx="4736">
                  <c:v>1.7556935819999999</c:v>
                </c:pt>
                <c:pt idx="4737">
                  <c:v>1.7556935819999999</c:v>
                </c:pt>
                <c:pt idx="4738">
                  <c:v>1.7556935819999999</c:v>
                </c:pt>
                <c:pt idx="4739">
                  <c:v>1.7556935819999999</c:v>
                </c:pt>
                <c:pt idx="4740">
                  <c:v>1.7556935819999999</c:v>
                </c:pt>
                <c:pt idx="4741">
                  <c:v>1.7556935819999999</c:v>
                </c:pt>
                <c:pt idx="4742">
                  <c:v>1.7556935819999999</c:v>
                </c:pt>
                <c:pt idx="4743">
                  <c:v>1.7556935819999999</c:v>
                </c:pt>
                <c:pt idx="4744">
                  <c:v>1.7556935819999999</c:v>
                </c:pt>
                <c:pt idx="4745">
                  <c:v>1.7556935819999999</c:v>
                </c:pt>
                <c:pt idx="4746">
                  <c:v>1.7556935819999999</c:v>
                </c:pt>
                <c:pt idx="4747">
                  <c:v>1.7556935819999999</c:v>
                </c:pt>
                <c:pt idx="4748">
                  <c:v>1.602534208</c:v>
                </c:pt>
                <c:pt idx="4749">
                  <c:v>1.908852955</c:v>
                </c:pt>
                <c:pt idx="4750">
                  <c:v>1.7480356130000001</c:v>
                </c:pt>
                <c:pt idx="4751">
                  <c:v>1.7560764799999999</c:v>
                </c:pt>
                <c:pt idx="4752">
                  <c:v>1.7556744369999999</c:v>
                </c:pt>
                <c:pt idx="4753">
                  <c:v>1.7556945390000001</c:v>
                </c:pt>
                <c:pt idx="4754">
                  <c:v>1.7556935339999999</c:v>
                </c:pt>
                <c:pt idx="4755">
                  <c:v>1.7556935840000001</c:v>
                </c:pt>
                <c:pt idx="4756">
                  <c:v>1.7556935819999999</c:v>
                </c:pt>
                <c:pt idx="4757">
                  <c:v>1.7556935819999999</c:v>
                </c:pt>
                <c:pt idx="4758">
                  <c:v>1.7556935819999999</c:v>
                </c:pt>
                <c:pt idx="4759">
                  <c:v>1.7556935819999999</c:v>
                </c:pt>
                <c:pt idx="4760">
                  <c:v>1.7556935819999999</c:v>
                </c:pt>
                <c:pt idx="4761">
                  <c:v>1.7556935819999999</c:v>
                </c:pt>
                <c:pt idx="4762">
                  <c:v>1.7556935819999999</c:v>
                </c:pt>
                <c:pt idx="4763">
                  <c:v>1.7556935819999999</c:v>
                </c:pt>
                <c:pt idx="4764">
                  <c:v>1.7556935819999999</c:v>
                </c:pt>
                <c:pt idx="4765">
                  <c:v>1.7556935819999999</c:v>
                </c:pt>
                <c:pt idx="4766">
                  <c:v>1.7556935819999999</c:v>
                </c:pt>
                <c:pt idx="4767">
                  <c:v>1.7556935819999999</c:v>
                </c:pt>
                <c:pt idx="4768">
                  <c:v>1.7556935819999999</c:v>
                </c:pt>
                <c:pt idx="4769">
                  <c:v>0</c:v>
                </c:pt>
                <c:pt idx="4770">
                  <c:v>1.3821662770000001</c:v>
                </c:pt>
                <c:pt idx="4771">
                  <c:v>0</c:v>
                </c:pt>
                <c:pt idx="4772">
                  <c:v>0</c:v>
                </c:pt>
                <c:pt idx="4773">
                  <c:v>0</c:v>
                </c:pt>
                <c:pt idx="4774">
                  <c:v>0</c:v>
                </c:pt>
                <c:pt idx="4775">
                  <c:v>0</c:v>
                </c:pt>
                <c:pt idx="4776">
                  <c:v>0</c:v>
                </c:pt>
                <c:pt idx="4777">
                  <c:v>0</c:v>
                </c:pt>
                <c:pt idx="4778">
                  <c:v>0.709699737</c:v>
                </c:pt>
                <c:pt idx="4779">
                  <c:v>7.0717400640000001</c:v>
                </c:pt>
                <c:pt idx="4780">
                  <c:v>3.2440965290000001</c:v>
                </c:pt>
                <c:pt idx="4781">
                  <c:v>11.26002536</c:v>
                </c:pt>
                <c:pt idx="4782">
                  <c:v>1.6757959259999999</c:v>
                </c:pt>
                <c:pt idx="4783">
                  <c:v>1.759688465</c:v>
                </c:pt>
                <c:pt idx="4784">
                  <c:v>1.677869912</c:v>
                </c:pt>
                <c:pt idx="4785">
                  <c:v>1.6089817550000001</c:v>
                </c:pt>
                <c:pt idx="4786">
                  <c:v>0.61336869900000002</c:v>
                </c:pt>
                <c:pt idx="4787">
                  <c:v>2.3491582430000002</c:v>
                </c:pt>
                <c:pt idx="4788">
                  <c:v>2.446406359</c:v>
                </c:pt>
                <c:pt idx="4789">
                  <c:v>0.50132816000000002</c:v>
                </c:pt>
                <c:pt idx="4790">
                  <c:v>0.111603297</c:v>
                </c:pt>
                <c:pt idx="4791">
                  <c:v>0</c:v>
                </c:pt>
                <c:pt idx="4792">
                  <c:v>11.50646865</c:v>
                </c:pt>
                <c:pt idx="4793">
                  <c:v>0</c:v>
                </c:pt>
                <c:pt idx="4794">
                  <c:v>0</c:v>
                </c:pt>
                <c:pt idx="4795">
                  <c:v>0</c:v>
                </c:pt>
                <c:pt idx="4796">
                  <c:v>0</c:v>
                </c:pt>
                <c:pt idx="4797">
                  <c:v>0</c:v>
                </c:pt>
                <c:pt idx="4798">
                  <c:v>0</c:v>
                </c:pt>
                <c:pt idx="4799">
                  <c:v>0</c:v>
                </c:pt>
                <c:pt idx="4800">
                  <c:v>0</c:v>
                </c:pt>
                <c:pt idx="4801">
                  <c:v>0</c:v>
                </c:pt>
                <c:pt idx="4802">
                  <c:v>5.351776836</c:v>
                </c:pt>
                <c:pt idx="4803">
                  <c:v>0</c:v>
                </c:pt>
                <c:pt idx="4804">
                  <c:v>0</c:v>
                </c:pt>
                <c:pt idx="4805">
                  <c:v>0</c:v>
                </c:pt>
                <c:pt idx="4806">
                  <c:v>0.68654770600000004</c:v>
                </c:pt>
                <c:pt idx="4807">
                  <c:v>0</c:v>
                </c:pt>
                <c:pt idx="4808">
                  <c:v>0</c:v>
                </c:pt>
                <c:pt idx="4809">
                  <c:v>5.3370148610000001</c:v>
                </c:pt>
                <c:pt idx="4810">
                  <c:v>0</c:v>
                </c:pt>
                <c:pt idx="4811">
                  <c:v>6.9473418709999999</c:v>
                </c:pt>
                <c:pt idx="4812">
                  <c:v>11.69625297</c:v>
                </c:pt>
                <c:pt idx="4813">
                  <c:v>1.258665613</c:v>
                </c:pt>
                <c:pt idx="4814">
                  <c:v>1.7805449799999999</c:v>
                </c:pt>
                <c:pt idx="4815">
                  <c:v>1.7544510120000001</c:v>
                </c:pt>
                <c:pt idx="4816">
                  <c:v>1.7557557100000001</c:v>
                </c:pt>
                <c:pt idx="4817">
                  <c:v>1.755690475</c:v>
                </c:pt>
                <c:pt idx="4818">
                  <c:v>1.7556937370000001</c:v>
                </c:pt>
                <c:pt idx="4819">
                  <c:v>0</c:v>
                </c:pt>
                <c:pt idx="4820">
                  <c:v>0</c:v>
                </c:pt>
                <c:pt idx="4821">
                  <c:v>0</c:v>
                </c:pt>
                <c:pt idx="4822">
                  <c:v>5.8391378769999998</c:v>
                </c:pt>
                <c:pt idx="4823">
                  <c:v>0</c:v>
                </c:pt>
                <c:pt idx="4824">
                  <c:v>0</c:v>
                </c:pt>
                <c:pt idx="4825">
                  <c:v>0</c:v>
                </c:pt>
                <c:pt idx="4826">
                  <c:v>0</c:v>
                </c:pt>
                <c:pt idx="4827">
                  <c:v>1.3950791570000001</c:v>
                </c:pt>
                <c:pt idx="4828">
                  <c:v>6.0076715859999998</c:v>
                </c:pt>
                <c:pt idx="4829">
                  <c:v>2.3904916859999998</c:v>
                </c:pt>
                <c:pt idx="4830">
                  <c:v>3.5009305780000002</c:v>
                </c:pt>
                <c:pt idx="4831">
                  <c:v>2.263690328</c:v>
                </c:pt>
                <c:pt idx="4832">
                  <c:v>0</c:v>
                </c:pt>
                <c:pt idx="4833">
                  <c:v>4.6845473000000002</c:v>
                </c:pt>
                <c:pt idx="4834">
                  <c:v>6.0928499870000001</c:v>
                </c:pt>
                <c:pt idx="4835">
                  <c:v>1.949866136</c:v>
                </c:pt>
                <c:pt idx="4836">
                  <c:v>2.880396475</c:v>
                </c:pt>
                <c:pt idx="4837">
                  <c:v>1.6994584370000001</c:v>
                </c:pt>
                <c:pt idx="4838">
                  <c:v>1.7585053390000001</c:v>
                </c:pt>
                <c:pt idx="4839">
                  <c:v>1.7555529940000001</c:v>
                </c:pt>
                <c:pt idx="4840">
                  <c:v>1.4971785E-2</c:v>
                </c:pt>
                <c:pt idx="4841">
                  <c:v>0</c:v>
                </c:pt>
                <c:pt idx="4842">
                  <c:v>0</c:v>
                </c:pt>
                <c:pt idx="4843">
                  <c:v>0</c:v>
                </c:pt>
                <c:pt idx="4844">
                  <c:v>0</c:v>
                </c:pt>
                <c:pt idx="4845">
                  <c:v>5.7119962180000003</c:v>
                </c:pt>
                <c:pt idx="4846">
                  <c:v>12.5604</c:v>
                </c:pt>
                <c:pt idx="4847">
                  <c:v>0</c:v>
                </c:pt>
                <c:pt idx="4848">
                  <c:v>0</c:v>
                </c:pt>
                <c:pt idx="4849">
                  <c:v>0</c:v>
                </c:pt>
                <c:pt idx="4850">
                  <c:v>0</c:v>
                </c:pt>
                <c:pt idx="4851">
                  <c:v>1.939263352</c:v>
                </c:pt>
                <c:pt idx="4852">
                  <c:v>0</c:v>
                </c:pt>
                <c:pt idx="4853">
                  <c:v>0.59395299899999998</c:v>
                </c:pt>
                <c:pt idx="4854">
                  <c:v>5.2846217690000001</c:v>
                </c:pt>
                <c:pt idx="4855">
                  <c:v>11.84636877</c:v>
                </c:pt>
                <c:pt idx="4856">
                  <c:v>2.325097602</c:v>
                </c:pt>
                <c:pt idx="4857">
                  <c:v>1.7272233809999999</c:v>
                </c:pt>
                <c:pt idx="4858">
                  <c:v>1.7571170920000001</c:v>
                </c:pt>
                <c:pt idx="4859">
                  <c:v>1.7556224060000001</c:v>
                </c:pt>
                <c:pt idx="4860">
                  <c:v>1.755697141</c:v>
                </c:pt>
                <c:pt idx="4861">
                  <c:v>1.7556934040000001</c:v>
                </c:pt>
                <c:pt idx="4862">
                  <c:v>1.1196268</c:v>
                </c:pt>
                <c:pt idx="4863">
                  <c:v>2.3917603719999998</c:v>
                </c:pt>
                <c:pt idx="4864">
                  <c:v>0.33062239300000001</c:v>
                </c:pt>
                <c:pt idx="4865">
                  <c:v>3.1505515979999998</c:v>
                </c:pt>
                <c:pt idx="4866">
                  <c:v>1.685950681</c:v>
                </c:pt>
                <c:pt idx="4867">
                  <c:v>0</c:v>
                </c:pt>
                <c:pt idx="4868">
                  <c:v>0</c:v>
                </c:pt>
                <c:pt idx="4869">
                  <c:v>5.4353449200000004</c:v>
                </c:pt>
                <c:pt idx="4870">
                  <c:v>12.43674</c:v>
                </c:pt>
                <c:pt idx="4871">
                  <c:v>3.539854058</c:v>
                </c:pt>
                <c:pt idx="4872">
                  <c:v>1.666485558</c:v>
                </c:pt>
                <c:pt idx="4873">
                  <c:v>0</c:v>
                </c:pt>
                <c:pt idx="4874">
                  <c:v>0</c:v>
                </c:pt>
                <c:pt idx="4875">
                  <c:v>0</c:v>
                </c:pt>
                <c:pt idx="4876">
                  <c:v>1.2884144289999999</c:v>
                </c:pt>
                <c:pt idx="4877">
                  <c:v>10.109930439999999</c:v>
                </c:pt>
                <c:pt idx="4878">
                  <c:v>1.3379817389999999</c:v>
                </c:pt>
                <c:pt idx="4879">
                  <c:v>1.7765791740000001</c:v>
                </c:pt>
                <c:pt idx="4880">
                  <c:v>1.754649302</c:v>
                </c:pt>
                <c:pt idx="4881">
                  <c:v>1.755745796</c:v>
                </c:pt>
                <c:pt idx="4882">
                  <c:v>1.7556909709999999</c:v>
                </c:pt>
                <c:pt idx="4883">
                  <c:v>1.755693712</c:v>
                </c:pt>
                <c:pt idx="4884">
                  <c:v>1.755693575</c:v>
                </c:pt>
                <c:pt idx="4885">
                  <c:v>1.7556935819999999</c:v>
                </c:pt>
                <c:pt idx="4886">
                  <c:v>1.7556935819999999</c:v>
                </c:pt>
                <c:pt idx="4887">
                  <c:v>1.7556935819999999</c:v>
                </c:pt>
                <c:pt idx="4888">
                  <c:v>1.7556935819999999</c:v>
                </c:pt>
                <c:pt idx="4889">
                  <c:v>1.7556935819999999</c:v>
                </c:pt>
                <c:pt idx="4890">
                  <c:v>1.7556935819999999</c:v>
                </c:pt>
                <c:pt idx="4891">
                  <c:v>6.6057546999999994E-2</c:v>
                </c:pt>
                <c:pt idx="4892">
                  <c:v>3.445329616</c:v>
                </c:pt>
                <c:pt idx="4893">
                  <c:v>1.6712117799999999</c:v>
                </c:pt>
                <c:pt idx="4894">
                  <c:v>1.759917672</c:v>
                </c:pt>
                <c:pt idx="4895">
                  <c:v>1.7554823770000001</c:v>
                </c:pt>
                <c:pt idx="4896">
                  <c:v>0</c:v>
                </c:pt>
                <c:pt idx="4897">
                  <c:v>0</c:v>
                </c:pt>
                <c:pt idx="4898">
                  <c:v>0</c:v>
                </c:pt>
                <c:pt idx="4899">
                  <c:v>7.8769950089999998</c:v>
                </c:pt>
                <c:pt idx="4900">
                  <c:v>0</c:v>
                </c:pt>
                <c:pt idx="4901">
                  <c:v>6.8249936020000002</c:v>
                </c:pt>
                <c:pt idx="4902">
                  <c:v>1.502228581</c:v>
                </c:pt>
                <c:pt idx="4903">
                  <c:v>1.7683668320000001</c:v>
                </c:pt>
                <c:pt idx="4904">
                  <c:v>1.755059919</c:v>
                </c:pt>
                <c:pt idx="4905">
                  <c:v>1.7557252649999999</c:v>
                </c:pt>
                <c:pt idx="4906">
                  <c:v>1.7556919980000001</c:v>
                </c:pt>
                <c:pt idx="4907">
                  <c:v>1.755693661</c:v>
                </c:pt>
                <c:pt idx="4908">
                  <c:v>1.755693578</c:v>
                </c:pt>
                <c:pt idx="4909">
                  <c:v>1.7556935819999999</c:v>
                </c:pt>
                <c:pt idx="4910">
                  <c:v>1.7556935819999999</c:v>
                </c:pt>
                <c:pt idx="4911">
                  <c:v>1.7556935819999999</c:v>
                </c:pt>
                <c:pt idx="4912">
                  <c:v>1.7556935819999999</c:v>
                </c:pt>
                <c:pt idx="4913">
                  <c:v>0</c:v>
                </c:pt>
                <c:pt idx="4914">
                  <c:v>0</c:v>
                </c:pt>
                <c:pt idx="4915">
                  <c:v>0</c:v>
                </c:pt>
                <c:pt idx="4916">
                  <c:v>0</c:v>
                </c:pt>
                <c:pt idx="4917">
                  <c:v>0</c:v>
                </c:pt>
                <c:pt idx="4918">
                  <c:v>5.3358653110000001</c:v>
                </c:pt>
                <c:pt idx="4919">
                  <c:v>11.46246447</c:v>
                </c:pt>
                <c:pt idx="4920">
                  <c:v>4.5576013509999997</c:v>
                </c:pt>
                <c:pt idx="4921">
                  <c:v>1.6155981930000001</c:v>
                </c:pt>
                <c:pt idx="4922">
                  <c:v>1.7626983510000001</c:v>
                </c:pt>
                <c:pt idx="4923">
                  <c:v>1.7553433430000001</c:v>
                </c:pt>
                <c:pt idx="4924">
                  <c:v>1.755711094</c:v>
                </c:pt>
                <c:pt idx="4925">
                  <c:v>1.755692706</c:v>
                </c:pt>
                <c:pt idx="4926">
                  <c:v>1.755693626</c:v>
                </c:pt>
                <c:pt idx="4927">
                  <c:v>1.75569358</c:v>
                </c:pt>
                <c:pt idx="4928">
                  <c:v>1.7556935819999999</c:v>
                </c:pt>
                <c:pt idx="4929">
                  <c:v>1.7556935819999999</c:v>
                </c:pt>
                <c:pt idx="4930">
                  <c:v>1.7556935819999999</c:v>
                </c:pt>
                <c:pt idx="4931">
                  <c:v>1.7556935819999999</c:v>
                </c:pt>
                <c:pt idx="4932">
                  <c:v>1.7556935819999999</c:v>
                </c:pt>
                <c:pt idx="4933">
                  <c:v>1.7556935819999999</c:v>
                </c:pt>
                <c:pt idx="4934">
                  <c:v>1.7556935819999999</c:v>
                </c:pt>
                <c:pt idx="4935">
                  <c:v>1.7556935819999999</c:v>
                </c:pt>
                <c:pt idx="4936">
                  <c:v>0</c:v>
                </c:pt>
                <c:pt idx="4937">
                  <c:v>6.5714588129999996</c:v>
                </c:pt>
                <c:pt idx="4938">
                  <c:v>1.51490532</c:v>
                </c:pt>
                <c:pt idx="4939">
                  <c:v>0</c:v>
                </c:pt>
                <c:pt idx="4940">
                  <c:v>7.9676999999999998</c:v>
                </c:pt>
                <c:pt idx="4941">
                  <c:v>0</c:v>
                </c:pt>
                <c:pt idx="4942">
                  <c:v>0</c:v>
                </c:pt>
                <c:pt idx="4943">
                  <c:v>0</c:v>
                </c:pt>
                <c:pt idx="4944">
                  <c:v>3.6080107529999998</c:v>
                </c:pt>
                <c:pt idx="4945">
                  <c:v>0</c:v>
                </c:pt>
                <c:pt idx="4946">
                  <c:v>2.7771072220000002</c:v>
                </c:pt>
                <c:pt idx="4947">
                  <c:v>0</c:v>
                </c:pt>
                <c:pt idx="4948">
                  <c:v>0</c:v>
                </c:pt>
                <c:pt idx="4949">
                  <c:v>16.544131310000001</c:v>
                </c:pt>
                <c:pt idx="4950">
                  <c:v>2.997193856</c:v>
                </c:pt>
                <c:pt idx="4951">
                  <c:v>1.693618568</c:v>
                </c:pt>
                <c:pt idx="4952">
                  <c:v>1.7587973320000001</c:v>
                </c:pt>
                <c:pt idx="4953">
                  <c:v>1.755538394</c:v>
                </c:pt>
                <c:pt idx="4954">
                  <c:v>1.755701341</c:v>
                </c:pt>
                <c:pt idx="4955">
                  <c:v>1.755693194</c:v>
                </c:pt>
                <c:pt idx="4956">
                  <c:v>1.7556936009999999</c:v>
                </c:pt>
                <c:pt idx="4957">
                  <c:v>1.7556935810000001</c:v>
                </c:pt>
                <c:pt idx="4958">
                  <c:v>1.7556935819999999</c:v>
                </c:pt>
                <c:pt idx="4959">
                  <c:v>1.7556935819999999</c:v>
                </c:pt>
                <c:pt idx="4960">
                  <c:v>1.7556935819999999</c:v>
                </c:pt>
                <c:pt idx="4961">
                  <c:v>1.7556935819999999</c:v>
                </c:pt>
                <c:pt idx="4962">
                  <c:v>1.7556935819999999</c:v>
                </c:pt>
                <c:pt idx="4963">
                  <c:v>0.74651581099999997</c:v>
                </c:pt>
                <c:pt idx="4964">
                  <c:v>0</c:v>
                </c:pt>
                <c:pt idx="4965">
                  <c:v>9.9690054010000004</c:v>
                </c:pt>
                <c:pt idx="4966">
                  <c:v>1.345027991</c:v>
                </c:pt>
                <c:pt idx="4967">
                  <c:v>1.776226861</c:v>
                </c:pt>
                <c:pt idx="4968">
                  <c:v>1.7546669180000001</c:v>
                </c:pt>
                <c:pt idx="4969">
                  <c:v>1.755744915</c:v>
                </c:pt>
                <c:pt idx="4970">
                  <c:v>1.755691015</c:v>
                </c:pt>
                <c:pt idx="4971">
                  <c:v>1.7556937100000001</c:v>
                </c:pt>
                <c:pt idx="4972">
                  <c:v>1.755693575</c:v>
                </c:pt>
                <c:pt idx="4973">
                  <c:v>1.7556935819999999</c:v>
                </c:pt>
                <c:pt idx="4974">
                  <c:v>0.157095451</c:v>
                </c:pt>
                <c:pt idx="4975">
                  <c:v>3.3542917120000002</c:v>
                </c:pt>
                <c:pt idx="4976">
                  <c:v>0</c:v>
                </c:pt>
                <c:pt idx="4977">
                  <c:v>1.500003537</c:v>
                </c:pt>
                <c:pt idx="4978">
                  <c:v>4.2669288749999996</c:v>
                </c:pt>
                <c:pt idx="4979">
                  <c:v>1.6301318170000001</c:v>
                </c:pt>
                <c:pt idx="4980">
                  <c:v>1.7619716700000001</c:v>
                </c:pt>
                <c:pt idx="4981">
                  <c:v>1.7553796770000001</c:v>
                </c:pt>
                <c:pt idx="4982">
                  <c:v>1.755709277</c:v>
                </c:pt>
                <c:pt idx="4983">
                  <c:v>1.755692797</c:v>
                </c:pt>
                <c:pt idx="4984">
                  <c:v>1.755693621</c:v>
                </c:pt>
                <c:pt idx="4985">
                  <c:v>0</c:v>
                </c:pt>
                <c:pt idx="4986">
                  <c:v>0</c:v>
                </c:pt>
                <c:pt idx="4987">
                  <c:v>0</c:v>
                </c:pt>
                <c:pt idx="4988">
                  <c:v>0</c:v>
                </c:pt>
                <c:pt idx="4989">
                  <c:v>0</c:v>
                </c:pt>
                <c:pt idx="4990">
                  <c:v>0</c:v>
                </c:pt>
                <c:pt idx="4991">
                  <c:v>13.552289999999999</c:v>
                </c:pt>
                <c:pt idx="4992">
                  <c:v>6.8250691120000004</c:v>
                </c:pt>
                <c:pt idx="4993">
                  <c:v>1.502224805</c:v>
                </c:pt>
                <c:pt idx="4994">
                  <c:v>1.768367021</c:v>
                </c:pt>
                <c:pt idx="4995">
                  <c:v>1.7550599099999999</c:v>
                </c:pt>
                <c:pt idx="4996">
                  <c:v>1.7557252649999999</c:v>
                </c:pt>
                <c:pt idx="4997">
                  <c:v>1.7556919980000001</c:v>
                </c:pt>
                <c:pt idx="4998">
                  <c:v>1.0823137759999999</c:v>
                </c:pt>
                <c:pt idx="4999">
                  <c:v>2.4290734629999999</c:v>
                </c:pt>
                <c:pt idx="5000">
                  <c:v>1.722024588</c:v>
                </c:pt>
                <c:pt idx="5001">
                  <c:v>1.7573770310000001</c:v>
                </c:pt>
                <c:pt idx="5002">
                  <c:v>1.7556094090000001</c:v>
                </c:pt>
                <c:pt idx="5003">
                  <c:v>1.7556977899999999</c:v>
                </c:pt>
                <c:pt idx="5004">
                  <c:v>1.755693371</c:v>
                </c:pt>
                <c:pt idx="5005">
                  <c:v>1.7556935920000001</c:v>
                </c:pt>
                <c:pt idx="5006">
                  <c:v>1.7556935810000001</c:v>
                </c:pt>
                <c:pt idx="5007">
                  <c:v>1.7556935819999999</c:v>
                </c:pt>
                <c:pt idx="5008">
                  <c:v>1.7556935819999999</c:v>
                </c:pt>
                <c:pt idx="5009">
                  <c:v>1.7556935819999999</c:v>
                </c:pt>
                <c:pt idx="5010">
                  <c:v>0</c:v>
                </c:pt>
                <c:pt idx="5011">
                  <c:v>0</c:v>
                </c:pt>
                <c:pt idx="5012">
                  <c:v>0</c:v>
                </c:pt>
                <c:pt idx="5013">
                  <c:v>0</c:v>
                </c:pt>
                <c:pt idx="5014">
                  <c:v>0</c:v>
                </c:pt>
                <c:pt idx="5015">
                  <c:v>0</c:v>
                </c:pt>
                <c:pt idx="5016">
                  <c:v>16.15662</c:v>
                </c:pt>
                <c:pt idx="5017">
                  <c:v>4.3195609209999999</c:v>
                </c:pt>
                <c:pt idx="5018">
                  <c:v>1.627500215</c:v>
                </c:pt>
                <c:pt idx="5019">
                  <c:v>1.76210325</c:v>
                </c:pt>
                <c:pt idx="5020">
                  <c:v>1.755373098</c:v>
                </c:pt>
                <c:pt idx="5021">
                  <c:v>1.7557096059999999</c:v>
                </c:pt>
                <c:pt idx="5022">
                  <c:v>1.755692781</c:v>
                </c:pt>
                <c:pt idx="5023">
                  <c:v>1.5606179920000001</c:v>
                </c:pt>
                <c:pt idx="5024">
                  <c:v>0</c:v>
                </c:pt>
                <c:pt idx="5025">
                  <c:v>3.085979783</c:v>
                </c:pt>
                <c:pt idx="5026">
                  <c:v>2.8938554339999998</c:v>
                </c:pt>
                <c:pt idx="5027">
                  <c:v>2.9408253100000001</c:v>
                </c:pt>
                <c:pt idx="5028">
                  <c:v>1.696436995</c:v>
                </c:pt>
                <c:pt idx="5029">
                  <c:v>1.758656411</c:v>
                </c:pt>
                <c:pt idx="5030">
                  <c:v>1.7555454399999999</c:v>
                </c:pt>
                <c:pt idx="5031">
                  <c:v>1.7557009889999999</c:v>
                </c:pt>
                <c:pt idx="5032">
                  <c:v>1.7556932110000001</c:v>
                </c:pt>
                <c:pt idx="5033">
                  <c:v>1.7556936000000001</c:v>
                </c:pt>
                <c:pt idx="5034">
                  <c:v>1.7556935810000001</c:v>
                </c:pt>
                <c:pt idx="5035">
                  <c:v>1.7556935819999999</c:v>
                </c:pt>
                <c:pt idx="5036">
                  <c:v>0</c:v>
                </c:pt>
                <c:pt idx="5037">
                  <c:v>0</c:v>
                </c:pt>
                <c:pt idx="5038">
                  <c:v>0</c:v>
                </c:pt>
                <c:pt idx="5039">
                  <c:v>0</c:v>
                </c:pt>
                <c:pt idx="5040">
                  <c:v>0</c:v>
                </c:pt>
                <c:pt idx="5041">
                  <c:v>7.11648178</c:v>
                </c:pt>
                <c:pt idx="5042">
                  <c:v>6.6770000639999996</c:v>
                </c:pt>
                <c:pt idx="5043">
                  <c:v>7.8634157289999997</c:v>
                </c:pt>
                <c:pt idx="5044">
                  <c:v>1.4503074739999999</c:v>
                </c:pt>
                <c:pt idx="5045">
                  <c:v>1.770962887</c:v>
                </c:pt>
                <c:pt idx="5046">
                  <c:v>1.754930117</c:v>
                </c:pt>
                <c:pt idx="5047">
                  <c:v>1.755731755</c:v>
                </c:pt>
                <c:pt idx="5048">
                  <c:v>1.7556916730000001</c:v>
                </c:pt>
                <c:pt idx="5049">
                  <c:v>1.755693677</c:v>
                </c:pt>
                <c:pt idx="5050">
                  <c:v>1.7556935769999999</c:v>
                </c:pt>
                <c:pt idx="5051">
                  <c:v>1.7556935819999999</c:v>
                </c:pt>
                <c:pt idx="5052">
                  <c:v>1.7556935819999999</c:v>
                </c:pt>
                <c:pt idx="5053">
                  <c:v>1.7556935819999999</c:v>
                </c:pt>
                <c:pt idx="5054">
                  <c:v>1.7556935819999999</c:v>
                </c:pt>
                <c:pt idx="5055">
                  <c:v>1.7556935819999999</c:v>
                </c:pt>
                <c:pt idx="5056">
                  <c:v>1.7556935819999999</c:v>
                </c:pt>
                <c:pt idx="5057">
                  <c:v>1.7556935819999999</c:v>
                </c:pt>
                <c:pt idx="5058">
                  <c:v>1.7556935819999999</c:v>
                </c:pt>
                <c:pt idx="5059">
                  <c:v>1.7556935819999999</c:v>
                </c:pt>
                <c:pt idx="5060">
                  <c:v>0</c:v>
                </c:pt>
                <c:pt idx="5061">
                  <c:v>0</c:v>
                </c:pt>
                <c:pt idx="5062">
                  <c:v>0</c:v>
                </c:pt>
                <c:pt idx="5063">
                  <c:v>0</c:v>
                </c:pt>
                <c:pt idx="5064">
                  <c:v>0</c:v>
                </c:pt>
                <c:pt idx="5065">
                  <c:v>0</c:v>
                </c:pt>
                <c:pt idx="5066">
                  <c:v>0</c:v>
                </c:pt>
                <c:pt idx="5067">
                  <c:v>0</c:v>
                </c:pt>
                <c:pt idx="5068">
                  <c:v>0</c:v>
                </c:pt>
                <c:pt idx="5069">
                  <c:v>0</c:v>
                </c:pt>
                <c:pt idx="5070">
                  <c:v>0</c:v>
                </c:pt>
                <c:pt idx="5071">
                  <c:v>1.030793249</c:v>
                </c:pt>
                <c:pt idx="5072">
                  <c:v>7.9093569610000003</c:v>
                </c:pt>
                <c:pt idx="5073">
                  <c:v>5.6989851720000004</c:v>
                </c:pt>
                <c:pt idx="5074">
                  <c:v>7.9576663310000004</c:v>
                </c:pt>
                <c:pt idx="5075">
                  <c:v>1.445594944</c:v>
                </c:pt>
                <c:pt idx="5076">
                  <c:v>1.7711985139999999</c:v>
                </c:pt>
                <c:pt idx="5077">
                  <c:v>1.7549183349999999</c:v>
                </c:pt>
                <c:pt idx="5078">
                  <c:v>1.7557323439999999</c:v>
                </c:pt>
                <c:pt idx="5079">
                  <c:v>1.7556916440000001</c:v>
                </c:pt>
                <c:pt idx="5080">
                  <c:v>1.755693679</c:v>
                </c:pt>
                <c:pt idx="5081">
                  <c:v>1.7556935769999999</c:v>
                </c:pt>
                <c:pt idx="5082">
                  <c:v>1.7556935819999999</c:v>
                </c:pt>
                <c:pt idx="5083">
                  <c:v>1.7556935819999999</c:v>
                </c:pt>
                <c:pt idx="5084">
                  <c:v>1.7556935819999999</c:v>
                </c:pt>
                <c:pt idx="5085">
                  <c:v>1.7556935819999999</c:v>
                </c:pt>
                <c:pt idx="5086">
                  <c:v>1.7556935819999999</c:v>
                </c:pt>
                <c:pt idx="5087">
                  <c:v>0</c:v>
                </c:pt>
                <c:pt idx="5088">
                  <c:v>0</c:v>
                </c:pt>
                <c:pt idx="5089">
                  <c:v>0</c:v>
                </c:pt>
                <c:pt idx="5090">
                  <c:v>3.7822699019999999</c:v>
                </c:pt>
                <c:pt idx="5091">
                  <c:v>7.9159701030000003</c:v>
                </c:pt>
                <c:pt idx="5092">
                  <c:v>0.23568457100000001</c:v>
                </c:pt>
                <c:pt idx="5093">
                  <c:v>2.9830894579999998</c:v>
                </c:pt>
                <c:pt idx="5094">
                  <c:v>0.86420052599999997</c:v>
                </c:pt>
                <c:pt idx="5095">
                  <c:v>2.5888853329999999</c:v>
                </c:pt>
                <c:pt idx="5096">
                  <c:v>1.714033994</c:v>
                </c:pt>
                <c:pt idx="5097">
                  <c:v>1.757776561</c:v>
                </c:pt>
                <c:pt idx="5098">
                  <c:v>1.7555894329999999</c:v>
                </c:pt>
                <c:pt idx="5099">
                  <c:v>1.755698789</c:v>
                </c:pt>
                <c:pt idx="5100">
                  <c:v>1.7556933210000001</c:v>
                </c:pt>
                <c:pt idx="5101">
                  <c:v>1.7556935950000001</c:v>
                </c:pt>
                <c:pt idx="5102">
                  <c:v>1.7556935810000001</c:v>
                </c:pt>
                <c:pt idx="5103">
                  <c:v>1.7556935819999999</c:v>
                </c:pt>
                <c:pt idx="5104">
                  <c:v>1.7556935819999999</c:v>
                </c:pt>
                <c:pt idx="5105">
                  <c:v>0</c:v>
                </c:pt>
                <c:pt idx="5106">
                  <c:v>1.9703092959999999</c:v>
                </c:pt>
                <c:pt idx="5107">
                  <c:v>0</c:v>
                </c:pt>
                <c:pt idx="5108">
                  <c:v>0</c:v>
                </c:pt>
                <c:pt idx="5109">
                  <c:v>0</c:v>
                </c:pt>
                <c:pt idx="5110">
                  <c:v>2.401618016</c:v>
                </c:pt>
                <c:pt idx="5111">
                  <c:v>5.8070362180000004</c:v>
                </c:pt>
                <c:pt idx="5112">
                  <c:v>0</c:v>
                </c:pt>
                <c:pt idx="5113">
                  <c:v>0</c:v>
                </c:pt>
                <c:pt idx="5114">
                  <c:v>6.5824100640000003</c:v>
                </c:pt>
                <c:pt idx="5115">
                  <c:v>0</c:v>
                </c:pt>
                <c:pt idx="5116">
                  <c:v>14.957581559999999</c:v>
                </c:pt>
                <c:pt idx="5117">
                  <c:v>1.095599183</c:v>
                </c:pt>
                <c:pt idx="5118">
                  <c:v>1.788698302</c:v>
                </c:pt>
                <c:pt idx="5119">
                  <c:v>1.754043346</c:v>
                </c:pt>
                <c:pt idx="5120">
                  <c:v>0</c:v>
                </c:pt>
                <c:pt idx="5121">
                  <c:v>5.8879730090000004</c:v>
                </c:pt>
                <c:pt idx="5122">
                  <c:v>1.5490796099999999</c:v>
                </c:pt>
                <c:pt idx="5123">
                  <c:v>1.7660242799999999</c:v>
                </c:pt>
                <c:pt idx="5124">
                  <c:v>1.7551770470000001</c:v>
                </c:pt>
                <c:pt idx="5125">
                  <c:v>1.7557194089999999</c:v>
                </c:pt>
                <c:pt idx="5126">
                  <c:v>1.75569229</c:v>
                </c:pt>
                <c:pt idx="5127">
                  <c:v>1.7556936460000001</c:v>
                </c:pt>
                <c:pt idx="5128">
                  <c:v>1.7556935789999999</c:v>
                </c:pt>
                <c:pt idx="5129">
                  <c:v>1.7556935819999999</c:v>
                </c:pt>
                <c:pt idx="5130">
                  <c:v>1.7556935819999999</c:v>
                </c:pt>
                <c:pt idx="5131">
                  <c:v>0.35558535899999999</c:v>
                </c:pt>
                <c:pt idx="5132">
                  <c:v>1.0295250090000001</c:v>
                </c:pt>
                <c:pt idx="5133">
                  <c:v>0.82556420799999997</c:v>
                </c:pt>
                <c:pt idx="5134">
                  <c:v>0</c:v>
                </c:pt>
                <c:pt idx="5135">
                  <c:v>0</c:v>
                </c:pt>
                <c:pt idx="5136">
                  <c:v>5.2219893730000004</c:v>
                </c:pt>
                <c:pt idx="5137">
                  <c:v>5.5044093729999997</c:v>
                </c:pt>
                <c:pt idx="5138">
                  <c:v>0.302449737</c:v>
                </c:pt>
                <c:pt idx="5139">
                  <c:v>0.42385976600000003</c:v>
                </c:pt>
                <c:pt idx="5140">
                  <c:v>2.4709833520000002</c:v>
                </c:pt>
                <c:pt idx="5141">
                  <c:v>5.9270293570000003</c:v>
                </c:pt>
                <c:pt idx="5142">
                  <c:v>6.3482091360000004</c:v>
                </c:pt>
                <c:pt idx="5143">
                  <c:v>1.526067804</c:v>
                </c:pt>
                <c:pt idx="5144">
                  <c:v>1.7671748709999999</c:v>
                </c:pt>
                <c:pt idx="5145">
                  <c:v>1.755119517</c:v>
                </c:pt>
                <c:pt idx="5146">
                  <c:v>1.755722285</c:v>
                </c:pt>
                <c:pt idx="5147">
                  <c:v>1.755692147</c:v>
                </c:pt>
                <c:pt idx="5148">
                  <c:v>1.7556936540000001</c:v>
                </c:pt>
                <c:pt idx="5149">
                  <c:v>1.755693578</c:v>
                </c:pt>
                <c:pt idx="5150">
                  <c:v>1.7556935819999999</c:v>
                </c:pt>
                <c:pt idx="5151">
                  <c:v>1.7556935819999999</c:v>
                </c:pt>
                <c:pt idx="5152">
                  <c:v>1.7556935819999999</c:v>
                </c:pt>
                <c:pt idx="5153">
                  <c:v>1.7556935819999999</c:v>
                </c:pt>
                <c:pt idx="5154">
                  <c:v>1.7556935819999999</c:v>
                </c:pt>
                <c:pt idx="5155">
                  <c:v>0</c:v>
                </c:pt>
                <c:pt idx="5156">
                  <c:v>8.6569373209999991</c:v>
                </c:pt>
                <c:pt idx="5157">
                  <c:v>0</c:v>
                </c:pt>
                <c:pt idx="5158">
                  <c:v>0</c:v>
                </c:pt>
                <c:pt idx="5159">
                  <c:v>0.38886722200000001</c:v>
                </c:pt>
                <c:pt idx="5160">
                  <c:v>0</c:v>
                </c:pt>
                <c:pt idx="5161">
                  <c:v>0.595579737</c:v>
                </c:pt>
                <c:pt idx="5162">
                  <c:v>14.500976550000001</c:v>
                </c:pt>
                <c:pt idx="5163">
                  <c:v>0</c:v>
                </c:pt>
                <c:pt idx="5164">
                  <c:v>1.4055191570000001</c:v>
                </c:pt>
                <c:pt idx="5165">
                  <c:v>0.630336585</c:v>
                </c:pt>
                <c:pt idx="5166">
                  <c:v>7.4503569240000003</c:v>
                </c:pt>
                <c:pt idx="5167">
                  <c:v>0</c:v>
                </c:pt>
                <c:pt idx="5168">
                  <c:v>5.8809509770000004</c:v>
                </c:pt>
                <c:pt idx="5169">
                  <c:v>1.5494307119999999</c:v>
                </c:pt>
                <c:pt idx="5170">
                  <c:v>1.766006725</c:v>
                </c:pt>
                <c:pt idx="5171">
                  <c:v>1.7551779249999999</c:v>
                </c:pt>
                <c:pt idx="5172">
                  <c:v>1.755719365</c:v>
                </c:pt>
                <c:pt idx="5173">
                  <c:v>1.7556922930000001</c:v>
                </c:pt>
                <c:pt idx="5174">
                  <c:v>1.7556936460000001</c:v>
                </c:pt>
                <c:pt idx="5175">
                  <c:v>1.7556935789999999</c:v>
                </c:pt>
                <c:pt idx="5176">
                  <c:v>1.7556935819999999</c:v>
                </c:pt>
                <c:pt idx="5177">
                  <c:v>1.7556935819999999</c:v>
                </c:pt>
                <c:pt idx="5178">
                  <c:v>1.7556935819999999</c:v>
                </c:pt>
                <c:pt idx="5179">
                  <c:v>1.7556935819999999</c:v>
                </c:pt>
                <c:pt idx="5180">
                  <c:v>1.7556935819999999</c:v>
                </c:pt>
                <c:pt idx="5181">
                  <c:v>0</c:v>
                </c:pt>
                <c:pt idx="5182">
                  <c:v>8.2105684780000008</c:v>
                </c:pt>
                <c:pt idx="5183">
                  <c:v>1.432949837</c:v>
                </c:pt>
                <c:pt idx="5184">
                  <c:v>1.512744624</c:v>
                </c:pt>
                <c:pt idx="5185">
                  <c:v>0.64343470700000005</c:v>
                </c:pt>
                <c:pt idx="5186">
                  <c:v>3.1133177769999998</c:v>
                </c:pt>
                <c:pt idx="5187">
                  <c:v>1.687812372</c:v>
                </c:pt>
                <c:pt idx="5188">
                  <c:v>1.7590876419999999</c:v>
                </c:pt>
                <c:pt idx="5189">
                  <c:v>1.7555238790000001</c:v>
                </c:pt>
                <c:pt idx="5190">
                  <c:v>1.7557020670000001</c:v>
                </c:pt>
                <c:pt idx="5191">
                  <c:v>1.7556931579999999</c:v>
                </c:pt>
                <c:pt idx="5192">
                  <c:v>1.7556936030000001</c:v>
                </c:pt>
                <c:pt idx="5193">
                  <c:v>1.7556935810000001</c:v>
                </c:pt>
                <c:pt idx="5194">
                  <c:v>1.7556935819999999</c:v>
                </c:pt>
                <c:pt idx="5195">
                  <c:v>1.7556935819999999</c:v>
                </c:pt>
                <c:pt idx="5196">
                  <c:v>1.7556935819999999</c:v>
                </c:pt>
                <c:pt idx="5197">
                  <c:v>1.7556935819999999</c:v>
                </c:pt>
                <c:pt idx="5198">
                  <c:v>1.7556935819999999</c:v>
                </c:pt>
                <c:pt idx="5199">
                  <c:v>1.7556935819999999</c:v>
                </c:pt>
                <c:pt idx="5200">
                  <c:v>1.7556935819999999</c:v>
                </c:pt>
                <c:pt idx="5201">
                  <c:v>1.7556935819999999</c:v>
                </c:pt>
                <c:pt idx="5202">
                  <c:v>1.7556935819999999</c:v>
                </c:pt>
                <c:pt idx="5203">
                  <c:v>1.7556935819999999</c:v>
                </c:pt>
                <c:pt idx="5204">
                  <c:v>1.7556935819999999</c:v>
                </c:pt>
                <c:pt idx="5205">
                  <c:v>1.7556935819999999</c:v>
                </c:pt>
                <c:pt idx="5206">
                  <c:v>1.7556935819999999</c:v>
                </c:pt>
                <c:pt idx="5207">
                  <c:v>1.7556935819999999</c:v>
                </c:pt>
                <c:pt idx="5208">
                  <c:v>1.7556935819999999</c:v>
                </c:pt>
                <c:pt idx="5209">
                  <c:v>1.7556935819999999</c:v>
                </c:pt>
                <c:pt idx="5210">
                  <c:v>1.7556935819999999</c:v>
                </c:pt>
                <c:pt idx="5211">
                  <c:v>4.0434707E-2</c:v>
                </c:pt>
                <c:pt idx="5212">
                  <c:v>3.470952456</c:v>
                </c:pt>
                <c:pt idx="5213">
                  <c:v>1.6699306380000001</c:v>
                </c:pt>
                <c:pt idx="5214">
                  <c:v>1.7599817289999999</c:v>
                </c:pt>
                <c:pt idx="5215">
                  <c:v>1.755479174</c:v>
                </c:pt>
                <c:pt idx="5216">
                  <c:v>1.755704302</c:v>
                </c:pt>
                <c:pt idx="5217">
                  <c:v>1.755693046</c:v>
                </c:pt>
                <c:pt idx="5218">
                  <c:v>1.7556936089999999</c:v>
                </c:pt>
                <c:pt idx="5219">
                  <c:v>1.75569358</c:v>
                </c:pt>
                <c:pt idx="5220">
                  <c:v>1.7556935819999999</c:v>
                </c:pt>
                <c:pt idx="5221">
                  <c:v>1.7556935819999999</c:v>
                </c:pt>
                <c:pt idx="5222">
                  <c:v>1.7556935819999999</c:v>
                </c:pt>
                <c:pt idx="5223">
                  <c:v>1.7556935819999999</c:v>
                </c:pt>
                <c:pt idx="5224">
                  <c:v>1.7556935819999999</c:v>
                </c:pt>
                <c:pt idx="5225">
                  <c:v>1.7556935819999999</c:v>
                </c:pt>
                <c:pt idx="5226">
                  <c:v>1.7556935819999999</c:v>
                </c:pt>
                <c:pt idx="5227">
                  <c:v>0</c:v>
                </c:pt>
                <c:pt idx="5228">
                  <c:v>1.7810064E-2</c:v>
                </c:pt>
                <c:pt idx="5229">
                  <c:v>5.9931150090000003</c:v>
                </c:pt>
                <c:pt idx="5230">
                  <c:v>0</c:v>
                </c:pt>
                <c:pt idx="5231">
                  <c:v>0</c:v>
                </c:pt>
                <c:pt idx="5232">
                  <c:v>0</c:v>
                </c:pt>
                <c:pt idx="5233">
                  <c:v>2.0545991570000002</c:v>
                </c:pt>
                <c:pt idx="5234">
                  <c:v>0.81670973700000005</c:v>
                </c:pt>
                <c:pt idx="5235">
                  <c:v>0</c:v>
                </c:pt>
                <c:pt idx="5236">
                  <c:v>3.288690753</c:v>
                </c:pt>
                <c:pt idx="5237">
                  <c:v>15.98319438</c:v>
                </c:pt>
                <c:pt idx="5238">
                  <c:v>1.0443185420000001</c:v>
                </c:pt>
                <c:pt idx="5239">
                  <c:v>1.791262334</c:v>
                </c:pt>
                <c:pt idx="5240">
                  <c:v>1.753915144</c:v>
                </c:pt>
                <c:pt idx="5241">
                  <c:v>1.7557825039999999</c:v>
                </c:pt>
                <c:pt idx="5242">
                  <c:v>1.755689136</c:v>
                </c:pt>
                <c:pt idx="5243">
                  <c:v>1.7556938040000001</c:v>
                </c:pt>
                <c:pt idx="5244">
                  <c:v>1.7556935709999999</c:v>
                </c:pt>
                <c:pt idx="5245">
                  <c:v>1.7556935819999999</c:v>
                </c:pt>
                <c:pt idx="5246">
                  <c:v>1.7556935819999999</c:v>
                </c:pt>
                <c:pt idx="5247">
                  <c:v>1.7556935819999999</c:v>
                </c:pt>
                <c:pt idx="5248">
                  <c:v>0</c:v>
                </c:pt>
                <c:pt idx="5249">
                  <c:v>5.8472976069999998</c:v>
                </c:pt>
                <c:pt idx="5250">
                  <c:v>1.551113381</c:v>
                </c:pt>
                <c:pt idx="5251">
                  <c:v>0</c:v>
                </c:pt>
                <c:pt idx="5252">
                  <c:v>0</c:v>
                </c:pt>
                <c:pt idx="5253">
                  <c:v>0</c:v>
                </c:pt>
                <c:pt idx="5254">
                  <c:v>1.0090156459999999</c:v>
                </c:pt>
                <c:pt idx="5255">
                  <c:v>6.2944350089999999</c:v>
                </c:pt>
                <c:pt idx="5256">
                  <c:v>14.237746209999999</c:v>
                </c:pt>
                <c:pt idx="5257">
                  <c:v>1.1315909500000001</c:v>
                </c:pt>
                <c:pt idx="5258">
                  <c:v>0.274369737</c:v>
                </c:pt>
                <c:pt idx="5259">
                  <c:v>0</c:v>
                </c:pt>
                <c:pt idx="5260">
                  <c:v>0</c:v>
                </c:pt>
                <c:pt idx="5261">
                  <c:v>8.1746378400000008</c:v>
                </c:pt>
                <c:pt idx="5262">
                  <c:v>1.434746369</c:v>
                </c:pt>
                <c:pt idx="5263">
                  <c:v>1.7717409420000001</c:v>
                </c:pt>
                <c:pt idx="5264">
                  <c:v>1.7548912139999999</c:v>
                </c:pt>
                <c:pt idx="5265">
                  <c:v>1.7557337</c:v>
                </c:pt>
                <c:pt idx="5266">
                  <c:v>1.755691576</c:v>
                </c:pt>
                <c:pt idx="5267">
                  <c:v>1.755693682</c:v>
                </c:pt>
                <c:pt idx="5268">
                  <c:v>1.7556935769999999</c:v>
                </c:pt>
                <c:pt idx="5269">
                  <c:v>1.7556935819999999</c:v>
                </c:pt>
                <c:pt idx="5270">
                  <c:v>1.7556935819999999</c:v>
                </c:pt>
                <c:pt idx="5271">
                  <c:v>1.7556935819999999</c:v>
                </c:pt>
                <c:pt idx="5272">
                  <c:v>1.7556935819999999</c:v>
                </c:pt>
                <c:pt idx="5273">
                  <c:v>1.7556935819999999</c:v>
                </c:pt>
                <c:pt idx="5274">
                  <c:v>1.7556935819999999</c:v>
                </c:pt>
                <c:pt idx="5275">
                  <c:v>0</c:v>
                </c:pt>
                <c:pt idx="5276">
                  <c:v>6.3543599999999998</c:v>
                </c:pt>
                <c:pt idx="5277">
                  <c:v>0</c:v>
                </c:pt>
                <c:pt idx="5278">
                  <c:v>12.53537959</c:v>
                </c:pt>
                <c:pt idx="5279">
                  <c:v>1.216709281</c:v>
                </c:pt>
                <c:pt idx="5280">
                  <c:v>1.7826427970000001</c:v>
                </c:pt>
                <c:pt idx="5281">
                  <c:v>0</c:v>
                </c:pt>
                <c:pt idx="5282">
                  <c:v>0</c:v>
                </c:pt>
                <c:pt idx="5283">
                  <c:v>0</c:v>
                </c:pt>
                <c:pt idx="5284">
                  <c:v>0</c:v>
                </c:pt>
                <c:pt idx="5285">
                  <c:v>0</c:v>
                </c:pt>
                <c:pt idx="5286">
                  <c:v>12.547030619999999</c:v>
                </c:pt>
                <c:pt idx="5287">
                  <c:v>7.057214063</c:v>
                </c:pt>
                <c:pt idx="5288">
                  <c:v>1.4906175580000001</c:v>
                </c:pt>
                <c:pt idx="5289">
                  <c:v>1.768947383</c:v>
                </c:pt>
                <c:pt idx="5290">
                  <c:v>1.755030892</c:v>
                </c:pt>
                <c:pt idx="5291">
                  <c:v>1.7557267160000001</c:v>
                </c:pt>
                <c:pt idx="5292">
                  <c:v>1.755691925</c:v>
                </c:pt>
                <c:pt idx="5293">
                  <c:v>1.7556936649999999</c:v>
                </c:pt>
                <c:pt idx="5294">
                  <c:v>1.755693578</c:v>
                </c:pt>
                <c:pt idx="5295">
                  <c:v>1.7556935819999999</c:v>
                </c:pt>
                <c:pt idx="5296">
                  <c:v>1.7556935819999999</c:v>
                </c:pt>
                <c:pt idx="5297">
                  <c:v>1.7556935819999999</c:v>
                </c:pt>
                <c:pt idx="5298">
                  <c:v>0</c:v>
                </c:pt>
                <c:pt idx="5299">
                  <c:v>0</c:v>
                </c:pt>
                <c:pt idx="5300">
                  <c:v>0</c:v>
                </c:pt>
                <c:pt idx="5301">
                  <c:v>0</c:v>
                </c:pt>
                <c:pt idx="5302">
                  <c:v>0</c:v>
                </c:pt>
                <c:pt idx="5303">
                  <c:v>13.84056</c:v>
                </c:pt>
                <c:pt idx="5304">
                  <c:v>6.6760209740000001</c:v>
                </c:pt>
                <c:pt idx="5305">
                  <c:v>1.5096772119999999</c:v>
                </c:pt>
                <c:pt idx="5306">
                  <c:v>1.7679944000000001</c:v>
                </c:pt>
                <c:pt idx="5307">
                  <c:v>1.755078541</c:v>
                </c:pt>
                <c:pt idx="5308">
                  <c:v>1.7557243339999999</c:v>
                </c:pt>
                <c:pt idx="5309">
                  <c:v>1.7556920439999999</c:v>
                </c:pt>
                <c:pt idx="5310">
                  <c:v>1.7556936590000001</c:v>
                </c:pt>
                <c:pt idx="5311">
                  <c:v>1.755693578</c:v>
                </c:pt>
                <c:pt idx="5312">
                  <c:v>1.7556935819999999</c:v>
                </c:pt>
                <c:pt idx="5313">
                  <c:v>1.7556935819999999</c:v>
                </c:pt>
                <c:pt idx="5314">
                  <c:v>1.7556935819999999</c:v>
                </c:pt>
                <c:pt idx="5315">
                  <c:v>1.7556935819999999</c:v>
                </c:pt>
                <c:pt idx="5316">
                  <c:v>1.7556935819999999</c:v>
                </c:pt>
                <c:pt idx="5317">
                  <c:v>1.7556935819999999</c:v>
                </c:pt>
                <c:pt idx="5318">
                  <c:v>1.7556935819999999</c:v>
                </c:pt>
                <c:pt idx="5319">
                  <c:v>1.7556935819999999</c:v>
                </c:pt>
                <c:pt idx="5320">
                  <c:v>1.7556935819999999</c:v>
                </c:pt>
                <c:pt idx="5321">
                  <c:v>1.7556935819999999</c:v>
                </c:pt>
                <c:pt idx="5322">
                  <c:v>1.7556935819999999</c:v>
                </c:pt>
                <c:pt idx="5323">
                  <c:v>1.7556935819999999</c:v>
                </c:pt>
                <c:pt idx="5324">
                  <c:v>1.7556935819999999</c:v>
                </c:pt>
                <c:pt idx="5325">
                  <c:v>1.7556935819999999</c:v>
                </c:pt>
                <c:pt idx="5326">
                  <c:v>1.7556935819999999</c:v>
                </c:pt>
                <c:pt idx="5327">
                  <c:v>1.7556935819999999</c:v>
                </c:pt>
                <c:pt idx="5328">
                  <c:v>1.7556935819999999</c:v>
                </c:pt>
                <c:pt idx="5329">
                  <c:v>1.7556935819999999</c:v>
                </c:pt>
                <c:pt idx="5330">
                  <c:v>1.7556935819999999</c:v>
                </c:pt>
                <c:pt idx="5331">
                  <c:v>1.7556935819999999</c:v>
                </c:pt>
                <c:pt idx="5332">
                  <c:v>1.7556935819999999</c:v>
                </c:pt>
                <c:pt idx="5333">
                  <c:v>1.7556935819999999</c:v>
                </c:pt>
                <c:pt idx="5334">
                  <c:v>1.7556935819999999</c:v>
                </c:pt>
                <c:pt idx="5335">
                  <c:v>1.7556935819999999</c:v>
                </c:pt>
                <c:pt idx="5336">
                  <c:v>1.7556935819999999</c:v>
                </c:pt>
                <c:pt idx="5337">
                  <c:v>1.7556935819999999</c:v>
                </c:pt>
                <c:pt idx="5338">
                  <c:v>1.7556935819999999</c:v>
                </c:pt>
                <c:pt idx="5339">
                  <c:v>1.7556935819999999</c:v>
                </c:pt>
                <c:pt idx="5340">
                  <c:v>1.7556935819999999</c:v>
                </c:pt>
                <c:pt idx="5341">
                  <c:v>1.7556935819999999</c:v>
                </c:pt>
                <c:pt idx="5342">
                  <c:v>1.7556935819999999</c:v>
                </c:pt>
                <c:pt idx="5343">
                  <c:v>1.7556935819999999</c:v>
                </c:pt>
                <c:pt idx="5344">
                  <c:v>1.7556935819999999</c:v>
                </c:pt>
                <c:pt idx="5345">
                  <c:v>1.7556935819999999</c:v>
                </c:pt>
                <c:pt idx="5346">
                  <c:v>1.7556935819999999</c:v>
                </c:pt>
                <c:pt idx="5347">
                  <c:v>0</c:v>
                </c:pt>
                <c:pt idx="5348">
                  <c:v>0</c:v>
                </c:pt>
                <c:pt idx="5349">
                  <c:v>0</c:v>
                </c:pt>
                <c:pt idx="5350">
                  <c:v>0</c:v>
                </c:pt>
                <c:pt idx="5351">
                  <c:v>0</c:v>
                </c:pt>
                <c:pt idx="5352">
                  <c:v>0</c:v>
                </c:pt>
                <c:pt idx="5353">
                  <c:v>0</c:v>
                </c:pt>
                <c:pt idx="5354">
                  <c:v>4.8651556459999998</c:v>
                </c:pt>
                <c:pt idx="5355">
                  <c:v>14.92991655</c:v>
                </c:pt>
                <c:pt idx="5356">
                  <c:v>0.23231470700000001</c:v>
                </c:pt>
                <c:pt idx="5357">
                  <c:v>1.5803776620000001</c:v>
                </c:pt>
                <c:pt idx="5358">
                  <c:v>3.0586713809999999</c:v>
                </c:pt>
                <c:pt idx="5359">
                  <c:v>1.690544692</c:v>
                </c:pt>
                <c:pt idx="5360">
                  <c:v>1.7589510260000001</c:v>
                </c:pt>
                <c:pt idx="5361">
                  <c:v>1.7555307099999999</c:v>
                </c:pt>
                <c:pt idx="5362">
                  <c:v>1.755701725</c:v>
                </c:pt>
                <c:pt idx="5363">
                  <c:v>1.755693175</c:v>
                </c:pt>
                <c:pt idx="5364">
                  <c:v>1.755693602</c:v>
                </c:pt>
                <c:pt idx="5365">
                  <c:v>1.7556935810000001</c:v>
                </c:pt>
                <c:pt idx="5366">
                  <c:v>1.7556935819999999</c:v>
                </c:pt>
                <c:pt idx="5367">
                  <c:v>1.7556935819999999</c:v>
                </c:pt>
                <c:pt idx="5368">
                  <c:v>1.7556935819999999</c:v>
                </c:pt>
                <c:pt idx="5369">
                  <c:v>1.7556935819999999</c:v>
                </c:pt>
                <c:pt idx="5370">
                  <c:v>1.7556935819999999</c:v>
                </c:pt>
                <c:pt idx="5371">
                  <c:v>1.7556935819999999</c:v>
                </c:pt>
                <c:pt idx="5372">
                  <c:v>1.7556935819999999</c:v>
                </c:pt>
                <c:pt idx="5373">
                  <c:v>1.7556935819999999</c:v>
                </c:pt>
                <c:pt idx="5374">
                  <c:v>1.7556935819999999</c:v>
                </c:pt>
                <c:pt idx="5375">
                  <c:v>1.7556935819999999</c:v>
                </c:pt>
                <c:pt idx="5376">
                  <c:v>1.7556935819999999</c:v>
                </c:pt>
                <c:pt idx="5377">
                  <c:v>1.7556935819999999</c:v>
                </c:pt>
                <c:pt idx="5378">
                  <c:v>1.7556935819999999</c:v>
                </c:pt>
                <c:pt idx="5379">
                  <c:v>1.7556935819999999</c:v>
                </c:pt>
                <c:pt idx="5380">
                  <c:v>1.7556935819999999</c:v>
                </c:pt>
                <c:pt idx="5381">
                  <c:v>1.7556935819999999</c:v>
                </c:pt>
                <c:pt idx="5382">
                  <c:v>1.7556935819999999</c:v>
                </c:pt>
                <c:pt idx="5383">
                  <c:v>1.7556935819999999</c:v>
                </c:pt>
                <c:pt idx="5384">
                  <c:v>1.7556935819999999</c:v>
                </c:pt>
                <c:pt idx="5385">
                  <c:v>1.7556935819999999</c:v>
                </c:pt>
                <c:pt idx="5386">
                  <c:v>1.7556935819999999</c:v>
                </c:pt>
                <c:pt idx="5387">
                  <c:v>1.7556935819999999</c:v>
                </c:pt>
                <c:pt idx="5388">
                  <c:v>1.7556935819999999</c:v>
                </c:pt>
                <c:pt idx="5389">
                  <c:v>1.7556935819999999</c:v>
                </c:pt>
                <c:pt idx="5390">
                  <c:v>1.7556935819999999</c:v>
                </c:pt>
                <c:pt idx="5391">
                  <c:v>1.7556935819999999</c:v>
                </c:pt>
                <c:pt idx="5392">
                  <c:v>1.7556935819999999</c:v>
                </c:pt>
                <c:pt idx="5393">
                  <c:v>1.7556935819999999</c:v>
                </c:pt>
                <c:pt idx="5394">
                  <c:v>1.7556935819999999</c:v>
                </c:pt>
                <c:pt idx="5395">
                  <c:v>1.3561762180000001</c:v>
                </c:pt>
                <c:pt idx="5396">
                  <c:v>2.1552109449999999</c:v>
                </c:pt>
                <c:pt idx="5397">
                  <c:v>1.735717714</c:v>
                </c:pt>
                <c:pt idx="5398">
                  <c:v>1.7566923750000001</c:v>
                </c:pt>
                <c:pt idx="5399">
                  <c:v>1.7556436419999999</c:v>
                </c:pt>
                <c:pt idx="5400">
                  <c:v>1.755696079</c:v>
                </c:pt>
                <c:pt idx="5401">
                  <c:v>1.755693457</c:v>
                </c:pt>
                <c:pt idx="5402">
                  <c:v>1.755693588</c:v>
                </c:pt>
                <c:pt idx="5403">
                  <c:v>1.7556935810000001</c:v>
                </c:pt>
                <c:pt idx="5404">
                  <c:v>1.7556935819999999</c:v>
                </c:pt>
                <c:pt idx="5405">
                  <c:v>1.7556935819999999</c:v>
                </c:pt>
                <c:pt idx="5406">
                  <c:v>1.7556935819999999</c:v>
                </c:pt>
                <c:pt idx="5407">
                  <c:v>1.7556935819999999</c:v>
                </c:pt>
                <c:pt idx="5408">
                  <c:v>1.7556935819999999</c:v>
                </c:pt>
                <c:pt idx="5409">
                  <c:v>1.7556935819999999</c:v>
                </c:pt>
                <c:pt idx="5410">
                  <c:v>1.7556935819999999</c:v>
                </c:pt>
                <c:pt idx="5411">
                  <c:v>1.7556935819999999</c:v>
                </c:pt>
                <c:pt idx="5412">
                  <c:v>1.7556935819999999</c:v>
                </c:pt>
                <c:pt idx="5413">
                  <c:v>1.7556935819999999</c:v>
                </c:pt>
                <c:pt idx="5414">
                  <c:v>1.7556935819999999</c:v>
                </c:pt>
                <c:pt idx="5415">
                  <c:v>1.7556935819999999</c:v>
                </c:pt>
                <c:pt idx="5416">
                  <c:v>1.7556935819999999</c:v>
                </c:pt>
                <c:pt idx="5417">
                  <c:v>1.7556935819999999</c:v>
                </c:pt>
                <c:pt idx="5418">
                  <c:v>1.7556935819999999</c:v>
                </c:pt>
                <c:pt idx="5419">
                  <c:v>1.7556935819999999</c:v>
                </c:pt>
                <c:pt idx="5420">
                  <c:v>0</c:v>
                </c:pt>
                <c:pt idx="5421">
                  <c:v>0</c:v>
                </c:pt>
                <c:pt idx="5422">
                  <c:v>0</c:v>
                </c:pt>
                <c:pt idx="5423">
                  <c:v>6.1498831550000004</c:v>
                </c:pt>
                <c:pt idx="5424">
                  <c:v>14.164127690000001</c:v>
                </c:pt>
                <c:pt idx="5425">
                  <c:v>1.135271876</c:v>
                </c:pt>
                <c:pt idx="5426">
                  <c:v>0.70418470700000002</c:v>
                </c:pt>
                <c:pt idx="5427">
                  <c:v>0</c:v>
                </c:pt>
                <c:pt idx="5428">
                  <c:v>0</c:v>
                </c:pt>
                <c:pt idx="5429">
                  <c:v>0.85086022900000002</c:v>
                </c:pt>
                <c:pt idx="5430">
                  <c:v>8.7563188650000008</c:v>
                </c:pt>
                <c:pt idx="5431">
                  <c:v>1.4056623180000001</c:v>
                </c:pt>
                <c:pt idx="5432">
                  <c:v>1.7731951450000001</c:v>
                </c:pt>
                <c:pt idx="5433">
                  <c:v>1.7548185039999999</c:v>
                </c:pt>
                <c:pt idx="5434">
                  <c:v>1.7557373359999999</c:v>
                </c:pt>
                <c:pt idx="5435">
                  <c:v>1.7556913940000001</c:v>
                </c:pt>
                <c:pt idx="5436">
                  <c:v>1.7556936910000001</c:v>
                </c:pt>
                <c:pt idx="5437">
                  <c:v>1.7556935760000001</c:v>
                </c:pt>
                <c:pt idx="5438">
                  <c:v>1.7556935819999999</c:v>
                </c:pt>
                <c:pt idx="5439">
                  <c:v>1.7556935819999999</c:v>
                </c:pt>
                <c:pt idx="5440">
                  <c:v>1.7556935819999999</c:v>
                </c:pt>
                <c:pt idx="5441">
                  <c:v>0</c:v>
                </c:pt>
                <c:pt idx="5442">
                  <c:v>0</c:v>
                </c:pt>
                <c:pt idx="5443">
                  <c:v>0</c:v>
                </c:pt>
                <c:pt idx="5444">
                  <c:v>0</c:v>
                </c:pt>
                <c:pt idx="5445">
                  <c:v>0</c:v>
                </c:pt>
                <c:pt idx="5446">
                  <c:v>0</c:v>
                </c:pt>
                <c:pt idx="5447">
                  <c:v>0</c:v>
                </c:pt>
                <c:pt idx="5448">
                  <c:v>0</c:v>
                </c:pt>
                <c:pt idx="5449">
                  <c:v>0</c:v>
                </c:pt>
                <c:pt idx="5450">
                  <c:v>0</c:v>
                </c:pt>
                <c:pt idx="5451">
                  <c:v>0</c:v>
                </c:pt>
                <c:pt idx="5452">
                  <c:v>0.832909766</c:v>
                </c:pt>
                <c:pt idx="5453">
                  <c:v>0</c:v>
                </c:pt>
                <c:pt idx="5454">
                  <c:v>2.9282672989999998</c:v>
                </c:pt>
                <c:pt idx="5455">
                  <c:v>0</c:v>
                </c:pt>
                <c:pt idx="5456">
                  <c:v>0</c:v>
                </c:pt>
                <c:pt idx="5457">
                  <c:v>4.4880219449999998</c:v>
                </c:pt>
                <c:pt idx="5458">
                  <c:v>15.41762533</c:v>
                </c:pt>
                <c:pt idx="5459">
                  <c:v>1.418505224</c:v>
                </c:pt>
                <c:pt idx="5460">
                  <c:v>1.772553</c:v>
                </c:pt>
                <c:pt idx="5461">
                  <c:v>1.7548506109999999</c:v>
                </c:pt>
                <c:pt idx="5462">
                  <c:v>1.75573573</c:v>
                </c:pt>
                <c:pt idx="5463">
                  <c:v>1.755691474</c:v>
                </c:pt>
                <c:pt idx="5464">
                  <c:v>1.7556936869999999</c:v>
                </c:pt>
                <c:pt idx="5465">
                  <c:v>1.7556935769999999</c:v>
                </c:pt>
                <c:pt idx="5466">
                  <c:v>0</c:v>
                </c:pt>
                <c:pt idx="5467">
                  <c:v>0</c:v>
                </c:pt>
                <c:pt idx="5468">
                  <c:v>0</c:v>
                </c:pt>
                <c:pt idx="5469">
                  <c:v>7.1612654390000001</c:v>
                </c:pt>
                <c:pt idx="5470">
                  <c:v>10.80612</c:v>
                </c:pt>
                <c:pt idx="5471">
                  <c:v>2.5301854580000001</c:v>
                </c:pt>
                <c:pt idx="5472">
                  <c:v>1.7169689880000001</c:v>
                </c:pt>
                <c:pt idx="5473">
                  <c:v>1.7576298109999999</c:v>
                </c:pt>
                <c:pt idx="5474">
                  <c:v>1.7555967699999999</c:v>
                </c:pt>
                <c:pt idx="5475">
                  <c:v>1.755698422</c:v>
                </c:pt>
                <c:pt idx="5476">
                  <c:v>1.7556933400000001</c:v>
                </c:pt>
                <c:pt idx="5477">
                  <c:v>1.755693594</c:v>
                </c:pt>
                <c:pt idx="5478">
                  <c:v>0</c:v>
                </c:pt>
                <c:pt idx="5479">
                  <c:v>4.016582884</c:v>
                </c:pt>
                <c:pt idx="5480">
                  <c:v>1.6426491169999999</c:v>
                </c:pt>
                <c:pt idx="5481">
                  <c:v>1.7613458049999999</c:v>
                </c:pt>
                <c:pt idx="5482">
                  <c:v>1.7554109710000001</c:v>
                </c:pt>
                <c:pt idx="5483">
                  <c:v>1.755707712</c:v>
                </c:pt>
                <c:pt idx="5484">
                  <c:v>1.755692875</c:v>
                </c:pt>
                <c:pt idx="5485">
                  <c:v>1.7556936169999999</c:v>
                </c:pt>
                <c:pt idx="5486">
                  <c:v>1.75569358</c:v>
                </c:pt>
                <c:pt idx="5487">
                  <c:v>1.7556935819999999</c:v>
                </c:pt>
                <c:pt idx="5488">
                  <c:v>1.7556935819999999</c:v>
                </c:pt>
                <c:pt idx="5489">
                  <c:v>1.7556935819999999</c:v>
                </c:pt>
                <c:pt idx="5490">
                  <c:v>1.7556935819999999</c:v>
                </c:pt>
                <c:pt idx="5491">
                  <c:v>0</c:v>
                </c:pt>
                <c:pt idx="5492">
                  <c:v>0</c:v>
                </c:pt>
                <c:pt idx="5493">
                  <c:v>0</c:v>
                </c:pt>
                <c:pt idx="5494">
                  <c:v>0</c:v>
                </c:pt>
                <c:pt idx="5495">
                  <c:v>0.19248283199999999</c:v>
                </c:pt>
                <c:pt idx="5496">
                  <c:v>0</c:v>
                </c:pt>
                <c:pt idx="5497">
                  <c:v>0</c:v>
                </c:pt>
                <c:pt idx="5498">
                  <c:v>0</c:v>
                </c:pt>
                <c:pt idx="5499">
                  <c:v>0</c:v>
                </c:pt>
                <c:pt idx="5500">
                  <c:v>0</c:v>
                </c:pt>
                <c:pt idx="5501">
                  <c:v>0</c:v>
                </c:pt>
                <c:pt idx="5502">
                  <c:v>12.246492849999999</c:v>
                </c:pt>
                <c:pt idx="5503">
                  <c:v>8.9688372120000004</c:v>
                </c:pt>
                <c:pt idx="5504">
                  <c:v>1.3950364</c:v>
                </c:pt>
                <c:pt idx="5505">
                  <c:v>1.773726441</c:v>
                </c:pt>
                <c:pt idx="5506">
                  <c:v>1.754791939</c:v>
                </c:pt>
                <c:pt idx="5507">
                  <c:v>1.7557386639999999</c:v>
                </c:pt>
                <c:pt idx="5508">
                  <c:v>1.7556913279999999</c:v>
                </c:pt>
                <c:pt idx="5509">
                  <c:v>1.7556936940000001</c:v>
                </c:pt>
                <c:pt idx="5510">
                  <c:v>1.7556935760000001</c:v>
                </c:pt>
                <c:pt idx="5511">
                  <c:v>1.7556935819999999</c:v>
                </c:pt>
                <c:pt idx="5512">
                  <c:v>1.7556935819999999</c:v>
                </c:pt>
                <c:pt idx="5513">
                  <c:v>1.7556935819999999</c:v>
                </c:pt>
                <c:pt idx="5514">
                  <c:v>1.7556935819999999</c:v>
                </c:pt>
                <c:pt idx="5515">
                  <c:v>1.7556935819999999</c:v>
                </c:pt>
                <c:pt idx="5516">
                  <c:v>1.7556935819999999</c:v>
                </c:pt>
                <c:pt idx="5517">
                  <c:v>1.7556935819999999</c:v>
                </c:pt>
                <c:pt idx="5518">
                  <c:v>0</c:v>
                </c:pt>
                <c:pt idx="5519">
                  <c:v>6.9508917099999996</c:v>
                </c:pt>
                <c:pt idx="5520">
                  <c:v>0</c:v>
                </c:pt>
                <c:pt idx="5521">
                  <c:v>2.0657428320000002</c:v>
                </c:pt>
                <c:pt idx="5522">
                  <c:v>0</c:v>
                </c:pt>
                <c:pt idx="5523">
                  <c:v>0</c:v>
                </c:pt>
                <c:pt idx="5524">
                  <c:v>10.126864919999999</c:v>
                </c:pt>
                <c:pt idx="5525">
                  <c:v>3.1805944230000001</c:v>
                </c:pt>
                <c:pt idx="5526">
                  <c:v>1.68444854</c:v>
                </c:pt>
                <c:pt idx="5527">
                  <c:v>1.759255834</c:v>
                </c:pt>
                <c:pt idx="5528">
                  <c:v>1.7555154690000001</c:v>
                </c:pt>
                <c:pt idx="5529">
                  <c:v>1.755702487</c:v>
                </c:pt>
                <c:pt idx="5530">
                  <c:v>1.7556931360000001</c:v>
                </c:pt>
                <c:pt idx="5531">
                  <c:v>1.755693604</c:v>
                </c:pt>
                <c:pt idx="5532">
                  <c:v>1.7556935810000001</c:v>
                </c:pt>
                <c:pt idx="5533">
                  <c:v>1.7556935819999999</c:v>
                </c:pt>
                <c:pt idx="5534">
                  <c:v>1.7556935819999999</c:v>
                </c:pt>
                <c:pt idx="5535">
                  <c:v>1.7556935819999999</c:v>
                </c:pt>
                <c:pt idx="5536">
                  <c:v>1.7556935819999999</c:v>
                </c:pt>
                <c:pt idx="5537">
                  <c:v>1.7556935819999999</c:v>
                </c:pt>
                <c:pt idx="5538">
                  <c:v>0</c:v>
                </c:pt>
                <c:pt idx="5539">
                  <c:v>0</c:v>
                </c:pt>
                <c:pt idx="5540">
                  <c:v>0</c:v>
                </c:pt>
                <c:pt idx="5541">
                  <c:v>0</c:v>
                </c:pt>
                <c:pt idx="5542">
                  <c:v>0</c:v>
                </c:pt>
                <c:pt idx="5543">
                  <c:v>0</c:v>
                </c:pt>
                <c:pt idx="5544">
                  <c:v>15.85242</c:v>
                </c:pt>
                <c:pt idx="5545">
                  <c:v>0</c:v>
                </c:pt>
                <c:pt idx="5546">
                  <c:v>6.2625280160000001</c:v>
                </c:pt>
                <c:pt idx="5547">
                  <c:v>0</c:v>
                </c:pt>
                <c:pt idx="5548">
                  <c:v>2.2361128319999999</c:v>
                </c:pt>
                <c:pt idx="5549">
                  <c:v>0</c:v>
                </c:pt>
                <c:pt idx="5550">
                  <c:v>6.7721067240000004</c:v>
                </c:pt>
                <c:pt idx="5551">
                  <c:v>1.794499968</c:v>
                </c:pt>
                <c:pt idx="5552">
                  <c:v>1.1384397319999999</c:v>
                </c:pt>
                <c:pt idx="5553">
                  <c:v>4.6230135670000001</c:v>
                </c:pt>
                <c:pt idx="5554">
                  <c:v>1.6123275829999999</c:v>
                </c:pt>
                <c:pt idx="5555">
                  <c:v>1.7628618819999999</c:v>
                </c:pt>
                <c:pt idx="5556">
                  <c:v>1.7553351669999999</c:v>
                </c:pt>
                <c:pt idx="5557">
                  <c:v>1.7557115029999999</c:v>
                </c:pt>
                <c:pt idx="5558">
                  <c:v>1.7556926859999999</c:v>
                </c:pt>
                <c:pt idx="5559">
                  <c:v>1.7556936270000001</c:v>
                </c:pt>
                <c:pt idx="5560">
                  <c:v>1.75569358</c:v>
                </c:pt>
                <c:pt idx="5561">
                  <c:v>1.7556935819999999</c:v>
                </c:pt>
                <c:pt idx="5562">
                  <c:v>0</c:v>
                </c:pt>
                <c:pt idx="5563">
                  <c:v>1.2206642080000001</c:v>
                </c:pt>
                <c:pt idx="5564">
                  <c:v>0</c:v>
                </c:pt>
                <c:pt idx="5565">
                  <c:v>0</c:v>
                </c:pt>
                <c:pt idx="5566">
                  <c:v>4.671956218</c:v>
                </c:pt>
                <c:pt idx="5567">
                  <c:v>14.314465439999999</c:v>
                </c:pt>
                <c:pt idx="5568">
                  <c:v>2.5921772320000001</c:v>
                </c:pt>
                <c:pt idx="5569">
                  <c:v>1.713869399</c:v>
                </c:pt>
                <c:pt idx="5570">
                  <c:v>1.757784791</c:v>
                </c:pt>
                <c:pt idx="5571">
                  <c:v>1.755589021</c:v>
                </c:pt>
                <c:pt idx="5572">
                  <c:v>1.7556988099999999</c:v>
                </c:pt>
                <c:pt idx="5573">
                  <c:v>1.75569332</c:v>
                </c:pt>
                <c:pt idx="5574">
                  <c:v>1.7556935950000001</c:v>
                </c:pt>
                <c:pt idx="5575">
                  <c:v>1.7556935810000001</c:v>
                </c:pt>
                <c:pt idx="5576">
                  <c:v>0</c:v>
                </c:pt>
                <c:pt idx="5577">
                  <c:v>4.3850062049999998</c:v>
                </c:pt>
                <c:pt idx="5578">
                  <c:v>1.6242279509999999</c:v>
                </c:pt>
                <c:pt idx="5579">
                  <c:v>1.762266863</c:v>
                </c:pt>
                <c:pt idx="5580">
                  <c:v>1.7553649179999999</c:v>
                </c:pt>
                <c:pt idx="5581">
                  <c:v>1.755710015</c:v>
                </c:pt>
                <c:pt idx="5582">
                  <c:v>1.7556927600000001</c:v>
                </c:pt>
                <c:pt idx="5583">
                  <c:v>1.755693623</c:v>
                </c:pt>
                <c:pt idx="5584">
                  <c:v>1.75569358</c:v>
                </c:pt>
                <c:pt idx="5585">
                  <c:v>0</c:v>
                </c:pt>
                <c:pt idx="5586">
                  <c:v>0</c:v>
                </c:pt>
                <c:pt idx="5587">
                  <c:v>0</c:v>
                </c:pt>
                <c:pt idx="5588">
                  <c:v>0</c:v>
                </c:pt>
                <c:pt idx="5589">
                  <c:v>0</c:v>
                </c:pt>
                <c:pt idx="5590">
                  <c:v>0</c:v>
                </c:pt>
                <c:pt idx="5591">
                  <c:v>0</c:v>
                </c:pt>
                <c:pt idx="5592">
                  <c:v>1.4655387959999999</c:v>
                </c:pt>
                <c:pt idx="5593">
                  <c:v>16.296119999999998</c:v>
                </c:pt>
                <c:pt idx="5594">
                  <c:v>3.4564750850000001</c:v>
                </c:pt>
                <c:pt idx="5595">
                  <c:v>1.6706545070000001</c:v>
                </c:pt>
                <c:pt idx="5596">
                  <c:v>1.759945536</c:v>
                </c:pt>
                <c:pt idx="5597">
                  <c:v>0.29202442899999997</c:v>
                </c:pt>
                <c:pt idx="5598">
                  <c:v>3.219160767</c:v>
                </c:pt>
                <c:pt idx="5599">
                  <c:v>1.682520223</c:v>
                </c:pt>
                <c:pt idx="5600">
                  <c:v>1.7593522500000001</c:v>
                </c:pt>
                <c:pt idx="5601">
                  <c:v>1.755510648</c:v>
                </c:pt>
                <c:pt idx="5602">
                  <c:v>1.7557027279999999</c:v>
                </c:pt>
                <c:pt idx="5603">
                  <c:v>1.755693124</c:v>
                </c:pt>
                <c:pt idx="5604">
                  <c:v>1.755693605</c:v>
                </c:pt>
                <c:pt idx="5605">
                  <c:v>1.7556935810000001</c:v>
                </c:pt>
                <c:pt idx="5606">
                  <c:v>1.7556935819999999</c:v>
                </c:pt>
                <c:pt idx="5607">
                  <c:v>1.7556935819999999</c:v>
                </c:pt>
                <c:pt idx="5608">
                  <c:v>1.7556935819999999</c:v>
                </c:pt>
                <c:pt idx="5609">
                  <c:v>1.7556935819999999</c:v>
                </c:pt>
                <c:pt idx="5610">
                  <c:v>1.7556935819999999</c:v>
                </c:pt>
                <c:pt idx="5611">
                  <c:v>1.7556935819999999</c:v>
                </c:pt>
                <c:pt idx="5612">
                  <c:v>1.7556935819999999</c:v>
                </c:pt>
                <c:pt idx="5613">
                  <c:v>1.7556935819999999</c:v>
                </c:pt>
                <c:pt idx="5614">
                  <c:v>1.7556935819999999</c:v>
                </c:pt>
                <c:pt idx="5615">
                  <c:v>1.7556935819999999</c:v>
                </c:pt>
                <c:pt idx="5616">
                  <c:v>1.7556935819999999</c:v>
                </c:pt>
                <c:pt idx="5617">
                  <c:v>1.7556935819999999</c:v>
                </c:pt>
                <c:pt idx="5618">
                  <c:v>1.7556935819999999</c:v>
                </c:pt>
                <c:pt idx="5619">
                  <c:v>1.7556935819999999</c:v>
                </c:pt>
                <c:pt idx="5620">
                  <c:v>1.7556935819999999</c:v>
                </c:pt>
                <c:pt idx="5621">
                  <c:v>1.7556935819999999</c:v>
                </c:pt>
                <c:pt idx="5622">
                  <c:v>1.7556935819999999</c:v>
                </c:pt>
                <c:pt idx="5623">
                  <c:v>1.7556935819999999</c:v>
                </c:pt>
                <c:pt idx="5624">
                  <c:v>1.7556935819999999</c:v>
                </c:pt>
                <c:pt idx="5625">
                  <c:v>1.7556935819999999</c:v>
                </c:pt>
                <c:pt idx="5626">
                  <c:v>1.7556935819999999</c:v>
                </c:pt>
                <c:pt idx="5627">
                  <c:v>1.7556935819999999</c:v>
                </c:pt>
                <c:pt idx="5628">
                  <c:v>1.7556935819999999</c:v>
                </c:pt>
                <c:pt idx="5629">
                  <c:v>1.7556935819999999</c:v>
                </c:pt>
                <c:pt idx="5630">
                  <c:v>1.7556935819999999</c:v>
                </c:pt>
                <c:pt idx="5631">
                  <c:v>1.7556935819999999</c:v>
                </c:pt>
                <c:pt idx="5632">
                  <c:v>1.7556935819999999</c:v>
                </c:pt>
                <c:pt idx="5633">
                  <c:v>1.7556935819999999</c:v>
                </c:pt>
                <c:pt idx="5634">
                  <c:v>1.7556935819999999</c:v>
                </c:pt>
                <c:pt idx="5635">
                  <c:v>0</c:v>
                </c:pt>
                <c:pt idx="5636">
                  <c:v>0</c:v>
                </c:pt>
                <c:pt idx="5637">
                  <c:v>0</c:v>
                </c:pt>
                <c:pt idx="5638">
                  <c:v>0</c:v>
                </c:pt>
                <c:pt idx="5639">
                  <c:v>5.4995080160000001</c:v>
                </c:pt>
                <c:pt idx="5640">
                  <c:v>4.49533396</c:v>
                </c:pt>
                <c:pt idx="5641">
                  <c:v>0</c:v>
                </c:pt>
                <c:pt idx="5642">
                  <c:v>11.226807880000001</c:v>
                </c:pt>
                <c:pt idx="5643">
                  <c:v>4.5674126959999999</c:v>
                </c:pt>
                <c:pt idx="5644">
                  <c:v>1.6151076259999999</c:v>
                </c:pt>
                <c:pt idx="5645">
                  <c:v>0.32627462400000001</c:v>
                </c:pt>
                <c:pt idx="5646">
                  <c:v>1.7116530219999999</c:v>
                </c:pt>
                <c:pt idx="5647">
                  <c:v>3.1640260919999998</c:v>
                </c:pt>
                <c:pt idx="5648">
                  <c:v>1.685276956</c:v>
                </c:pt>
                <c:pt idx="5649">
                  <c:v>1.759214413</c:v>
                </c:pt>
                <c:pt idx="5650">
                  <c:v>1.75551754</c:v>
                </c:pt>
                <c:pt idx="5651">
                  <c:v>1.7557023839999999</c:v>
                </c:pt>
                <c:pt idx="5652">
                  <c:v>1.7556931419999999</c:v>
                </c:pt>
                <c:pt idx="5653">
                  <c:v>1.755693604</c:v>
                </c:pt>
                <c:pt idx="5654">
                  <c:v>1.7556935810000001</c:v>
                </c:pt>
                <c:pt idx="5655">
                  <c:v>1.7556935819999999</c:v>
                </c:pt>
                <c:pt idx="5656">
                  <c:v>1.7556935819999999</c:v>
                </c:pt>
                <c:pt idx="5657">
                  <c:v>1.7556935819999999</c:v>
                </c:pt>
                <c:pt idx="5658">
                  <c:v>1.7556935819999999</c:v>
                </c:pt>
                <c:pt idx="5659">
                  <c:v>1.7556935819999999</c:v>
                </c:pt>
                <c:pt idx="5660">
                  <c:v>1.7556935819999999</c:v>
                </c:pt>
                <c:pt idx="5661">
                  <c:v>1.7556935819999999</c:v>
                </c:pt>
                <c:pt idx="5662">
                  <c:v>1.7556935819999999</c:v>
                </c:pt>
                <c:pt idx="5663">
                  <c:v>1.7556935819999999</c:v>
                </c:pt>
                <c:pt idx="5664">
                  <c:v>1.7556935819999999</c:v>
                </c:pt>
                <c:pt idx="5665">
                  <c:v>1.7556935819999999</c:v>
                </c:pt>
                <c:pt idx="5666">
                  <c:v>1.7556935819999999</c:v>
                </c:pt>
                <c:pt idx="5667">
                  <c:v>1.0918544290000001</c:v>
                </c:pt>
                <c:pt idx="5668">
                  <c:v>2.4195327340000001</c:v>
                </c:pt>
                <c:pt idx="5669">
                  <c:v>0</c:v>
                </c:pt>
                <c:pt idx="5670">
                  <c:v>4.0753950840000002</c:v>
                </c:pt>
                <c:pt idx="5671">
                  <c:v>1.6397085069999999</c:v>
                </c:pt>
                <c:pt idx="5672">
                  <c:v>1.761492836</c:v>
                </c:pt>
                <c:pt idx="5673">
                  <c:v>1.755403619</c:v>
                </c:pt>
                <c:pt idx="5674">
                  <c:v>1.75570808</c:v>
                </c:pt>
                <c:pt idx="5675">
                  <c:v>1.7556928570000001</c:v>
                </c:pt>
                <c:pt idx="5676">
                  <c:v>1.755693618</c:v>
                </c:pt>
                <c:pt idx="5677">
                  <c:v>1.75569358</c:v>
                </c:pt>
                <c:pt idx="5678">
                  <c:v>1.7556935819999999</c:v>
                </c:pt>
                <c:pt idx="5679">
                  <c:v>1.7556935819999999</c:v>
                </c:pt>
                <c:pt idx="5680">
                  <c:v>1.7556935819999999</c:v>
                </c:pt>
                <c:pt idx="5681">
                  <c:v>1.7556935819999999</c:v>
                </c:pt>
                <c:pt idx="5682">
                  <c:v>1.7556935819999999</c:v>
                </c:pt>
                <c:pt idx="5683">
                  <c:v>0</c:v>
                </c:pt>
                <c:pt idx="5684">
                  <c:v>0</c:v>
                </c:pt>
                <c:pt idx="5685">
                  <c:v>0</c:v>
                </c:pt>
                <c:pt idx="5686">
                  <c:v>0</c:v>
                </c:pt>
                <c:pt idx="5687">
                  <c:v>0</c:v>
                </c:pt>
                <c:pt idx="5688">
                  <c:v>4.5966739600000004</c:v>
                </c:pt>
                <c:pt idx="5689">
                  <c:v>0</c:v>
                </c:pt>
                <c:pt idx="5690">
                  <c:v>15.14096655</c:v>
                </c:pt>
                <c:pt idx="5691">
                  <c:v>3.6406564609999998</c:v>
                </c:pt>
                <c:pt idx="5692">
                  <c:v>1.6614454380000001</c:v>
                </c:pt>
                <c:pt idx="5693">
                  <c:v>0</c:v>
                </c:pt>
                <c:pt idx="5694">
                  <c:v>4.3280997030000004</c:v>
                </c:pt>
                <c:pt idx="5695">
                  <c:v>1.627073276</c:v>
                </c:pt>
                <c:pt idx="5696">
                  <c:v>1.7621245969999999</c:v>
                </c:pt>
                <c:pt idx="5697">
                  <c:v>1.7553720310000001</c:v>
                </c:pt>
                <c:pt idx="5698">
                  <c:v>1.7557096590000001</c:v>
                </c:pt>
                <c:pt idx="5699">
                  <c:v>1.755692778</c:v>
                </c:pt>
                <c:pt idx="5700">
                  <c:v>1.7556936219999999</c:v>
                </c:pt>
                <c:pt idx="5701">
                  <c:v>1.75569358</c:v>
                </c:pt>
                <c:pt idx="5702">
                  <c:v>1.7556935819999999</c:v>
                </c:pt>
                <c:pt idx="5703">
                  <c:v>1.7556935819999999</c:v>
                </c:pt>
                <c:pt idx="5704">
                  <c:v>1.7556935819999999</c:v>
                </c:pt>
                <c:pt idx="5705">
                  <c:v>1.7556935819999999</c:v>
                </c:pt>
                <c:pt idx="5706">
                  <c:v>1.7556935819999999</c:v>
                </c:pt>
                <c:pt idx="5707">
                  <c:v>1.7556935819999999</c:v>
                </c:pt>
                <c:pt idx="5708">
                  <c:v>0.93717937299999998</c:v>
                </c:pt>
                <c:pt idx="5709">
                  <c:v>2.5742077910000001</c:v>
                </c:pt>
                <c:pt idx="5710">
                  <c:v>1.7147678710000001</c:v>
                </c:pt>
                <c:pt idx="5711">
                  <c:v>1.757739867</c:v>
                </c:pt>
                <c:pt idx="5712">
                  <c:v>1.7555912680000001</c:v>
                </c:pt>
                <c:pt idx="5713">
                  <c:v>1.7556986969999999</c:v>
                </c:pt>
                <c:pt idx="5714">
                  <c:v>1.7556933260000001</c:v>
                </c:pt>
                <c:pt idx="5715">
                  <c:v>1.7556935950000001</c:v>
                </c:pt>
                <c:pt idx="5716">
                  <c:v>1.7556935810000001</c:v>
                </c:pt>
                <c:pt idx="5717">
                  <c:v>1.7556935819999999</c:v>
                </c:pt>
                <c:pt idx="5718">
                  <c:v>1.7556935819999999</c:v>
                </c:pt>
                <c:pt idx="5719">
                  <c:v>1.7556935819999999</c:v>
                </c:pt>
                <c:pt idx="5720">
                  <c:v>1.7556935819999999</c:v>
                </c:pt>
                <c:pt idx="5721">
                  <c:v>1.7556935819999999</c:v>
                </c:pt>
                <c:pt idx="5722">
                  <c:v>1.7556935819999999</c:v>
                </c:pt>
                <c:pt idx="5723">
                  <c:v>1.7556935819999999</c:v>
                </c:pt>
                <c:pt idx="5724">
                  <c:v>1.7556935819999999</c:v>
                </c:pt>
                <c:pt idx="5725">
                  <c:v>1.7556935819999999</c:v>
                </c:pt>
                <c:pt idx="5726">
                  <c:v>1.7556935819999999</c:v>
                </c:pt>
                <c:pt idx="5727">
                  <c:v>1.7556935819999999</c:v>
                </c:pt>
                <c:pt idx="5728">
                  <c:v>1.7556935819999999</c:v>
                </c:pt>
                <c:pt idx="5729">
                  <c:v>1.7556935819999999</c:v>
                </c:pt>
                <c:pt idx="5730">
                  <c:v>1.7556935819999999</c:v>
                </c:pt>
                <c:pt idx="5731">
                  <c:v>1.7556935819999999</c:v>
                </c:pt>
                <c:pt idx="5732">
                  <c:v>1.7556935819999999</c:v>
                </c:pt>
                <c:pt idx="5733">
                  <c:v>1.7556935819999999</c:v>
                </c:pt>
                <c:pt idx="5734">
                  <c:v>0</c:v>
                </c:pt>
                <c:pt idx="5735">
                  <c:v>6.4523361789999996</c:v>
                </c:pt>
                <c:pt idx="5736">
                  <c:v>1.5208614519999999</c:v>
                </c:pt>
                <c:pt idx="5737">
                  <c:v>1.7674351880000001</c:v>
                </c:pt>
                <c:pt idx="5738">
                  <c:v>1.755106501</c:v>
                </c:pt>
                <c:pt idx="5739">
                  <c:v>1.377968796</c:v>
                </c:pt>
                <c:pt idx="5740">
                  <c:v>2.1334462539999999</c:v>
                </c:pt>
                <c:pt idx="5741">
                  <c:v>1.736805948</c:v>
                </c:pt>
                <c:pt idx="5742">
                  <c:v>1.756637963</c:v>
                </c:pt>
                <c:pt idx="5743">
                  <c:v>1.7556463630000001</c:v>
                </c:pt>
                <c:pt idx="5744">
                  <c:v>1.7556959430000001</c:v>
                </c:pt>
                <c:pt idx="5745">
                  <c:v>1.7556934639999999</c:v>
                </c:pt>
                <c:pt idx="5746">
                  <c:v>1.755693588</c:v>
                </c:pt>
                <c:pt idx="5747">
                  <c:v>1.7556935810000001</c:v>
                </c:pt>
                <c:pt idx="5748">
                  <c:v>1.7556935819999999</c:v>
                </c:pt>
                <c:pt idx="5749">
                  <c:v>1.7556935819999999</c:v>
                </c:pt>
                <c:pt idx="5750">
                  <c:v>1.7556935819999999</c:v>
                </c:pt>
                <c:pt idx="5751">
                  <c:v>1.7556935819999999</c:v>
                </c:pt>
                <c:pt idx="5752">
                  <c:v>1.7556935819999999</c:v>
                </c:pt>
                <c:pt idx="5753">
                  <c:v>1.7556935819999999</c:v>
                </c:pt>
                <c:pt idx="5754">
                  <c:v>1.7556935819999999</c:v>
                </c:pt>
                <c:pt idx="5755">
                  <c:v>1.7556935819999999</c:v>
                </c:pt>
                <c:pt idx="5756">
                  <c:v>1.7556935819999999</c:v>
                </c:pt>
                <c:pt idx="5757">
                  <c:v>1.7556935819999999</c:v>
                </c:pt>
                <c:pt idx="5758">
                  <c:v>1.7556935819999999</c:v>
                </c:pt>
                <c:pt idx="5759">
                  <c:v>1.7556935819999999</c:v>
                </c:pt>
                <c:pt idx="5760">
                  <c:v>1.7556935819999999</c:v>
                </c:pt>
                <c:pt idx="5761">
                  <c:v>1.7556935819999999</c:v>
                </c:pt>
                <c:pt idx="5762">
                  <c:v>1.7556935819999999</c:v>
                </c:pt>
                <c:pt idx="5763">
                  <c:v>1.7556935819999999</c:v>
                </c:pt>
                <c:pt idx="5764">
                  <c:v>1.7556935819999999</c:v>
                </c:pt>
                <c:pt idx="5765">
                  <c:v>1.7556935819999999</c:v>
                </c:pt>
                <c:pt idx="5766">
                  <c:v>1.7556935819999999</c:v>
                </c:pt>
                <c:pt idx="5767">
                  <c:v>1.7556935819999999</c:v>
                </c:pt>
                <c:pt idx="5768">
                  <c:v>1.7556935819999999</c:v>
                </c:pt>
                <c:pt idx="5769">
                  <c:v>1.7556935819999999</c:v>
                </c:pt>
                <c:pt idx="5770">
                  <c:v>1.7556935819999999</c:v>
                </c:pt>
                <c:pt idx="5771">
                  <c:v>1.7556935819999999</c:v>
                </c:pt>
                <c:pt idx="5772">
                  <c:v>1.7556935819999999</c:v>
                </c:pt>
                <c:pt idx="5773">
                  <c:v>1.7556935819999999</c:v>
                </c:pt>
                <c:pt idx="5774">
                  <c:v>1.7556935819999999</c:v>
                </c:pt>
                <c:pt idx="5775">
                  <c:v>1.7556935819999999</c:v>
                </c:pt>
                <c:pt idx="5776">
                  <c:v>1.7556935819999999</c:v>
                </c:pt>
                <c:pt idx="5777">
                  <c:v>1.7556935819999999</c:v>
                </c:pt>
                <c:pt idx="5778">
                  <c:v>1.7556935819999999</c:v>
                </c:pt>
                <c:pt idx="5779">
                  <c:v>0</c:v>
                </c:pt>
                <c:pt idx="5780">
                  <c:v>0</c:v>
                </c:pt>
                <c:pt idx="5781">
                  <c:v>0</c:v>
                </c:pt>
                <c:pt idx="5782">
                  <c:v>0</c:v>
                </c:pt>
                <c:pt idx="5783">
                  <c:v>14.639849999999999</c:v>
                </c:pt>
                <c:pt idx="5784">
                  <c:v>5.694323282</c:v>
                </c:pt>
                <c:pt idx="5785">
                  <c:v>1.558762097</c:v>
                </c:pt>
                <c:pt idx="5786">
                  <c:v>1.7655401559999999</c:v>
                </c:pt>
                <c:pt idx="5787">
                  <c:v>1.7552012530000001</c:v>
                </c:pt>
                <c:pt idx="5788">
                  <c:v>1.7557181980000001</c:v>
                </c:pt>
                <c:pt idx="5789">
                  <c:v>1.755692351</c:v>
                </c:pt>
                <c:pt idx="5790">
                  <c:v>1.7556936430000001</c:v>
                </c:pt>
                <c:pt idx="5791">
                  <c:v>1.7556935789999999</c:v>
                </c:pt>
                <c:pt idx="5792">
                  <c:v>1.7556935819999999</c:v>
                </c:pt>
                <c:pt idx="5793">
                  <c:v>1.7556935819999999</c:v>
                </c:pt>
                <c:pt idx="5794">
                  <c:v>1.7556935819999999</c:v>
                </c:pt>
                <c:pt idx="5795">
                  <c:v>1.7556935819999999</c:v>
                </c:pt>
                <c:pt idx="5796">
                  <c:v>1.7556935819999999</c:v>
                </c:pt>
                <c:pt idx="5797">
                  <c:v>1.7556935819999999</c:v>
                </c:pt>
                <c:pt idx="5798">
                  <c:v>1.7556935819999999</c:v>
                </c:pt>
                <c:pt idx="5799">
                  <c:v>1.7556935819999999</c:v>
                </c:pt>
                <c:pt idx="5800">
                  <c:v>1.7556935819999999</c:v>
                </c:pt>
                <c:pt idx="5801">
                  <c:v>1.7556935819999999</c:v>
                </c:pt>
                <c:pt idx="5802">
                  <c:v>1.7556935819999999</c:v>
                </c:pt>
                <c:pt idx="5803">
                  <c:v>1.7556935819999999</c:v>
                </c:pt>
                <c:pt idx="5804">
                  <c:v>0</c:v>
                </c:pt>
                <c:pt idx="5805">
                  <c:v>0</c:v>
                </c:pt>
                <c:pt idx="5806">
                  <c:v>8.6492444719999995</c:v>
                </c:pt>
                <c:pt idx="5807">
                  <c:v>3.3230600639999999</c:v>
                </c:pt>
                <c:pt idx="5808">
                  <c:v>4.4681818790000003</c:v>
                </c:pt>
                <c:pt idx="5809">
                  <c:v>0</c:v>
                </c:pt>
                <c:pt idx="5810">
                  <c:v>0</c:v>
                </c:pt>
                <c:pt idx="5811">
                  <c:v>0</c:v>
                </c:pt>
                <c:pt idx="5812">
                  <c:v>0</c:v>
                </c:pt>
                <c:pt idx="5813">
                  <c:v>0.22192915699999999</c:v>
                </c:pt>
                <c:pt idx="5814">
                  <c:v>0</c:v>
                </c:pt>
                <c:pt idx="5815">
                  <c:v>2.1213868919999999</c:v>
                </c:pt>
                <c:pt idx="5816">
                  <c:v>0</c:v>
                </c:pt>
                <c:pt idx="5817">
                  <c:v>19.43987246</c:v>
                </c:pt>
                <c:pt idx="5818">
                  <c:v>0.87148463799999998</c:v>
                </c:pt>
                <c:pt idx="5819">
                  <c:v>1.7999040289999999</c:v>
                </c:pt>
                <c:pt idx="5820">
                  <c:v>1.7534830589999999</c:v>
                </c:pt>
                <c:pt idx="5821">
                  <c:v>1.755804108</c:v>
                </c:pt>
                <c:pt idx="5822">
                  <c:v>1.755688055</c:v>
                </c:pt>
                <c:pt idx="5823">
                  <c:v>1.7556938580000001</c:v>
                </c:pt>
                <c:pt idx="5824">
                  <c:v>1.7556935680000001</c:v>
                </c:pt>
                <c:pt idx="5825">
                  <c:v>0.48252670199999997</c:v>
                </c:pt>
                <c:pt idx="5826">
                  <c:v>1.958055098</c:v>
                </c:pt>
                <c:pt idx="5827">
                  <c:v>0</c:v>
                </c:pt>
                <c:pt idx="5828">
                  <c:v>0</c:v>
                </c:pt>
                <c:pt idx="5829">
                  <c:v>0</c:v>
                </c:pt>
                <c:pt idx="5830">
                  <c:v>0</c:v>
                </c:pt>
                <c:pt idx="5831">
                  <c:v>0</c:v>
                </c:pt>
                <c:pt idx="5832">
                  <c:v>0.190734707</c:v>
                </c:pt>
                <c:pt idx="5833">
                  <c:v>0.70886470700000004</c:v>
                </c:pt>
                <c:pt idx="5834">
                  <c:v>0</c:v>
                </c:pt>
                <c:pt idx="5835">
                  <c:v>15.11270655</c:v>
                </c:pt>
                <c:pt idx="5836">
                  <c:v>5.8888995309999999</c:v>
                </c:pt>
                <c:pt idx="5837">
                  <c:v>1.5490332840000001</c:v>
                </c:pt>
                <c:pt idx="5838">
                  <c:v>1.766026597</c:v>
                </c:pt>
                <c:pt idx="5839">
                  <c:v>1.7551769310000001</c:v>
                </c:pt>
                <c:pt idx="5840">
                  <c:v>1.7557194140000001</c:v>
                </c:pt>
                <c:pt idx="5841">
                  <c:v>1.75569229</c:v>
                </c:pt>
                <c:pt idx="5842">
                  <c:v>1.7556936460000001</c:v>
                </c:pt>
                <c:pt idx="5843">
                  <c:v>1.7556935789999999</c:v>
                </c:pt>
                <c:pt idx="5844">
                  <c:v>1.7556935819999999</c:v>
                </c:pt>
                <c:pt idx="5845">
                  <c:v>1.7556935819999999</c:v>
                </c:pt>
                <c:pt idx="5846">
                  <c:v>1.7556935819999999</c:v>
                </c:pt>
                <c:pt idx="5847">
                  <c:v>1.7556935819999999</c:v>
                </c:pt>
                <c:pt idx="5848">
                  <c:v>1.7556935819999999</c:v>
                </c:pt>
                <c:pt idx="5849">
                  <c:v>1.7556935819999999</c:v>
                </c:pt>
                <c:pt idx="5850">
                  <c:v>1.7556935819999999</c:v>
                </c:pt>
                <c:pt idx="5851">
                  <c:v>1.7556935819999999</c:v>
                </c:pt>
                <c:pt idx="5852">
                  <c:v>1.7556935819999999</c:v>
                </c:pt>
                <c:pt idx="5853">
                  <c:v>1.7556935819999999</c:v>
                </c:pt>
                <c:pt idx="5854">
                  <c:v>1.7556935819999999</c:v>
                </c:pt>
                <c:pt idx="5855">
                  <c:v>1.7556935819999999</c:v>
                </c:pt>
                <c:pt idx="5856">
                  <c:v>1.7556935819999999</c:v>
                </c:pt>
                <c:pt idx="5857">
                  <c:v>1.7556935819999999</c:v>
                </c:pt>
                <c:pt idx="5858">
                  <c:v>1.7556935819999999</c:v>
                </c:pt>
                <c:pt idx="5859">
                  <c:v>1.7556935819999999</c:v>
                </c:pt>
                <c:pt idx="5860">
                  <c:v>1.7556935819999999</c:v>
                </c:pt>
                <c:pt idx="5861">
                  <c:v>1.7556935819999999</c:v>
                </c:pt>
                <c:pt idx="5862">
                  <c:v>1.7556935819999999</c:v>
                </c:pt>
                <c:pt idx="5863">
                  <c:v>1.7556935819999999</c:v>
                </c:pt>
                <c:pt idx="5864">
                  <c:v>1.7556935819999999</c:v>
                </c:pt>
                <c:pt idx="5865">
                  <c:v>1.7556935819999999</c:v>
                </c:pt>
                <c:pt idx="5866">
                  <c:v>1.7556935819999999</c:v>
                </c:pt>
                <c:pt idx="5867">
                  <c:v>1.7556935819999999</c:v>
                </c:pt>
                <c:pt idx="5868">
                  <c:v>1.7556935819999999</c:v>
                </c:pt>
                <c:pt idx="5869">
                  <c:v>1.7556935819999999</c:v>
                </c:pt>
                <c:pt idx="5870">
                  <c:v>1.7556935819999999</c:v>
                </c:pt>
                <c:pt idx="5871">
                  <c:v>1.7556935819999999</c:v>
                </c:pt>
                <c:pt idx="5872">
                  <c:v>1.7556935819999999</c:v>
                </c:pt>
                <c:pt idx="5873">
                  <c:v>1.7556935819999999</c:v>
                </c:pt>
                <c:pt idx="5874">
                  <c:v>1.7556935819999999</c:v>
                </c:pt>
                <c:pt idx="5875">
                  <c:v>1.7556935819999999</c:v>
                </c:pt>
                <c:pt idx="5876">
                  <c:v>1.7556935819999999</c:v>
                </c:pt>
                <c:pt idx="5877">
                  <c:v>0</c:v>
                </c:pt>
                <c:pt idx="5878">
                  <c:v>0</c:v>
                </c:pt>
                <c:pt idx="5879">
                  <c:v>0</c:v>
                </c:pt>
                <c:pt idx="5880">
                  <c:v>10.93816765</c:v>
                </c:pt>
                <c:pt idx="5881">
                  <c:v>9.3150647420000006</c:v>
                </c:pt>
                <c:pt idx="5882">
                  <c:v>1.3777250240000001</c:v>
                </c:pt>
                <c:pt idx="5883">
                  <c:v>1.7745920100000001</c:v>
                </c:pt>
                <c:pt idx="5884">
                  <c:v>1.75474866</c:v>
                </c:pt>
                <c:pt idx="5885">
                  <c:v>1.755740828</c:v>
                </c:pt>
                <c:pt idx="5886">
                  <c:v>1.755691219</c:v>
                </c:pt>
                <c:pt idx="5887">
                  <c:v>1.7556936999999999</c:v>
                </c:pt>
                <c:pt idx="5888">
                  <c:v>1.7556935760000001</c:v>
                </c:pt>
                <c:pt idx="5889">
                  <c:v>1.7556935819999999</c:v>
                </c:pt>
                <c:pt idx="5890">
                  <c:v>1.7556935819999999</c:v>
                </c:pt>
                <c:pt idx="5891">
                  <c:v>1.7556935819999999</c:v>
                </c:pt>
                <c:pt idx="5892">
                  <c:v>1.7556935819999999</c:v>
                </c:pt>
                <c:pt idx="5893">
                  <c:v>1.7556935819999999</c:v>
                </c:pt>
                <c:pt idx="5894">
                  <c:v>1.7556935819999999</c:v>
                </c:pt>
                <c:pt idx="5895">
                  <c:v>1.7556935819999999</c:v>
                </c:pt>
                <c:pt idx="5896">
                  <c:v>1.7556935819999999</c:v>
                </c:pt>
                <c:pt idx="5897">
                  <c:v>1.7556935819999999</c:v>
                </c:pt>
                <c:pt idx="5898">
                  <c:v>1.7556935819999999</c:v>
                </c:pt>
                <c:pt idx="5899">
                  <c:v>1.7556935819999999</c:v>
                </c:pt>
                <c:pt idx="5900">
                  <c:v>1.7556935819999999</c:v>
                </c:pt>
                <c:pt idx="5901">
                  <c:v>1.7556935819999999</c:v>
                </c:pt>
                <c:pt idx="5902">
                  <c:v>1.7556935819999999</c:v>
                </c:pt>
                <c:pt idx="5903">
                  <c:v>1.7556935819999999</c:v>
                </c:pt>
                <c:pt idx="5904">
                  <c:v>1.7556935819999999</c:v>
                </c:pt>
                <c:pt idx="5905">
                  <c:v>1.7556935819999999</c:v>
                </c:pt>
                <c:pt idx="5906">
                  <c:v>1.7556935819999999</c:v>
                </c:pt>
                <c:pt idx="5907">
                  <c:v>1.7556935819999999</c:v>
                </c:pt>
                <c:pt idx="5908">
                  <c:v>1.7556935819999999</c:v>
                </c:pt>
                <c:pt idx="5909">
                  <c:v>1.7556935819999999</c:v>
                </c:pt>
                <c:pt idx="5910">
                  <c:v>1.7556935819999999</c:v>
                </c:pt>
                <c:pt idx="5911">
                  <c:v>1.7556935819999999</c:v>
                </c:pt>
                <c:pt idx="5912">
                  <c:v>1.7556935819999999</c:v>
                </c:pt>
                <c:pt idx="5913">
                  <c:v>1.7556935819999999</c:v>
                </c:pt>
                <c:pt idx="5914">
                  <c:v>1.7556935819999999</c:v>
                </c:pt>
                <c:pt idx="5915">
                  <c:v>1.7556935819999999</c:v>
                </c:pt>
                <c:pt idx="5916">
                  <c:v>1.7556935819999999</c:v>
                </c:pt>
                <c:pt idx="5917">
                  <c:v>1.7556935819999999</c:v>
                </c:pt>
                <c:pt idx="5918">
                  <c:v>1.7556935819999999</c:v>
                </c:pt>
                <c:pt idx="5919">
                  <c:v>1.7556935819999999</c:v>
                </c:pt>
                <c:pt idx="5920">
                  <c:v>1.7556935819999999</c:v>
                </c:pt>
                <c:pt idx="5921">
                  <c:v>1.7556935819999999</c:v>
                </c:pt>
                <c:pt idx="5922">
                  <c:v>1.7556935819999999</c:v>
                </c:pt>
                <c:pt idx="5923">
                  <c:v>1.7556935819999999</c:v>
                </c:pt>
                <c:pt idx="5924">
                  <c:v>1.7556935819999999</c:v>
                </c:pt>
                <c:pt idx="5925">
                  <c:v>1.7556935819999999</c:v>
                </c:pt>
                <c:pt idx="5926">
                  <c:v>1.7556935819999999</c:v>
                </c:pt>
                <c:pt idx="5927">
                  <c:v>1.7556935819999999</c:v>
                </c:pt>
                <c:pt idx="5928">
                  <c:v>0</c:v>
                </c:pt>
                <c:pt idx="5929">
                  <c:v>4.7077489889999997</c:v>
                </c:pt>
                <c:pt idx="5930">
                  <c:v>1.6080908110000001</c:v>
                </c:pt>
                <c:pt idx="5931">
                  <c:v>1.76307372</c:v>
                </c:pt>
                <c:pt idx="5932">
                  <c:v>1.7553245749999999</c:v>
                </c:pt>
                <c:pt idx="5933">
                  <c:v>1.7557120319999999</c:v>
                </c:pt>
                <c:pt idx="5934">
                  <c:v>1.7556926589999999</c:v>
                </c:pt>
                <c:pt idx="5935">
                  <c:v>1.755693628</c:v>
                </c:pt>
                <c:pt idx="5936">
                  <c:v>1.7556935789999999</c:v>
                </c:pt>
                <c:pt idx="5937">
                  <c:v>1.7556935819999999</c:v>
                </c:pt>
                <c:pt idx="5938">
                  <c:v>1.7556935819999999</c:v>
                </c:pt>
                <c:pt idx="5939">
                  <c:v>1.7556935819999999</c:v>
                </c:pt>
                <c:pt idx="5940">
                  <c:v>1.7556935819999999</c:v>
                </c:pt>
                <c:pt idx="5941">
                  <c:v>1.7556935819999999</c:v>
                </c:pt>
                <c:pt idx="5942">
                  <c:v>1.7556935819999999</c:v>
                </c:pt>
                <c:pt idx="5943">
                  <c:v>1.7556935819999999</c:v>
                </c:pt>
                <c:pt idx="5944">
                  <c:v>1.7556935819999999</c:v>
                </c:pt>
                <c:pt idx="5945">
                  <c:v>1.7556935819999999</c:v>
                </c:pt>
                <c:pt idx="5946">
                  <c:v>1.7556935819999999</c:v>
                </c:pt>
                <c:pt idx="5947">
                  <c:v>1.7556935819999999</c:v>
                </c:pt>
                <c:pt idx="5948">
                  <c:v>1.7556935819999999</c:v>
                </c:pt>
                <c:pt idx="5949">
                  <c:v>1.7556935819999999</c:v>
                </c:pt>
                <c:pt idx="5950">
                  <c:v>1.7556935819999999</c:v>
                </c:pt>
                <c:pt idx="5951">
                  <c:v>1.7556935819999999</c:v>
                </c:pt>
                <c:pt idx="5952">
                  <c:v>1.7556935819999999</c:v>
                </c:pt>
                <c:pt idx="5953">
                  <c:v>1.7556935819999999</c:v>
                </c:pt>
                <c:pt idx="5954">
                  <c:v>1.7556935819999999</c:v>
                </c:pt>
                <c:pt idx="5955">
                  <c:v>1.7556935819999999</c:v>
                </c:pt>
                <c:pt idx="5956">
                  <c:v>1.7556935819999999</c:v>
                </c:pt>
                <c:pt idx="5957">
                  <c:v>1.7556935819999999</c:v>
                </c:pt>
                <c:pt idx="5958">
                  <c:v>1.7556935819999999</c:v>
                </c:pt>
                <c:pt idx="5959">
                  <c:v>1.7556935819999999</c:v>
                </c:pt>
                <c:pt idx="5960">
                  <c:v>1.7556935819999999</c:v>
                </c:pt>
                <c:pt idx="5961">
                  <c:v>1.7556935819999999</c:v>
                </c:pt>
                <c:pt idx="5962">
                  <c:v>1.7556935819999999</c:v>
                </c:pt>
                <c:pt idx="5963">
                  <c:v>1.7556935819999999</c:v>
                </c:pt>
                <c:pt idx="5964">
                  <c:v>1.7556935819999999</c:v>
                </c:pt>
                <c:pt idx="5965">
                  <c:v>1.7556935819999999</c:v>
                </c:pt>
                <c:pt idx="5966">
                  <c:v>1.7556935819999999</c:v>
                </c:pt>
                <c:pt idx="5967">
                  <c:v>1.7556935819999999</c:v>
                </c:pt>
                <c:pt idx="5968">
                  <c:v>1.7556935819999999</c:v>
                </c:pt>
                <c:pt idx="5969">
                  <c:v>1.7556935819999999</c:v>
                </c:pt>
                <c:pt idx="5970">
                  <c:v>1.7556935819999999</c:v>
                </c:pt>
                <c:pt idx="5971">
                  <c:v>0</c:v>
                </c:pt>
                <c:pt idx="5972">
                  <c:v>0</c:v>
                </c:pt>
                <c:pt idx="5973">
                  <c:v>0</c:v>
                </c:pt>
                <c:pt idx="5974">
                  <c:v>0</c:v>
                </c:pt>
                <c:pt idx="5975">
                  <c:v>0.28882990200000003</c:v>
                </c:pt>
                <c:pt idx="5976">
                  <c:v>0</c:v>
                </c:pt>
                <c:pt idx="5977">
                  <c:v>0</c:v>
                </c:pt>
                <c:pt idx="5978">
                  <c:v>1.265929157</c:v>
                </c:pt>
                <c:pt idx="5979">
                  <c:v>3.1443765290000001</c:v>
                </c:pt>
                <c:pt idx="5980">
                  <c:v>3.5171565290000002</c:v>
                </c:pt>
                <c:pt idx="5981">
                  <c:v>6.4118334590000003</c:v>
                </c:pt>
                <c:pt idx="5982">
                  <c:v>7.1509131970000004</c:v>
                </c:pt>
                <c:pt idx="5983">
                  <c:v>0</c:v>
                </c:pt>
                <c:pt idx="5984">
                  <c:v>0</c:v>
                </c:pt>
                <c:pt idx="5985">
                  <c:v>3.774089912</c:v>
                </c:pt>
                <c:pt idx="5986">
                  <c:v>5.5718884449999999</c:v>
                </c:pt>
                <c:pt idx="5987">
                  <c:v>1.5648838389999999</c:v>
                </c:pt>
                <c:pt idx="5988">
                  <c:v>1.7652340689999999</c:v>
                </c:pt>
                <c:pt idx="5989">
                  <c:v>1.755216557</c:v>
                </c:pt>
                <c:pt idx="5990">
                  <c:v>1.755717433</c:v>
                </c:pt>
                <c:pt idx="5991">
                  <c:v>1.755692389</c:v>
                </c:pt>
                <c:pt idx="5992">
                  <c:v>1.7556936409999999</c:v>
                </c:pt>
                <c:pt idx="5993">
                  <c:v>1.7556935789999999</c:v>
                </c:pt>
                <c:pt idx="5994">
                  <c:v>0</c:v>
                </c:pt>
                <c:pt idx="5995">
                  <c:v>0</c:v>
                </c:pt>
                <c:pt idx="5996">
                  <c:v>0</c:v>
                </c:pt>
                <c:pt idx="5997">
                  <c:v>5.1537600000000001</c:v>
                </c:pt>
                <c:pt idx="5998">
                  <c:v>7.8941444719999998</c:v>
                </c:pt>
                <c:pt idx="5999">
                  <c:v>8.2870568529999993</c:v>
                </c:pt>
                <c:pt idx="6000">
                  <c:v>1.4291254179999999</c:v>
                </c:pt>
                <c:pt idx="6001">
                  <c:v>0</c:v>
                </c:pt>
                <c:pt idx="6002">
                  <c:v>2.4682272219999999</c:v>
                </c:pt>
                <c:pt idx="6003">
                  <c:v>4.2052338110000003</c:v>
                </c:pt>
                <c:pt idx="6004">
                  <c:v>1.6332165700000001</c:v>
                </c:pt>
                <c:pt idx="6005">
                  <c:v>1.761817432</c:v>
                </c:pt>
                <c:pt idx="6006">
                  <c:v>1.755387389</c:v>
                </c:pt>
                <c:pt idx="6007">
                  <c:v>1.755708891</c:v>
                </c:pt>
                <c:pt idx="6008">
                  <c:v>1.755692816</c:v>
                </c:pt>
                <c:pt idx="6009">
                  <c:v>1.75569362</c:v>
                </c:pt>
                <c:pt idx="6010">
                  <c:v>1.75569358</c:v>
                </c:pt>
                <c:pt idx="6011">
                  <c:v>1.7556935819999999</c:v>
                </c:pt>
                <c:pt idx="6012">
                  <c:v>1.7556935819999999</c:v>
                </c:pt>
                <c:pt idx="6013">
                  <c:v>1.7556935819999999</c:v>
                </c:pt>
                <c:pt idx="6014">
                  <c:v>1.7556935819999999</c:v>
                </c:pt>
                <c:pt idx="6015">
                  <c:v>1.7556935819999999</c:v>
                </c:pt>
                <c:pt idx="6016">
                  <c:v>1.7556935819999999</c:v>
                </c:pt>
                <c:pt idx="6017">
                  <c:v>1.7556935819999999</c:v>
                </c:pt>
                <c:pt idx="6018">
                  <c:v>1.7556935819999999</c:v>
                </c:pt>
                <c:pt idx="6019">
                  <c:v>1.7556935819999999</c:v>
                </c:pt>
                <c:pt idx="6020">
                  <c:v>0</c:v>
                </c:pt>
                <c:pt idx="6021">
                  <c:v>0</c:v>
                </c:pt>
                <c:pt idx="6022">
                  <c:v>0</c:v>
                </c:pt>
                <c:pt idx="6023">
                  <c:v>14.27796</c:v>
                </c:pt>
                <c:pt idx="6024">
                  <c:v>6.2765101349999997</c:v>
                </c:pt>
                <c:pt idx="6025">
                  <c:v>1.529652754</c:v>
                </c:pt>
                <c:pt idx="6026">
                  <c:v>1.7669956229999999</c:v>
                </c:pt>
                <c:pt idx="6027">
                  <c:v>1.75512848</c:v>
                </c:pt>
                <c:pt idx="6028">
                  <c:v>1.7557218370000001</c:v>
                </c:pt>
                <c:pt idx="6029">
                  <c:v>1.755692169</c:v>
                </c:pt>
                <c:pt idx="6030">
                  <c:v>1.7556936519999999</c:v>
                </c:pt>
                <c:pt idx="6031">
                  <c:v>1.755693578</c:v>
                </c:pt>
                <c:pt idx="6032">
                  <c:v>1.7556935819999999</c:v>
                </c:pt>
                <c:pt idx="6033">
                  <c:v>1.7556935819999999</c:v>
                </c:pt>
                <c:pt idx="6034">
                  <c:v>1.7556935819999999</c:v>
                </c:pt>
                <c:pt idx="6035">
                  <c:v>1.7556935819999999</c:v>
                </c:pt>
                <c:pt idx="6036">
                  <c:v>1.7556935819999999</c:v>
                </c:pt>
                <c:pt idx="6037">
                  <c:v>1.7556935819999999</c:v>
                </c:pt>
                <c:pt idx="6038">
                  <c:v>1.7556935819999999</c:v>
                </c:pt>
                <c:pt idx="6039">
                  <c:v>1.7556935819999999</c:v>
                </c:pt>
                <c:pt idx="6040">
                  <c:v>1.7556935819999999</c:v>
                </c:pt>
                <c:pt idx="6041">
                  <c:v>1.7556935819999999</c:v>
                </c:pt>
                <c:pt idx="6042">
                  <c:v>0</c:v>
                </c:pt>
                <c:pt idx="6043">
                  <c:v>0</c:v>
                </c:pt>
                <c:pt idx="6044">
                  <c:v>0</c:v>
                </c:pt>
                <c:pt idx="6045">
                  <c:v>0</c:v>
                </c:pt>
                <c:pt idx="6046">
                  <c:v>0</c:v>
                </c:pt>
                <c:pt idx="6047">
                  <c:v>0</c:v>
                </c:pt>
                <c:pt idx="6048">
                  <c:v>0.58727462399999997</c:v>
                </c:pt>
                <c:pt idx="6049">
                  <c:v>0</c:v>
                </c:pt>
                <c:pt idx="6050">
                  <c:v>6.8370200639999998</c:v>
                </c:pt>
                <c:pt idx="6051">
                  <c:v>13.98926513</c:v>
                </c:pt>
                <c:pt idx="6052">
                  <c:v>1.1440150039999999</c:v>
                </c:pt>
                <c:pt idx="6053">
                  <c:v>0</c:v>
                </c:pt>
                <c:pt idx="6054">
                  <c:v>1.8384771310000001</c:v>
                </c:pt>
                <c:pt idx="6055">
                  <c:v>5.8540705629999996</c:v>
                </c:pt>
                <c:pt idx="6056">
                  <c:v>1.5507747329999999</c:v>
                </c:pt>
                <c:pt idx="6057">
                  <c:v>1.765939524</c:v>
                </c:pt>
                <c:pt idx="6058">
                  <c:v>1.7551812849999999</c:v>
                </c:pt>
                <c:pt idx="6059">
                  <c:v>1.7557191969999999</c:v>
                </c:pt>
                <c:pt idx="6060">
                  <c:v>1.7556923010000001</c:v>
                </c:pt>
                <c:pt idx="6061">
                  <c:v>1.7556936460000001</c:v>
                </c:pt>
                <c:pt idx="6062">
                  <c:v>1.7556935789999999</c:v>
                </c:pt>
                <c:pt idx="6063">
                  <c:v>1.7556935819999999</c:v>
                </c:pt>
                <c:pt idx="6064">
                  <c:v>1.7556935819999999</c:v>
                </c:pt>
                <c:pt idx="6065">
                  <c:v>1.7556935819999999</c:v>
                </c:pt>
                <c:pt idx="6066">
                  <c:v>1.7556935819999999</c:v>
                </c:pt>
                <c:pt idx="6067">
                  <c:v>1.7556935819999999</c:v>
                </c:pt>
                <c:pt idx="6068">
                  <c:v>1.7556935819999999</c:v>
                </c:pt>
                <c:pt idx="6069">
                  <c:v>1.7556935819999999</c:v>
                </c:pt>
                <c:pt idx="6070">
                  <c:v>1.7556935819999999</c:v>
                </c:pt>
                <c:pt idx="6071">
                  <c:v>1.7556935819999999</c:v>
                </c:pt>
                <c:pt idx="6072">
                  <c:v>1.7556935819999999</c:v>
                </c:pt>
                <c:pt idx="6073">
                  <c:v>1.7556935819999999</c:v>
                </c:pt>
                <c:pt idx="6074">
                  <c:v>1.7556935819999999</c:v>
                </c:pt>
                <c:pt idx="6075">
                  <c:v>1.7556935819999999</c:v>
                </c:pt>
                <c:pt idx="6076">
                  <c:v>1.7556935819999999</c:v>
                </c:pt>
                <c:pt idx="6077">
                  <c:v>1.7556935819999999</c:v>
                </c:pt>
                <c:pt idx="6078">
                  <c:v>1.7556935819999999</c:v>
                </c:pt>
                <c:pt idx="6079">
                  <c:v>1.7556935819999999</c:v>
                </c:pt>
                <c:pt idx="6080">
                  <c:v>1.7556935819999999</c:v>
                </c:pt>
                <c:pt idx="6081">
                  <c:v>1.7556935819999999</c:v>
                </c:pt>
                <c:pt idx="6082">
                  <c:v>1.7556935819999999</c:v>
                </c:pt>
                <c:pt idx="6083">
                  <c:v>1.7556935819999999</c:v>
                </c:pt>
                <c:pt idx="6084">
                  <c:v>1.7556935819999999</c:v>
                </c:pt>
                <c:pt idx="6085">
                  <c:v>1.7556935819999999</c:v>
                </c:pt>
                <c:pt idx="6086">
                  <c:v>1.7556935819999999</c:v>
                </c:pt>
                <c:pt idx="6087">
                  <c:v>1.7556935819999999</c:v>
                </c:pt>
                <c:pt idx="6088">
                  <c:v>1.7556935819999999</c:v>
                </c:pt>
                <c:pt idx="6089">
                  <c:v>1.7556935819999999</c:v>
                </c:pt>
                <c:pt idx="6090">
                  <c:v>1.7556935819999999</c:v>
                </c:pt>
                <c:pt idx="6091">
                  <c:v>1.7556935819999999</c:v>
                </c:pt>
                <c:pt idx="6092">
                  <c:v>1.7556935819999999</c:v>
                </c:pt>
                <c:pt idx="6093">
                  <c:v>1.7556935819999999</c:v>
                </c:pt>
                <c:pt idx="6094">
                  <c:v>1.7556935819999999</c:v>
                </c:pt>
                <c:pt idx="6095">
                  <c:v>1.7556935819999999</c:v>
                </c:pt>
                <c:pt idx="6096">
                  <c:v>1.7556935819999999</c:v>
                </c:pt>
                <c:pt idx="6097">
                  <c:v>1.7556935819999999</c:v>
                </c:pt>
                <c:pt idx="6098">
                  <c:v>1.7556935819999999</c:v>
                </c:pt>
                <c:pt idx="6099">
                  <c:v>1.7556935819999999</c:v>
                </c:pt>
                <c:pt idx="6100">
                  <c:v>1.7556935819999999</c:v>
                </c:pt>
                <c:pt idx="6101">
                  <c:v>1.7556935819999999</c:v>
                </c:pt>
                <c:pt idx="6102">
                  <c:v>1.7556935819999999</c:v>
                </c:pt>
                <c:pt idx="6103">
                  <c:v>1.7556935819999999</c:v>
                </c:pt>
                <c:pt idx="6104">
                  <c:v>1.7556935819999999</c:v>
                </c:pt>
                <c:pt idx="6105">
                  <c:v>1.7556935819999999</c:v>
                </c:pt>
                <c:pt idx="6106">
                  <c:v>1.7556935819999999</c:v>
                </c:pt>
                <c:pt idx="6107">
                  <c:v>1.7556935819999999</c:v>
                </c:pt>
                <c:pt idx="6108">
                  <c:v>1.7556935819999999</c:v>
                </c:pt>
                <c:pt idx="6109">
                  <c:v>1.7556935819999999</c:v>
                </c:pt>
                <c:pt idx="6110">
                  <c:v>1.7556935819999999</c:v>
                </c:pt>
                <c:pt idx="6111">
                  <c:v>1.7556935819999999</c:v>
                </c:pt>
                <c:pt idx="6112">
                  <c:v>1.7556935819999999</c:v>
                </c:pt>
                <c:pt idx="6113">
                  <c:v>1.7556935819999999</c:v>
                </c:pt>
                <c:pt idx="6114">
                  <c:v>1.7556935819999999</c:v>
                </c:pt>
                <c:pt idx="6115">
                  <c:v>1.7556935819999999</c:v>
                </c:pt>
                <c:pt idx="6116">
                  <c:v>1.7556935819999999</c:v>
                </c:pt>
                <c:pt idx="6117">
                  <c:v>1.7556935819999999</c:v>
                </c:pt>
                <c:pt idx="6118">
                  <c:v>1.7556935819999999</c:v>
                </c:pt>
                <c:pt idx="6119">
                  <c:v>1.7556935819999999</c:v>
                </c:pt>
                <c:pt idx="6120">
                  <c:v>1.7556935819999999</c:v>
                </c:pt>
                <c:pt idx="6121">
                  <c:v>1.7556935819999999</c:v>
                </c:pt>
                <c:pt idx="6122">
                  <c:v>1.7556935819999999</c:v>
                </c:pt>
                <c:pt idx="6123">
                  <c:v>1.7556935819999999</c:v>
                </c:pt>
                <c:pt idx="6124">
                  <c:v>1.7556935819999999</c:v>
                </c:pt>
                <c:pt idx="6125">
                  <c:v>1.7556935819999999</c:v>
                </c:pt>
                <c:pt idx="6126">
                  <c:v>1.7556935819999999</c:v>
                </c:pt>
                <c:pt idx="6127">
                  <c:v>1.7556935819999999</c:v>
                </c:pt>
                <c:pt idx="6128">
                  <c:v>1.7556935819999999</c:v>
                </c:pt>
                <c:pt idx="6129">
                  <c:v>1.7556935819999999</c:v>
                </c:pt>
                <c:pt idx="6130">
                  <c:v>1.7556935819999999</c:v>
                </c:pt>
                <c:pt idx="6131">
                  <c:v>1.7556935819999999</c:v>
                </c:pt>
                <c:pt idx="6132">
                  <c:v>1.7556935819999999</c:v>
                </c:pt>
                <c:pt idx="6133">
                  <c:v>1.7556935819999999</c:v>
                </c:pt>
                <c:pt idx="6134">
                  <c:v>1.7556935819999999</c:v>
                </c:pt>
                <c:pt idx="6135">
                  <c:v>1.7556935819999999</c:v>
                </c:pt>
                <c:pt idx="6136">
                  <c:v>1.7556935819999999</c:v>
                </c:pt>
                <c:pt idx="6137">
                  <c:v>1.7556935819999999</c:v>
                </c:pt>
                <c:pt idx="6138">
                  <c:v>1.7556935819999999</c:v>
                </c:pt>
                <c:pt idx="6139">
                  <c:v>0</c:v>
                </c:pt>
                <c:pt idx="6140">
                  <c:v>0</c:v>
                </c:pt>
                <c:pt idx="6141">
                  <c:v>0</c:v>
                </c:pt>
                <c:pt idx="6142">
                  <c:v>0</c:v>
                </c:pt>
                <c:pt idx="6143">
                  <c:v>0</c:v>
                </c:pt>
                <c:pt idx="6144">
                  <c:v>0</c:v>
                </c:pt>
                <c:pt idx="6145">
                  <c:v>0</c:v>
                </c:pt>
                <c:pt idx="6146">
                  <c:v>5.637501586</c:v>
                </c:pt>
                <c:pt idx="6147">
                  <c:v>4.5817368360000001</c:v>
                </c:pt>
                <c:pt idx="6148">
                  <c:v>5.4865715860000002</c:v>
                </c:pt>
                <c:pt idx="6149">
                  <c:v>3.638095646</c:v>
                </c:pt>
                <c:pt idx="6150">
                  <c:v>0</c:v>
                </c:pt>
                <c:pt idx="6151">
                  <c:v>0</c:v>
                </c:pt>
                <c:pt idx="6152">
                  <c:v>0</c:v>
                </c:pt>
                <c:pt idx="6153">
                  <c:v>0</c:v>
                </c:pt>
                <c:pt idx="6154">
                  <c:v>3.0801982309999998</c:v>
                </c:pt>
                <c:pt idx="6155">
                  <c:v>6.4828856650000004</c:v>
                </c:pt>
                <c:pt idx="6156">
                  <c:v>11.75034159</c:v>
                </c:pt>
                <c:pt idx="6157">
                  <c:v>1.255961181</c:v>
                </c:pt>
                <c:pt idx="6158">
                  <c:v>1.7806802020000001</c:v>
                </c:pt>
                <c:pt idx="6159">
                  <c:v>1.754444251</c:v>
                </c:pt>
                <c:pt idx="6160">
                  <c:v>1.7557560480000001</c:v>
                </c:pt>
                <c:pt idx="6161">
                  <c:v>0</c:v>
                </c:pt>
                <c:pt idx="6162">
                  <c:v>0</c:v>
                </c:pt>
                <c:pt idx="6163">
                  <c:v>1.662687877</c:v>
                </c:pt>
                <c:pt idx="6164">
                  <c:v>9.1253700000000002</c:v>
                </c:pt>
                <c:pt idx="6165">
                  <c:v>4.4157779130000003</c:v>
                </c:pt>
                <c:pt idx="6166">
                  <c:v>1.6226893650000001</c:v>
                </c:pt>
                <c:pt idx="6167">
                  <c:v>1.7623437930000001</c:v>
                </c:pt>
                <c:pt idx="6168">
                  <c:v>1.7553610710000001</c:v>
                </c:pt>
                <c:pt idx="6169">
                  <c:v>1.3304444289999999</c:v>
                </c:pt>
                <c:pt idx="6170">
                  <c:v>0</c:v>
                </c:pt>
                <c:pt idx="6171">
                  <c:v>0</c:v>
                </c:pt>
                <c:pt idx="6172">
                  <c:v>0</c:v>
                </c:pt>
                <c:pt idx="6173">
                  <c:v>2.8101607529999999</c:v>
                </c:pt>
                <c:pt idx="6174">
                  <c:v>11.15705369</c:v>
                </c:pt>
                <c:pt idx="6175">
                  <c:v>1.2856255759999999</c:v>
                </c:pt>
                <c:pt idx="6176">
                  <c:v>1.779196982</c:v>
                </c:pt>
                <c:pt idx="6177">
                  <c:v>1.7545184119999999</c:v>
                </c:pt>
                <c:pt idx="6178">
                  <c:v>1.7557523399999999</c:v>
                </c:pt>
                <c:pt idx="6179">
                  <c:v>1.755690644</c:v>
                </c:pt>
                <c:pt idx="6180">
                  <c:v>1.7556937290000001</c:v>
                </c:pt>
                <c:pt idx="6181">
                  <c:v>1.7556935739999999</c:v>
                </c:pt>
                <c:pt idx="6182">
                  <c:v>1.7556935819999999</c:v>
                </c:pt>
                <c:pt idx="6183">
                  <c:v>1.7556935819999999</c:v>
                </c:pt>
                <c:pt idx="6184">
                  <c:v>1.7556935819999999</c:v>
                </c:pt>
                <c:pt idx="6185">
                  <c:v>1.7556935819999999</c:v>
                </c:pt>
                <c:pt idx="6186">
                  <c:v>0</c:v>
                </c:pt>
                <c:pt idx="6187">
                  <c:v>3.8135977699999999</c:v>
                </c:pt>
                <c:pt idx="6188">
                  <c:v>6.99282</c:v>
                </c:pt>
                <c:pt idx="6189">
                  <c:v>0</c:v>
                </c:pt>
                <c:pt idx="6190">
                  <c:v>0.61497315500000005</c:v>
                </c:pt>
                <c:pt idx="6191">
                  <c:v>5.9569217800000001</c:v>
                </c:pt>
                <c:pt idx="6192">
                  <c:v>2.5063540579999999</c:v>
                </c:pt>
                <c:pt idx="6193">
                  <c:v>0.65976442899999999</c:v>
                </c:pt>
                <c:pt idx="6194">
                  <c:v>2.8159663620000002</c:v>
                </c:pt>
                <c:pt idx="6195">
                  <c:v>1.5276491569999999</c:v>
                </c:pt>
                <c:pt idx="6196">
                  <c:v>0</c:v>
                </c:pt>
                <c:pt idx="6197">
                  <c:v>2.42029396</c:v>
                </c:pt>
                <c:pt idx="6198">
                  <c:v>3.6228001669999998</c:v>
                </c:pt>
                <c:pt idx="6199">
                  <c:v>2.703499002</c:v>
                </c:pt>
                <c:pt idx="6200">
                  <c:v>1.7083033110000001</c:v>
                </c:pt>
                <c:pt idx="6201">
                  <c:v>1.758063095</c:v>
                </c:pt>
                <c:pt idx="6202">
                  <c:v>1.755575106</c:v>
                </c:pt>
                <c:pt idx="6203">
                  <c:v>1.755699506</c:v>
                </c:pt>
                <c:pt idx="6204">
                  <c:v>1.7556932860000001</c:v>
                </c:pt>
                <c:pt idx="6205">
                  <c:v>1.7556935970000001</c:v>
                </c:pt>
                <c:pt idx="6206">
                  <c:v>1.7556935810000001</c:v>
                </c:pt>
                <c:pt idx="6207">
                  <c:v>1.7556935819999999</c:v>
                </c:pt>
                <c:pt idx="6208">
                  <c:v>1.7556935819999999</c:v>
                </c:pt>
                <c:pt idx="6209">
                  <c:v>1.7556935819999999</c:v>
                </c:pt>
                <c:pt idx="6210">
                  <c:v>1.7556935819999999</c:v>
                </c:pt>
                <c:pt idx="6211">
                  <c:v>0</c:v>
                </c:pt>
                <c:pt idx="6212">
                  <c:v>3.3198949199999999</c:v>
                </c:pt>
                <c:pt idx="6213">
                  <c:v>0</c:v>
                </c:pt>
                <c:pt idx="6214">
                  <c:v>4.0398556550000002</c:v>
                </c:pt>
                <c:pt idx="6215">
                  <c:v>1.7292870920000001</c:v>
                </c:pt>
                <c:pt idx="6216">
                  <c:v>1.7570139060000001</c:v>
                </c:pt>
                <c:pt idx="6217">
                  <c:v>1.755627566</c:v>
                </c:pt>
                <c:pt idx="6218">
                  <c:v>1.7556968829999999</c:v>
                </c:pt>
                <c:pt idx="6219">
                  <c:v>1.755693417</c:v>
                </c:pt>
                <c:pt idx="6220">
                  <c:v>1.7556935899999999</c:v>
                </c:pt>
                <c:pt idx="6221">
                  <c:v>1.7556935810000001</c:v>
                </c:pt>
                <c:pt idx="6222">
                  <c:v>1.7556935819999999</c:v>
                </c:pt>
                <c:pt idx="6223">
                  <c:v>1.7556935819999999</c:v>
                </c:pt>
                <c:pt idx="6224">
                  <c:v>1.7556935819999999</c:v>
                </c:pt>
                <c:pt idx="6225">
                  <c:v>1.7556935819999999</c:v>
                </c:pt>
                <c:pt idx="6226">
                  <c:v>1.7556935819999999</c:v>
                </c:pt>
                <c:pt idx="6227">
                  <c:v>1.7556935819999999</c:v>
                </c:pt>
                <c:pt idx="6228">
                  <c:v>1.7556935819999999</c:v>
                </c:pt>
                <c:pt idx="6229">
                  <c:v>1.7556935819999999</c:v>
                </c:pt>
                <c:pt idx="6230">
                  <c:v>1.7556935819999999</c:v>
                </c:pt>
                <c:pt idx="6231">
                  <c:v>1.7556935819999999</c:v>
                </c:pt>
                <c:pt idx="6232">
                  <c:v>0</c:v>
                </c:pt>
                <c:pt idx="6233">
                  <c:v>0</c:v>
                </c:pt>
                <c:pt idx="6234">
                  <c:v>0</c:v>
                </c:pt>
                <c:pt idx="6235">
                  <c:v>0</c:v>
                </c:pt>
                <c:pt idx="6236">
                  <c:v>0</c:v>
                </c:pt>
                <c:pt idx="6237">
                  <c:v>0</c:v>
                </c:pt>
                <c:pt idx="6238">
                  <c:v>10.572480000000001</c:v>
                </c:pt>
                <c:pt idx="6239">
                  <c:v>9.7559060409999994</c:v>
                </c:pt>
                <c:pt idx="6240">
                  <c:v>1.3556829589999999</c:v>
                </c:pt>
                <c:pt idx="6241">
                  <c:v>1.7756941129999999</c:v>
                </c:pt>
                <c:pt idx="6242">
                  <c:v>0</c:v>
                </c:pt>
                <c:pt idx="6243">
                  <c:v>0</c:v>
                </c:pt>
                <c:pt idx="6244">
                  <c:v>0</c:v>
                </c:pt>
                <c:pt idx="6245">
                  <c:v>0</c:v>
                </c:pt>
                <c:pt idx="6246">
                  <c:v>6.4576333479999999</c:v>
                </c:pt>
                <c:pt idx="6247">
                  <c:v>6.9718805740000001</c:v>
                </c:pt>
                <c:pt idx="6248">
                  <c:v>1.494884232</c:v>
                </c:pt>
                <c:pt idx="6249">
                  <c:v>1.7687340490000001</c:v>
                </c:pt>
                <c:pt idx="6250">
                  <c:v>1.7550415580000001</c:v>
                </c:pt>
                <c:pt idx="6251">
                  <c:v>1.7557261829999999</c:v>
                </c:pt>
                <c:pt idx="6252">
                  <c:v>1.7556919520000001</c:v>
                </c:pt>
                <c:pt idx="6253">
                  <c:v>1.755693663</c:v>
                </c:pt>
                <c:pt idx="6254">
                  <c:v>1.755693578</c:v>
                </c:pt>
                <c:pt idx="6255">
                  <c:v>1.7556935819999999</c:v>
                </c:pt>
                <c:pt idx="6256">
                  <c:v>1.7556935819999999</c:v>
                </c:pt>
                <c:pt idx="6257">
                  <c:v>1.7556935819999999</c:v>
                </c:pt>
                <c:pt idx="6258">
                  <c:v>1.7556935819999999</c:v>
                </c:pt>
                <c:pt idx="6259">
                  <c:v>1.7556935819999999</c:v>
                </c:pt>
                <c:pt idx="6260">
                  <c:v>1.7556935819999999</c:v>
                </c:pt>
                <c:pt idx="6261">
                  <c:v>1.7556935819999999</c:v>
                </c:pt>
                <c:pt idx="6262">
                  <c:v>1.7556935819999999</c:v>
                </c:pt>
                <c:pt idx="6263">
                  <c:v>1.7556935819999999</c:v>
                </c:pt>
                <c:pt idx="6264">
                  <c:v>1.7556935819999999</c:v>
                </c:pt>
                <c:pt idx="6265">
                  <c:v>1.7556935819999999</c:v>
                </c:pt>
                <c:pt idx="6266">
                  <c:v>1.7556935819999999</c:v>
                </c:pt>
                <c:pt idx="6267">
                  <c:v>1.7556935819999999</c:v>
                </c:pt>
                <c:pt idx="6268">
                  <c:v>1.7556935819999999</c:v>
                </c:pt>
                <c:pt idx="6269">
                  <c:v>1.7556935819999999</c:v>
                </c:pt>
                <c:pt idx="6270">
                  <c:v>1.7556935819999999</c:v>
                </c:pt>
                <c:pt idx="6271">
                  <c:v>1.7556935819999999</c:v>
                </c:pt>
                <c:pt idx="6272">
                  <c:v>1.7556935819999999</c:v>
                </c:pt>
                <c:pt idx="6273">
                  <c:v>1.7556935819999999</c:v>
                </c:pt>
                <c:pt idx="6274">
                  <c:v>1.7556935819999999</c:v>
                </c:pt>
                <c:pt idx="6275">
                  <c:v>1.7556935819999999</c:v>
                </c:pt>
                <c:pt idx="6276">
                  <c:v>1.7556935819999999</c:v>
                </c:pt>
                <c:pt idx="6277">
                  <c:v>1.7556935819999999</c:v>
                </c:pt>
                <c:pt idx="6278">
                  <c:v>1.7556935819999999</c:v>
                </c:pt>
                <c:pt idx="6279">
                  <c:v>1.7556935819999999</c:v>
                </c:pt>
                <c:pt idx="6280">
                  <c:v>1.7556935819999999</c:v>
                </c:pt>
                <c:pt idx="6281">
                  <c:v>1.7556935819999999</c:v>
                </c:pt>
                <c:pt idx="6282">
                  <c:v>0</c:v>
                </c:pt>
                <c:pt idx="6283">
                  <c:v>4.2210281109999999</c:v>
                </c:pt>
                <c:pt idx="6284">
                  <c:v>1.6324268550000001</c:v>
                </c:pt>
                <c:pt idx="6285">
                  <c:v>0</c:v>
                </c:pt>
                <c:pt idx="6286">
                  <c:v>3.79863178</c:v>
                </c:pt>
                <c:pt idx="6287">
                  <c:v>0</c:v>
                </c:pt>
                <c:pt idx="6288">
                  <c:v>0</c:v>
                </c:pt>
                <c:pt idx="6289">
                  <c:v>5.2249766000000003E-2</c:v>
                </c:pt>
                <c:pt idx="6290">
                  <c:v>0</c:v>
                </c:pt>
                <c:pt idx="6291">
                  <c:v>5.2335093730000004</c:v>
                </c:pt>
                <c:pt idx="6292">
                  <c:v>5.5914624000000003E-2</c:v>
                </c:pt>
                <c:pt idx="6293">
                  <c:v>6.4211417800000001</c:v>
                </c:pt>
                <c:pt idx="6294">
                  <c:v>9.9688193330000008</c:v>
                </c:pt>
                <c:pt idx="6295">
                  <c:v>1.3450372939999999</c:v>
                </c:pt>
                <c:pt idx="6296">
                  <c:v>1.776226396</c:v>
                </c:pt>
                <c:pt idx="6297">
                  <c:v>1.754666941</c:v>
                </c:pt>
                <c:pt idx="6298">
                  <c:v>1.7557449140000001</c:v>
                </c:pt>
                <c:pt idx="6299">
                  <c:v>1.755691015</c:v>
                </c:pt>
                <c:pt idx="6300">
                  <c:v>1.7556937100000001</c:v>
                </c:pt>
                <c:pt idx="6301">
                  <c:v>1.755693575</c:v>
                </c:pt>
                <c:pt idx="6302">
                  <c:v>1.7556935819999999</c:v>
                </c:pt>
                <c:pt idx="6303">
                  <c:v>1.7556935819999999</c:v>
                </c:pt>
                <c:pt idx="6304">
                  <c:v>1.7556935819999999</c:v>
                </c:pt>
                <c:pt idx="6305">
                  <c:v>1.7556935819999999</c:v>
                </c:pt>
                <c:pt idx="6306">
                  <c:v>0</c:v>
                </c:pt>
                <c:pt idx="6307">
                  <c:v>8.3752200000000006</c:v>
                </c:pt>
                <c:pt idx="6308">
                  <c:v>0</c:v>
                </c:pt>
                <c:pt idx="6309">
                  <c:v>0</c:v>
                </c:pt>
                <c:pt idx="6310">
                  <c:v>0</c:v>
                </c:pt>
                <c:pt idx="6311">
                  <c:v>0</c:v>
                </c:pt>
                <c:pt idx="6312">
                  <c:v>8.2783050090000003</c:v>
                </c:pt>
                <c:pt idx="6313">
                  <c:v>11.95708078</c:v>
                </c:pt>
                <c:pt idx="6314">
                  <c:v>1.245624222</c:v>
                </c:pt>
                <c:pt idx="6315">
                  <c:v>1.7811970500000001</c:v>
                </c:pt>
                <c:pt idx="6316">
                  <c:v>1.754418408</c:v>
                </c:pt>
                <c:pt idx="6317">
                  <c:v>1.7557573399999999</c:v>
                </c:pt>
                <c:pt idx="6318">
                  <c:v>1.7556903939999999</c:v>
                </c:pt>
                <c:pt idx="6319">
                  <c:v>1.755693741</c:v>
                </c:pt>
                <c:pt idx="6320">
                  <c:v>1.7556935739999999</c:v>
                </c:pt>
                <c:pt idx="6321">
                  <c:v>1.7556935819999999</c:v>
                </c:pt>
                <c:pt idx="6322">
                  <c:v>1.7556935819999999</c:v>
                </c:pt>
                <c:pt idx="6323">
                  <c:v>1.7556935819999999</c:v>
                </c:pt>
                <c:pt idx="6324">
                  <c:v>1.7556935819999999</c:v>
                </c:pt>
                <c:pt idx="6325">
                  <c:v>1.7556935819999999</c:v>
                </c:pt>
                <c:pt idx="6326">
                  <c:v>1.7556935819999999</c:v>
                </c:pt>
                <c:pt idx="6327">
                  <c:v>1.7556935819999999</c:v>
                </c:pt>
                <c:pt idx="6328">
                  <c:v>1.7556935819999999</c:v>
                </c:pt>
                <c:pt idx="6329">
                  <c:v>1.7556935819999999</c:v>
                </c:pt>
                <c:pt idx="6330">
                  <c:v>0</c:v>
                </c:pt>
                <c:pt idx="6331">
                  <c:v>0</c:v>
                </c:pt>
                <c:pt idx="6332">
                  <c:v>0</c:v>
                </c:pt>
                <c:pt idx="6333">
                  <c:v>0</c:v>
                </c:pt>
                <c:pt idx="6334">
                  <c:v>3.4956562180000001</c:v>
                </c:pt>
                <c:pt idx="6335">
                  <c:v>0.56189564599999997</c:v>
                </c:pt>
                <c:pt idx="6336">
                  <c:v>16.052759999999999</c:v>
                </c:pt>
                <c:pt idx="6337">
                  <c:v>2.4358368330000002</c:v>
                </c:pt>
                <c:pt idx="6338">
                  <c:v>1.7216864190000001</c:v>
                </c:pt>
                <c:pt idx="6339">
                  <c:v>1.75739394</c:v>
                </c:pt>
                <c:pt idx="6340">
                  <c:v>1.7556085640000001</c:v>
                </c:pt>
                <c:pt idx="6341">
                  <c:v>1.7556978329999999</c:v>
                </c:pt>
                <c:pt idx="6342">
                  <c:v>1.7556933690000001</c:v>
                </c:pt>
                <c:pt idx="6343">
                  <c:v>0</c:v>
                </c:pt>
                <c:pt idx="6344">
                  <c:v>5.6873861769999996</c:v>
                </c:pt>
                <c:pt idx="6345">
                  <c:v>1.3133336470000001</c:v>
                </c:pt>
                <c:pt idx="6346">
                  <c:v>2.011298118</c:v>
                </c:pt>
                <c:pt idx="6347">
                  <c:v>1.742913355</c:v>
                </c:pt>
                <c:pt idx="6348">
                  <c:v>1.6200711889999999</c:v>
                </c:pt>
                <c:pt idx="6349">
                  <c:v>1.891923035</c:v>
                </c:pt>
                <c:pt idx="6350">
                  <c:v>1.748882109</c:v>
                </c:pt>
                <c:pt idx="6351">
                  <c:v>1.756034155</c:v>
                </c:pt>
                <c:pt idx="6352">
                  <c:v>1.755676553</c:v>
                </c:pt>
                <c:pt idx="6353">
                  <c:v>1.7556944329999999</c:v>
                </c:pt>
                <c:pt idx="6354">
                  <c:v>1.7556935389999999</c:v>
                </c:pt>
                <c:pt idx="6355">
                  <c:v>0</c:v>
                </c:pt>
                <c:pt idx="6356">
                  <c:v>0</c:v>
                </c:pt>
                <c:pt idx="6357">
                  <c:v>5.0770253109999999</c:v>
                </c:pt>
                <c:pt idx="6358">
                  <c:v>10.58153544</c:v>
                </c:pt>
                <c:pt idx="6359">
                  <c:v>3.6036140859999999</c:v>
                </c:pt>
                <c:pt idx="6360">
                  <c:v>0.96019789099999997</c:v>
                </c:pt>
                <c:pt idx="6361">
                  <c:v>0</c:v>
                </c:pt>
                <c:pt idx="6362">
                  <c:v>6.3098061410000001</c:v>
                </c:pt>
                <c:pt idx="6363">
                  <c:v>3.351494191</c:v>
                </c:pt>
                <c:pt idx="6364">
                  <c:v>1.675903551</c:v>
                </c:pt>
                <c:pt idx="6365">
                  <c:v>1.7596830830000001</c:v>
                </c:pt>
                <c:pt idx="6366">
                  <c:v>0</c:v>
                </c:pt>
                <c:pt idx="6367">
                  <c:v>1.5268167130000001</c:v>
                </c:pt>
                <c:pt idx="6368">
                  <c:v>3.8073574219999999</c:v>
                </c:pt>
                <c:pt idx="6369">
                  <c:v>1.6531103899999999</c:v>
                </c:pt>
                <c:pt idx="6370">
                  <c:v>1.7608227409999999</c:v>
                </c:pt>
                <c:pt idx="6371">
                  <c:v>1.755437124</c:v>
                </c:pt>
                <c:pt idx="6372">
                  <c:v>1.755706405</c:v>
                </c:pt>
                <c:pt idx="6373">
                  <c:v>1.755692941</c:v>
                </c:pt>
                <c:pt idx="6374">
                  <c:v>0</c:v>
                </c:pt>
                <c:pt idx="6375">
                  <c:v>3.9997048130000001</c:v>
                </c:pt>
                <c:pt idx="6376">
                  <c:v>1.64349302</c:v>
                </c:pt>
                <c:pt idx="6377">
                  <c:v>1.7613036099999999</c:v>
                </c:pt>
                <c:pt idx="6378">
                  <c:v>1.7554130800000001</c:v>
                </c:pt>
                <c:pt idx="6379">
                  <c:v>1.7557076069999999</c:v>
                </c:pt>
                <c:pt idx="6380">
                  <c:v>1.7556928810000001</c:v>
                </c:pt>
                <c:pt idx="6381">
                  <c:v>1.7556936169999999</c:v>
                </c:pt>
                <c:pt idx="6382">
                  <c:v>1.75569358</c:v>
                </c:pt>
                <c:pt idx="6383">
                  <c:v>1.7556935819999999</c:v>
                </c:pt>
                <c:pt idx="6384">
                  <c:v>1.7556935819999999</c:v>
                </c:pt>
                <c:pt idx="6385">
                  <c:v>1.7556935819999999</c:v>
                </c:pt>
                <c:pt idx="6386">
                  <c:v>1.7556935819999999</c:v>
                </c:pt>
                <c:pt idx="6387">
                  <c:v>1.7556935819999999</c:v>
                </c:pt>
                <c:pt idx="6388">
                  <c:v>1.7556935819999999</c:v>
                </c:pt>
                <c:pt idx="6389">
                  <c:v>1.7556935819999999</c:v>
                </c:pt>
                <c:pt idx="6390">
                  <c:v>1.7556935819999999</c:v>
                </c:pt>
                <c:pt idx="6391">
                  <c:v>1.7556935819999999</c:v>
                </c:pt>
                <c:pt idx="6392">
                  <c:v>1.7556935819999999</c:v>
                </c:pt>
                <c:pt idx="6393">
                  <c:v>1.7556935819999999</c:v>
                </c:pt>
                <c:pt idx="6394">
                  <c:v>1.7556935819999999</c:v>
                </c:pt>
                <c:pt idx="6395">
                  <c:v>1.7556935819999999</c:v>
                </c:pt>
                <c:pt idx="6396">
                  <c:v>1.7556935819999999</c:v>
                </c:pt>
                <c:pt idx="6397">
                  <c:v>1.7556935819999999</c:v>
                </c:pt>
                <c:pt idx="6398">
                  <c:v>1.7556935819999999</c:v>
                </c:pt>
                <c:pt idx="6399">
                  <c:v>1.7556935819999999</c:v>
                </c:pt>
                <c:pt idx="6400">
                  <c:v>1.7556935819999999</c:v>
                </c:pt>
                <c:pt idx="6401">
                  <c:v>1.7556935819999999</c:v>
                </c:pt>
                <c:pt idx="6402">
                  <c:v>1.7556935819999999</c:v>
                </c:pt>
                <c:pt idx="6403">
                  <c:v>0</c:v>
                </c:pt>
                <c:pt idx="6404">
                  <c:v>0</c:v>
                </c:pt>
                <c:pt idx="6405">
                  <c:v>0</c:v>
                </c:pt>
                <c:pt idx="6406">
                  <c:v>1.2703162180000001</c:v>
                </c:pt>
                <c:pt idx="6407">
                  <c:v>0</c:v>
                </c:pt>
                <c:pt idx="6408">
                  <c:v>0</c:v>
                </c:pt>
                <c:pt idx="6409">
                  <c:v>3.3012007529999998</c:v>
                </c:pt>
                <c:pt idx="6410">
                  <c:v>3.7476139599999998</c:v>
                </c:pt>
                <c:pt idx="6411">
                  <c:v>4.1622439599999996</c:v>
                </c:pt>
                <c:pt idx="6412">
                  <c:v>0.91687973700000003</c:v>
                </c:pt>
                <c:pt idx="6413">
                  <c:v>4.2677193730000003</c:v>
                </c:pt>
                <c:pt idx="6414">
                  <c:v>8.3002913330000005</c:v>
                </c:pt>
                <c:pt idx="6415">
                  <c:v>1.428463694</c:v>
                </c:pt>
                <c:pt idx="6416">
                  <c:v>1.772055076</c:v>
                </c:pt>
                <c:pt idx="6417">
                  <c:v>1.7548755069999999</c:v>
                </c:pt>
                <c:pt idx="6418">
                  <c:v>1.7557344859999999</c:v>
                </c:pt>
                <c:pt idx="6419">
                  <c:v>1.7556915369999999</c:v>
                </c:pt>
                <c:pt idx="6420">
                  <c:v>1.7556936839999999</c:v>
                </c:pt>
                <c:pt idx="6421">
                  <c:v>1.7556935769999999</c:v>
                </c:pt>
                <c:pt idx="6422">
                  <c:v>1.7556935819999999</c:v>
                </c:pt>
                <c:pt idx="6423">
                  <c:v>1.7556935819999999</c:v>
                </c:pt>
                <c:pt idx="6424">
                  <c:v>1.7556935819999999</c:v>
                </c:pt>
                <c:pt idx="6425">
                  <c:v>1.7556935819999999</c:v>
                </c:pt>
                <c:pt idx="6426">
                  <c:v>1.7556935819999999</c:v>
                </c:pt>
                <c:pt idx="6427">
                  <c:v>0</c:v>
                </c:pt>
                <c:pt idx="6428">
                  <c:v>1.82646178</c:v>
                </c:pt>
                <c:pt idx="6429">
                  <c:v>0</c:v>
                </c:pt>
                <c:pt idx="6430">
                  <c:v>0</c:v>
                </c:pt>
                <c:pt idx="6431">
                  <c:v>0.917550753</c:v>
                </c:pt>
                <c:pt idx="6432">
                  <c:v>0</c:v>
                </c:pt>
                <c:pt idx="6433">
                  <c:v>0</c:v>
                </c:pt>
                <c:pt idx="6434">
                  <c:v>0</c:v>
                </c:pt>
                <c:pt idx="6435">
                  <c:v>0</c:v>
                </c:pt>
                <c:pt idx="6436">
                  <c:v>9.4603471060000004</c:v>
                </c:pt>
                <c:pt idx="6437">
                  <c:v>8.5307149199999994</c:v>
                </c:pt>
                <c:pt idx="6438">
                  <c:v>3.053114914</c:v>
                </c:pt>
                <c:pt idx="6439">
                  <c:v>1.690822515</c:v>
                </c:pt>
                <c:pt idx="6440">
                  <c:v>1.758937135</c:v>
                </c:pt>
                <c:pt idx="6441">
                  <c:v>1.7555314040000001</c:v>
                </c:pt>
                <c:pt idx="6442">
                  <c:v>1.7557016910000001</c:v>
                </c:pt>
                <c:pt idx="6443">
                  <c:v>1.7556931760000001</c:v>
                </c:pt>
                <c:pt idx="6444">
                  <c:v>1.755693602</c:v>
                </c:pt>
                <c:pt idx="6445">
                  <c:v>1.7556935810000001</c:v>
                </c:pt>
                <c:pt idx="6446">
                  <c:v>1.7556935819999999</c:v>
                </c:pt>
                <c:pt idx="6447">
                  <c:v>1.7556935819999999</c:v>
                </c:pt>
                <c:pt idx="6448">
                  <c:v>1.7556935819999999</c:v>
                </c:pt>
                <c:pt idx="6449">
                  <c:v>1.7556935819999999</c:v>
                </c:pt>
                <c:pt idx="6450">
                  <c:v>0</c:v>
                </c:pt>
                <c:pt idx="6451">
                  <c:v>3.5646331550000001</c:v>
                </c:pt>
                <c:pt idx="6452">
                  <c:v>4.5472081590000002</c:v>
                </c:pt>
                <c:pt idx="6453">
                  <c:v>1.616117853</c:v>
                </c:pt>
                <c:pt idx="6454">
                  <c:v>1.762672368</c:v>
                </c:pt>
                <c:pt idx="6455">
                  <c:v>1.7553446420000001</c:v>
                </c:pt>
                <c:pt idx="6456">
                  <c:v>1.755711029</c:v>
                </c:pt>
                <c:pt idx="6457">
                  <c:v>1.7556927090000001</c:v>
                </c:pt>
                <c:pt idx="6458">
                  <c:v>0.64109462399999995</c:v>
                </c:pt>
                <c:pt idx="6459">
                  <c:v>2.8702925810000002</c:v>
                </c:pt>
                <c:pt idx="6460">
                  <c:v>0</c:v>
                </c:pt>
                <c:pt idx="6461">
                  <c:v>0</c:v>
                </c:pt>
                <c:pt idx="6462">
                  <c:v>3.2289705949999998</c:v>
                </c:pt>
                <c:pt idx="6463">
                  <c:v>8.5054888559999995</c:v>
                </c:pt>
                <c:pt idx="6464">
                  <c:v>0</c:v>
                </c:pt>
                <c:pt idx="6465">
                  <c:v>4.5128252460000002</c:v>
                </c:pt>
                <c:pt idx="6466">
                  <c:v>1.6178369990000001</c:v>
                </c:pt>
                <c:pt idx="6467">
                  <c:v>1.762586411</c:v>
                </c:pt>
                <c:pt idx="6468">
                  <c:v>1.75534894</c:v>
                </c:pt>
                <c:pt idx="6469">
                  <c:v>1.755710814</c:v>
                </c:pt>
                <c:pt idx="6470">
                  <c:v>1.7556927200000001</c:v>
                </c:pt>
                <c:pt idx="6471">
                  <c:v>1.7556936249999999</c:v>
                </c:pt>
                <c:pt idx="6472">
                  <c:v>1.75569358</c:v>
                </c:pt>
                <c:pt idx="6473">
                  <c:v>1.7556935819999999</c:v>
                </c:pt>
                <c:pt idx="6474">
                  <c:v>1.7556935819999999</c:v>
                </c:pt>
                <c:pt idx="6475">
                  <c:v>1.7556935819999999</c:v>
                </c:pt>
                <c:pt idx="6476">
                  <c:v>1.7556935819999999</c:v>
                </c:pt>
                <c:pt idx="6477">
                  <c:v>1.7556935819999999</c:v>
                </c:pt>
                <c:pt idx="6478">
                  <c:v>1.7556935819999999</c:v>
                </c:pt>
                <c:pt idx="6479">
                  <c:v>1.7556935819999999</c:v>
                </c:pt>
                <c:pt idx="6480">
                  <c:v>1.7556935819999999</c:v>
                </c:pt>
                <c:pt idx="6481">
                  <c:v>1.7556935819999999</c:v>
                </c:pt>
                <c:pt idx="6482">
                  <c:v>1.7556935819999999</c:v>
                </c:pt>
                <c:pt idx="6483">
                  <c:v>0.80299584499999999</c:v>
                </c:pt>
                <c:pt idx="6484">
                  <c:v>0</c:v>
                </c:pt>
                <c:pt idx="6485">
                  <c:v>0</c:v>
                </c:pt>
                <c:pt idx="6486">
                  <c:v>6.552537547</c:v>
                </c:pt>
                <c:pt idx="6487">
                  <c:v>3.788755525</c:v>
                </c:pt>
                <c:pt idx="6488">
                  <c:v>1.6540404849999999</c:v>
                </c:pt>
                <c:pt idx="6489">
                  <c:v>1.5407251740000001</c:v>
                </c:pt>
                <c:pt idx="6490">
                  <c:v>1.9754905119999999</c:v>
                </c:pt>
                <c:pt idx="6491">
                  <c:v>1.7447037350000001</c:v>
                </c:pt>
                <c:pt idx="6492">
                  <c:v>1.7562430739999999</c:v>
                </c:pt>
                <c:pt idx="6493">
                  <c:v>1.7556661069999999</c:v>
                </c:pt>
                <c:pt idx="6494">
                  <c:v>1.7556949559999999</c:v>
                </c:pt>
                <c:pt idx="6495">
                  <c:v>1.755693513</c:v>
                </c:pt>
                <c:pt idx="6496">
                  <c:v>1.7556935849999999</c:v>
                </c:pt>
                <c:pt idx="6497">
                  <c:v>1.7556935819999999</c:v>
                </c:pt>
                <c:pt idx="6498">
                  <c:v>0</c:v>
                </c:pt>
                <c:pt idx="6499">
                  <c:v>2.6211877700000001</c:v>
                </c:pt>
                <c:pt idx="6500">
                  <c:v>2.2736217999999999E-2</c:v>
                </c:pt>
                <c:pt idx="6501">
                  <c:v>7.587263321</c:v>
                </c:pt>
                <c:pt idx="6502">
                  <c:v>1.4641150949999999</c:v>
                </c:pt>
                <c:pt idx="6503">
                  <c:v>1.770272506</c:v>
                </c:pt>
                <c:pt idx="6504">
                  <c:v>0</c:v>
                </c:pt>
                <c:pt idx="6505">
                  <c:v>5.33451319</c:v>
                </c:pt>
                <c:pt idx="6506">
                  <c:v>0.27407470699999997</c:v>
                </c:pt>
                <c:pt idx="6507">
                  <c:v>0</c:v>
                </c:pt>
                <c:pt idx="6508">
                  <c:v>0</c:v>
                </c:pt>
                <c:pt idx="6509">
                  <c:v>0</c:v>
                </c:pt>
                <c:pt idx="6510">
                  <c:v>4.6751503540000003</c:v>
                </c:pt>
                <c:pt idx="6511">
                  <c:v>10.625691079999999</c:v>
                </c:pt>
                <c:pt idx="6512">
                  <c:v>1.312193707</c:v>
                </c:pt>
                <c:pt idx="6513">
                  <c:v>1.7778685759999999</c:v>
                </c:pt>
                <c:pt idx="6514">
                  <c:v>1.7545848319999999</c:v>
                </c:pt>
                <c:pt idx="6515">
                  <c:v>1.755749019</c:v>
                </c:pt>
                <c:pt idx="6516">
                  <c:v>1.7556908099999999</c:v>
                </c:pt>
                <c:pt idx="6517">
                  <c:v>1.75569372</c:v>
                </c:pt>
                <c:pt idx="6518">
                  <c:v>1.755693575</c:v>
                </c:pt>
                <c:pt idx="6519">
                  <c:v>1.7556935819999999</c:v>
                </c:pt>
                <c:pt idx="6520">
                  <c:v>1.7556935819999999</c:v>
                </c:pt>
                <c:pt idx="6521">
                  <c:v>1.7556935819999999</c:v>
                </c:pt>
                <c:pt idx="6522">
                  <c:v>6.5427105999999999E-2</c:v>
                </c:pt>
                <c:pt idx="6523">
                  <c:v>3.4459600579999998</c:v>
                </c:pt>
                <c:pt idx="6524">
                  <c:v>0</c:v>
                </c:pt>
                <c:pt idx="6525">
                  <c:v>0</c:v>
                </c:pt>
                <c:pt idx="6526">
                  <c:v>0</c:v>
                </c:pt>
                <c:pt idx="6527">
                  <c:v>0</c:v>
                </c:pt>
                <c:pt idx="6528">
                  <c:v>0</c:v>
                </c:pt>
                <c:pt idx="6529">
                  <c:v>5.4770656459999998</c:v>
                </c:pt>
                <c:pt idx="6530">
                  <c:v>7.5269731550000003</c:v>
                </c:pt>
                <c:pt idx="6531">
                  <c:v>8.4307248640000001</c:v>
                </c:pt>
                <c:pt idx="6532">
                  <c:v>0.96289915699999995</c:v>
                </c:pt>
                <c:pt idx="6533">
                  <c:v>0</c:v>
                </c:pt>
                <c:pt idx="6534">
                  <c:v>5.0926288609999997</c:v>
                </c:pt>
                <c:pt idx="6535">
                  <c:v>2.4297868569999999</c:v>
                </c:pt>
                <c:pt idx="6536">
                  <c:v>0</c:v>
                </c:pt>
                <c:pt idx="6537">
                  <c:v>0.10955590900000001</c:v>
                </c:pt>
                <c:pt idx="6538">
                  <c:v>0</c:v>
                </c:pt>
                <c:pt idx="6539">
                  <c:v>3.97061419</c:v>
                </c:pt>
                <c:pt idx="6540">
                  <c:v>7.0126573160000003</c:v>
                </c:pt>
                <c:pt idx="6541">
                  <c:v>8.139157827</c:v>
                </c:pt>
                <c:pt idx="6542">
                  <c:v>1.43652037</c:v>
                </c:pt>
                <c:pt idx="6543">
                  <c:v>1.771652242</c:v>
                </c:pt>
                <c:pt idx="6544">
                  <c:v>1.7548956490000001</c:v>
                </c:pt>
                <c:pt idx="6545">
                  <c:v>0</c:v>
                </c:pt>
                <c:pt idx="6546">
                  <c:v>0</c:v>
                </c:pt>
                <c:pt idx="6547">
                  <c:v>9.2390335639999996</c:v>
                </c:pt>
                <c:pt idx="6548">
                  <c:v>3.383277106</c:v>
                </c:pt>
                <c:pt idx="6549">
                  <c:v>1.7935115859999999</c:v>
                </c:pt>
                <c:pt idx="6550">
                  <c:v>6.6885250259999998</c:v>
                </c:pt>
                <c:pt idx="6551">
                  <c:v>1.50905201</c:v>
                </c:pt>
                <c:pt idx="6552">
                  <c:v>1.7680256599999999</c:v>
                </c:pt>
                <c:pt idx="6553">
                  <c:v>1.216328796</c:v>
                </c:pt>
                <c:pt idx="6554">
                  <c:v>0.66885442900000003</c:v>
                </c:pt>
                <c:pt idx="6555">
                  <c:v>0</c:v>
                </c:pt>
                <c:pt idx="6556">
                  <c:v>7.0786827460000001</c:v>
                </c:pt>
                <c:pt idx="6557">
                  <c:v>1.489544124</c:v>
                </c:pt>
                <c:pt idx="6558">
                  <c:v>1.7690010549999999</c:v>
                </c:pt>
                <c:pt idx="6559">
                  <c:v>1.7550282079999999</c:v>
                </c:pt>
                <c:pt idx="6560">
                  <c:v>1.7557268500000001</c:v>
                </c:pt>
                <c:pt idx="6561">
                  <c:v>1.7556919179999999</c:v>
                </c:pt>
                <c:pt idx="6562">
                  <c:v>1.7556936649999999</c:v>
                </c:pt>
                <c:pt idx="6563">
                  <c:v>1.755693578</c:v>
                </c:pt>
                <c:pt idx="6564">
                  <c:v>1.7556935819999999</c:v>
                </c:pt>
                <c:pt idx="6565">
                  <c:v>1.7556935819999999</c:v>
                </c:pt>
                <c:pt idx="6566">
                  <c:v>1.7556935819999999</c:v>
                </c:pt>
                <c:pt idx="6567">
                  <c:v>1.7556935819999999</c:v>
                </c:pt>
                <c:pt idx="6568">
                  <c:v>1.7556935819999999</c:v>
                </c:pt>
                <c:pt idx="6569">
                  <c:v>1.7556935819999999</c:v>
                </c:pt>
                <c:pt idx="6570">
                  <c:v>1.7556935819999999</c:v>
                </c:pt>
                <c:pt idx="6571">
                  <c:v>0</c:v>
                </c:pt>
                <c:pt idx="6572">
                  <c:v>0</c:v>
                </c:pt>
                <c:pt idx="6573">
                  <c:v>0</c:v>
                </c:pt>
                <c:pt idx="6574">
                  <c:v>0</c:v>
                </c:pt>
                <c:pt idx="6575">
                  <c:v>0</c:v>
                </c:pt>
                <c:pt idx="6576">
                  <c:v>0</c:v>
                </c:pt>
                <c:pt idx="6577">
                  <c:v>0</c:v>
                </c:pt>
                <c:pt idx="6578">
                  <c:v>2.980800753</c:v>
                </c:pt>
                <c:pt idx="6579">
                  <c:v>0</c:v>
                </c:pt>
                <c:pt idx="6580">
                  <c:v>0</c:v>
                </c:pt>
                <c:pt idx="6581">
                  <c:v>13.23044655</c:v>
                </c:pt>
                <c:pt idx="6582">
                  <c:v>0.42088444200000003</c:v>
                </c:pt>
                <c:pt idx="6583">
                  <c:v>0.51292446000000003</c:v>
                </c:pt>
                <c:pt idx="6584">
                  <c:v>9.0394365870000009</c:v>
                </c:pt>
                <c:pt idx="6585">
                  <c:v>1.3915064319999999</c:v>
                </c:pt>
                <c:pt idx="6586">
                  <c:v>1.7739029390000001</c:v>
                </c:pt>
                <c:pt idx="6587">
                  <c:v>1.7547831140000001</c:v>
                </c:pt>
                <c:pt idx="6588">
                  <c:v>1.755739105</c:v>
                </c:pt>
                <c:pt idx="6589">
                  <c:v>1.7556913059999999</c:v>
                </c:pt>
                <c:pt idx="6590">
                  <c:v>1.755693696</c:v>
                </c:pt>
                <c:pt idx="6591">
                  <c:v>1.7556935760000001</c:v>
                </c:pt>
                <c:pt idx="6592">
                  <c:v>1.7556935819999999</c:v>
                </c:pt>
                <c:pt idx="6593">
                  <c:v>1.7556935819999999</c:v>
                </c:pt>
                <c:pt idx="6594">
                  <c:v>1.7556935819999999</c:v>
                </c:pt>
                <c:pt idx="6595">
                  <c:v>0</c:v>
                </c:pt>
                <c:pt idx="6596">
                  <c:v>3.0148171060000002</c:v>
                </c:pt>
                <c:pt idx="6597">
                  <c:v>0</c:v>
                </c:pt>
                <c:pt idx="6598">
                  <c:v>0</c:v>
                </c:pt>
                <c:pt idx="6599">
                  <c:v>0</c:v>
                </c:pt>
                <c:pt idx="6600">
                  <c:v>2.6745765289999999</c:v>
                </c:pt>
                <c:pt idx="6601">
                  <c:v>15.127373540000001</c:v>
                </c:pt>
                <c:pt idx="6602">
                  <c:v>3.6445123439999998</c:v>
                </c:pt>
                <c:pt idx="6603">
                  <c:v>1.6612526439999999</c:v>
                </c:pt>
                <c:pt idx="6604">
                  <c:v>1.7604156289999999</c:v>
                </c:pt>
                <c:pt idx="6605">
                  <c:v>1.3124591569999999</c:v>
                </c:pt>
                <c:pt idx="6606">
                  <c:v>0.12825325100000001</c:v>
                </c:pt>
                <c:pt idx="6607">
                  <c:v>3.803993534</c:v>
                </c:pt>
                <c:pt idx="6608">
                  <c:v>1.6532785839999999</c:v>
                </c:pt>
                <c:pt idx="6609">
                  <c:v>1.760814332</c:v>
                </c:pt>
                <c:pt idx="6610">
                  <c:v>1.7554375440000001</c:v>
                </c:pt>
                <c:pt idx="6611">
                  <c:v>1.755706384</c:v>
                </c:pt>
                <c:pt idx="6612">
                  <c:v>1.755692942</c:v>
                </c:pt>
                <c:pt idx="6613">
                  <c:v>1.6974550470000001</c:v>
                </c:pt>
                <c:pt idx="6614">
                  <c:v>1.8139321470000001</c:v>
                </c:pt>
                <c:pt idx="6615">
                  <c:v>9.8617774000000005E-2</c:v>
                </c:pt>
                <c:pt idx="6616">
                  <c:v>0</c:v>
                </c:pt>
                <c:pt idx="6617">
                  <c:v>0</c:v>
                </c:pt>
                <c:pt idx="6618">
                  <c:v>0</c:v>
                </c:pt>
                <c:pt idx="6619">
                  <c:v>0</c:v>
                </c:pt>
                <c:pt idx="6620">
                  <c:v>0</c:v>
                </c:pt>
                <c:pt idx="6621">
                  <c:v>6.397947877</c:v>
                </c:pt>
                <c:pt idx="6622">
                  <c:v>9.2249099999999995</c:v>
                </c:pt>
                <c:pt idx="6623">
                  <c:v>5.9177109440000004</c:v>
                </c:pt>
                <c:pt idx="6624">
                  <c:v>1.5475927140000001</c:v>
                </c:pt>
                <c:pt idx="6625">
                  <c:v>1.7660986249999999</c:v>
                </c:pt>
                <c:pt idx="6626">
                  <c:v>0</c:v>
                </c:pt>
                <c:pt idx="6627">
                  <c:v>0</c:v>
                </c:pt>
                <c:pt idx="6628">
                  <c:v>0</c:v>
                </c:pt>
                <c:pt idx="6629">
                  <c:v>0</c:v>
                </c:pt>
                <c:pt idx="6630">
                  <c:v>0</c:v>
                </c:pt>
                <c:pt idx="6631">
                  <c:v>9.2716884329999996</c:v>
                </c:pt>
                <c:pt idx="6632">
                  <c:v>0</c:v>
                </c:pt>
                <c:pt idx="6633">
                  <c:v>7.1613257350000001</c:v>
                </c:pt>
                <c:pt idx="6634">
                  <c:v>6.186140644</c:v>
                </c:pt>
                <c:pt idx="6635">
                  <c:v>1.534171229</c:v>
                </c:pt>
                <c:pt idx="6636">
                  <c:v>1.7667696989999999</c:v>
                </c:pt>
                <c:pt idx="6637">
                  <c:v>1.755139776</c:v>
                </c:pt>
                <c:pt idx="6638">
                  <c:v>1.7557212719999999</c:v>
                </c:pt>
                <c:pt idx="6639">
                  <c:v>1.7556921969999999</c:v>
                </c:pt>
                <c:pt idx="6640">
                  <c:v>1.7556936510000001</c:v>
                </c:pt>
                <c:pt idx="6641">
                  <c:v>0</c:v>
                </c:pt>
                <c:pt idx="6642">
                  <c:v>0</c:v>
                </c:pt>
                <c:pt idx="6643">
                  <c:v>0</c:v>
                </c:pt>
                <c:pt idx="6644">
                  <c:v>0</c:v>
                </c:pt>
                <c:pt idx="6645">
                  <c:v>0</c:v>
                </c:pt>
                <c:pt idx="6646">
                  <c:v>0</c:v>
                </c:pt>
                <c:pt idx="6647">
                  <c:v>0</c:v>
                </c:pt>
                <c:pt idx="6648">
                  <c:v>4.4482668360000002</c:v>
                </c:pt>
                <c:pt idx="6649">
                  <c:v>0</c:v>
                </c:pt>
                <c:pt idx="6650">
                  <c:v>0</c:v>
                </c:pt>
                <c:pt idx="6651">
                  <c:v>0</c:v>
                </c:pt>
                <c:pt idx="6652">
                  <c:v>0</c:v>
                </c:pt>
                <c:pt idx="6653">
                  <c:v>0</c:v>
                </c:pt>
                <c:pt idx="6654">
                  <c:v>2.212876514</c:v>
                </c:pt>
                <c:pt idx="6655">
                  <c:v>18.03891432</c:v>
                </c:pt>
                <c:pt idx="6656">
                  <c:v>0.94153254500000005</c:v>
                </c:pt>
                <c:pt idx="6657">
                  <c:v>1.796401634</c:v>
                </c:pt>
                <c:pt idx="6658">
                  <c:v>1.7536581790000001</c:v>
                </c:pt>
                <c:pt idx="6659">
                  <c:v>1.755795352</c:v>
                </c:pt>
                <c:pt idx="6660">
                  <c:v>1.7556884930000001</c:v>
                </c:pt>
                <c:pt idx="6661">
                  <c:v>1.7556938360000001</c:v>
                </c:pt>
                <c:pt idx="6662">
                  <c:v>1.755693569</c:v>
                </c:pt>
                <c:pt idx="6663">
                  <c:v>1.7556935819999999</c:v>
                </c:pt>
                <c:pt idx="6664">
                  <c:v>1.7556935819999999</c:v>
                </c:pt>
                <c:pt idx="6665">
                  <c:v>1.7556935819999999</c:v>
                </c:pt>
                <c:pt idx="6666">
                  <c:v>0</c:v>
                </c:pt>
                <c:pt idx="6667">
                  <c:v>0</c:v>
                </c:pt>
                <c:pt idx="6668">
                  <c:v>0</c:v>
                </c:pt>
                <c:pt idx="6669">
                  <c:v>0</c:v>
                </c:pt>
                <c:pt idx="6670">
                  <c:v>1.805481586</c:v>
                </c:pt>
                <c:pt idx="6671">
                  <c:v>3.5092715860000001</c:v>
                </c:pt>
                <c:pt idx="6672">
                  <c:v>9.0870242080000008</c:v>
                </c:pt>
                <c:pt idx="6673">
                  <c:v>7.968423155</c:v>
                </c:pt>
                <c:pt idx="6674">
                  <c:v>1.5121355379999999</c:v>
                </c:pt>
                <c:pt idx="6675">
                  <c:v>1.767871484</c:v>
                </c:pt>
                <c:pt idx="6676">
                  <c:v>1.1889644290000001</c:v>
                </c:pt>
                <c:pt idx="6677">
                  <c:v>2.321844284</c:v>
                </c:pt>
                <c:pt idx="6678">
                  <c:v>1.727386047</c:v>
                </c:pt>
                <c:pt idx="6679">
                  <c:v>1.757108959</c:v>
                </c:pt>
                <c:pt idx="6680">
                  <c:v>1.755622813</c:v>
                </c:pt>
                <c:pt idx="6681">
                  <c:v>1.75569712</c:v>
                </c:pt>
                <c:pt idx="6682">
                  <c:v>1.7556934049999999</c:v>
                </c:pt>
                <c:pt idx="6683">
                  <c:v>1.755693591</c:v>
                </c:pt>
                <c:pt idx="6684">
                  <c:v>1.7556935810000001</c:v>
                </c:pt>
                <c:pt idx="6685">
                  <c:v>1.7556935819999999</c:v>
                </c:pt>
                <c:pt idx="6686">
                  <c:v>1.7556935819999999</c:v>
                </c:pt>
                <c:pt idx="6687">
                  <c:v>1.7556935819999999</c:v>
                </c:pt>
                <c:pt idx="6688">
                  <c:v>1.7556935819999999</c:v>
                </c:pt>
                <c:pt idx="6689">
                  <c:v>1.7556935819999999</c:v>
                </c:pt>
                <c:pt idx="6690">
                  <c:v>0</c:v>
                </c:pt>
                <c:pt idx="6691">
                  <c:v>0</c:v>
                </c:pt>
                <c:pt idx="6692">
                  <c:v>0</c:v>
                </c:pt>
                <c:pt idx="6693">
                  <c:v>0</c:v>
                </c:pt>
                <c:pt idx="6694">
                  <c:v>0</c:v>
                </c:pt>
                <c:pt idx="6695">
                  <c:v>0.78661990199999998</c:v>
                </c:pt>
                <c:pt idx="6696">
                  <c:v>10.146995309999999</c:v>
                </c:pt>
                <c:pt idx="6697">
                  <c:v>7.0570700640000004</c:v>
                </c:pt>
                <c:pt idx="6698">
                  <c:v>4.8502791150000002</c:v>
                </c:pt>
                <c:pt idx="6699">
                  <c:v>1.600964305</c:v>
                </c:pt>
                <c:pt idx="6700">
                  <c:v>1.7634300460000001</c:v>
                </c:pt>
                <c:pt idx="6701">
                  <c:v>1.755306759</c:v>
                </c:pt>
                <c:pt idx="6702">
                  <c:v>1.7557129229999999</c:v>
                </c:pt>
                <c:pt idx="6703">
                  <c:v>1.7556926150000001</c:v>
                </c:pt>
                <c:pt idx="6704">
                  <c:v>1.7556936299999999</c:v>
                </c:pt>
                <c:pt idx="6705">
                  <c:v>1.7556935789999999</c:v>
                </c:pt>
                <c:pt idx="6706">
                  <c:v>1.7556935819999999</c:v>
                </c:pt>
                <c:pt idx="6707">
                  <c:v>1.7556935819999999</c:v>
                </c:pt>
                <c:pt idx="6708">
                  <c:v>1.7556935819999999</c:v>
                </c:pt>
                <c:pt idx="6709">
                  <c:v>1.7556935819999999</c:v>
                </c:pt>
                <c:pt idx="6710">
                  <c:v>1.7556935819999999</c:v>
                </c:pt>
                <c:pt idx="6711">
                  <c:v>1.7556935819999999</c:v>
                </c:pt>
                <c:pt idx="6712">
                  <c:v>1.7556935819999999</c:v>
                </c:pt>
                <c:pt idx="6713">
                  <c:v>1.7556935819999999</c:v>
                </c:pt>
                <c:pt idx="6714">
                  <c:v>1.7556935819999999</c:v>
                </c:pt>
                <c:pt idx="6715">
                  <c:v>1.7556935819999999</c:v>
                </c:pt>
                <c:pt idx="6716">
                  <c:v>1.7556935819999999</c:v>
                </c:pt>
                <c:pt idx="6717">
                  <c:v>1.7556935819999999</c:v>
                </c:pt>
                <c:pt idx="6718">
                  <c:v>1.7556935819999999</c:v>
                </c:pt>
                <c:pt idx="6719">
                  <c:v>1.7556935819999999</c:v>
                </c:pt>
                <c:pt idx="6720">
                  <c:v>1.7556935819999999</c:v>
                </c:pt>
                <c:pt idx="6721">
                  <c:v>0</c:v>
                </c:pt>
                <c:pt idx="6722">
                  <c:v>1.650848796</c:v>
                </c:pt>
                <c:pt idx="6723">
                  <c:v>5.2689792200000003</c:v>
                </c:pt>
                <c:pt idx="6724">
                  <c:v>1.5800293000000001</c:v>
                </c:pt>
                <c:pt idx="6725">
                  <c:v>1.7644767960000001</c:v>
                </c:pt>
                <c:pt idx="6726">
                  <c:v>1.7552544210000001</c:v>
                </c:pt>
                <c:pt idx="6727">
                  <c:v>1.75571554</c:v>
                </c:pt>
                <c:pt idx="6728">
                  <c:v>1.7556924840000001</c:v>
                </c:pt>
                <c:pt idx="6729">
                  <c:v>1.755693637</c:v>
                </c:pt>
                <c:pt idx="6730">
                  <c:v>1.7556935789999999</c:v>
                </c:pt>
                <c:pt idx="6731">
                  <c:v>1.7556935819999999</c:v>
                </c:pt>
                <c:pt idx="6732">
                  <c:v>1.7556935819999999</c:v>
                </c:pt>
                <c:pt idx="6733">
                  <c:v>1.7556935819999999</c:v>
                </c:pt>
                <c:pt idx="6734">
                  <c:v>1.7556935819999999</c:v>
                </c:pt>
                <c:pt idx="6735">
                  <c:v>1.7556935819999999</c:v>
                </c:pt>
                <c:pt idx="6736">
                  <c:v>1.7556935819999999</c:v>
                </c:pt>
                <c:pt idx="6737">
                  <c:v>1.7556935819999999</c:v>
                </c:pt>
                <c:pt idx="6738">
                  <c:v>1.7556935819999999</c:v>
                </c:pt>
                <c:pt idx="6739">
                  <c:v>1.7556935819999999</c:v>
                </c:pt>
                <c:pt idx="6740">
                  <c:v>1.7556935819999999</c:v>
                </c:pt>
                <c:pt idx="6741">
                  <c:v>1.7556935819999999</c:v>
                </c:pt>
                <c:pt idx="6742">
                  <c:v>1.7556935819999999</c:v>
                </c:pt>
                <c:pt idx="6743">
                  <c:v>1.7556935819999999</c:v>
                </c:pt>
                <c:pt idx="6744">
                  <c:v>1.7556935819999999</c:v>
                </c:pt>
                <c:pt idx="6745">
                  <c:v>1.7556935819999999</c:v>
                </c:pt>
                <c:pt idx="6746">
                  <c:v>1.7556935819999999</c:v>
                </c:pt>
                <c:pt idx="6747">
                  <c:v>1.7556935819999999</c:v>
                </c:pt>
                <c:pt idx="6748">
                  <c:v>1.7556935819999999</c:v>
                </c:pt>
                <c:pt idx="6749">
                  <c:v>1.7556935819999999</c:v>
                </c:pt>
                <c:pt idx="6750">
                  <c:v>1.7556935819999999</c:v>
                </c:pt>
                <c:pt idx="6751">
                  <c:v>0</c:v>
                </c:pt>
                <c:pt idx="6752">
                  <c:v>3.5117267179999998</c:v>
                </c:pt>
                <c:pt idx="6753">
                  <c:v>1.6678919249999999</c:v>
                </c:pt>
                <c:pt idx="6754">
                  <c:v>0.25712030400000002</c:v>
                </c:pt>
                <c:pt idx="6755">
                  <c:v>0.88457468399999994</c:v>
                </c:pt>
                <c:pt idx="6756">
                  <c:v>4.0544191429999996</c:v>
                </c:pt>
                <c:pt idx="6757">
                  <c:v>1.6407573040000001</c:v>
                </c:pt>
                <c:pt idx="6758">
                  <c:v>1.761440396</c:v>
                </c:pt>
                <c:pt idx="6759">
                  <c:v>1.1841246729999999</c:v>
                </c:pt>
                <c:pt idx="6760">
                  <c:v>2.3269895169999999</c:v>
                </c:pt>
                <c:pt idx="6761">
                  <c:v>0</c:v>
                </c:pt>
                <c:pt idx="6762">
                  <c:v>0</c:v>
                </c:pt>
                <c:pt idx="6763">
                  <c:v>0</c:v>
                </c:pt>
                <c:pt idx="6764">
                  <c:v>0</c:v>
                </c:pt>
                <c:pt idx="6765">
                  <c:v>0</c:v>
                </c:pt>
                <c:pt idx="6766">
                  <c:v>0</c:v>
                </c:pt>
                <c:pt idx="6767">
                  <c:v>4.448690064</c:v>
                </c:pt>
                <c:pt idx="6768">
                  <c:v>5.1147993730000003</c:v>
                </c:pt>
                <c:pt idx="6769">
                  <c:v>5.267668016</c:v>
                </c:pt>
                <c:pt idx="6770">
                  <c:v>7.9997010990000001</c:v>
                </c:pt>
                <c:pt idx="6771">
                  <c:v>1.3398028319999999</c:v>
                </c:pt>
                <c:pt idx="6772">
                  <c:v>0</c:v>
                </c:pt>
                <c:pt idx="6773">
                  <c:v>0</c:v>
                </c:pt>
                <c:pt idx="6774">
                  <c:v>0</c:v>
                </c:pt>
                <c:pt idx="6775">
                  <c:v>0</c:v>
                </c:pt>
                <c:pt idx="6776">
                  <c:v>0.82313338000000003</c:v>
                </c:pt>
                <c:pt idx="6777">
                  <c:v>5.645988912</c:v>
                </c:pt>
                <c:pt idx="6778">
                  <c:v>13.63819752</c:v>
                </c:pt>
                <c:pt idx="6779">
                  <c:v>0</c:v>
                </c:pt>
                <c:pt idx="6780">
                  <c:v>2.3069057100000001</c:v>
                </c:pt>
                <c:pt idx="6781">
                  <c:v>3.3885603500000001</c:v>
                </c:pt>
                <c:pt idx="6782">
                  <c:v>1.5730267570000001</c:v>
                </c:pt>
                <c:pt idx="6783">
                  <c:v>0</c:v>
                </c:pt>
                <c:pt idx="6784">
                  <c:v>0</c:v>
                </c:pt>
                <c:pt idx="6785">
                  <c:v>0</c:v>
                </c:pt>
                <c:pt idx="6786">
                  <c:v>0</c:v>
                </c:pt>
                <c:pt idx="6787">
                  <c:v>0</c:v>
                </c:pt>
                <c:pt idx="6788">
                  <c:v>0</c:v>
                </c:pt>
                <c:pt idx="6789">
                  <c:v>0</c:v>
                </c:pt>
                <c:pt idx="6790">
                  <c:v>2.7167934589999998</c:v>
                </c:pt>
                <c:pt idx="6791">
                  <c:v>0</c:v>
                </c:pt>
                <c:pt idx="6792">
                  <c:v>8.5861462179999997</c:v>
                </c:pt>
                <c:pt idx="6793">
                  <c:v>1.9861828319999999</c:v>
                </c:pt>
                <c:pt idx="6794">
                  <c:v>0.58387973699999995</c:v>
                </c:pt>
                <c:pt idx="6795">
                  <c:v>11.66836636</c:v>
                </c:pt>
                <c:pt idx="6796">
                  <c:v>1.2600599429999999</c:v>
                </c:pt>
                <c:pt idx="6797">
                  <c:v>1.7804752639999999</c:v>
                </c:pt>
                <c:pt idx="6798">
                  <c:v>1.7544544980000001</c:v>
                </c:pt>
                <c:pt idx="6799">
                  <c:v>1.7557555359999999</c:v>
                </c:pt>
                <c:pt idx="6800">
                  <c:v>1.7556904840000001</c:v>
                </c:pt>
                <c:pt idx="6801">
                  <c:v>1.7556937370000001</c:v>
                </c:pt>
                <c:pt idx="6802">
                  <c:v>1.7556935739999999</c:v>
                </c:pt>
                <c:pt idx="6803">
                  <c:v>1.7556935819999999</c:v>
                </c:pt>
                <c:pt idx="6804">
                  <c:v>1.7556935819999999</c:v>
                </c:pt>
                <c:pt idx="6805">
                  <c:v>1.7556935819999999</c:v>
                </c:pt>
                <c:pt idx="6806">
                  <c:v>1.7556935819999999</c:v>
                </c:pt>
                <c:pt idx="6807">
                  <c:v>1.7556935819999999</c:v>
                </c:pt>
                <c:pt idx="6808">
                  <c:v>1.7556935819999999</c:v>
                </c:pt>
                <c:pt idx="6809">
                  <c:v>1.7556935819999999</c:v>
                </c:pt>
                <c:pt idx="6810">
                  <c:v>0</c:v>
                </c:pt>
                <c:pt idx="6811">
                  <c:v>0</c:v>
                </c:pt>
                <c:pt idx="6812">
                  <c:v>0</c:v>
                </c:pt>
                <c:pt idx="6813">
                  <c:v>0</c:v>
                </c:pt>
                <c:pt idx="6814">
                  <c:v>0</c:v>
                </c:pt>
                <c:pt idx="6815">
                  <c:v>0.135109902</c:v>
                </c:pt>
                <c:pt idx="6816">
                  <c:v>3.07072396</c:v>
                </c:pt>
                <c:pt idx="6817">
                  <c:v>16.047809999999998</c:v>
                </c:pt>
                <c:pt idx="6818">
                  <c:v>2.8928894170000001</c:v>
                </c:pt>
                <c:pt idx="6819">
                  <c:v>1.6988337899999999</c:v>
                </c:pt>
                <c:pt idx="6820">
                  <c:v>1.758536571</c:v>
                </c:pt>
                <c:pt idx="6821">
                  <c:v>1.7555514320000001</c:v>
                </c:pt>
                <c:pt idx="6822">
                  <c:v>1.755700689</c:v>
                </c:pt>
                <c:pt idx="6823">
                  <c:v>1.755693226</c:v>
                </c:pt>
                <c:pt idx="6824">
                  <c:v>0.85261018300000002</c:v>
                </c:pt>
                <c:pt idx="6825">
                  <c:v>0</c:v>
                </c:pt>
                <c:pt idx="6826">
                  <c:v>1.301162567</c:v>
                </c:pt>
                <c:pt idx="6827">
                  <c:v>10.696800250000001</c:v>
                </c:pt>
                <c:pt idx="6828">
                  <c:v>1.3086382480000001</c:v>
                </c:pt>
                <c:pt idx="6829">
                  <c:v>0</c:v>
                </c:pt>
                <c:pt idx="6830">
                  <c:v>8.4266564689999992</c:v>
                </c:pt>
                <c:pt idx="6831">
                  <c:v>0</c:v>
                </c:pt>
                <c:pt idx="6832">
                  <c:v>0</c:v>
                </c:pt>
                <c:pt idx="6833">
                  <c:v>6.5100950869999998</c:v>
                </c:pt>
                <c:pt idx="6834">
                  <c:v>0</c:v>
                </c:pt>
                <c:pt idx="6835">
                  <c:v>4.8786300000000002</c:v>
                </c:pt>
                <c:pt idx="6836">
                  <c:v>4.9655977699999996</c:v>
                </c:pt>
                <c:pt idx="6837">
                  <c:v>0</c:v>
                </c:pt>
                <c:pt idx="6838">
                  <c:v>0</c:v>
                </c:pt>
                <c:pt idx="6839">
                  <c:v>0</c:v>
                </c:pt>
                <c:pt idx="6840">
                  <c:v>1.6597233520000001</c:v>
                </c:pt>
                <c:pt idx="6841">
                  <c:v>14.23124655</c:v>
                </c:pt>
                <c:pt idx="6842">
                  <c:v>5.2589157000000002</c:v>
                </c:pt>
                <c:pt idx="6843">
                  <c:v>1.5805324759999999</c:v>
                </c:pt>
                <c:pt idx="6844">
                  <c:v>1.7644516370000001</c:v>
                </c:pt>
                <c:pt idx="6845">
                  <c:v>1.755255679</c:v>
                </c:pt>
                <c:pt idx="6846">
                  <c:v>1.7557154770000001</c:v>
                </c:pt>
                <c:pt idx="6847">
                  <c:v>1.7556924869999999</c:v>
                </c:pt>
                <c:pt idx="6848">
                  <c:v>1.755693637</c:v>
                </c:pt>
                <c:pt idx="6849">
                  <c:v>1.7556935789999999</c:v>
                </c:pt>
                <c:pt idx="6850">
                  <c:v>1.7556935819999999</c:v>
                </c:pt>
                <c:pt idx="6851">
                  <c:v>1.7556935819999999</c:v>
                </c:pt>
                <c:pt idx="6852">
                  <c:v>1.7556935819999999</c:v>
                </c:pt>
                <c:pt idx="6853">
                  <c:v>1.7556935819999999</c:v>
                </c:pt>
                <c:pt idx="6854">
                  <c:v>1.7556935819999999</c:v>
                </c:pt>
                <c:pt idx="6855">
                  <c:v>1.7556935819999999</c:v>
                </c:pt>
                <c:pt idx="6856">
                  <c:v>1.7556935819999999</c:v>
                </c:pt>
                <c:pt idx="6857">
                  <c:v>1.7556935819999999</c:v>
                </c:pt>
                <c:pt idx="6858">
                  <c:v>0</c:v>
                </c:pt>
                <c:pt idx="6859">
                  <c:v>5.6456965520000004</c:v>
                </c:pt>
                <c:pt idx="6860">
                  <c:v>0</c:v>
                </c:pt>
                <c:pt idx="6861">
                  <c:v>9.4302899999999994</c:v>
                </c:pt>
                <c:pt idx="6862">
                  <c:v>0</c:v>
                </c:pt>
                <c:pt idx="6863">
                  <c:v>12.505229999999999</c:v>
                </c:pt>
                <c:pt idx="6864">
                  <c:v>5.2651069809999997</c:v>
                </c:pt>
                <c:pt idx="6865">
                  <c:v>0</c:v>
                </c:pt>
                <c:pt idx="6866">
                  <c:v>5.2639953200000003</c:v>
                </c:pt>
                <c:pt idx="6867">
                  <c:v>4.2259736999999999E-2</c:v>
                </c:pt>
                <c:pt idx="6868">
                  <c:v>0</c:v>
                </c:pt>
                <c:pt idx="6869">
                  <c:v>2.4657499020000002</c:v>
                </c:pt>
                <c:pt idx="6870">
                  <c:v>6.189343525</c:v>
                </c:pt>
                <c:pt idx="6871">
                  <c:v>1.5340110849999999</c:v>
                </c:pt>
                <c:pt idx="6872">
                  <c:v>1.7667777069999999</c:v>
                </c:pt>
                <c:pt idx="6873">
                  <c:v>1.755139376</c:v>
                </c:pt>
                <c:pt idx="6874">
                  <c:v>1.755721292</c:v>
                </c:pt>
                <c:pt idx="6875">
                  <c:v>1.755692196</c:v>
                </c:pt>
                <c:pt idx="6876">
                  <c:v>1.7556936510000001</c:v>
                </c:pt>
                <c:pt idx="6877">
                  <c:v>1.6170726310000001</c:v>
                </c:pt>
                <c:pt idx="6878">
                  <c:v>1.8943145290000001</c:v>
                </c:pt>
                <c:pt idx="6879">
                  <c:v>1.7487625339999999</c:v>
                </c:pt>
                <c:pt idx="6880">
                  <c:v>1.756040134</c:v>
                </c:pt>
                <c:pt idx="6881">
                  <c:v>1.7556762539999999</c:v>
                </c:pt>
                <c:pt idx="6882">
                  <c:v>1.7556944480000001</c:v>
                </c:pt>
                <c:pt idx="6883">
                  <c:v>1.7556935380000001</c:v>
                </c:pt>
                <c:pt idx="6884">
                  <c:v>1.7556935840000001</c:v>
                </c:pt>
                <c:pt idx="6885">
                  <c:v>1.7556935819999999</c:v>
                </c:pt>
                <c:pt idx="6886">
                  <c:v>0</c:v>
                </c:pt>
                <c:pt idx="6887">
                  <c:v>4.564725009</c:v>
                </c:pt>
                <c:pt idx="6888">
                  <c:v>8.0916331550000002</c:v>
                </c:pt>
                <c:pt idx="6889">
                  <c:v>3.8103381889999999</c:v>
                </c:pt>
                <c:pt idx="6890">
                  <c:v>1.6529613510000001</c:v>
                </c:pt>
                <c:pt idx="6891">
                  <c:v>1.7608301930000001</c:v>
                </c:pt>
                <c:pt idx="6892">
                  <c:v>1.755436751</c:v>
                </c:pt>
                <c:pt idx="6893">
                  <c:v>1.7557064229999999</c:v>
                </c:pt>
                <c:pt idx="6894">
                  <c:v>1.7556929400000001</c:v>
                </c:pt>
                <c:pt idx="6895">
                  <c:v>1.7556936139999999</c:v>
                </c:pt>
                <c:pt idx="6896">
                  <c:v>1.75569358</c:v>
                </c:pt>
                <c:pt idx="6897">
                  <c:v>1.7556935819999999</c:v>
                </c:pt>
                <c:pt idx="6898">
                  <c:v>1.7556935819999999</c:v>
                </c:pt>
                <c:pt idx="6899">
                  <c:v>1.7556935819999999</c:v>
                </c:pt>
                <c:pt idx="6900">
                  <c:v>1.7556935819999999</c:v>
                </c:pt>
                <c:pt idx="6901">
                  <c:v>1.7556935819999999</c:v>
                </c:pt>
                <c:pt idx="6902">
                  <c:v>1.7556935819999999</c:v>
                </c:pt>
                <c:pt idx="6903">
                  <c:v>0.56659171500000005</c:v>
                </c:pt>
                <c:pt idx="6904">
                  <c:v>2.9447954489999999</c:v>
                </c:pt>
                <c:pt idx="6905">
                  <c:v>1.6962384880000001</c:v>
                </c:pt>
                <c:pt idx="6906">
                  <c:v>1.7586663360000001</c:v>
                </c:pt>
                <c:pt idx="6907">
                  <c:v>1.7555449439999999</c:v>
                </c:pt>
                <c:pt idx="6908">
                  <c:v>0</c:v>
                </c:pt>
                <c:pt idx="6909">
                  <c:v>0</c:v>
                </c:pt>
                <c:pt idx="6910">
                  <c:v>0</c:v>
                </c:pt>
                <c:pt idx="6911">
                  <c:v>0</c:v>
                </c:pt>
                <c:pt idx="6912">
                  <c:v>8.3423642079999993</c:v>
                </c:pt>
                <c:pt idx="6913">
                  <c:v>12.201032379999999</c:v>
                </c:pt>
                <c:pt idx="6914">
                  <c:v>1.233426642</c:v>
                </c:pt>
                <c:pt idx="6915">
                  <c:v>1.781806929</c:v>
                </c:pt>
                <c:pt idx="6916">
                  <c:v>0.49637462399999999</c:v>
                </c:pt>
                <c:pt idx="6917">
                  <c:v>2.7460039599999999</c:v>
                </c:pt>
                <c:pt idx="6918">
                  <c:v>0</c:v>
                </c:pt>
                <c:pt idx="6919">
                  <c:v>4.1199064569999999</c:v>
                </c:pt>
                <c:pt idx="6920">
                  <c:v>1.637482938</c:v>
                </c:pt>
                <c:pt idx="6921">
                  <c:v>1.7616041140000001</c:v>
                </c:pt>
                <c:pt idx="6922">
                  <c:v>1.7553980549999999</c:v>
                </c:pt>
                <c:pt idx="6923">
                  <c:v>1.7557083579999999</c:v>
                </c:pt>
                <c:pt idx="6924">
                  <c:v>1.7556928430000001</c:v>
                </c:pt>
                <c:pt idx="6925">
                  <c:v>1.7556936190000001</c:v>
                </c:pt>
                <c:pt idx="6926">
                  <c:v>1.75569358</c:v>
                </c:pt>
                <c:pt idx="6927">
                  <c:v>1.7556935819999999</c:v>
                </c:pt>
                <c:pt idx="6928">
                  <c:v>1.7556935819999999</c:v>
                </c:pt>
                <c:pt idx="6929">
                  <c:v>1.7556935819999999</c:v>
                </c:pt>
                <c:pt idx="6930">
                  <c:v>1.7556935819999999</c:v>
                </c:pt>
                <c:pt idx="6931">
                  <c:v>1.7556935819999999</c:v>
                </c:pt>
                <c:pt idx="6932">
                  <c:v>1.7556935819999999</c:v>
                </c:pt>
                <c:pt idx="6933">
                  <c:v>1.7556935819999999</c:v>
                </c:pt>
                <c:pt idx="6934">
                  <c:v>1.510550064</c:v>
                </c:pt>
                <c:pt idx="6935">
                  <c:v>2.0008371</c:v>
                </c:pt>
                <c:pt idx="6936">
                  <c:v>1.743436406</c:v>
                </c:pt>
                <c:pt idx="6937">
                  <c:v>0</c:v>
                </c:pt>
                <c:pt idx="6938">
                  <c:v>0</c:v>
                </c:pt>
                <c:pt idx="6939">
                  <c:v>0</c:v>
                </c:pt>
                <c:pt idx="6940">
                  <c:v>0</c:v>
                </c:pt>
                <c:pt idx="6941">
                  <c:v>8.1068342080000004</c:v>
                </c:pt>
                <c:pt idx="6942">
                  <c:v>8.8942254750000007</c:v>
                </c:pt>
                <c:pt idx="6943">
                  <c:v>1.3987669869999999</c:v>
                </c:pt>
                <c:pt idx="6944">
                  <c:v>1.7735399119999999</c:v>
                </c:pt>
                <c:pt idx="6945">
                  <c:v>1.754801265</c:v>
                </c:pt>
                <c:pt idx="6946">
                  <c:v>1.755738198</c:v>
                </c:pt>
                <c:pt idx="6947">
                  <c:v>1.7556913510000001</c:v>
                </c:pt>
                <c:pt idx="6948">
                  <c:v>1.755693693</c:v>
                </c:pt>
                <c:pt idx="6949">
                  <c:v>1.7556935760000001</c:v>
                </c:pt>
                <c:pt idx="6950">
                  <c:v>1.7556935819999999</c:v>
                </c:pt>
                <c:pt idx="6951">
                  <c:v>1.7556935819999999</c:v>
                </c:pt>
                <c:pt idx="6952">
                  <c:v>1.7556935819999999</c:v>
                </c:pt>
                <c:pt idx="6953">
                  <c:v>1.7556935819999999</c:v>
                </c:pt>
                <c:pt idx="6954">
                  <c:v>1.7556935819999999</c:v>
                </c:pt>
                <c:pt idx="6955">
                  <c:v>1.7556935819999999</c:v>
                </c:pt>
                <c:pt idx="6956">
                  <c:v>0</c:v>
                </c:pt>
                <c:pt idx="6957">
                  <c:v>5.3682820019999999</c:v>
                </c:pt>
                <c:pt idx="6958">
                  <c:v>1.575064161</c:v>
                </c:pt>
                <c:pt idx="6959">
                  <c:v>1.764725053</c:v>
                </c:pt>
                <c:pt idx="6960">
                  <c:v>1.755242008</c:v>
                </c:pt>
                <c:pt idx="6961">
                  <c:v>1.75571616</c:v>
                </c:pt>
                <c:pt idx="6962">
                  <c:v>1.755692453</c:v>
                </c:pt>
                <c:pt idx="6963">
                  <c:v>1.7556936379999999</c:v>
                </c:pt>
                <c:pt idx="6964">
                  <c:v>1.7556935789999999</c:v>
                </c:pt>
                <c:pt idx="6965">
                  <c:v>1.7556935819999999</c:v>
                </c:pt>
                <c:pt idx="6966">
                  <c:v>1.7556935819999999</c:v>
                </c:pt>
                <c:pt idx="6967">
                  <c:v>1.7556935819999999</c:v>
                </c:pt>
                <c:pt idx="6968">
                  <c:v>1.7556935819999999</c:v>
                </c:pt>
                <c:pt idx="6969">
                  <c:v>1.7556935819999999</c:v>
                </c:pt>
                <c:pt idx="6970">
                  <c:v>1.7556935819999999</c:v>
                </c:pt>
                <c:pt idx="6971">
                  <c:v>1.7556935819999999</c:v>
                </c:pt>
                <c:pt idx="6972">
                  <c:v>1.7556935819999999</c:v>
                </c:pt>
                <c:pt idx="6973">
                  <c:v>1.7556935819999999</c:v>
                </c:pt>
                <c:pt idx="6974">
                  <c:v>1.7556935819999999</c:v>
                </c:pt>
                <c:pt idx="6975">
                  <c:v>1.7556935819999999</c:v>
                </c:pt>
                <c:pt idx="6976">
                  <c:v>1.7556935819999999</c:v>
                </c:pt>
                <c:pt idx="6977">
                  <c:v>1.7556935819999999</c:v>
                </c:pt>
                <c:pt idx="6978">
                  <c:v>0</c:v>
                </c:pt>
                <c:pt idx="6979">
                  <c:v>5.5315718919999997</c:v>
                </c:pt>
                <c:pt idx="6980">
                  <c:v>1.5668996660000001</c:v>
                </c:pt>
                <c:pt idx="6981">
                  <c:v>1.765133278</c:v>
                </c:pt>
                <c:pt idx="6982">
                  <c:v>1.755221597</c:v>
                </c:pt>
                <c:pt idx="6983">
                  <c:v>1.7557171810000001</c:v>
                </c:pt>
                <c:pt idx="6984">
                  <c:v>1.755692402</c:v>
                </c:pt>
                <c:pt idx="6985">
                  <c:v>0.63933442900000004</c:v>
                </c:pt>
                <c:pt idx="6986">
                  <c:v>0</c:v>
                </c:pt>
                <c:pt idx="6987">
                  <c:v>7.731923686</c:v>
                </c:pt>
                <c:pt idx="6988">
                  <c:v>1.4568820769999999</c:v>
                </c:pt>
                <c:pt idx="6989">
                  <c:v>1.091823352</c:v>
                </c:pt>
                <c:pt idx="6990">
                  <c:v>0</c:v>
                </c:pt>
                <c:pt idx="6991">
                  <c:v>6.1755512149999996</c:v>
                </c:pt>
                <c:pt idx="6992">
                  <c:v>3.1932653690000001</c:v>
                </c:pt>
                <c:pt idx="6993">
                  <c:v>2.234741482</c:v>
                </c:pt>
                <c:pt idx="6994">
                  <c:v>1.7317411869999999</c:v>
                </c:pt>
                <c:pt idx="6995">
                  <c:v>1.756891202</c:v>
                </c:pt>
                <c:pt idx="6996">
                  <c:v>1.755633701</c:v>
                </c:pt>
                <c:pt idx="6997">
                  <c:v>1.7556965760000001</c:v>
                </c:pt>
                <c:pt idx="6998">
                  <c:v>1.7556934319999999</c:v>
                </c:pt>
                <c:pt idx="6999">
                  <c:v>1.7556935890000001</c:v>
                </c:pt>
                <c:pt idx="7000">
                  <c:v>1.7556935810000001</c:v>
                </c:pt>
                <c:pt idx="7001">
                  <c:v>1.7556935819999999</c:v>
                </c:pt>
                <c:pt idx="7002">
                  <c:v>1.7556935819999999</c:v>
                </c:pt>
                <c:pt idx="7003">
                  <c:v>0</c:v>
                </c:pt>
                <c:pt idx="7004">
                  <c:v>4.8520595169999998</c:v>
                </c:pt>
                <c:pt idx="7005">
                  <c:v>1.6008752850000001</c:v>
                </c:pt>
                <c:pt idx="7006">
                  <c:v>1.763434497</c:v>
                </c:pt>
                <c:pt idx="7007">
                  <c:v>1.755306536</c:v>
                </c:pt>
                <c:pt idx="7008">
                  <c:v>1.7557129339999999</c:v>
                </c:pt>
                <c:pt idx="7009">
                  <c:v>0</c:v>
                </c:pt>
                <c:pt idx="7010">
                  <c:v>3.579912041</c:v>
                </c:pt>
                <c:pt idx="7011">
                  <c:v>1.6644826589999999</c:v>
                </c:pt>
                <c:pt idx="7012">
                  <c:v>1.7602541279999999</c:v>
                </c:pt>
                <c:pt idx="7013">
                  <c:v>1.7554655539999999</c:v>
                </c:pt>
                <c:pt idx="7014">
                  <c:v>1.755704983</c:v>
                </c:pt>
                <c:pt idx="7015">
                  <c:v>0</c:v>
                </c:pt>
                <c:pt idx="7016">
                  <c:v>3.535325222</c:v>
                </c:pt>
                <c:pt idx="7017">
                  <c:v>1.666712</c:v>
                </c:pt>
                <c:pt idx="7018">
                  <c:v>1.7601426609999999</c:v>
                </c:pt>
                <c:pt idx="7019">
                  <c:v>1.7554711279999999</c:v>
                </c:pt>
                <c:pt idx="7020">
                  <c:v>0</c:v>
                </c:pt>
                <c:pt idx="7021">
                  <c:v>0</c:v>
                </c:pt>
                <c:pt idx="7022">
                  <c:v>0</c:v>
                </c:pt>
                <c:pt idx="7023">
                  <c:v>0</c:v>
                </c:pt>
                <c:pt idx="7024">
                  <c:v>1.7697884129999999</c:v>
                </c:pt>
                <c:pt idx="7025">
                  <c:v>10.121219999999999</c:v>
                </c:pt>
                <c:pt idx="7026">
                  <c:v>9.3351727409999992</c:v>
                </c:pt>
                <c:pt idx="7027">
                  <c:v>0</c:v>
                </c:pt>
                <c:pt idx="7028">
                  <c:v>0</c:v>
                </c:pt>
                <c:pt idx="7029">
                  <c:v>0</c:v>
                </c:pt>
                <c:pt idx="7030">
                  <c:v>9.8952299999999997</c:v>
                </c:pt>
                <c:pt idx="7031">
                  <c:v>10.529686849999999</c:v>
                </c:pt>
                <c:pt idx="7032">
                  <c:v>1.3169939180000001</c:v>
                </c:pt>
                <c:pt idx="7033">
                  <c:v>1.3237887960000001</c:v>
                </c:pt>
                <c:pt idx="7034">
                  <c:v>2.2084366019999999</c:v>
                </c:pt>
                <c:pt idx="7035">
                  <c:v>1.7330564310000001</c:v>
                </c:pt>
                <c:pt idx="7036">
                  <c:v>1.756825439</c:v>
                </c:pt>
                <c:pt idx="7037">
                  <c:v>1.7556369890000001</c:v>
                </c:pt>
                <c:pt idx="7038">
                  <c:v>1.755696411</c:v>
                </c:pt>
                <c:pt idx="7039">
                  <c:v>1.7556934399999999</c:v>
                </c:pt>
                <c:pt idx="7040">
                  <c:v>1.7556935890000001</c:v>
                </c:pt>
                <c:pt idx="7041">
                  <c:v>1.7556935810000001</c:v>
                </c:pt>
                <c:pt idx="7042">
                  <c:v>1.7556935819999999</c:v>
                </c:pt>
                <c:pt idx="7043">
                  <c:v>1.7556935819999999</c:v>
                </c:pt>
                <c:pt idx="7044">
                  <c:v>1.7556935819999999</c:v>
                </c:pt>
                <c:pt idx="7045">
                  <c:v>1.7556935819999999</c:v>
                </c:pt>
                <c:pt idx="7046">
                  <c:v>1.7556935819999999</c:v>
                </c:pt>
                <c:pt idx="7047">
                  <c:v>1.7556935819999999</c:v>
                </c:pt>
                <c:pt idx="7048">
                  <c:v>1.7556935819999999</c:v>
                </c:pt>
                <c:pt idx="7049">
                  <c:v>0</c:v>
                </c:pt>
                <c:pt idx="7050">
                  <c:v>3.1469342079999998</c:v>
                </c:pt>
                <c:pt idx="7051">
                  <c:v>1.0122862180000001</c:v>
                </c:pt>
                <c:pt idx="7052">
                  <c:v>0</c:v>
                </c:pt>
                <c:pt idx="7053">
                  <c:v>0</c:v>
                </c:pt>
                <c:pt idx="7054">
                  <c:v>0</c:v>
                </c:pt>
                <c:pt idx="7055">
                  <c:v>10.06030732</c:v>
                </c:pt>
                <c:pt idx="7056">
                  <c:v>10.617986070000001</c:v>
                </c:pt>
                <c:pt idx="7057">
                  <c:v>0</c:v>
                </c:pt>
                <c:pt idx="7058">
                  <c:v>0</c:v>
                </c:pt>
                <c:pt idx="7059">
                  <c:v>0</c:v>
                </c:pt>
                <c:pt idx="7060">
                  <c:v>0</c:v>
                </c:pt>
                <c:pt idx="7061">
                  <c:v>0</c:v>
                </c:pt>
                <c:pt idx="7062">
                  <c:v>9.3053153109999993</c:v>
                </c:pt>
                <c:pt idx="7063">
                  <c:v>10.04656655</c:v>
                </c:pt>
                <c:pt idx="7064">
                  <c:v>1.3411499330000001</c:v>
                </c:pt>
                <c:pt idx="7065">
                  <c:v>1.776420764</c:v>
                </c:pt>
                <c:pt idx="7066">
                  <c:v>1.7546572229999999</c:v>
                </c:pt>
                <c:pt idx="7067">
                  <c:v>1.7557453999999999</c:v>
                </c:pt>
                <c:pt idx="7068">
                  <c:v>1.755690991</c:v>
                </c:pt>
                <c:pt idx="7069">
                  <c:v>1.7556937109999999</c:v>
                </c:pt>
                <c:pt idx="7070">
                  <c:v>1.755693575</c:v>
                </c:pt>
                <c:pt idx="7071">
                  <c:v>1.7556935819999999</c:v>
                </c:pt>
                <c:pt idx="7072">
                  <c:v>1.7556935819999999</c:v>
                </c:pt>
                <c:pt idx="7073">
                  <c:v>1.7556935819999999</c:v>
                </c:pt>
                <c:pt idx="7074">
                  <c:v>1.7556935819999999</c:v>
                </c:pt>
                <c:pt idx="7075">
                  <c:v>1.7556935819999999</c:v>
                </c:pt>
                <c:pt idx="7076">
                  <c:v>1.7556935819999999</c:v>
                </c:pt>
                <c:pt idx="7077">
                  <c:v>1.7556935819999999</c:v>
                </c:pt>
                <c:pt idx="7078">
                  <c:v>1.7556935819999999</c:v>
                </c:pt>
                <c:pt idx="7079">
                  <c:v>0.323527222</c:v>
                </c:pt>
                <c:pt idx="7080">
                  <c:v>3.1878599419999998</c:v>
                </c:pt>
                <c:pt idx="7081">
                  <c:v>1.6840852639999999</c:v>
                </c:pt>
                <c:pt idx="7082">
                  <c:v>1.7592739980000001</c:v>
                </c:pt>
                <c:pt idx="7083">
                  <c:v>1.755514561</c:v>
                </c:pt>
                <c:pt idx="7084">
                  <c:v>1.755702533</c:v>
                </c:pt>
                <c:pt idx="7085">
                  <c:v>1.7556931339999999</c:v>
                </c:pt>
                <c:pt idx="7086">
                  <c:v>1.755693604</c:v>
                </c:pt>
                <c:pt idx="7087">
                  <c:v>1.7556935810000001</c:v>
                </c:pt>
                <c:pt idx="7088">
                  <c:v>1.7556935819999999</c:v>
                </c:pt>
                <c:pt idx="7089">
                  <c:v>1.7556935819999999</c:v>
                </c:pt>
                <c:pt idx="7090">
                  <c:v>1.7556935819999999</c:v>
                </c:pt>
                <c:pt idx="7091">
                  <c:v>1.7556935819999999</c:v>
                </c:pt>
                <c:pt idx="7092">
                  <c:v>1.7556935819999999</c:v>
                </c:pt>
                <c:pt idx="7093">
                  <c:v>1.7556935819999999</c:v>
                </c:pt>
                <c:pt idx="7094">
                  <c:v>1.7556935819999999</c:v>
                </c:pt>
                <c:pt idx="7095">
                  <c:v>1.7556935819999999</c:v>
                </c:pt>
                <c:pt idx="7096">
                  <c:v>1.7556935819999999</c:v>
                </c:pt>
                <c:pt idx="7097">
                  <c:v>1.7556935819999999</c:v>
                </c:pt>
                <c:pt idx="7098">
                  <c:v>0.43588670800000001</c:v>
                </c:pt>
                <c:pt idx="7099">
                  <c:v>3.0755004549999998</c:v>
                </c:pt>
                <c:pt idx="7100">
                  <c:v>1.6897032380000001</c:v>
                </c:pt>
                <c:pt idx="7101">
                  <c:v>1.758993099</c:v>
                </c:pt>
                <c:pt idx="7102">
                  <c:v>1.7555286059999999</c:v>
                </c:pt>
                <c:pt idx="7103">
                  <c:v>1.7557018310000001</c:v>
                </c:pt>
                <c:pt idx="7104">
                  <c:v>1.7556931689999999</c:v>
                </c:pt>
                <c:pt idx="7105">
                  <c:v>1.755693602</c:v>
                </c:pt>
                <c:pt idx="7106">
                  <c:v>0</c:v>
                </c:pt>
                <c:pt idx="7107">
                  <c:v>5.3517114760000002</c:v>
                </c:pt>
                <c:pt idx="7108">
                  <c:v>1.5758926870000001</c:v>
                </c:pt>
                <c:pt idx="7109">
                  <c:v>0</c:v>
                </c:pt>
                <c:pt idx="7110">
                  <c:v>3.62034178</c:v>
                </c:pt>
                <c:pt idx="7111">
                  <c:v>2.8936559989999999</c:v>
                </c:pt>
                <c:pt idx="7112">
                  <c:v>0</c:v>
                </c:pt>
                <c:pt idx="7113">
                  <c:v>0</c:v>
                </c:pt>
                <c:pt idx="7114">
                  <c:v>4.8891962749999998</c:v>
                </c:pt>
                <c:pt idx="7115">
                  <c:v>8.2423220839999995</c:v>
                </c:pt>
                <c:pt idx="7116">
                  <c:v>0</c:v>
                </c:pt>
                <c:pt idx="7117">
                  <c:v>3.3147706970000002</c:v>
                </c:pt>
                <c:pt idx="7118">
                  <c:v>1.677739726</c:v>
                </c:pt>
                <c:pt idx="7119">
                  <c:v>1.759591275</c:v>
                </c:pt>
                <c:pt idx="7120">
                  <c:v>1.7554986969999999</c:v>
                </c:pt>
                <c:pt idx="7121">
                  <c:v>1.7557033259999999</c:v>
                </c:pt>
                <c:pt idx="7122">
                  <c:v>0</c:v>
                </c:pt>
                <c:pt idx="7123">
                  <c:v>0</c:v>
                </c:pt>
                <c:pt idx="7124">
                  <c:v>0</c:v>
                </c:pt>
                <c:pt idx="7125">
                  <c:v>0</c:v>
                </c:pt>
                <c:pt idx="7126">
                  <c:v>0</c:v>
                </c:pt>
                <c:pt idx="7127">
                  <c:v>0</c:v>
                </c:pt>
                <c:pt idx="7128">
                  <c:v>9.9384271060000007</c:v>
                </c:pt>
                <c:pt idx="7129">
                  <c:v>10.72216635</c:v>
                </c:pt>
                <c:pt idx="7130">
                  <c:v>1.307369944</c:v>
                </c:pt>
                <c:pt idx="7131">
                  <c:v>1.7781097640000001</c:v>
                </c:pt>
                <c:pt idx="7132">
                  <c:v>1.754572773</c:v>
                </c:pt>
                <c:pt idx="7133">
                  <c:v>1.755749622</c:v>
                </c:pt>
                <c:pt idx="7134">
                  <c:v>1.7556907799999999</c:v>
                </c:pt>
                <c:pt idx="7135">
                  <c:v>1.755693722</c:v>
                </c:pt>
                <c:pt idx="7136">
                  <c:v>1.755693575</c:v>
                </c:pt>
                <c:pt idx="7137">
                  <c:v>1.7556935819999999</c:v>
                </c:pt>
                <c:pt idx="7138">
                  <c:v>1.7556935819999999</c:v>
                </c:pt>
                <c:pt idx="7139">
                  <c:v>1.7556935819999999</c:v>
                </c:pt>
                <c:pt idx="7140">
                  <c:v>1.7556935819999999</c:v>
                </c:pt>
                <c:pt idx="7141">
                  <c:v>1.7556935819999999</c:v>
                </c:pt>
                <c:pt idx="7142">
                  <c:v>1.7556935819999999</c:v>
                </c:pt>
                <c:pt idx="7143">
                  <c:v>1.7556935819999999</c:v>
                </c:pt>
                <c:pt idx="7144">
                  <c:v>1.7556935819999999</c:v>
                </c:pt>
                <c:pt idx="7145">
                  <c:v>1.7556935819999999</c:v>
                </c:pt>
                <c:pt idx="7146">
                  <c:v>0</c:v>
                </c:pt>
                <c:pt idx="7147">
                  <c:v>7.0773299999999999</c:v>
                </c:pt>
                <c:pt idx="7148">
                  <c:v>1.798264165</c:v>
                </c:pt>
                <c:pt idx="7149">
                  <c:v>1.753565053</c:v>
                </c:pt>
                <c:pt idx="7150">
                  <c:v>1.755800008</c:v>
                </c:pt>
                <c:pt idx="7151">
                  <c:v>1.7556882599999999</c:v>
                </c:pt>
                <c:pt idx="7152">
                  <c:v>1.7556938479999999</c:v>
                </c:pt>
                <c:pt idx="7153">
                  <c:v>1.7556935680000001</c:v>
                </c:pt>
                <c:pt idx="7154">
                  <c:v>1.7556935819999999</c:v>
                </c:pt>
                <c:pt idx="7155">
                  <c:v>1.7556935819999999</c:v>
                </c:pt>
                <c:pt idx="7156">
                  <c:v>1.7556935819999999</c:v>
                </c:pt>
                <c:pt idx="7157">
                  <c:v>1.7556935819999999</c:v>
                </c:pt>
                <c:pt idx="7158">
                  <c:v>1.7556935819999999</c:v>
                </c:pt>
                <c:pt idx="7159">
                  <c:v>1.7556935819999999</c:v>
                </c:pt>
                <c:pt idx="7160">
                  <c:v>1.7556935819999999</c:v>
                </c:pt>
                <c:pt idx="7161">
                  <c:v>1.7556935819999999</c:v>
                </c:pt>
                <c:pt idx="7162">
                  <c:v>1.7556935819999999</c:v>
                </c:pt>
                <c:pt idx="7163">
                  <c:v>1.7556935819999999</c:v>
                </c:pt>
                <c:pt idx="7164">
                  <c:v>1.7556935819999999</c:v>
                </c:pt>
                <c:pt idx="7165">
                  <c:v>1.7556935819999999</c:v>
                </c:pt>
                <c:pt idx="7166">
                  <c:v>1.7556935819999999</c:v>
                </c:pt>
                <c:pt idx="7167">
                  <c:v>1.7556935819999999</c:v>
                </c:pt>
                <c:pt idx="7168">
                  <c:v>1.7556935819999999</c:v>
                </c:pt>
                <c:pt idx="7169">
                  <c:v>1.7556935819999999</c:v>
                </c:pt>
                <c:pt idx="7170">
                  <c:v>1.7556935819999999</c:v>
                </c:pt>
                <c:pt idx="7171">
                  <c:v>1.7556935819999999</c:v>
                </c:pt>
                <c:pt idx="7172">
                  <c:v>1.7556935819999999</c:v>
                </c:pt>
                <c:pt idx="7173">
                  <c:v>0.81051492000000003</c:v>
                </c:pt>
                <c:pt idx="7174">
                  <c:v>0</c:v>
                </c:pt>
                <c:pt idx="7175">
                  <c:v>0</c:v>
                </c:pt>
                <c:pt idx="7176">
                  <c:v>0.37703462399999998</c:v>
                </c:pt>
                <c:pt idx="7177">
                  <c:v>1.004194429</c:v>
                </c:pt>
                <c:pt idx="7178">
                  <c:v>15.728490000000001</c:v>
                </c:pt>
                <c:pt idx="7179">
                  <c:v>3.5765311340000001</c:v>
                </c:pt>
                <c:pt idx="7180">
                  <c:v>1.664651704</c:v>
                </c:pt>
                <c:pt idx="7181">
                  <c:v>1.760245676</c:v>
                </c:pt>
                <c:pt idx="7182">
                  <c:v>1.7554659770000001</c:v>
                </c:pt>
                <c:pt idx="7183">
                  <c:v>1.755704962</c:v>
                </c:pt>
                <c:pt idx="7184">
                  <c:v>1.7556930129999999</c:v>
                </c:pt>
                <c:pt idx="7185">
                  <c:v>1.75569361</c:v>
                </c:pt>
                <c:pt idx="7186">
                  <c:v>1.75569358</c:v>
                </c:pt>
                <c:pt idx="7187">
                  <c:v>1.7556935819999999</c:v>
                </c:pt>
                <c:pt idx="7188">
                  <c:v>1.7556935819999999</c:v>
                </c:pt>
                <c:pt idx="7189">
                  <c:v>1.7556935819999999</c:v>
                </c:pt>
                <c:pt idx="7190">
                  <c:v>1.7556935819999999</c:v>
                </c:pt>
                <c:pt idx="7191">
                  <c:v>1.7556935819999999</c:v>
                </c:pt>
                <c:pt idx="7192">
                  <c:v>1.7556935819999999</c:v>
                </c:pt>
                <c:pt idx="7193">
                  <c:v>1.7556935819999999</c:v>
                </c:pt>
                <c:pt idx="7194">
                  <c:v>1.7556935819999999</c:v>
                </c:pt>
                <c:pt idx="7195">
                  <c:v>1.7556935819999999</c:v>
                </c:pt>
                <c:pt idx="7196">
                  <c:v>1.7556935819999999</c:v>
                </c:pt>
                <c:pt idx="7197">
                  <c:v>1.7556935819999999</c:v>
                </c:pt>
                <c:pt idx="7198">
                  <c:v>0</c:v>
                </c:pt>
                <c:pt idx="7199">
                  <c:v>7.6119816389999997</c:v>
                </c:pt>
                <c:pt idx="7200">
                  <c:v>1.462879179</c:v>
                </c:pt>
                <c:pt idx="7201">
                  <c:v>1.770334302</c:v>
                </c:pt>
                <c:pt idx="7202">
                  <c:v>1.7549615460000001</c:v>
                </c:pt>
                <c:pt idx="7203">
                  <c:v>1.7557301839999999</c:v>
                </c:pt>
                <c:pt idx="7204">
                  <c:v>1.7556917519999999</c:v>
                </c:pt>
                <c:pt idx="7205">
                  <c:v>1.7556936729999999</c:v>
                </c:pt>
                <c:pt idx="7206">
                  <c:v>1.7556935769999999</c:v>
                </c:pt>
                <c:pt idx="7207">
                  <c:v>1.7556935819999999</c:v>
                </c:pt>
                <c:pt idx="7208">
                  <c:v>1.7556935819999999</c:v>
                </c:pt>
                <c:pt idx="7209">
                  <c:v>1.7556935819999999</c:v>
                </c:pt>
                <c:pt idx="7210">
                  <c:v>1.7556935819999999</c:v>
                </c:pt>
                <c:pt idx="7211">
                  <c:v>1.7556935819999999</c:v>
                </c:pt>
                <c:pt idx="7212">
                  <c:v>1.7556935819999999</c:v>
                </c:pt>
                <c:pt idx="7213">
                  <c:v>1.7556935819999999</c:v>
                </c:pt>
                <c:pt idx="7214">
                  <c:v>1.7556935819999999</c:v>
                </c:pt>
                <c:pt idx="7215">
                  <c:v>1.7556935819999999</c:v>
                </c:pt>
                <c:pt idx="7216">
                  <c:v>1.7556935819999999</c:v>
                </c:pt>
                <c:pt idx="7217">
                  <c:v>0</c:v>
                </c:pt>
                <c:pt idx="7218">
                  <c:v>0</c:v>
                </c:pt>
                <c:pt idx="7219">
                  <c:v>0.69674606100000003</c:v>
                </c:pt>
                <c:pt idx="7220">
                  <c:v>0</c:v>
                </c:pt>
                <c:pt idx="7221">
                  <c:v>0</c:v>
                </c:pt>
                <c:pt idx="7222">
                  <c:v>0</c:v>
                </c:pt>
                <c:pt idx="7223">
                  <c:v>0</c:v>
                </c:pt>
                <c:pt idx="7224">
                  <c:v>0</c:v>
                </c:pt>
                <c:pt idx="7225">
                  <c:v>0</c:v>
                </c:pt>
                <c:pt idx="7226">
                  <c:v>0</c:v>
                </c:pt>
                <c:pt idx="7227">
                  <c:v>0</c:v>
                </c:pt>
                <c:pt idx="7228">
                  <c:v>0</c:v>
                </c:pt>
                <c:pt idx="7229">
                  <c:v>6.1777649050000001</c:v>
                </c:pt>
                <c:pt idx="7230">
                  <c:v>10.96208655</c:v>
                </c:pt>
                <c:pt idx="7231">
                  <c:v>4.7132816740000001</c:v>
                </c:pt>
                <c:pt idx="7232">
                  <c:v>1.6078141770000001</c:v>
                </c:pt>
                <c:pt idx="7233">
                  <c:v>1.763087552</c:v>
                </c:pt>
                <c:pt idx="7234">
                  <c:v>1.755323883</c:v>
                </c:pt>
                <c:pt idx="7235">
                  <c:v>1.7557120669999999</c:v>
                </c:pt>
                <c:pt idx="7236">
                  <c:v>1.7556926580000001</c:v>
                </c:pt>
                <c:pt idx="7237">
                  <c:v>1.755693628</c:v>
                </c:pt>
                <c:pt idx="7238">
                  <c:v>1.7556935789999999</c:v>
                </c:pt>
                <c:pt idx="7239">
                  <c:v>1.7556935819999999</c:v>
                </c:pt>
                <c:pt idx="7240">
                  <c:v>1.7556935819999999</c:v>
                </c:pt>
                <c:pt idx="7241">
                  <c:v>1.7556935819999999</c:v>
                </c:pt>
                <c:pt idx="7242">
                  <c:v>0</c:v>
                </c:pt>
                <c:pt idx="7243">
                  <c:v>4.9876472549999997</c:v>
                </c:pt>
                <c:pt idx="7244">
                  <c:v>1.594095898</c:v>
                </c:pt>
                <c:pt idx="7245">
                  <c:v>1.763773466</c:v>
                </c:pt>
                <c:pt idx="7246">
                  <c:v>0</c:v>
                </c:pt>
                <c:pt idx="7247">
                  <c:v>5.8562143109999996</c:v>
                </c:pt>
                <c:pt idx="7248">
                  <c:v>0</c:v>
                </c:pt>
                <c:pt idx="7249">
                  <c:v>0</c:v>
                </c:pt>
                <c:pt idx="7250">
                  <c:v>0</c:v>
                </c:pt>
                <c:pt idx="7251">
                  <c:v>0</c:v>
                </c:pt>
                <c:pt idx="7252">
                  <c:v>2.7850065289999999</c:v>
                </c:pt>
                <c:pt idx="7253">
                  <c:v>15.44457407</c:v>
                </c:pt>
                <c:pt idx="7254">
                  <c:v>1.071249557</c:v>
                </c:pt>
                <c:pt idx="7255">
                  <c:v>1.7899157830000001</c:v>
                </c:pt>
                <c:pt idx="7256">
                  <c:v>1.7539824719999999</c:v>
                </c:pt>
                <c:pt idx="7257">
                  <c:v>1.755779137</c:v>
                </c:pt>
                <c:pt idx="7258">
                  <c:v>1.7556893039999999</c:v>
                </c:pt>
                <c:pt idx="7259">
                  <c:v>1.7556937960000001</c:v>
                </c:pt>
                <c:pt idx="7260">
                  <c:v>1.7556935709999999</c:v>
                </c:pt>
                <c:pt idx="7261">
                  <c:v>1.7556935819999999</c:v>
                </c:pt>
                <c:pt idx="7262">
                  <c:v>1.7556935819999999</c:v>
                </c:pt>
                <c:pt idx="7263">
                  <c:v>1.7556935819999999</c:v>
                </c:pt>
                <c:pt idx="7264">
                  <c:v>1.7556935819999999</c:v>
                </c:pt>
                <c:pt idx="7265">
                  <c:v>0</c:v>
                </c:pt>
                <c:pt idx="7266">
                  <c:v>0</c:v>
                </c:pt>
                <c:pt idx="7267">
                  <c:v>9.8809222709999993</c:v>
                </c:pt>
                <c:pt idx="7268">
                  <c:v>2.3123379470000001</c:v>
                </c:pt>
                <c:pt idx="7269">
                  <c:v>1.727861364</c:v>
                </c:pt>
                <c:pt idx="7270">
                  <c:v>0</c:v>
                </c:pt>
                <c:pt idx="7271">
                  <c:v>4.9919466010000004</c:v>
                </c:pt>
                <c:pt idx="7272">
                  <c:v>1.5938809309999999</c:v>
                </c:pt>
                <c:pt idx="7273">
                  <c:v>1.763784214</c:v>
                </c:pt>
                <c:pt idx="7274">
                  <c:v>1.75528905</c:v>
                </c:pt>
                <c:pt idx="7275">
                  <c:v>1.7557138080000001</c:v>
                </c:pt>
                <c:pt idx="7276">
                  <c:v>0.130009766</c:v>
                </c:pt>
                <c:pt idx="7277">
                  <c:v>3.3813764370000001</c:v>
                </c:pt>
                <c:pt idx="7278">
                  <c:v>1.6744094389999999</c:v>
                </c:pt>
                <c:pt idx="7279">
                  <c:v>1.759757789</c:v>
                </c:pt>
                <c:pt idx="7280">
                  <c:v>1.755490371</c:v>
                </c:pt>
                <c:pt idx="7281">
                  <c:v>1.7557037419999999</c:v>
                </c:pt>
                <c:pt idx="7282">
                  <c:v>1.7556930740000001</c:v>
                </c:pt>
                <c:pt idx="7283">
                  <c:v>1.755693607</c:v>
                </c:pt>
                <c:pt idx="7284">
                  <c:v>1.7556935810000001</c:v>
                </c:pt>
                <c:pt idx="7285">
                  <c:v>1.7556935819999999</c:v>
                </c:pt>
                <c:pt idx="7286">
                  <c:v>1.7556935819999999</c:v>
                </c:pt>
                <c:pt idx="7287">
                  <c:v>1.7556935819999999</c:v>
                </c:pt>
                <c:pt idx="7288">
                  <c:v>1.7556935819999999</c:v>
                </c:pt>
                <c:pt idx="7289">
                  <c:v>1.065864208</c:v>
                </c:pt>
                <c:pt idx="7290">
                  <c:v>0</c:v>
                </c:pt>
                <c:pt idx="7291">
                  <c:v>0</c:v>
                </c:pt>
                <c:pt idx="7292">
                  <c:v>0</c:v>
                </c:pt>
                <c:pt idx="7293">
                  <c:v>0</c:v>
                </c:pt>
                <c:pt idx="7294">
                  <c:v>0</c:v>
                </c:pt>
                <c:pt idx="7295">
                  <c:v>0</c:v>
                </c:pt>
                <c:pt idx="7296">
                  <c:v>6.6425417800000002</c:v>
                </c:pt>
                <c:pt idx="7297">
                  <c:v>5.657750064</c:v>
                </c:pt>
                <c:pt idx="7298">
                  <c:v>9.2691111629999998</c:v>
                </c:pt>
                <c:pt idx="7299">
                  <c:v>1.3800227030000001</c:v>
                </c:pt>
                <c:pt idx="7300">
                  <c:v>1.7744771260000001</c:v>
                </c:pt>
                <c:pt idx="7301">
                  <c:v>1.7547544049999999</c:v>
                </c:pt>
                <c:pt idx="7302">
                  <c:v>0</c:v>
                </c:pt>
                <c:pt idx="7303">
                  <c:v>0</c:v>
                </c:pt>
                <c:pt idx="7304">
                  <c:v>0</c:v>
                </c:pt>
                <c:pt idx="7305">
                  <c:v>8.7038935999999997E-2</c:v>
                </c:pt>
                <c:pt idx="7306">
                  <c:v>3.810063258</c:v>
                </c:pt>
                <c:pt idx="7307">
                  <c:v>3.1966643110000001</c:v>
                </c:pt>
                <c:pt idx="7308">
                  <c:v>6.8807768620000003</c:v>
                </c:pt>
                <c:pt idx="7309">
                  <c:v>0</c:v>
                </c:pt>
                <c:pt idx="7310">
                  <c:v>0</c:v>
                </c:pt>
                <c:pt idx="7311">
                  <c:v>9.2587840490000008</c:v>
                </c:pt>
                <c:pt idx="7312">
                  <c:v>1.9720413050000001</c:v>
                </c:pt>
                <c:pt idx="7313">
                  <c:v>1.7448761960000001</c:v>
                </c:pt>
                <c:pt idx="7314">
                  <c:v>0</c:v>
                </c:pt>
                <c:pt idx="7315">
                  <c:v>0</c:v>
                </c:pt>
                <c:pt idx="7316">
                  <c:v>0</c:v>
                </c:pt>
                <c:pt idx="7317">
                  <c:v>0</c:v>
                </c:pt>
                <c:pt idx="7318">
                  <c:v>0</c:v>
                </c:pt>
                <c:pt idx="7319">
                  <c:v>0</c:v>
                </c:pt>
                <c:pt idx="7320">
                  <c:v>0</c:v>
                </c:pt>
                <c:pt idx="7321">
                  <c:v>0</c:v>
                </c:pt>
                <c:pt idx="7322">
                  <c:v>0</c:v>
                </c:pt>
                <c:pt idx="7323">
                  <c:v>0</c:v>
                </c:pt>
                <c:pt idx="7324">
                  <c:v>0</c:v>
                </c:pt>
                <c:pt idx="7325">
                  <c:v>0</c:v>
                </c:pt>
                <c:pt idx="7326">
                  <c:v>0</c:v>
                </c:pt>
                <c:pt idx="7327">
                  <c:v>2.9579636979999999</c:v>
                </c:pt>
                <c:pt idx="7328">
                  <c:v>2.2840019840000001</c:v>
                </c:pt>
                <c:pt idx="7329">
                  <c:v>12.77171602</c:v>
                </c:pt>
                <c:pt idx="7330">
                  <c:v>4.8311189030000001</c:v>
                </c:pt>
                <c:pt idx="7331">
                  <c:v>1.601922316</c:v>
                </c:pt>
                <c:pt idx="7332">
                  <c:v>1.763382145</c:v>
                </c:pt>
                <c:pt idx="7333">
                  <c:v>1.7553091540000001</c:v>
                </c:pt>
                <c:pt idx="7334">
                  <c:v>1.755712803</c:v>
                </c:pt>
                <c:pt idx="7335">
                  <c:v>1.7556926209999999</c:v>
                </c:pt>
                <c:pt idx="7336">
                  <c:v>0.37985987399999999</c:v>
                </c:pt>
                <c:pt idx="7337">
                  <c:v>3.1315273349999999</c:v>
                </c:pt>
                <c:pt idx="7338">
                  <c:v>0.13478621800000001</c:v>
                </c:pt>
                <c:pt idx="7339">
                  <c:v>3.3112488419999999</c:v>
                </c:pt>
                <c:pt idx="7340">
                  <c:v>1.6779158190000001</c:v>
                </c:pt>
                <c:pt idx="7341">
                  <c:v>0</c:v>
                </c:pt>
                <c:pt idx="7342">
                  <c:v>0</c:v>
                </c:pt>
                <c:pt idx="7343">
                  <c:v>0</c:v>
                </c:pt>
                <c:pt idx="7344">
                  <c:v>0</c:v>
                </c:pt>
                <c:pt idx="7345">
                  <c:v>2.519479902</c:v>
                </c:pt>
                <c:pt idx="7346">
                  <c:v>10.44928765</c:v>
                </c:pt>
                <c:pt idx="7347">
                  <c:v>0</c:v>
                </c:pt>
                <c:pt idx="7348">
                  <c:v>9.1058962179999998</c:v>
                </c:pt>
                <c:pt idx="7349">
                  <c:v>0</c:v>
                </c:pt>
                <c:pt idx="7350">
                  <c:v>0</c:v>
                </c:pt>
                <c:pt idx="7351">
                  <c:v>9.2100529000000009</c:v>
                </c:pt>
                <c:pt idx="7352">
                  <c:v>1.382975616</c:v>
                </c:pt>
                <c:pt idx="7353">
                  <c:v>1.673911444</c:v>
                </c:pt>
                <c:pt idx="7354">
                  <c:v>0</c:v>
                </c:pt>
                <c:pt idx="7355">
                  <c:v>0</c:v>
                </c:pt>
                <c:pt idx="7356">
                  <c:v>0</c:v>
                </c:pt>
                <c:pt idx="7357">
                  <c:v>2.6304938299999998</c:v>
                </c:pt>
                <c:pt idx="7358">
                  <c:v>1.907272233</c:v>
                </c:pt>
                <c:pt idx="7359">
                  <c:v>0</c:v>
                </c:pt>
                <c:pt idx="7360">
                  <c:v>0</c:v>
                </c:pt>
                <c:pt idx="7361">
                  <c:v>0</c:v>
                </c:pt>
                <c:pt idx="7362">
                  <c:v>0</c:v>
                </c:pt>
                <c:pt idx="7363">
                  <c:v>0</c:v>
                </c:pt>
                <c:pt idx="7364">
                  <c:v>0</c:v>
                </c:pt>
                <c:pt idx="7365">
                  <c:v>0</c:v>
                </c:pt>
                <c:pt idx="7366">
                  <c:v>2.992376218</c:v>
                </c:pt>
                <c:pt idx="7367">
                  <c:v>0</c:v>
                </c:pt>
                <c:pt idx="7368">
                  <c:v>0</c:v>
                </c:pt>
                <c:pt idx="7369">
                  <c:v>5.9986700639999997</c:v>
                </c:pt>
                <c:pt idx="7370">
                  <c:v>0</c:v>
                </c:pt>
                <c:pt idx="7371">
                  <c:v>14.841900000000001</c:v>
                </c:pt>
                <c:pt idx="7372">
                  <c:v>2.0167173909999998</c:v>
                </c:pt>
                <c:pt idx="7373">
                  <c:v>1.742642391</c:v>
                </c:pt>
                <c:pt idx="7374">
                  <c:v>0.81871293599999995</c:v>
                </c:pt>
                <c:pt idx="7375">
                  <c:v>0</c:v>
                </c:pt>
                <c:pt idx="7376">
                  <c:v>9.7085193150000002</c:v>
                </c:pt>
                <c:pt idx="7377">
                  <c:v>2.1935947320000002</c:v>
                </c:pt>
                <c:pt idx="7378">
                  <c:v>1.733798524</c:v>
                </c:pt>
                <c:pt idx="7379">
                  <c:v>1.756788335</c:v>
                </c:pt>
                <c:pt idx="7380">
                  <c:v>1.7556388439999999</c:v>
                </c:pt>
                <c:pt idx="7381">
                  <c:v>1.7556963189999999</c:v>
                </c:pt>
                <c:pt idx="7382">
                  <c:v>1.7556934449999999</c:v>
                </c:pt>
                <c:pt idx="7383">
                  <c:v>1.7556935890000001</c:v>
                </c:pt>
                <c:pt idx="7384">
                  <c:v>1.7556935810000001</c:v>
                </c:pt>
                <c:pt idx="7385">
                  <c:v>0</c:v>
                </c:pt>
                <c:pt idx="7386">
                  <c:v>2.3737453589999999</c:v>
                </c:pt>
                <c:pt idx="7387">
                  <c:v>0</c:v>
                </c:pt>
                <c:pt idx="7388">
                  <c:v>0</c:v>
                </c:pt>
                <c:pt idx="7389">
                  <c:v>0</c:v>
                </c:pt>
                <c:pt idx="7390">
                  <c:v>0</c:v>
                </c:pt>
                <c:pt idx="7391">
                  <c:v>3.2599893729999998</c:v>
                </c:pt>
                <c:pt idx="7392">
                  <c:v>4.6431993729999999</c:v>
                </c:pt>
                <c:pt idx="7393">
                  <c:v>9.4729736999999994E-2</c:v>
                </c:pt>
                <c:pt idx="7394">
                  <c:v>0</c:v>
                </c:pt>
                <c:pt idx="7395">
                  <c:v>1.3638933520000001</c:v>
                </c:pt>
                <c:pt idx="7396">
                  <c:v>0.83346879600000001</c:v>
                </c:pt>
                <c:pt idx="7397">
                  <c:v>0.23152973700000001</c:v>
                </c:pt>
                <c:pt idx="7398">
                  <c:v>0</c:v>
                </c:pt>
                <c:pt idx="7399">
                  <c:v>0</c:v>
                </c:pt>
                <c:pt idx="7400">
                  <c:v>0</c:v>
                </c:pt>
                <c:pt idx="7401">
                  <c:v>4.5234939560000003</c:v>
                </c:pt>
                <c:pt idx="7402">
                  <c:v>15.78974463</c:v>
                </c:pt>
                <c:pt idx="7403">
                  <c:v>1.0539910299999999</c:v>
                </c:pt>
                <c:pt idx="7404">
                  <c:v>1.790778709</c:v>
                </c:pt>
                <c:pt idx="7405">
                  <c:v>1.7539393249999999</c:v>
                </c:pt>
                <c:pt idx="7406">
                  <c:v>1.755781295</c:v>
                </c:pt>
                <c:pt idx="7407">
                  <c:v>1.7556891960000001</c:v>
                </c:pt>
                <c:pt idx="7408">
                  <c:v>1.325612937</c:v>
                </c:pt>
                <c:pt idx="7409">
                  <c:v>0</c:v>
                </c:pt>
                <c:pt idx="7410">
                  <c:v>0</c:v>
                </c:pt>
                <c:pt idx="7411">
                  <c:v>2.4786173210000002</c:v>
                </c:pt>
                <c:pt idx="7412">
                  <c:v>0</c:v>
                </c:pt>
                <c:pt idx="7413">
                  <c:v>0</c:v>
                </c:pt>
                <c:pt idx="7414">
                  <c:v>0</c:v>
                </c:pt>
                <c:pt idx="7415">
                  <c:v>0</c:v>
                </c:pt>
                <c:pt idx="7416">
                  <c:v>0.36427973699999999</c:v>
                </c:pt>
                <c:pt idx="7417">
                  <c:v>14.286596550000001</c:v>
                </c:pt>
                <c:pt idx="7418">
                  <c:v>0</c:v>
                </c:pt>
                <c:pt idx="7419">
                  <c:v>1.898359157</c:v>
                </c:pt>
                <c:pt idx="7420">
                  <c:v>0</c:v>
                </c:pt>
                <c:pt idx="7421">
                  <c:v>7.8373549200000001</c:v>
                </c:pt>
                <c:pt idx="7422">
                  <c:v>0</c:v>
                </c:pt>
                <c:pt idx="7423">
                  <c:v>2.7345618140000001</c:v>
                </c:pt>
                <c:pt idx="7424">
                  <c:v>10.46832717</c:v>
                </c:pt>
                <c:pt idx="7425">
                  <c:v>1.320061902</c:v>
                </c:pt>
                <c:pt idx="7426">
                  <c:v>1.7774751660000001</c:v>
                </c:pt>
                <c:pt idx="7427">
                  <c:v>1.7546045029999999</c:v>
                </c:pt>
                <c:pt idx="7428">
                  <c:v>1.755748036</c:v>
                </c:pt>
                <c:pt idx="7429">
                  <c:v>1.755690859</c:v>
                </c:pt>
                <c:pt idx="7430">
                  <c:v>1.7556937180000001</c:v>
                </c:pt>
                <c:pt idx="7431">
                  <c:v>1.755693575</c:v>
                </c:pt>
                <c:pt idx="7432">
                  <c:v>0</c:v>
                </c:pt>
                <c:pt idx="7433">
                  <c:v>4.2630650870000002</c:v>
                </c:pt>
                <c:pt idx="7434">
                  <c:v>4.1011199999999999</c:v>
                </c:pt>
                <c:pt idx="7435">
                  <c:v>6.9570236630000002</c:v>
                </c:pt>
                <c:pt idx="7436">
                  <c:v>0</c:v>
                </c:pt>
                <c:pt idx="7437">
                  <c:v>7.6158000000000001</c:v>
                </c:pt>
                <c:pt idx="7438">
                  <c:v>0</c:v>
                </c:pt>
                <c:pt idx="7439">
                  <c:v>0</c:v>
                </c:pt>
                <c:pt idx="7440">
                  <c:v>0</c:v>
                </c:pt>
                <c:pt idx="7441">
                  <c:v>12.68436509</c:v>
                </c:pt>
                <c:pt idx="7442">
                  <c:v>3.8452871829999999</c:v>
                </c:pt>
                <c:pt idx="7443">
                  <c:v>1.6512139020000001</c:v>
                </c:pt>
                <c:pt idx="7444">
                  <c:v>1.760917566</c:v>
                </c:pt>
                <c:pt idx="7445">
                  <c:v>1.755432383</c:v>
                </c:pt>
                <c:pt idx="7446">
                  <c:v>1.755706642</c:v>
                </c:pt>
                <c:pt idx="7447">
                  <c:v>1.7556929290000001</c:v>
                </c:pt>
                <c:pt idx="7448">
                  <c:v>1.7556936139999999</c:v>
                </c:pt>
                <c:pt idx="7449">
                  <c:v>1.75569358</c:v>
                </c:pt>
                <c:pt idx="7450">
                  <c:v>1.7556935819999999</c:v>
                </c:pt>
                <c:pt idx="7451">
                  <c:v>1.7556935819999999</c:v>
                </c:pt>
                <c:pt idx="7452">
                  <c:v>1.7556935819999999</c:v>
                </c:pt>
                <c:pt idx="7453">
                  <c:v>1.7556935819999999</c:v>
                </c:pt>
                <c:pt idx="7454">
                  <c:v>1.7556935819999999</c:v>
                </c:pt>
                <c:pt idx="7455">
                  <c:v>1.7556935819999999</c:v>
                </c:pt>
                <c:pt idx="7456">
                  <c:v>1.7556935819999999</c:v>
                </c:pt>
                <c:pt idx="7457">
                  <c:v>1.7556935819999999</c:v>
                </c:pt>
                <c:pt idx="7458">
                  <c:v>1.7556935819999999</c:v>
                </c:pt>
                <c:pt idx="7459">
                  <c:v>1.7556935819999999</c:v>
                </c:pt>
                <c:pt idx="7460">
                  <c:v>1.7556935819999999</c:v>
                </c:pt>
                <c:pt idx="7461">
                  <c:v>1.7556935819999999</c:v>
                </c:pt>
                <c:pt idx="7462">
                  <c:v>1.7556935819999999</c:v>
                </c:pt>
                <c:pt idx="7463">
                  <c:v>1.7556935819999999</c:v>
                </c:pt>
                <c:pt idx="7464">
                  <c:v>1.7556935819999999</c:v>
                </c:pt>
                <c:pt idx="7465">
                  <c:v>1.7556935819999999</c:v>
                </c:pt>
                <c:pt idx="7466">
                  <c:v>0.98077720700000004</c:v>
                </c:pt>
                <c:pt idx="7467">
                  <c:v>2.5306099560000002</c:v>
                </c:pt>
                <c:pt idx="7468">
                  <c:v>1.7169477630000001</c:v>
                </c:pt>
                <c:pt idx="7469">
                  <c:v>1.7576308730000001</c:v>
                </c:pt>
                <c:pt idx="7470">
                  <c:v>1.755596717</c:v>
                </c:pt>
                <c:pt idx="7471">
                  <c:v>1.7556984250000001</c:v>
                </c:pt>
                <c:pt idx="7472">
                  <c:v>1.7556933400000001</c:v>
                </c:pt>
                <c:pt idx="7473">
                  <c:v>1.755693594</c:v>
                </c:pt>
                <c:pt idx="7474">
                  <c:v>1.7556935810000001</c:v>
                </c:pt>
                <c:pt idx="7475">
                  <c:v>1.7556935819999999</c:v>
                </c:pt>
                <c:pt idx="7476">
                  <c:v>1.7556935819999999</c:v>
                </c:pt>
                <c:pt idx="7477">
                  <c:v>1.7556935819999999</c:v>
                </c:pt>
                <c:pt idx="7478">
                  <c:v>1.7556935819999999</c:v>
                </c:pt>
                <c:pt idx="7479">
                  <c:v>1.7556935819999999</c:v>
                </c:pt>
                <c:pt idx="7480">
                  <c:v>1.7556935819999999</c:v>
                </c:pt>
                <c:pt idx="7481">
                  <c:v>1.7556935819999999</c:v>
                </c:pt>
                <c:pt idx="7482">
                  <c:v>0</c:v>
                </c:pt>
                <c:pt idx="7483">
                  <c:v>0</c:v>
                </c:pt>
                <c:pt idx="7484">
                  <c:v>7.9755009000000002E-2</c:v>
                </c:pt>
                <c:pt idx="7485">
                  <c:v>0</c:v>
                </c:pt>
                <c:pt idx="7486">
                  <c:v>0</c:v>
                </c:pt>
                <c:pt idx="7487">
                  <c:v>0</c:v>
                </c:pt>
                <c:pt idx="7488">
                  <c:v>1.597579157</c:v>
                </c:pt>
                <c:pt idx="7489">
                  <c:v>1.8049737E-2</c:v>
                </c:pt>
                <c:pt idx="7490">
                  <c:v>0</c:v>
                </c:pt>
                <c:pt idx="7491">
                  <c:v>3.2598907530000001</c:v>
                </c:pt>
                <c:pt idx="7492">
                  <c:v>16.091533120000001</c:v>
                </c:pt>
                <c:pt idx="7493">
                  <c:v>3.3241994629999998</c:v>
                </c:pt>
                <c:pt idx="7494">
                  <c:v>1.6772682880000001</c:v>
                </c:pt>
                <c:pt idx="7495">
                  <c:v>1.7596148460000001</c:v>
                </c:pt>
                <c:pt idx="7496">
                  <c:v>1.755497519</c:v>
                </c:pt>
                <c:pt idx="7497">
                  <c:v>0</c:v>
                </c:pt>
                <c:pt idx="7498">
                  <c:v>0</c:v>
                </c:pt>
                <c:pt idx="7499">
                  <c:v>3.722086467</c:v>
                </c:pt>
                <c:pt idx="7500">
                  <c:v>9.5399214870000009</c:v>
                </c:pt>
                <c:pt idx="7501">
                  <c:v>1.3664821869999999</c:v>
                </c:pt>
                <c:pt idx="7502">
                  <c:v>1.775154152</c:v>
                </c:pt>
                <c:pt idx="7503">
                  <c:v>0</c:v>
                </c:pt>
                <c:pt idx="7504">
                  <c:v>4.2674989610000003</c:v>
                </c:pt>
                <c:pt idx="7505">
                  <c:v>5.0174065519999997</c:v>
                </c:pt>
                <c:pt idx="7506">
                  <c:v>0</c:v>
                </c:pt>
                <c:pt idx="7507">
                  <c:v>0</c:v>
                </c:pt>
                <c:pt idx="7508">
                  <c:v>0</c:v>
                </c:pt>
                <c:pt idx="7509">
                  <c:v>0</c:v>
                </c:pt>
                <c:pt idx="7510">
                  <c:v>2.6282231340000002</c:v>
                </c:pt>
                <c:pt idx="7511">
                  <c:v>11.53288905</c:v>
                </c:pt>
                <c:pt idx="7512">
                  <c:v>6.1271240860000002</c:v>
                </c:pt>
                <c:pt idx="7513">
                  <c:v>1.0771528619999999</c:v>
                </c:pt>
                <c:pt idx="7514">
                  <c:v>0</c:v>
                </c:pt>
                <c:pt idx="7515">
                  <c:v>0</c:v>
                </c:pt>
                <c:pt idx="7516">
                  <c:v>7.0436897109999999</c:v>
                </c:pt>
                <c:pt idx="7517">
                  <c:v>1.9173639060000001</c:v>
                </c:pt>
                <c:pt idx="7518">
                  <c:v>1.747610066</c:v>
                </c:pt>
                <c:pt idx="7519">
                  <c:v>1.7560977579999999</c:v>
                </c:pt>
                <c:pt idx="7520">
                  <c:v>1.755673373</c:v>
                </c:pt>
                <c:pt idx="7521">
                  <c:v>1.755694592</c:v>
                </c:pt>
                <c:pt idx="7522">
                  <c:v>1.7556935309999999</c:v>
                </c:pt>
                <c:pt idx="7523">
                  <c:v>1.7556935840000001</c:v>
                </c:pt>
                <c:pt idx="7524">
                  <c:v>1.7556935819999999</c:v>
                </c:pt>
                <c:pt idx="7525">
                  <c:v>1.7556935819999999</c:v>
                </c:pt>
                <c:pt idx="7526">
                  <c:v>1.7556935819999999</c:v>
                </c:pt>
                <c:pt idx="7527">
                  <c:v>1.7556935819999999</c:v>
                </c:pt>
                <c:pt idx="7528">
                  <c:v>1.7556935819999999</c:v>
                </c:pt>
                <c:pt idx="7529">
                  <c:v>0</c:v>
                </c:pt>
                <c:pt idx="7530">
                  <c:v>0</c:v>
                </c:pt>
                <c:pt idx="7531">
                  <c:v>4.7822399999999998</c:v>
                </c:pt>
                <c:pt idx="7532">
                  <c:v>0</c:v>
                </c:pt>
                <c:pt idx="7533">
                  <c:v>7.0031699999999999</c:v>
                </c:pt>
                <c:pt idx="7534">
                  <c:v>7.7468399999999997</c:v>
                </c:pt>
                <c:pt idx="7535">
                  <c:v>6.7944828169999996</c:v>
                </c:pt>
                <c:pt idx="7536">
                  <c:v>0</c:v>
                </c:pt>
                <c:pt idx="7537">
                  <c:v>0</c:v>
                </c:pt>
                <c:pt idx="7538">
                  <c:v>0</c:v>
                </c:pt>
                <c:pt idx="7539">
                  <c:v>0</c:v>
                </c:pt>
                <c:pt idx="7540">
                  <c:v>0</c:v>
                </c:pt>
                <c:pt idx="7541">
                  <c:v>15.67305</c:v>
                </c:pt>
                <c:pt idx="7542">
                  <c:v>4.6480508150000004</c:v>
                </c:pt>
                <c:pt idx="7543">
                  <c:v>1.6110757200000001</c:v>
                </c:pt>
                <c:pt idx="7544">
                  <c:v>1.7629244749999999</c:v>
                </c:pt>
                <c:pt idx="7545">
                  <c:v>1.7553320370000001</c:v>
                </c:pt>
                <c:pt idx="7546">
                  <c:v>1.7557116589999999</c:v>
                </c:pt>
                <c:pt idx="7547">
                  <c:v>1.755692678</c:v>
                </c:pt>
                <c:pt idx="7548">
                  <c:v>1.7556936270000001</c:v>
                </c:pt>
                <c:pt idx="7549">
                  <c:v>1.75569358</c:v>
                </c:pt>
                <c:pt idx="7550">
                  <c:v>1.7556935819999999</c:v>
                </c:pt>
                <c:pt idx="7551">
                  <c:v>1.7556935819999999</c:v>
                </c:pt>
                <c:pt idx="7552">
                  <c:v>0</c:v>
                </c:pt>
                <c:pt idx="7553">
                  <c:v>0</c:v>
                </c:pt>
                <c:pt idx="7554">
                  <c:v>0</c:v>
                </c:pt>
                <c:pt idx="7555">
                  <c:v>0</c:v>
                </c:pt>
                <c:pt idx="7556">
                  <c:v>0</c:v>
                </c:pt>
                <c:pt idx="7557">
                  <c:v>0</c:v>
                </c:pt>
                <c:pt idx="7558">
                  <c:v>9.5680800000000001</c:v>
                </c:pt>
                <c:pt idx="7559">
                  <c:v>10.097444960000001</c:v>
                </c:pt>
                <c:pt idx="7560">
                  <c:v>1.3386060129999999</c:v>
                </c:pt>
                <c:pt idx="7561">
                  <c:v>1.77654796</c:v>
                </c:pt>
                <c:pt idx="7562">
                  <c:v>1.7546508629999999</c:v>
                </c:pt>
                <c:pt idx="7563">
                  <c:v>1.755745718</c:v>
                </c:pt>
                <c:pt idx="7564">
                  <c:v>1.755690975</c:v>
                </c:pt>
                <c:pt idx="7565">
                  <c:v>1.755693712</c:v>
                </c:pt>
                <c:pt idx="7566">
                  <c:v>1.755693575</c:v>
                </c:pt>
                <c:pt idx="7567">
                  <c:v>1.7556935819999999</c:v>
                </c:pt>
                <c:pt idx="7568">
                  <c:v>1.7556935819999999</c:v>
                </c:pt>
                <c:pt idx="7569">
                  <c:v>1.7556935819999999</c:v>
                </c:pt>
                <c:pt idx="7570">
                  <c:v>1.7556935819999999</c:v>
                </c:pt>
                <c:pt idx="7571">
                  <c:v>1.7556935819999999</c:v>
                </c:pt>
                <c:pt idx="7572">
                  <c:v>1.7556935819999999</c:v>
                </c:pt>
                <c:pt idx="7573">
                  <c:v>1.7556935819999999</c:v>
                </c:pt>
                <c:pt idx="7574">
                  <c:v>1.7556935819999999</c:v>
                </c:pt>
                <c:pt idx="7575">
                  <c:v>1.7556935819999999</c:v>
                </c:pt>
                <c:pt idx="7576">
                  <c:v>1.7556935819999999</c:v>
                </c:pt>
                <c:pt idx="7577">
                  <c:v>1.7556935819999999</c:v>
                </c:pt>
                <c:pt idx="7578">
                  <c:v>1.7556935819999999</c:v>
                </c:pt>
                <c:pt idx="7579">
                  <c:v>1.7556935819999999</c:v>
                </c:pt>
                <c:pt idx="7580">
                  <c:v>1.7556935819999999</c:v>
                </c:pt>
                <c:pt idx="7581">
                  <c:v>1.7556935819999999</c:v>
                </c:pt>
                <c:pt idx="7582">
                  <c:v>1.7556935819999999</c:v>
                </c:pt>
                <c:pt idx="7583">
                  <c:v>1.7556935819999999</c:v>
                </c:pt>
                <c:pt idx="7584">
                  <c:v>1.7556935819999999</c:v>
                </c:pt>
                <c:pt idx="7585">
                  <c:v>1.7556935819999999</c:v>
                </c:pt>
                <c:pt idx="7586">
                  <c:v>1.7556935819999999</c:v>
                </c:pt>
                <c:pt idx="7587">
                  <c:v>1.7556935819999999</c:v>
                </c:pt>
                <c:pt idx="7588">
                  <c:v>1.7556935819999999</c:v>
                </c:pt>
                <c:pt idx="7589">
                  <c:v>1.7556935819999999</c:v>
                </c:pt>
                <c:pt idx="7590">
                  <c:v>1.7556935819999999</c:v>
                </c:pt>
                <c:pt idx="7591">
                  <c:v>1.7556935819999999</c:v>
                </c:pt>
                <c:pt idx="7592">
                  <c:v>1.7556935819999999</c:v>
                </c:pt>
                <c:pt idx="7593">
                  <c:v>1.7556935819999999</c:v>
                </c:pt>
                <c:pt idx="7594">
                  <c:v>1.7556935819999999</c:v>
                </c:pt>
                <c:pt idx="7595">
                  <c:v>1.7556935819999999</c:v>
                </c:pt>
                <c:pt idx="7596">
                  <c:v>1.7556935819999999</c:v>
                </c:pt>
                <c:pt idx="7597">
                  <c:v>1.7556935819999999</c:v>
                </c:pt>
                <c:pt idx="7598">
                  <c:v>1.7556935819999999</c:v>
                </c:pt>
                <c:pt idx="7599">
                  <c:v>1.7556935819999999</c:v>
                </c:pt>
                <c:pt idx="7600">
                  <c:v>1.4700249519999999</c:v>
                </c:pt>
                <c:pt idx="7601">
                  <c:v>0</c:v>
                </c:pt>
                <c:pt idx="7602">
                  <c:v>0</c:v>
                </c:pt>
                <c:pt idx="7603">
                  <c:v>0</c:v>
                </c:pt>
                <c:pt idx="7604">
                  <c:v>0</c:v>
                </c:pt>
                <c:pt idx="7605">
                  <c:v>0</c:v>
                </c:pt>
                <c:pt idx="7606">
                  <c:v>0</c:v>
                </c:pt>
                <c:pt idx="7607">
                  <c:v>0</c:v>
                </c:pt>
                <c:pt idx="7608">
                  <c:v>0.156214571</c:v>
                </c:pt>
                <c:pt idx="7609">
                  <c:v>4.6047856459999998</c:v>
                </c:pt>
                <c:pt idx="7610">
                  <c:v>14.583686549999999</c:v>
                </c:pt>
                <c:pt idx="7611">
                  <c:v>0</c:v>
                </c:pt>
                <c:pt idx="7612">
                  <c:v>1.2569291570000001</c:v>
                </c:pt>
                <c:pt idx="7613">
                  <c:v>0</c:v>
                </c:pt>
                <c:pt idx="7614">
                  <c:v>0</c:v>
                </c:pt>
                <c:pt idx="7615">
                  <c:v>8.9004079120000004</c:v>
                </c:pt>
                <c:pt idx="7616">
                  <c:v>1.5747682140000001</c:v>
                </c:pt>
                <c:pt idx="7617">
                  <c:v>6.4688875130000003</c:v>
                </c:pt>
                <c:pt idx="7618">
                  <c:v>1.5200338849999999</c:v>
                </c:pt>
                <c:pt idx="7619">
                  <c:v>1.7674765670000001</c:v>
                </c:pt>
                <c:pt idx="7620">
                  <c:v>1.7551044330000001</c:v>
                </c:pt>
                <c:pt idx="7621">
                  <c:v>1.755723039</c:v>
                </c:pt>
                <c:pt idx="7622">
                  <c:v>1.7556921089999999</c:v>
                </c:pt>
                <c:pt idx="7623">
                  <c:v>1.755693655</c:v>
                </c:pt>
                <c:pt idx="7624">
                  <c:v>1.755693578</c:v>
                </c:pt>
                <c:pt idx="7625">
                  <c:v>1.7556935819999999</c:v>
                </c:pt>
                <c:pt idx="7626">
                  <c:v>1.7556935819999999</c:v>
                </c:pt>
                <c:pt idx="7627">
                  <c:v>1.7556935819999999</c:v>
                </c:pt>
                <c:pt idx="7628">
                  <c:v>1.7556935819999999</c:v>
                </c:pt>
                <c:pt idx="7629">
                  <c:v>1.7556935819999999</c:v>
                </c:pt>
                <c:pt idx="7630">
                  <c:v>1.7556935819999999</c:v>
                </c:pt>
                <c:pt idx="7631">
                  <c:v>1.7556935819999999</c:v>
                </c:pt>
                <c:pt idx="7632">
                  <c:v>1.7556935819999999</c:v>
                </c:pt>
                <c:pt idx="7633">
                  <c:v>1.7556935819999999</c:v>
                </c:pt>
                <c:pt idx="7634">
                  <c:v>1.7556935819999999</c:v>
                </c:pt>
                <c:pt idx="7635">
                  <c:v>1.7556935819999999</c:v>
                </c:pt>
                <c:pt idx="7636">
                  <c:v>1.7556935819999999</c:v>
                </c:pt>
                <c:pt idx="7637">
                  <c:v>1.7556935819999999</c:v>
                </c:pt>
                <c:pt idx="7638">
                  <c:v>1.7556935819999999</c:v>
                </c:pt>
                <c:pt idx="7639">
                  <c:v>1.7556935819999999</c:v>
                </c:pt>
                <c:pt idx="7640">
                  <c:v>1.7556935819999999</c:v>
                </c:pt>
                <c:pt idx="7641">
                  <c:v>1.7556935819999999</c:v>
                </c:pt>
                <c:pt idx="7642">
                  <c:v>1.7556935819999999</c:v>
                </c:pt>
                <c:pt idx="7643">
                  <c:v>1.7556935819999999</c:v>
                </c:pt>
                <c:pt idx="7644">
                  <c:v>1.7556935819999999</c:v>
                </c:pt>
                <c:pt idx="7645">
                  <c:v>1.7556935819999999</c:v>
                </c:pt>
                <c:pt idx="7646">
                  <c:v>1.7556935819999999</c:v>
                </c:pt>
                <c:pt idx="7647">
                  <c:v>1.7556935819999999</c:v>
                </c:pt>
                <c:pt idx="7648">
                  <c:v>0.64855579399999996</c:v>
                </c:pt>
                <c:pt idx="7649">
                  <c:v>2.8628313689999998</c:v>
                </c:pt>
                <c:pt idx="7650">
                  <c:v>0</c:v>
                </c:pt>
                <c:pt idx="7651">
                  <c:v>5.0984100000000003</c:v>
                </c:pt>
                <c:pt idx="7652">
                  <c:v>4.6705313799999999</c:v>
                </c:pt>
                <c:pt idx="7653">
                  <c:v>1.6099516920000001</c:v>
                </c:pt>
                <c:pt idx="7654">
                  <c:v>1.762980676</c:v>
                </c:pt>
                <c:pt idx="7655">
                  <c:v>1.755329227</c:v>
                </c:pt>
                <c:pt idx="7656">
                  <c:v>1.7557118</c:v>
                </c:pt>
                <c:pt idx="7657">
                  <c:v>1.755692671</c:v>
                </c:pt>
                <c:pt idx="7658">
                  <c:v>1.7556936270000001</c:v>
                </c:pt>
                <c:pt idx="7659">
                  <c:v>1.75569358</c:v>
                </c:pt>
                <c:pt idx="7660">
                  <c:v>1.7556935819999999</c:v>
                </c:pt>
                <c:pt idx="7661">
                  <c:v>1.7556935819999999</c:v>
                </c:pt>
                <c:pt idx="7662">
                  <c:v>1.7556935819999999</c:v>
                </c:pt>
                <c:pt idx="7663">
                  <c:v>1.7556935819999999</c:v>
                </c:pt>
                <c:pt idx="7664">
                  <c:v>1.7556935819999999</c:v>
                </c:pt>
                <c:pt idx="7665">
                  <c:v>1.7556935819999999</c:v>
                </c:pt>
                <c:pt idx="7666">
                  <c:v>1.7556935819999999</c:v>
                </c:pt>
                <c:pt idx="7667">
                  <c:v>1.7556935819999999</c:v>
                </c:pt>
                <c:pt idx="7668">
                  <c:v>1.7556935819999999</c:v>
                </c:pt>
                <c:pt idx="7669">
                  <c:v>1.7556935819999999</c:v>
                </c:pt>
                <c:pt idx="7670">
                  <c:v>1.7556935819999999</c:v>
                </c:pt>
                <c:pt idx="7671">
                  <c:v>1.7556935819999999</c:v>
                </c:pt>
                <c:pt idx="7672">
                  <c:v>1.7556935819999999</c:v>
                </c:pt>
                <c:pt idx="7673">
                  <c:v>0</c:v>
                </c:pt>
                <c:pt idx="7674">
                  <c:v>5.713667321</c:v>
                </c:pt>
                <c:pt idx="7675">
                  <c:v>0</c:v>
                </c:pt>
                <c:pt idx="7676">
                  <c:v>0</c:v>
                </c:pt>
                <c:pt idx="7677">
                  <c:v>0</c:v>
                </c:pt>
                <c:pt idx="7678">
                  <c:v>1.1307631549999999</c:v>
                </c:pt>
                <c:pt idx="7679">
                  <c:v>14.82608813</c:v>
                </c:pt>
                <c:pt idx="7680">
                  <c:v>3.9855064599999999</c:v>
                </c:pt>
                <c:pt idx="7681">
                  <c:v>0</c:v>
                </c:pt>
                <c:pt idx="7682">
                  <c:v>0</c:v>
                </c:pt>
                <c:pt idx="7683">
                  <c:v>0</c:v>
                </c:pt>
                <c:pt idx="7684">
                  <c:v>0</c:v>
                </c:pt>
                <c:pt idx="7685">
                  <c:v>5.4247180159999999</c:v>
                </c:pt>
                <c:pt idx="7686">
                  <c:v>0</c:v>
                </c:pt>
                <c:pt idx="7687">
                  <c:v>0</c:v>
                </c:pt>
                <c:pt idx="7688">
                  <c:v>14.925898780000001</c:v>
                </c:pt>
                <c:pt idx="7689">
                  <c:v>5.522202633</c:v>
                </c:pt>
                <c:pt idx="7690">
                  <c:v>1.5673681290000001</c:v>
                </c:pt>
                <c:pt idx="7691">
                  <c:v>1.7651098540000001</c:v>
                </c:pt>
                <c:pt idx="7692">
                  <c:v>1.7552227680000001</c:v>
                </c:pt>
                <c:pt idx="7693">
                  <c:v>1.7557171220000001</c:v>
                </c:pt>
                <c:pt idx="7694">
                  <c:v>1.755692405</c:v>
                </c:pt>
                <c:pt idx="7695">
                  <c:v>1.7556936409999999</c:v>
                </c:pt>
                <c:pt idx="7696">
                  <c:v>1.7556935789999999</c:v>
                </c:pt>
                <c:pt idx="7697">
                  <c:v>0</c:v>
                </c:pt>
                <c:pt idx="7698">
                  <c:v>0</c:v>
                </c:pt>
                <c:pt idx="7699">
                  <c:v>0</c:v>
                </c:pt>
                <c:pt idx="7700">
                  <c:v>0</c:v>
                </c:pt>
                <c:pt idx="7701">
                  <c:v>0</c:v>
                </c:pt>
                <c:pt idx="7702">
                  <c:v>0</c:v>
                </c:pt>
                <c:pt idx="7703">
                  <c:v>0</c:v>
                </c:pt>
                <c:pt idx="7704">
                  <c:v>0.360064571</c:v>
                </c:pt>
                <c:pt idx="7705">
                  <c:v>0</c:v>
                </c:pt>
                <c:pt idx="7706">
                  <c:v>0</c:v>
                </c:pt>
                <c:pt idx="7707">
                  <c:v>4.5859766000000003E-2</c:v>
                </c:pt>
                <c:pt idx="7708">
                  <c:v>0</c:v>
                </c:pt>
                <c:pt idx="7709">
                  <c:v>0</c:v>
                </c:pt>
                <c:pt idx="7710">
                  <c:v>0</c:v>
                </c:pt>
                <c:pt idx="7711">
                  <c:v>0</c:v>
                </c:pt>
                <c:pt idx="7712">
                  <c:v>1.2569855130000001</c:v>
                </c:pt>
                <c:pt idx="7713">
                  <c:v>6.4970781549999996</c:v>
                </c:pt>
                <c:pt idx="7714">
                  <c:v>13.62271192</c:v>
                </c:pt>
                <c:pt idx="7715">
                  <c:v>2.3312509480000001</c:v>
                </c:pt>
                <c:pt idx="7716">
                  <c:v>1.7269157129999999</c:v>
                </c:pt>
                <c:pt idx="7717">
                  <c:v>1.7571324749999999</c:v>
                </c:pt>
                <c:pt idx="7718">
                  <c:v>1.755621637</c:v>
                </c:pt>
                <c:pt idx="7719">
                  <c:v>1.755697179</c:v>
                </c:pt>
                <c:pt idx="7720">
                  <c:v>1.7556934019999999</c:v>
                </c:pt>
                <c:pt idx="7721">
                  <c:v>0</c:v>
                </c:pt>
                <c:pt idx="7722">
                  <c:v>0</c:v>
                </c:pt>
                <c:pt idx="7723">
                  <c:v>0</c:v>
                </c:pt>
                <c:pt idx="7724">
                  <c:v>9.0937454389999992</c:v>
                </c:pt>
                <c:pt idx="7725">
                  <c:v>3.9370500000000002</c:v>
                </c:pt>
                <c:pt idx="7726">
                  <c:v>7.6655655960000004</c:v>
                </c:pt>
                <c:pt idx="7727">
                  <c:v>1.4601999809999999</c:v>
                </c:pt>
                <c:pt idx="7728">
                  <c:v>1.7704682620000001</c:v>
                </c:pt>
                <c:pt idx="7729">
                  <c:v>1.7549548479999999</c:v>
                </c:pt>
                <c:pt idx="7730">
                  <c:v>1.755730518</c:v>
                </c:pt>
                <c:pt idx="7731">
                  <c:v>1.7556917350000001</c:v>
                </c:pt>
                <c:pt idx="7732">
                  <c:v>1.755693674</c:v>
                </c:pt>
                <c:pt idx="7733">
                  <c:v>0</c:v>
                </c:pt>
                <c:pt idx="7734">
                  <c:v>4.0439682650000002</c:v>
                </c:pt>
                <c:pt idx="7735">
                  <c:v>0</c:v>
                </c:pt>
                <c:pt idx="7736">
                  <c:v>12.28802761</c:v>
                </c:pt>
                <c:pt idx="7737">
                  <c:v>1.22907688</c:v>
                </c:pt>
                <c:pt idx="7738">
                  <c:v>1.7820244169999999</c:v>
                </c:pt>
                <c:pt idx="7739">
                  <c:v>1.7543770400000001</c:v>
                </c:pt>
                <c:pt idx="7740">
                  <c:v>1.7557594089999999</c:v>
                </c:pt>
                <c:pt idx="7741">
                  <c:v>1.75569029</c:v>
                </c:pt>
                <c:pt idx="7742">
                  <c:v>1.7556937459999999</c:v>
                </c:pt>
                <c:pt idx="7743">
                  <c:v>1.7556935739999999</c:v>
                </c:pt>
                <c:pt idx="7744">
                  <c:v>1.7556935819999999</c:v>
                </c:pt>
                <c:pt idx="7745">
                  <c:v>0</c:v>
                </c:pt>
                <c:pt idx="7746">
                  <c:v>0</c:v>
                </c:pt>
                <c:pt idx="7747">
                  <c:v>0</c:v>
                </c:pt>
                <c:pt idx="7748">
                  <c:v>0</c:v>
                </c:pt>
                <c:pt idx="7749">
                  <c:v>0</c:v>
                </c:pt>
                <c:pt idx="7750">
                  <c:v>0</c:v>
                </c:pt>
                <c:pt idx="7751">
                  <c:v>0</c:v>
                </c:pt>
                <c:pt idx="7752">
                  <c:v>0</c:v>
                </c:pt>
                <c:pt idx="7753">
                  <c:v>0</c:v>
                </c:pt>
                <c:pt idx="7754">
                  <c:v>0</c:v>
                </c:pt>
                <c:pt idx="7755">
                  <c:v>0</c:v>
                </c:pt>
                <c:pt idx="7756">
                  <c:v>0.24799976600000001</c:v>
                </c:pt>
                <c:pt idx="7757">
                  <c:v>0</c:v>
                </c:pt>
                <c:pt idx="7758">
                  <c:v>13.22505</c:v>
                </c:pt>
                <c:pt idx="7759">
                  <c:v>0.96472290900000002</c:v>
                </c:pt>
                <c:pt idx="7760">
                  <c:v>8.6146588689999994</c:v>
                </c:pt>
                <c:pt idx="7761">
                  <c:v>1.4127453169999999</c:v>
                </c:pt>
                <c:pt idx="7762">
                  <c:v>1.7728409949999999</c:v>
                </c:pt>
                <c:pt idx="7763">
                  <c:v>1.754836211</c:v>
                </c:pt>
                <c:pt idx="7764">
                  <c:v>1.7557364499999999</c:v>
                </c:pt>
                <c:pt idx="7765">
                  <c:v>1.7556914379999999</c:v>
                </c:pt>
                <c:pt idx="7766">
                  <c:v>1.7556936889999999</c:v>
                </c:pt>
                <c:pt idx="7767">
                  <c:v>1.7556935760000001</c:v>
                </c:pt>
                <c:pt idx="7768">
                  <c:v>0</c:v>
                </c:pt>
                <c:pt idx="7769">
                  <c:v>7.0833599999999999</c:v>
                </c:pt>
                <c:pt idx="7770">
                  <c:v>4.0459725000000004</c:v>
                </c:pt>
                <c:pt idx="7771">
                  <c:v>4.8028805630000004</c:v>
                </c:pt>
                <c:pt idx="7772">
                  <c:v>1.603334233</c:v>
                </c:pt>
                <c:pt idx="7773">
                  <c:v>0</c:v>
                </c:pt>
                <c:pt idx="7774">
                  <c:v>2.5948771060000002</c:v>
                </c:pt>
                <c:pt idx="7775">
                  <c:v>0</c:v>
                </c:pt>
                <c:pt idx="7776">
                  <c:v>2.4882028319999998</c:v>
                </c:pt>
                <c:pt idx="7777">
                  <c:v>0</c:v>
                </c:pt>
                <c:pt idx="7778">
                  <c:v>0</c:v>
                </c:pt>
                <c:pt idx="7779">
                  <c:v>9.5436649199999994</c:v>
                </c:pt>
                <c:pt idx="7780">
                  <c:v>10.709898259999999</c:v>
                </c:pt>
                <c:pt idx="7781">
                  <c:v>1.307983348</c:v>
                </c:pt>
                <c:pt idx="7782">
                  <c:v>1.7780790930000001</c:v>
                </c:pt>
                <c:pt idx="7783">
                  <c:v>0</c:v>
                </c:pt>
                <c:pt idx="7784">
                  <c:v>10.235123</c:v>
                </c:pt>
                <c:pt idx="7785">
                  <c:v>1.3317221109999999</c:v>
                </c:pt>
                <c:pt idx="7786">
                  <c:v>1.7768921550000001</c:v>
                </c:pt>
                <c:pt idx="7787">
                  <c:v>1.754633653</c:v>
                </c:pt>
                <c:pt idx="7788">
                  <c:v>1.7557465779999999</c:v>
                </c:pt>
                <c:pt idx="7789">
                  <c:v>1.755690932</c:v>
                </c:pt>
                <c:pt idx="7790">
                  <c:v>1.755693714</c:v>
                </c:pt>
                <c:pt idx="7791">
                  <c:v>1.755693575</c:v>
                </c:pt>
                <c:pt idx="7792">
                  <c:v>0</c:v>
                </c:pt>
                <c:pt idx="7793">
                  <c:v>0</c:v>
                </c:pt>
                <c:pt idx="7794">
                  <c:v>0</c:v>
                </c:pt>
                <c:pt idx="7795">
                  <c:v>0</c:v>
                </c:pt>
                <c:pt idx="7796">
                  <c:v>0</c:v>
                </c:pt>
                <c:pt idx="7797">
                  <c:v>0</c:v>
                </c:pt>
                <c:pt idx="7798">
                  <c:v>0</c:v>
                </c:pt>
                <c:pt idx="7799">
                  <c:v>13.52322</c:v>
                </c:pt>
                <c:pt idx="7800">
                  <c:v>0</c:v>
                </c:pt>
                <c:pt idx="7801">
                  <c:v>5.1367180159999997</c:v>
                </c:pt>
                <c:pt idx="7802">
                  <c:v>0</c:v>
                </c:pt>
                <c:pt idx="7803">
                  <c:v>1.463552832</c:v>
                </c:pt>
                <c:pt idx="7804">
                  <c:v>0</c:v>
                </c:pt>
                <c:pt idx="7805">
                  <c:v>4.5564200640000001</c:v>
                </c:pt>
                <c:pt idx="7806">
                  <c:v>0.92881990199999998</c:v>
                </c:pt>
                <c:pt idx="7807">
                  <c:v>0</c:v>
                </c:pt>
                <c:pt idx="7808">
                  <c:v>0</c:v>
                </c:pt>
                <c:pt idx="7809">
                  <c:v>5.8404287569999997</c:v>
                </c:pt>
                <c:pt idx="7810">
                  <c:v>14.66716328</c:v>
                </c:pt>
                <c:pt idx="7811">
                  <c:v>1.110120097</c:v>
                </c:pt>
                <c:pt idx="7812">
                  <c:v>1.787972256</c:v>
                </c:pt>
                <c:pt idx="7813">
                  <c:v>1.754079648</c:v>
                </c:pt>
                <c:pt idx="7814">
                  <c:v>1.7557742780000001</c:v>
                </c:pt>
                <c:pt idx="7815">
                  <c:v>1.755689547</c:v>
                </c:pt>
                <c:pt idx="7816">
                  <c:v>0</c:v>
                </c:pt>
                <c:pt idx="7817">
                  <c:v>0</c:v>
                </c:pt>
                <c:pt idx="7818">
                  <c:v>0</c:v>
                </c:pt>
                <c:pt idx="7819">
                  <c:v>0</c:v>
                </c:pt>
                <c:pt idx="7820">
                  <c:v>0</c:v>
                </c:pt>
                <c:pt idx="7821">
                  <c:v>0</c:v>
                </c:pt>
                <c:pt idx="7822">
                  <c:v>5.3516354389999998</c:v>
                </c:pt>
                <c:pt idx="7823">
                  <c:v>11.917439999999999</c:v>
                </c:pt>
                <c:pt idx="7824">
                  <c:v>4.4079237960000004</c:v>
                </c:pt>
                <c:pt idx="7825">
                  <c:v>1.623082071</c:v>
                </c:pt>
                <c:pt idx="7826">
                  <c:v>1.7623241569999999</c:v>
                </c:pt>
                <c:pt idx="7827">
                  <c:v>1.755362053</c:v>
                </c:pt>
                <c:pt idx="7828">
                  <c:v>1.7557101580000001</c:v>
                </c:pt>
                <c:pt idx="7829">
                  <c:v>1.7556927529999999</c:v>
                </c:pt>
                <c:pt idx="7830">
                  <c:v>1.755693623</c:v>
                </c:pt>
                <c:pt idx="7831">
                  <c:v>0</c:v>
                </c:pt>
                <c:pt idx="7832">
                  <c:v>2.1033765199999999</c:v>
                </c:pt>
                <c:pt idx="7833">
                  <c:v>9.0720475090000008</c:v>
                </c:pt>
                <c:pt idx="7834">
                  <c:v>3.8494740740000002</c:v>
                </c:pt>
                <c:pt idx="7835">
                  <c:v>1.651004557</c:v>
                </c:pt>
                <c:pt idx="7836">
                  <c:v>1.7609280329999999</c:v>
                </c:pt>
                <c:pt idx="7837">
                  <c:v>1.755431859</c:v>
                </c:pt>
                <c:pt idx="7838">
                  <c:v>1.755706668</c:v>
                </c:pt>
                <c:pt idx="7839">
                  <c:v>1.7556929269999999</c:v>
                </c:pt>
                <c:pt idx="7840">
                  <c:v>0</c:v>
                </c:pt>
                <c:pt idx="7841">
                  <c:v>0</c:v>
                </c:pt>
                <c:pt idx="7842">
                  <c:v>0</c:v>
                </c:pt>
                <c:pt idx="7843">
                  <c:v>0</c:v>
                </c:pt>
                <c:pt idx="7844">
                  <c:v>0</c:v>
                </c:pt>
                <c:pt idx="7845">
                  <c:v>0</c:v>
                </c:pt>
                <c:pt idx="7846">
                  <c:v>0</c:v>
                </c:pt>
                <c:pt idx="7847">
                  <c:v>0</c:v>
                </c:pt>
                <c:pt idx="7848">
                  <c:v>15.487019999999999</c:v>
                </c:pt>
                <c:pt idx="7849">
                  <c:v>4.7885769299999996</c:v>
                </c:pt>
                <c:pt idx="7850">
                  <c:v>1.6040494139999999</c:v>
                </c:pt>
                <c:pt idx="7851">
                  <c:v>1.76327579</c:v>
                </c:pt>
                <c:pt idx="7852">
                  <c:v>1.4529344289999999</c:v>
                </c:pt>
                <c:pt idx="7853">
                  <c:v>2.0580925790000002</c:v>
                </c:pt>
                <c:pt idx="7854">
                  <c:v>1.740573632</c:v>
                </c:pt>
                <c:pt idx="7855">
                  <c:v>1.7564495790000001</c:v>
                </c:pt>
                <c:pt idx="7856">
                  <c:v>1.7556557820000001</c:v>
                </c:pt>
                <c:pt idx="7857">
                  <c:v>1.755695472</c:v>
                </c:pt>
                <c:pt idx="7858">
                  <c:v>1.7556934870000001</c:v>
                </c:pt>
                <c:pt idx="7859">
                  <c:v>1.7556935870000001</c:v>
                </c:pt>
                <c:pt idx="7860">
                  <c:v>1.7556935819999999</c:v>
                </c:pt>
                <c:pt idx="7861">
                  <c:v>1.7556935819999999</c:v>
                </c:pt>
                <c:pt idx="7862">
                  <c:v>1.7556935819999999</c:v>
                </c:pt>
                <c:pt idx="7863">
                  <c:v>1.7556935819999999</c:v>
                </c:pt>
                <c:pt idx="7864">
                  <c:v>0</c:v>
                </c:pt>
                <c:pt idx="7865">
                  <c:v>0</c:v>
                </c:pt>
                <c:pt idx="7866">
                  <c:v>0</c:v>
                </c:pt>
                <c:pt idx="7867">
                  <c:v>7.4548800000000002</c:v>
                </c:pt>
                <c:pt idx="7868">
                  <c:v>6.0229799999999996</c:v>
                </c:pt>
                <c:pt idx="7869">
                  <c:v>6.6557700000000004</c:v>
                </c:pt>
                <c:pt idx="7870">
                  <c:v>2.8862067800000002</c:v>
                </c:pt>
                <c:pt idx="7871">
                  <c:v>1.699167922</c:v>
                </c:pt>
                <c:pt idx="7872">
                  <c:v>1.758519865</c:v>
                </c:pt>
                <c:pt idx="7873">
                  <c:v>1.755552268</c:v>
                </c:pt>
                <c:pt idx="7874">
                  <c:v>1.7557006470000001</c:v>
                </c:pt>
                <c:pt idx="7875">
                  <c:v>1.7556932279999999</c:v>
                </c:pt>
                <c:pt idx="7876">
                  <c:v>1.755693599</c:v>
                </c:pt>
                <c:pt idx="7877">
                  <c:v>1.7556935810000001</c:v>
                </c:pt>
                <c:pt idx="7878">
                  <c:v>1.7556935819999999</c:v>
                </c:pt>
                <c:pt idx="7879">
                  <c:v>1.7556935819999999</c:v>
                </c:pt>
                <c:pt idx="7880">
                  <c:v>1.7556935819999999</c:v>
                </c:pt>
                <c:pt idx="7881">
                  <c:v>1.7556935819999999</c:v>
                </c:pt>
                <c:pt idx="7882">
                  <c:v>1.7556935819999999</c:v>
                </c:pt>
                <c:pt idx="7883">
                  <c:v>1.7556935819999999</c:v>
                </c:pt>
                <c:pt idx="7884">
                  <c:v>1.7556935819999999</c:v>
                </c:pt>
                <c:pt idx="7885">
                  <c:v>1.7556935819999999</c:v>
                </c:pt>
                <c:pt idx="7886">
                  <c:v>1.7556935819999999</c:v>
                </c:pt>
                <c:pt idx="7887">
                  <c:v>1.7556935819999999</c:v>
                </c:pt>
                <c:pt idx="7888">
                  <c:v>1.7556935819999999</c:v>
                </c:pt>
                <c:pt idx="7889">
                  <c:v>0</c:v>
                </c:pt>
                <c:pt idx="7890">
                  <c:v>0</c:v>
                </c:pt>
                <c:pt idx="7891">
                  <c:v>0</c:v>
                </c:pt>
                <c:pt idx="7892">
                  <c:v>0</c:v>
                </c:pt>
                <c:pt idx="7893">
                  <c:v>0</c:v>
                </c:pt>
                <c:pt idx="7894">
                  <c:v>0</c:v>
                </c:pt>
                <c:pt idx="7895">
                  <c:v>0.51895396000000005</c:v>
                </c:pt>
                <c:pt idx="7896">
                  <c:v>0</c:v>
                </c:pt>
                <c:pt idx="7897">
                  <c:v>10.45172788</c:v>
                </c:pt>
                <c:pt idx="7898">
                  <c:v>10.293185899999999</c:v>
                </c:pt>
                <c:pt idx="7899">
                  <c:v>1.2570633520000001</c:v>
                </c:pt>
                <c:pt idx="7900">
                  <c:v>0.56243462399999999</c:v>
                </c:pt>
                <c:pt idx="7901">
                  <c:v>0</c:v>
                </c:pt>
                <c:pt idx="7902">
                  <c:v>0</c:v>
                </c:pt>
                <c:pt idx="7903">
                  <c:v>0</c:v>
                </c:pt>
                <c:pt idx="7904">
                  <c:v>8.8521680469999993</c:v>
                </c:pt>
                <c:pt idx="7905">
                  <c:v>8.7024759990000007</c:v>
                </c:pt>
                <c:pt idx="7906">
                  <c:v>1.4083544610000001</c:v>
                </c:pt>
                <c:pt idx="7907">
                  <c:v>1.773060538</c:v>
                </c:pt>
                <c:pt idx="7908">
                  <c:v>1.7548252339999999</c:v>
                </c:pt>
                <c:pt idx="7909">
                  <c:v>1.755736999</c:v>
                </c:pt>
                <c:pt idx="7910">
                  <c:v>1.7556914109999999</c:v>
                </c:pt>
                <c:pt idx="7911">
                  <c:v>0</c:v>
                </c:pt>
                <c:pt idx="7912">
                  <c:v>0</c:v>
                </c:pt>
                <c:pt idx="7913">
                  <c:v>9.6111900000000006</c:v>
                </c:pt>
                <c:pt idx="7914">
                  <c:v>5.8956062080000002</c:v>
                </c:pt>
                <c:pt idx="7915">
                  <c:v>1.54869795</c:v>
                </c:pt>
                <c:pt idx="7916">
                  <c:v>1.7660433630000001</c:v>
                </c:pt>
                <c:pt idx="7917">
                  <c:v>1.755176093</c:v>
                </c:pt>
                <c:pt idx="7918">
                  <c:v>1.755719456</c:v>
                </c:pt>
                <c:pt idx="7919">
                  <c:v>1.7556922880000001</c:v>
                </c:pt>
                <c:pt idx="7920">
                  <c:v>1.7556936460000001</c:v>
                </c:pt>
                <c:pt idx="7921">
                  <c:v>1.7556935789999999</c:v>
                </c:pt>
                <c:pt idx="7922">
                  <c:v>1.0387544289999999</c:v>
                </c:pt>
                <c:pt idx="7923">
                  <c:v>2.4726327349999999</c:v>
                </c:pt>
                <c:pt idx="7924">
                  <c:v>0</c:v>
                </c:pt>
                <c:pt idx="7925">
                  <c:v>4.4027168789999998</c:v>
                </c:pt>
                <c:pt idx="7926">
                  <c:v>1.6233424169999999</c:v>
                </c:pt>
                <c:pt idx="7927">
                  <c:v>1.76231114</c:v>
                </c:pt>
                <c:pt idx="7928">
                  <c:v>0</c:v>
                </c:pt>
                <c:pt idx="7929">
                  <c:v>0.52020943200000003</c:v>
                </c:pt>
                <c:pt idx="7930">
                  <c:v>0</c:v>
                </c:pt>
                <c:pt idx="7931">
                  <c:v>0</c:v>
                </c:pt>
                <c:pt idx="7932">
                  <c:v>5.4540387030000002</c:v>
                </c:pt>
                <c:pt idx="7933">
                  <c:v>0</c:v>
                </c:pt>
                <c:pt idx="7934">
                  <c:v>0.11078465699999999</c:v>
                </c:pt>
                <c:pt idx="7935">
                  <c:v>0</c:v>
                </c:pt>
                <c:pt idx="7936">
                  <c:v>3.9106250870000001</c:v>
                </c:pt>
                <c:pt idx="7937">
                  <c:v>0</c:v>
                </c:pt>
                <c:pt idx="7938">
                  <c:v>0</c:v>
                </c:pt>
                <c:pt idx="7939">
                  <c:v>0</c:v>
                </c:pt>
                <c:pt idx="7940">
                  <c:v>0</c:v>
                </c:pt>
                <c:pt idx="7941">
                  <c:v>0</c:v>
                </c:pt>
                <c:pt idx="7942">
                  <c:v>0</c:v>
                </c:pt>
                <c:pt idx="7943">
                  <c:v>0.51688396000000003</c:v>
                </c:pt>
                <c:pt idx="7944">
                  <c:v>0</c:v>
                </c:pt>
                <c:pt idx="7945">
                  <c:v>15.765476550000001</c:v>
                </c:pt>
                <c:pt idx="7946">
                  <c:v>4.206239794</c:v>
                </c:pt>
                <c:pt idx="7947">
                  <c:v>1.6331662709999999</c:v>
                </c:pt>
                <c:pt idx="7948">
                  <c:v>0</c:v>
                </c:pt>
                <c:pt idx="7949">
                  <c:v>4.5001069520000003</c:v>
                </c:pt>
                <c:pt idx="7950">
                  <c:v>1.618472913</c:v>
                </c:pt>
                <c:pt idx="7951">
                  <c:v>1.762554615</c:v>
                </c:pt>
                <c:pt idx="7952">
                  <c:v>1.7553505300000001</c:v>
                </c:pt>
                <c:pt idx="7953">
                  <c:v>1.755710734</c:v>
                </c:pt>
                <c:pt idx="7954">
                  <c:v>1.755692724</c:v>
                </c:pt>
                <c:pt idx="7955">
                  <c:v>1.7556936249999999</c:v>
                </c:pt>
                <c:pt idx="7956">
                  <c:v>1.75569358</c:v>
                </c:pt>
                <c:pt idx="7957">
                  <c:v>1.7556935819999999</c:v>
                </c:pt>
                <c:pt idx="7958">
                  <c:v>1.7556935819999999</c:v>
                </c:pt>
                <c:pt idx="7959">
                  <c:v>0.52853234500000001</c:v>
                </c:pt>
                <c:pt idx="7960">
                  <c:v>0</c:v>
                </c:pt>
                <c:pt idx="7961">
                  <c:v>0</c:v>
                </c:pt>
                <c:pt idx="7962">
                  <c:v>0.61867500900000005</c:v>
                </c:pt>
                <c:pt idx="7963">
                  <c:v>1.2031574979999999</c:v>
                </c:pt>
                <c:pt idx="7964">
                  <c:v>6.0363475969999998</c:v>
                </c:pt>
                <c:pt idx="7965">
                  <c:v>7.3510031250000001</c:v>
                </c:pt>
                <c:pt idx="7966">
                  <c:v>4.1456598720000004</c:v>
                </c:pt>
                <c:pt idx="7967">
                  <c:v>1.636195267</c:v>
                </c:pt>
                <c:pt idx="7968">
                  <c:v>1.7616684979999999</c:v>
                </c:pt>
                <c:pt idx="7969">
                  <c:v>1.755394836</c:v>
                </c:pt>
                <c:pt idx="7970">
                  <c:v>1.7557085189999999</c:v>
                </c:pt>
                <c:pt idx="7971">
                  <c:v>1.7556928350000001</c:v>
                </c:pt>
                <c:pt idx="7972">
                  <c:v>1.7556936190000001</c:v>
                </c:pt>
                <c:pt idx="7973">
                  <c:v>1.75569358</c:v>
                </c:pt>
                <c:pt idx="7974">
                  <c:v>0</c:v>
                </c:pt>
                <c:pt idx="7975">
                  <c:v>0</c:v>
                </c:pt>
                <c:pt idx="7976">
                  <c:v>7.1288230459999999</c:v>
                </c:pt>
                <c:pt idx="7977">
                  <c:v>11.43859911</c:v>
                </c:pt>
                <c:pt idx="7978">
                  <c:v>1.271548305</c:v>
                </c:pt>
                <c:pt idx="7979">
                  <c:v>1.7799008460000001</c:v>
                </c:pt>
                <c:pt idx="7980">
                  <c:v>1.7544832189999999</c:v>
                </c:pt>
                <c:pt idx="7981">
                  <c:v>1.7557541000000001</c:v>
                </c:pt>
                <c:pt idx="7982">
                  <c:v>1.755690556</c:v>
                </c:pt>
                <c:pt idx="7983">
                  <c:v>0</c:v>
                </c:pt>
                <c:pt idx="7984">
                  <c:v>0</c:v>
                </c:pt>
                <c:pt idx="7985">
                  <c:v>0</c:v>
                </c:pt>
                <c:pt idx="7986">
                  <c:v>0</c:v>
                </c:pt>
                <c:pt idx="7987">
                  <c:v>0</c:v>
                </c:pt>
                <c:pt idx="7988">
                  <c:v>0</c:v>
                </c:pt>
                <c:pt idx="7989">
                  <c:v>0</c:v>
                </c:pt>
                <c:pt idx="7990">
                  <c:v>9.2810354390000001</c:v>
                </c:pt>
                <c:pt idx="7991">
                  <c:v>11.10587305</c:v>
                </c:pt>
                <c:pt idx="7992">
                  <c:v>1.2881846079999999</c:v>
                </c:pt>
                <c:pt idx="7993">
                  <c:v>1.7790690300000001</c:v>
                </c:pt>
                <c:pt idx="7994">
                  <c:v>1.7545248090000001</c:v>
                </c:pt>
                <c:pt idx="7995">
                  <c:v>1.7557520200000001</c:v>
                </c:pt>
                <c:pt idx="7996">
                  <c:v>1.75569066</c:v>
                </c:pt>
                <c:pt idx="7997">
                  <c:v>1.755693728</c:v>
                </c:pt>
                <c:pt idx="7998">
                  <c:v>1.7556935739999999</c:v>
                </c:pt>
                <c:pt idx="7999">
                  <c:v>1.7556935819999999</c:v>
                </c:pt>
                <c:pt idx="8000">
                  <c:v>1.7556935819999999</c:v>
                </c:pt>
                <c:pt idx="8001">
                  <c:v>1.7556935819999999</c:v>
                </c:pt>
                <c:pt idx="8002">
                  <c:v>1.7556935819999999</c:v>
                </c:pt>
                <c:pt idx="8003">
                  <c:v>1.7556935819999999</c:v>
                </c:pt>
                <c:pt idx="8004">
                  <c:v>1.7556935819999999</c:v>
                </c:pt>
                <c:pt idx="8005">
                  <c:v>0.152060529</c:v>
                </c:pt>
                <c:pt idx="8006">
                  <c:v>3.3593266349999999</c:v>
                </c:pt>
                <c:pt idx="8007">
                  <c:v>0</c:v>
                </c:pt>
                <c:pt idx="8008">
                  <c:v>7.6817073840000001</c:v>
                </c:pt>
                <c:pt idx="8009">
                  <c:v>0</c:v>
                </c:pt>
                <c:pt idx="8010">
                  <c:v>4.43133</c:v>
                </c:pt>
                <c:pt idx="8011">
                  <c:v>5.8648522710000002</c:v>
                </c:pt>
                <c:pt idx="8012">
                  <c:v>2.004496279</c:v>
                </c:pt>
                <c:pt idx="8013">
                  <c:v>1.7432534470000001</c:v>
                </c:pt>
                <c:pt idx="8014">
                  <c:v>1.756315589</c:v>
                </c:pt>
                <c:pt idx="8015">
                  <c:v>1.7556624810000001</c:v>
                </c:pt>
                <c:pt idx="8016">
                  <c:v>1.755695137</c:v>
                </c:pt>
                <c:pt idx="8017">
                  <c:v>1.7556935039999999</c:v>
                </c:pt>
                <c:pt idx="8018">
                  <c:v>1.755693586</c:v>
                </c:pt>
                <c:pt idx="8019">
                  <c:v>1.7556935819999999</c:v>
                </c:pt>
                <c:pt idx="8020">
                  <c:v>1.7556935819999999</c:v>
                </c:pt>
                <c:pt idx="8021">
                  <c:v>1.7556935819999999</c:v>
                </c:pt>
                <c:pt idx="8022">
                  <c:v>1.7556935819999999</c:v>
                </c:pt>
                <c:pt idx="8023">
                  <c:v>1.7556935819999999</c:v>
                </c:pt>
                <c:pt idx="8024">
                  <c:v>1.7556935819999999</c:v>
                </c:pt>
                <c:pt idx="8025">
                  <c:v>1.7556935819999999</c:v>
                </c:pt>
                <c:pt idx="8026">
                  <c:v>1.7556935819999999</c:v>
                </c:pt>
                <c:pt idx="8027">
                  <c:v>1.7556935819999999</c:v>
                </c:pt>
                <c:pt idx="8028">
                  <c:v>1.7556935819999999</c:v>
                </c:pt>
                <c:pt idx="8029">
                  <c:v>1.7556935819999999</c:v>
                </c:pt>
                <c:pt idx="8030">
                  <c:v>1.7556935819999999</c:v>
                </c:pt>
                <c:pt idx="8031">
                  <c:v>1.7556935819999999</c:v>
                </c:pt>
                <c:pt idx="8032">
                  <c:v>1.7556935819999999</c:v>
                </c:pt>
                <c:pt idx="8033">
                  <c:v>1.7556935819999999</c:v>
                </c:pt>
                <c:pt idx="8034">
                  <c:v>0.56069353700000002</c:v>
                </c:pt>
                <c:pt idx="8035">
                  <c:v>2.9506936260000001</c:v>
                </c:pt>
                <c:pt idx="8036">
                  <c:v>1.69594358</c:v>
                </c:pt>
                <c:pt idx="8037">
                  <c:v>0</c:v>
                </c:pt>
                <c:pt idx="8038">
                  <c:v>8.5916700000000006</c:v>
                </c:pt>
                <c:pt idx="8039">
                  <c:v>0</c:v>
                </c:pt>
                <c:pt idx="8040">
                  <c:v>4.5931149710000003</c:v>
                </c:pt>
                <c:pt idx="8041">
                  <c:v>1.613822512</c:v>
                </c:pt>
                <c:pt idx="8042">
                  <c:v>1.7627871349999999</c:v>
                </c:pt>
                <c:pt idx="8043">
                  <c:v>1.755338904</c:v>
                </c:pt>
                <c:pt idx="8044">
                  <c:v>1.755711316</c:v>
                </c:pt>
                <c:pt idx="8045">
                  <c:v>1.755692695</c:v>
                </c:pt>
                <c:pt idx="8046">
                  <c:v>1.755693626</c:v>
                </c:pt>
                <c:pt idx="8047">
                  <c:v>1.75569358</c:v>
                </c:pt>
                <c:pt idx="8048">
                  <c:v>1.7556935819999999</c:v>
                </c:pt>
                <c:pt idx="8049">
                  <c:v>1.7556935819999999</c:v>
                </c:pt>
                <c:pt idx="8050">
                  <c:v>1.7556935819999999</c:v>
                </c:pt>
                <c:pt idx="8051">
                  <c:v>1.7556935819999999</c:v>
                </c:pt>
                <c:pt idx="8052">
                  <c:v>1.7556935819999999</c:v>
                </c:pt>
                <c:pt idx="8053">
                  <c:v>1.7556935819999999</c:v>
                </c:pt>
                <c:pt idx="8054">
                  <c:v>1.7556935819999999</c:v>
                </c:pt>
                <c:pt idx="8055">
                  <c:v>1.7556935819999999</c:v>
                </c:pt>
                <c:pt idx="8056">
                  <c:v>1.7556935819999999</c:v>
                </c:pt>
                <c:pt idx="8057">
                  <c:v>1.7556935819999999</c:v>
                </c:pt>
                <c:pt idx="8058">
                  <c:v>1.7556935819999999</c:v>
                </c:pt>
                <c:pt idx="8059">
                  <c:v>1.7556935819999999</c:v>
                </c:pt>
                <c:pt idx="8060">
                  <c:v>1.7556935819999999</c:v>
                </c:pt>
                <c:pt idx="8061">
                  <c:v>1.7556935819999999</c:v>
                </c:pt>
                <c:pt idx="8062">
                  <c:v>1.7556935819999999</c:v>
                </c:pt>
                <c:pt idx="8063">
                  <c:v>1.7556935819999999</c:v>
                </c:pt>
                <c:pt idx="8064">
                  <c:v>1.7556935819999999</c:v>
                </c:pt>
                <c:pt idx="8065">
                  <c:v>1.7556935819999999</c:v>
                </c:pt>
                <c:pt idx="8066">
                  <c:v>1.7556935819999999</c:v>
                </c:pt>
                <c:pt idx="8067">
                  <c:v>1.7556935819999999</c:v>
                </c:pt>
                <c:pt idx="8068">
                  <c:v>1.7556935819999999</c:v>
                </c:pt>
                <c:pt idx="8069">
                  <c:v>1.7556935819999999</c:v>
                </c:pt>
                <c:pt idx="8070">
                  <c:v>1.7556935819999999</c:v>
                </c:pt>
                <c:pt idx="8071">
                  <c:v>1.7556935819999999</c:v>
                </c:pt>
                <c:pt idx="8072">
                  <c:v>1.7556935819999999</c:v>
                </c:pt>
                <c:pt idx="8073">
                  <c:v>1.7556935819999999</c:v>
                </c:pt>
                <c:pt idx="8074">
                  <c:v>1.7556935819999999</c:v>
                </c:pt>
                <c:pt idx="8075">
                  <c:v>1.7556935819999999</c:v>
                </c:pt>
                <c:pt idx="8076">
                  <c:v>1.7556935819999999</c:v>
                </c:pt>
                <c:pt idx="8077">
                  <c:v>1.7556935819999999</c:v>
                </c:pt>
                <c:pt idx="8078">
                  <c:v>0</c:v>
                </c:pt>
                <c:pt idx="8079">
                  <c:v>0</c:v>
                </c:pt>
                <c:pt idx="8080">
                  <c:v>0</c:v>
                </c:pt>
                <c:pt idx="8081">
                  <c:v>0</c:v>
                </c:pt>
                <c:pt idx="8082">
                  <c:v>0</c:v>
                </c:pt>
                <c:pt idx="8083">
                  <c:v>0</c:v>
                </c:pt>
                <c:pt idx="8084">
                  <c:v>4.4382599999999996</c:v>
                </c:pt>
                <c:pt idx="8085">
                  <c:v>5.0845500000000001</c:v>
                </c:pt>
                <c:pt idx="8086">
                  <c:v>8.8692299999999999</c:v>
                </c:pt>
                <c:pt idx="8087">
                  <c:v>4.1702705929999997</c:v>
                </c:pt>
                <c:pt idx="8088">
                  <c:v>1.6349647309999999</c:v>
                </c:pt>
                <c:pt idx="8089">
                  <c:v>1.761730024</c:v>
                </c:pt>
                <c:pt idx="8090">
                  <c:v>1.75539176</c:v>
                </c:pt>
                <c:pt idx="8091">
                  <c:v>1.755708673</c:v>
                </c:pt>
                <c:pt idx="8092">
                  <c:v>1.7556928270000001</c:v>
                </c:pt>
                <c:pt idx="8093">
                  <c:v>1.75569362</c:v>
                </c:pt>
                <c:pt idx="8094">
                  <c:v>1.75569358</c:v>
                </c:pt>
                <c:pt idx="8095">
                  <c:v>1.7556935819999999</c:v>
                </c:pt>
                <c:pt idx="8096">
                  <c:v>1.7556935819999999</c:v>
                </c:pt>
                <c:pt idx="8097">
                  <c:v>1.7556935819999999</c:v>
                </c:pt>
                <c:pt idx="8098">
                  <c:v>1.7556935819999999</c:v>
                </c:pt>
                <c:pt idx="8099">
                  <c:v>1.7556935819999999</c:v>
                </c:pt>
                <c:pt idx="8100">
                  <c:v>1.7556935819999999</c:v>
                </c:pt>
                <c:pt idx="8101">
                  <c:v>1.7556935819999999</c:v>
                </c:pt>
                <c:pt idx="8102">
                  <c:v>1.7556935819999999</c:v>
                </c:pt>
                <c:pt idx="8103">
                  <c:v>1.7556935819999999</c:v>
                </c:pt>
                <c:pt idx="8104">
                  <c:v>0</c:v>
                </c:pt>
                <c:pt idx="8105">
                  <c:v>0</c:v>
                </c:pt>
                <c:pt idx="8106">
                  <c:v>0</c:v>
                </c:pt>
                <c:pt idx="8107">
                  <c:v>8.4176122709999994</c:v>
                </c:pt>
                <c:pt idx="8108">
                  <c:v>3.79199777</c:v>
                </c:pt>
                <c:pt idx="8109">
                  <c:v>4.4605800000000002</c:v>
                </c:pt>
                <c:pt idx="8110">
                  <c:v>0</c:v>
                </c:pt>
                <c:pt idx="8111">
                  <c:v>0</c:v>
                </c:pt>
                <c:pt idx="8112">
                  <c:v>0</c:v>
                </c:pt>
                <c:pt idx="8113">
                  <c:v>0</c:v>
                </c:pt>
                <c:pt idx="8114">
                  <c:v>0.167694707</c:v>
                </c:pt>
                <c:pt idx="8115">
                  <c:v>1.0130646240000001</c:v>
                </c:pt>
                <c:pt idx="8116">
                  <c:v>0</c:v>
                </c:pt>
                <c:pt idx="8117">
                  <c:v>0</c:v>
                </c:pt>
                <c:pt idx="8118">
                  <c:v>0</c:v>
                </c:pt>
                <c:pt idx="8119">
                  <c:v>6.813355359</c:v>
                </c:pt>
                <c:pt idx="8120">
                  <c:v>7.2398698990000003</c:v>
                </c:pt>
                <c:pt idx="8121">
                  <c:v>2.6609037299999998</c:v>
                </c:pt>
                <c:pt idx="8122">
                  <c:v>4.1304832999999999</c:v>
                </c:pt>
                <c:pt idx="8123">
                  <c:v>3.7190173529999999</c:v>
                </c:pt>
                <c:pt idx="8124">
                  <c:v>0</c:v>
                </c:pt>
                <c:pt idx="8125">
                  <c:v>4.5227967080000004</c:v>
                </c:pt>
                <c:pt idx="8126">
                  <c:v>1.617338425</c:v>
                </c:pt>
                <c:pt idx="8127">
                  <c:v>0</c:v>
                </c:pt>
                <c:pt idx="8128">
                  <c:v>0</c:v>
                </c:pt>
                <c:pt idx="8129">
                  <c:v>0</c:v>
                </c:pt>
                <c:pt idx="8130">
                  <c:v>0</c:v>
                </c:pt>
                <c:pt idx="8131">
                  <c:v>0</c:v>
                </c:pt>
                <c:pt idx="8132">
                  <c:v>0</c:v>
                </c:pt>
                <c:pt idx="8133">
                  <c:v>0</c:v>
                </c:pt>
                <c:pt idx="8134">
                  <c:v>0</c:v>
                </c:pt>
                <c:pt idx="8135">
                  <c:v>4.995444343</c:v>
                </c:pt>
                <c:pt idx="8136">
                  <c:v>15.338315789999999</c:v>
                </c:pt>
                <c:pt idx="8137">
                  <c:v>1.0765624709999999</c:v>
                </c:pt>
                <c:pt idx="8138">
                  <c:v>1.789650137</c:v>
                </c:pt>
                <c:pt idx="8139">
                  <c:v>1.753995754</c:v>
                </c:pt>
                <c:pt idx="8140">
                  <c:v>0</c:v>
                </c:pt>
                <c:pt idx="8141">
                  <c:v>4.6129882200000001</c:v>
                </c:pt>
                <c:pt idx="8142">
                  <c:v>1.6128288500000001</c:v>
                </c:pt>
                <c:pt idx="8143">
                  <c:v>1.762836818</c:v>
                </c:pt>
                <c:pt idx="8144">
                  <c:v>1.7553364199999999</c:v>
                </c:pt>
                <c:pt idx="8145">
                  <c:v>1.75571144</c:v>
                </c:pt>
                <c:pt idx="8146">
                  <c:v>1.755692689</c:v>
                </c:pt>
                <c:pt idx="8147">
                  <c:v>1.755693626</c:v>
                </c:pt>
                <c:pt idx="8148">
                  <c:v>1.75569358</c:v>
                </c:pt>
                <c:pt idx="8149">
                  <c:v>1.7556935819999999</c:v>
                </c:pt>
                <c:pt idx="8150">
                  <c:v>1.7556935819999999</c:v>
                </c:pt>
                <c:pt idx="8151">
                  <c:v>1.7556935819999999</c:v>
                </c:pt>
                <c:pt idx="8152">
                  <c:v>1.7556935819999999</c:v>
                </c:pt>
                <c:pt idx="8153">
                  <c:v>0</c:v>
                </c:pt>
                <c:pt idx="8154">
                  <c:v>2.8719899999999998</c:v>
                </c:pt>
                <c:pt idx="8155">
                  <c:v>5.84091</c:v>
                </c:pt>
                <c:pt idx="8156">
                  <c:v>3.18276</c:v>
                </c:pt>
                <c:pt idx="8157">
                  <c:v>1.4497199999999999</c:v>
                </c:pt>
                <c:pt idx="8158">
                  <c:v>4.447430164</c:v>
                </c:pt>
                <c:pt idx="8159">
                  <c:v>1.6211067530000001</c:v>
                </c:pt>
                <c:pt idx="8160">
                  <c:v>1.7624229229999999</c:v>
                </c:pt>
                <c:pt idx="8161">
                  <c:v>1.755357115</c:v>
                </c:pt>
                <c:pt idx="8162">
                  <c:v>1.7557104050000001</c:v>
                </c:pt>
                <c:pt idx="8163">
                  <c:v>1.7556927410000001</c:v>
                </c:pt>
                <c:pt idx="8164">
                  <c:v>1.7556936240000001</c:v>
                </c:pt>
                <c:pt idx="8165">
                  <c:v>1.75569358</c:v>
                </c:pt>
                <c:pt idx="8166">
                  <c:v>1.7556935819999999</c:v>
                </c:pt>
                <c:pt idx="8167">
                  <c:v>1.7556935819999999</c:v>
                </c:pt>
                <c:pt idx="8168">
                  <c:v>1.7556935819999999</c:v>
                </c:pt>
                <c:pt idx="8169">
                  <c:v>1.7556935819999999</c:v>
                </c:pt>
                <c:pt idx="8170">
                  <c:v>1.7556935819999999</c:v>
                </c:pt>
                <c:pt idx="8171">
                  <c:v>1.7556935819999999</c:v>
                </c:pt>
                <c:pt idx="8172">
                  <c:v>1.7556935819999999</c:v>
                </c:pt>
                <c:pt idx="8173">
                  <c:v>1.7556935819999999</c:v>
                </c:pt>
                <c:pt idx="8174">
                  <c:v>1.7556935819999999</c:v>
                </c:pt>
                <c:pt idx="8175">
                  <c:v>1.7556935819999999</c:v>
                </c:pt>
                <c:pt idx="8176">
                  <c:v>1.7556935819999999</c:v>
                </c:pt>
                <c:pt idx="8177">
                  <c:v>1.7556935819999999</c:v>
                </c:pt>
                <c:pt idx="8178">
                  <c:v>0</c:v>
                </c:pt>
                <c:pt idx="8179">
                  <c:v>0</c:v>
                </c:pt>
                <c:pt idx="8180">
                  <c:v>0</c:v>
                </c:pt>
                <c:pt idx="8181">
                  <c:v>0</c:v>
                </c:pt>
                <c:pt idx="8182">
                  <c:v>8.0583854390000003</c:v>
                </c:pt>
                <c:pt idx="8183">
                  <c:v>11.64897</c:v>
                </c:pt>
                <c:pt idx="8184">
                  <c:v>1.832702928</c:v>
                </c:pt>
                <c:pt idx="8185">
                  <c:v>1.7518431139999999</c:v>
                </c:pt>
                <c:pt idx="8186">
                  <c:v>1.7558861050000001</c:v>
                </c:pt>
                <c:pt idx="8187">
                  <c:v>1.7556839559999999</c:v>
                </c:pt>
                <c:pt idx="8188">
                  <c:v>1.755694063</c:v>
                </c:pt>
                <c:pt idx="8189">
                  <c:v>1.7556935579999999</c:v>
                </c:pt>
                <c:pt idx="8190">
                  <c:v>1.755693583</c:v>
                </c:pt>
                <c:pt idx="8191">
                  <c:v>1.7556935819999999</c:v>
                </c:pt>
                <c:pt idx="8192">
                  <c:v>1.7556935819999999</c:v>
                </c:pt>
                <c:pt idx="8193">
                  <c:v>1.7556935819999999</c:v>
                </c:pt>
                <c:pt idx="8194">
                  <c:v>1.7556935819999999</c:v>
                </c:pt>
                <c:pt idx="8195">
                  <c:v>1.7556935819999999</c:v>
                </c:pt>
                <c:pt idx="8196">
                  <c:v>1.7556935819999999</c:v>
                </c:pt>
                <c:pt idx="8197">
                  <c:v>1.7556935819999999</c:v>
                </c:pt>
                <c:pt idx="8198">
                  <c:v>1.7556935819999999</c:v>
                </c:pt>
                <c:pt idx="8199">
                  <c:v>1.7556935819999999</c:v>
                </c:pt>
                <c:pt idx="8200">
                  <c:v>1.7556935819999999</c:v>
                </c:pt>
                <c:pt idx="8201">
                  <c:v>1.7556935819999999</c:v>
                </c:pt>
                <c:pt idx="8202">
                  <c:v>1.7556935819999999</c:v>
                </c:pt>
                <c:pt idx="8203">
                  <c:v>1.7556935819999999</c:v>
                </c:pt>
                <c:pt idx="8204">
                  <c:v>1.7556935819999999</c:v>
                </c:pt>
                <c:pt idx="8205">
                  <c:v>0</c:v>
                </c:pt>
                <c:pt idx="8206">
                  <c:v>7.7865235369999999</c:v>
                </c:pt>
                <c:pt idx="8207">
                  <c:v>7.9662539299999997</c:v>
                </c:pt>
                <c:pt idx="8208">
                  <c:v>1.4451655640000001</c:v>
                </c:pt>
                <c:pt idx="8209">
                  <c:v>1.7712199829999999</c:v>
                </c:pt>
                <c:pt idx="8210">
                  <c:v>1.754917262</c:v>
                </c:pt>
                <c:pt idx="8211">
                  <c:v>1.7557323979999999</c:v>
                </c:pt>
                <c:pt idx="8212">
                  <c:v>1.7556916410000001</c:v>
                </c:pt>
                <c:pt idx="8213">
                  <c:v>1.755693679</c:v>
                </c:pt>
                <c:pt idx="8214">
                  <c:v>1.7556935769999999</c:v>
                </c:pt>
                <c:pt idx="8215">
                  <c:v>1.7556935819999999</c:v>
                </c:pt>
                <c:pt idx="8216">
                  <c:v>1.7556935819999999</c:v>
                </c:pt>
                <c:pt idx="8217">
                  <c:v>1.7556935819999999</c:v>
                </c:pt>
                <c:pt idx="8218">
                  <c:v>1.7556935819999999</c:v>
                </c:pt>
                <c:pt idx="8219">
                  <c:v>1.7556935819999999</c:v>
                </c:pt>
                <c:pt idx="8220">
                  <c:v>1.7556935819999999</c:v>
                </c:pt>
                <c:pt idx="8221">
                  <c:v>1.7556935819999999</c:v>
                </c:pt>
                <c:pt idx="8222">
                  <c:v>1.7556935819999999</c:v>
                </c:pt>
                <c:pt idx="8223">
                  <c:v>1.7556935819999999</c:v>
                </c:pt>
                <c:pt idx="8224">
                  <c:v>1.7556935819999999</c:v>
                </c:pt>
                <c:pt idx="8225">
                  <c:v>1.7556935819999999</c:v>
                </c:pt>
                <c:pt idx="8226">
                  <c:v>1.7556935819999999</c:v>
                </c:pt>
                <c:pt idx="8227">
                  <c:v>1.7556935819999999</c:v>
                </c:pt>
                <c:pt idx="8228">
                  <c:v>1.7556935819999999</c:v>
                </c:pt>
                <c:pt idx="8229">
                  <c:v>0</c:v>
                </c:pt>
                <c:pt idx="8230">
                  <c:v>6.8958397009999999</c:v>
                </c:pt>
                <c:pt idx="8231">
                  <c:v>1.4986862759999999</c:v>
                </c:pt>
                <c:pt idx="8232">
                  <c:v>1.7685439469999999</c:v>
                </c:pt>
                <c:pt idx="8233">
                  <c:v>1.7550510640000001</c:v>
                </c:pt>
                <c:pt idx="8234">
                  <c:v>1.7557257079999999</c:v>
                </c:pt>
                <c:pt idx="8235">
                  <c:v>1.755691975</c:v>
                </c:pt>
                <c:pt idx="8236">
                  <c:v>1.7556936620000001</c:v>
                </c:pt>
                <c:pt idx="8237">
                  <c:v>1.755693578</c:v>
                </c:pt>
                <c:pt idx="8238">
                  <c:v>1.7556935819999999</c:v>
                </c:pt>
                <c:pt idx="8239">
                  <c:v>1.7556935819999999</c:v>
                </c:pt>
                <c:pt idx="8240">
                  <c:v>1.7556935819999999</c:v>
                </c:pt>
                <c:pt idx="8241">
                  <c:v>1.7556935819999999</c:v>
                </c:pt>
                <c:pt idx="8242">
                  <c:v>0</c:v>
                </c:pt>
                <c:pt idx="8243">
                  <c:v>6.531227296</c:v>
                </c:pt>
                <c:pt idx="8244">
                  <c:v>1.5169168959999999</c:v>
                </c:pt>
                <c:pt idx="8245">
                  <c:v>1.7676324160000001</c:v>
                </c:pt>
                <c:pt idx="8246">
                  <c:v>1.7550966400000001</c:v>
                </c:pt>
                <c:pt idx="8247">
                  <c:v>1.7557234289999999</c:v>
                </c:pt>
                <c:pt idx="8248">
                  <c:v>1.7556920890000001</c:v>
                </c:pt>
                <c:pt idx="8249">
                  <c:v>1.755693656</c:v>
                </c:pt>
                <c:pt idx="8250">
                  <c:v>1.755693578</c:v>
                </c:pt>
                <c:pt idx="8251">
                  <c:v>1.7556935819999999</c:v>
                </c:pt>
                <c:pt idx="8252">
                  <c:v>1.7556935819999999</c:v>
                </c:pt>
                <c:pt idx="8253">
                  <c:v>1.7556935819999999</c:v>
                </c:pt>
                <c:pt idx="8254">
                  <c:v>1.7556935819999999</c:v>
                </c:pt>
                <c:pt idx="8255">
                  <c:v>1.7556935819999999</c:v>
                </c:pt>
                <c:pt idx="8256">
                  <c:v>1.7556935819999999</c:v>
                </c:pt>
                <c:pt idx="8257">
                  <c:v>1.7556935819999999</c:v>
                </c:pt>
                <c:pt idx="8258">
                  <c:v>1.7556935819999999</c:v>
                </c:pt>
                <c:pt idx="8259">
                  <c:v>1.7556935819999999</c:v>
                </c:pt>
                <c:pt idx="8260">
                  <c:v>1.7556935819999999</c:v>
                </c:pt>
                <c:pt idx="8261">
                  <c:v>1.7556935819999999</c:v>
                </c:pt>
                <c:pt idx="8262">
                  <c:v>1.7556935819999999</c:v>
                </c:pt>
                <c:pt idx="8263">
                  <c:v>1.7556935819999999</c:v>
                </c:pt>
                <c:pt idx="8264">
                  <c:v>1.7556935819999999</c:v>
                </c:pt>
                <c:pt idx="8265">
                  <c:v>1.7556935819999999</c:v>
                </c:pt>
                <c:pt idx="8266">
                  <c:v>0</c:v>
                </c:pt>
                <c:pt idx="8267">
                  <c:v>8.1957929650000008</c:v>
                </c:pt>
                <c:pt idx="8268">
                  <c:v>1.4336886129999999</c:v>
                </c:pt>
                <c:pt idx="8269">
                  <c:v>1.77179383</c:v>
                </c:pt>
                <c:pt idx="8270">
                  <c:v>1.754888569</c:v>
                </c:pt>
                <c:pt idx="8271">
                  <c:v>1.755733832</c:v>
                </c:pt>
                <c:pt idx="8272">
                  <c:v>1.7556915689999999</c:v>
                </c:pt>
                <c:pt idx="8273">
                  <c:v>1.755693682</c:v>
                </c:pt>
                <c:pt idx="8274">
                  <c:v>0</c:v>
                </c:pt>
                <c:pt idx="8275">
                  <c:v>0</c:v>
                </c:pt>
                <c:pt idx="8276">
                  <c:v>0</c:v>
                </c:pt>
                <c:pt idx="8277">
                  <c:v>0</c:v>
                </c:pt>
                <c:pt idx="8278">
                  <c:v>0</c:v>
                </c:pt>
                <c:pt idx="8279">
                  <c:v>8.9039977700000001</c:v>
                </c:pt>
                <c:pt idx="8280">
                  <c:v>11.13913765</c:v>
                </c:pt>
                <c:pt idx="8281">
                  <c:v>1.6035972220000001</c:v>
                </c:pt>
                <c:pt idx="8282">
                  <c:v>2.0677024249999998</c:v>
                </c:pt>
                <c:pt idx="8283">
                  <c:v>0</c:v>
                </c:pt>
                <c:pt idx="8284">
                  <c:v>0</c:v>
                </c:pt>
                <c:pt idx="8285">
                  <c:v>0</c:v>
                </c:pt>
                <c:pt idx="8286">
                  <c:v>0</c:v>
                </c:pt>
                <c:pt idx="8287">
                  <c:v>0</c:v>
                </c:pt>
                <c:pt idx="8288">
                  <c:v>0</c:v>
                </c:pt>
                <c:pt idx="8289">
                  <c:v>0</c:v>
                </c:pt>
                <c:pt idx="8290">
                  <c:v>0</c:v>
                </c:pt>
                <c:pt idx="8291">
                  <c:v>4.566438979</c:v>
                </c:pt>
                <c:pt idx="8292">
                  <c:v>6.8116427230000003</c:v>
                </c:pt>
                <c:pt idx="8293">
                  <c:v>8.0777113929999995</c:v>
                </c:pt>
                <c:pt idx="8294">
                  <c:v>0.92780553600000004</c:v>
                </c:pt>
                <c:pt idx="8295">
                  <c:v>1.6979097489999999</c:v>
                </c:pt>
                <c:pt idx="8296">
                  <c:v>0</c:v>
                </c:pt>
                <c:pt idx="8297">
                  <c:v>0</c:v>
                </c:pt>
                <c:pt idx="8298">
                  <c:v>0</c:v>
                </c:pt>
                <c:pt idx="8299">
                  <c:v>0</c:v>
                </c:pt>
                <c:pt idx="8300">
                  <c:v>0.15397627999999999</c:v>
                </c:pt>
                <c:pt idx="8301">
                  <c:v>7.5976931250000002</c:v>
                </c:pt>
                <c:pt idx="8302">
                  <c:v>0</c:v>
                </c:pt>
                <c:pt idx="8303">
                  <c:v>0</c:v>
                </c:pt>
                <c:pt idx="8304">
                  <c:v>17.164372499999999</c:v>
                </c:pt>
                <c:pt idx="8305">
                  <c:v>3.3029545840000001</c:v>
                </c:pt>
                <c:pt idx="8306">
                  <c:v>1.6783305319999999</c:v>
                </c:pt>
                <c:pt idx="8307">
                  <c:v>1.759561734</c:v>
                </c:pt>
                <c:pt idx="8308">
                  <c:v>1.755500174</c:v>
                </c:pt>
                <c:pt idx="8309">
                  <c:v>1.755703252</c:v>
                </c:pt>
                <c:pt idx="8310">
                  <c:v>1.7556930980000001</c:v>
                </c:pt>
                <c:pt idx="8311">
                  <c:v>0</c:v>
                </c:pt>
                <c:pt idx="8312">
                  <c:v>0</c:v>
                </c:pt>
                <c:pt idx="8313">
                  <c:v>6.404083032</c:v>
                </c:pt>
                <c:pt idx="8314">
                  <c:v>0</c:v>
                </c:pt>
                <c:pt idx="8315">
                  <c:v>0</c:v>
                </c:pt>
                <c:pt idx="8316">
                  <c:v>2.2346638510000001</c:v>
                </c:pt>
                <c:pt idx="8317">
                  <c:v>6.6538403480000001</c:v>
                </c:pt>
                <c:pt idx="8318">
                  <c:v>10.825560189999999</c:v>
                </c:pt>
                <c:pt idx="8319">
                  <c:v>1.3022002509999999</c:v>
                </c:pt>
                <c:pt idx="8320">
                  <c:v>1.778368248</c:v>
                </c:pt>
                <c:pt idx="8321">
                  <c:v>0</c:v>
                </c:pt>
                <c:pt idx="8322">
                  <c:v>0</c:v>
                </c:pt>
                <c:pt idx="8323">
                  <c:v>6.952448564</c:v>
                </c:pt>
                <c:pt idx="8324">
                  <c:v>4.5970199999999997</c:v>
                </c:pt>
                <c:pt idx="8325">
                  <c:v>4.7274631359999999</c:v>
                </c:pt>
                <c:pt idx="8326">
                  <c:v>1.607105104</c:v>
                </c:pt>
                <c:pt idx="8327">
                  <c:v>1.763123006</c:v>
                </c:pt>
                <c:pt idx="8328">
                  <c:v>1.7553221109999999</c:v>
                </c:pt>
                <c:pt idx="8329">
                  <c:v>1.7557121550000001</c:v>
                </c:pt>
                <c:pt idx="8330">
                  <c:v>1.7556926530000001</c:v>
                </c:pt>
                <c:pt idx="8331">
                  <c:v>1.755693628</c:v>
                </c:pt>
                <c:pt idx="8332">
                  <c:v>1.7556935789999999</c:v>
                </c:pt>
                <c:pt idx="8333">
                  <c:v>1.7556935819999999</c:v>
                </c:pt>
                <c:pt idx="8334">
                  <c:v>0</c:v>
                </c:pt>
                <c:pt idx="8335">
                  <c:v>5.8644312799999998</c:v>
                </c:pt>
                <c:pt idx="8336">
                  <c:v>6.8865431069999996</c:v>
                </c:pt>
                <c:pt idx="8337">
                  <c:v>1.4991511049999999</c:v>
                </c:pt>
                <c:pt idx="8338">
                  <c:v>1.7685207060000001</c:v>
                </c:pt>
                <c:pt idx="8339">
                  <c:v>1.7550522260000001</c:v>
                </c:pt>
                <c:pt idx="8340">
                  <c:v>1.75572565</c:v>
                </c:pt>
                <c:pt idx="8341">
                  <c:v>1.755691978</c:v>
                </c:pt>
                <c:pt idx="8342">
                  <c:v>1.7556936620000001</c:v>
                </c:pt>
                <c:pt idx="8343">
                  <c:v>1.755693578</c:v>
                </c:pt>
                <c:pt idx="8344">
                  <c:v>0</c:v>
                </c:pt>
                <c:pt idx="8345">
                  <c:v>0</c:v>
                </c:pt>
                <c:pt idx="8346">
                  <c:v>0</c:v>
                </c:pt>
                <c:pt idx="8347">
                  <c:v>0</c:v>
                </c:pt>
                <c:pt idx="8348">
                  <c:v>0</c:v>
                </c:pt>
                <c:pt idx="8349">
                  <c:v>0</c:v>
                </c:pt>
                <c:pt idx="8350">
                  <c:v>0</c:v>
                </c:pt>
                <c:pt idx="8351">
                  <c:v>0</c:v>
                </c:pt>
                <c:pt idx="8352">
                  <c:v>12.744378210000001</c:v>
                </c:pt>
                <c:pt idx="8353">
                  <c:v>0</c:v>
                </c:pt>
                <c:pt idx="8354">
                  <c:v>11.41174498</c:v>
                </c:pt>
                <c:pt idx="8355">
                  <c:v>1.2728910120000001</c:v>
                </c:pt>
                <c:pt idx="8356">
                  <c:v>1.7798337099999999</c:v>
                </c:pt>
                <c:pt idx="8357">
                  <c:v>1.754486575</c:v>
                </c:pt>
                <c:pt idx="8358">
                  <c:v>1.755753932</c:v>
                </c:pt>
                <c:pt idx="8359">
                  <c:v>1.755690564</c:v>
                </c:pt>
                <c:pt idx="8360">
                  <c:v>1.755693733</c:v>
                </c:pt>
                <c:pt idx="8361">
                  <c:v>1.7556935739999999</c:v>
                </c:pt>
                <c:pt idx="8362">
                  <c:v>1.7556935819999999</c:v>
                </c:pt>
                <c:pt idx="8363">
                  <c:v>1.7556935819999999</c:v>
                </c:pt>
                <c:pt idx="8364">
                  <c:v>1.7556935819999999</c:v>
                </c:pt>
                <c:pt idx="8365">
                  <c:v>1.7556935819999999</c:v>
                </c:pt>
                <c:pt idx="8366">
                  <c:v>1.7556935819999999</c:v>
                </c:pt>
                <c:pt idx="8367">
                  <c:v>1.7556935819999999</c:v>
                </c:pt>
                <c:pt idx="8368">
                  <c:v>1.7556935819999999</c:v>
                </c:pt>
                <c:pt idx="8369">
                  <c:v>1.7556935819999999</c:v>
                </c:pt>
                <c:pt idx="8370">
                  <c:v>1.7556935819999999</c:v>
                </c:pt>
                <c:pt idx="8371">
                  <c:v>1.7556935819999999</c:v>
                </c:pt>
                <c:pt idx="8372">
                  <c:v>1.7556935819999999</c:v>
                </c:pt>
                <c:pt idx="8373">
                  <c:v>1.7556935819999999</c:v>
                </c:pt>
                <c:pt idx="8374">
                  <c:v>1.7556935819999999</c:v>
                </c:pt>
                <c:pt idx="8375">
                  <c:v>1.7556935819999999</c:v>
                </c:pt>
                <c:pt idx="8376">
                  <c:v>1.7556935819999999</c:v>
                </c:pt>
                <c:pt idx="8377">
                  <c:v>1.7556935819999999</c:v>
                </c:pt>
                <c:pt idx="8378">
                  <c:v>1.7556935819999999</c:v>
                </c:pt>
                <c:pt idx="8379">
                  <c:v>1.7556935819999999</c:v>
                </c:pt>
                <c:pt idx="8380">
                  <c:v>1.7556935819999999</c:v>
                </c:pt>
                <c:pt idx="8381">
                  <c:v>1.7556935819999999</c:v>
                </c:pt>
                <c:pt idx="8382">
                  <c:v>1.7556935819999999</c:v>
                </c:pt>
                <c:pt idx="8383">
                  <c:v>1.7556935819999999</c:v>
                </c:pt>
                <c:pt idx="8384">
                  <c:v>1.7556935819999999</c:v>
                </c:pt>
                <c:pt idx="8385">
                  <c:v>1.7556935819999999</c:v>
                </c:pt>
                <c:pt idx="8386">
                  <c:v>1.7556935819999999</c:v>
                </c:pt>
                <c:pt idx="8387">
                  <c:v>1.7556935819999999</c:v>
                </c:pt>
                <c:pt idx="8388">
                  <c:v>1.7556935819999999</c:v>
                </c:pt>
                <c:pt idx="8389">
                  <c:v>1.7556935819999999</c:v>
                </c:pt>
                <c:pt idx="8390">
                  <c:v>1.7556935819999999</c:v>
                </c:pt>
                <c:pt idx="8391">
                  <c:v>1.7556935819999999</c:v>
                </c:pt>
                <c:pt idx="8392">
                  <c:v>1.7556935819999999</c:v>
                </c:pt>
                <c:pt idx="8393">
                  <c:v>1.7556935819999999</c:v>
                </c:pt>
                <c:pt idx="8394">
                  <c:v>1.7556935819999999</c:v>
                </c:pt>
                <c:pt idx="8395">
                  <c:v>1.7556935819999999</c:v>
                </c:pt>
                <c:pt idx="8396">
                  <c:v>1.7556935819999999</c:v>
                </c:pt>
                <c:pt idx="8397">
                  <c:v>1.7556935819999999</c:v>
                </c:pt>
                <c:pt idx="8398">
                  <c:v>1.7556935819999999</c:v>
                </c:pt>
                <c:pt idx="8399">
                  <c:v>0.24916802699999999</c:v>
                </c:pt>
                <c:pt idx="8400">
                  <c:v>0</c:v>
                </c:pt>
                <c:pt idx="8401">
                  <c:v>0.61143247599999995</c:v>
                </c:pt>
                <c:pt idx="8402">
                  <c:v>0</c:v>
                </c:pt>
                <c:pt idx="8403">
                  <c:v>8.0057942799999999</c:v>
                </c:pt>
                <c:pt idx="8404">
                  <c:v>3.905914246</c:v>
                </c:pt>
                <c:pt idx="8405">
                  <c:v>1.6481825489999999</c:v>
                </c:pt>
                <c:pt idx="8406">
                  <c:v>1.7610691329999999</c:v>
                </c:pt>
                <c:pt idx="8407">
                  <c:v>1.755424804</c:v>
                </c:pt>
                <c:pt idx="8408">
                  <c:v>1.7557070210000001</c:v>
                </c:pt>
                <c:pt idx="8409">
                  <c:v>1.7556929100000001</c:v>
                </c:pt>
                <c:pt idx="8410">
                  <c:v>1.755693615</c:v>
                </c:pt>
                <c:pt idx="8411">
                  <c:v>1.75569358</c:v>
                </c:pt>
                <c:pt idx="8412">
                  <c:v>1.7556935819999999</c:v>
                </c:pt>
                <c:pt idx="8413">
                  <c:v>1.7556935819999999</c:v>
                </c:pt>
                <c:pt idx="8414">
                  <c:v>1.7556935819999999</c:v>
                </c:pt>
                <c:pt idx="8415">
                  <c:v>1.7556935819999999</c:v>
                </c:pt>
                <c:pt idx="8416">
                  <c:v>1.7556935819999999</c:v>
                </c:pt>
                <c:pt idx="8417">
                  <c:v>1.7556935819999999</c:v>
                </c:pt>
                <c:pt idx="8418">
                  <c:v>1.7556935819999999</c:v>
                </c:pt>
                <c:pt idx="8419">
                  <c:v>1.7556935819999999</c:v>
                </c:pt>
                <c:pt idx="8420">
                  <c:v>1.7556935819999999</c:v>
                </c:pt>
                <c:pt idx="8421">
                  <c:v>1.7556935819999999</c:v>
                </c:pt>
                <c:pt idx="8422">
                  <c:v>1.7556935819999999</c:v>
                </c:pt>
                <c:pt idx="8423">
                  <c:v>1.7556935819999999</c:v>
                </c:pt>
                <c:pt idx="8424">
                  <c:v>1.7556935819999999</c:v>
                </c:pt>
                <c:pt idx="8425">
                  <c:v>1.7556935819999999</c:v>
                </c:pt>
                <c:pt idx="8426">
                  <c:v>1.7556935819999999</c:v>
                </c:pt>
                <c:pt idx="8427">
                  <c:v>1.7556935819999999</c:v>
                </c:pt>
                <c:pt idx="8428">
                  <c:v>1.7556935819999999</c:v>
                </c:pt>
                <c:pt idx="8429">
                  <c:v>1.7556935819999999</c:v>
                </c:pt>
                <c:pt idx="8430">
                  <c:v>1.7556935819999999</c:v>
                </c:pt>
                <c:pt idx="8431">
                  <c:v>1.7556935819999999</c:v>
                </c:pt>
                <c:pt idx="8432">
                  <c:v>1.7556935819999999</c:v>
                </c:pt>
                <c:pt idx="8433">
                  <c:v>1.7556935819999999</c:v>
                </c:pt>
                <c:pt idx="8434">
                  <c:v>1.7556935819999999</c:v>
                </c:pt>
                <c:pt idx="8435">
                  <c:v>1.7556935819999999</c:v>
                </c:pt>
                <c:pt idx="8436">
                  <c:v>1.7556935819999999</c:v>
                </c:pt>
                <c:pt idx="8437">
                  <c:v>1.7556935819999999</c:v>
                </c:pt>
                <c:pt idx="8438">
                  <c:v>1.7556935819999999</c:v>
                </c:pt>
                <c:pt idx="8439">
                  <c:v>1.7556935819999999</c:v>
                </c:pt>
                <c:pt idx="8440">
                  <c:v>0</c:v>
                </c:pt>
                <c:pt idx="8441">
                  <c:v>0</c:v>
                </c:pt>
                <c:pt idx="8442">
                  <c:v>0</c:v>
                </c:pt>
                <c:pt idx="8443">
                  <c:v>0</c:v>
                </c:pt>
                <c:pt idx="8444">
                  <c:v>0</c:v>
                </c:pt>
                <c:pt idx="8445">
                  <c:v>0</c:v>
                </c:pt>
                <c:pt idx="8446">
                  <c:v>0</c:v>
                </c:pt>
                <c:pt idx="8447">
                  <c:v>0</c:v>
                </c:pt>
                <c:pt idx="8448">
                  <c:v>0</c:v>
                </c:pt>
                <c:pt idx="8449">
                  <c:v>2.8950765289999998</c:v>
                </c:pt>
                <c:pt idx="8450">
                  <c:v>0</c:v>
                </c:pt>
                <c:pt idx="8451">
                  <c:v>5.6760393730000001</c:v>
                </c:pt>
                <c:pt idx="8452">
                  <c:v>0</c:v>
                </c:pt>
                <c:pt idx="8453">
                  <c:v>0</c:v>
                </c:pt>
                <c:pt idx="8454">
                  <c:v>0</c:v>
                </c:pt>
                <c:pt idx="8455">
                  <c:v>0</c:v>
                </c:pt>
                <c:pt idx="8456">
                  <c:v>0</c:v>
                </c:pt>
                <c:pt idx="8457">
                  <c:v>0</c:v>
                </c:pt>
                <c:pt idx="8458">
                  <c:v>0</c:v>
                </c:pt>
                <c:pt idx="8459">
                  <c:v>0</c:v>
                </c:pt>
                <c:pt idx="8460">
                  <c:v>0.59376686899999997</c:v>
                </c:pt>
                <c:pt idx="8461">
                  <c:v>0</c:v>
                </c:pt>
                <c:pt idx="8462">
                  <c:v>0</c:v>
                </c:pt>
                <c:pt idx="8463">
                  <c:v>0</c:v>
                </c:pt>
                <c:pt idx="8464">
                  <c:v>10.98639</c:v>
                </c:pt>
                <c:pt idx="8465">
                  <c:v>7.7490899999999998</c:v>
                </c:pt>
                <c:pt idx="8466">
                  <c:v>2.525252483</c:v>
                </c:pt>
                <c:pt idx="8467">
                  <c:v>1.717215637</c:v>
                </c:pt>
                <c:pt idx="8468">
                  <c:v>0</c:v>
                </c:pt>
                <c:pt idx="8469">
                  <c:v>0</c:v>
                </c:pt>
                <c:pt idx="8470">
                  <c:v>0</c:v>
                </c:pt>
                <c:pt idx="8471">
                  <c:v>0</c:v>
                </c:pt>
                <c:pt idx="8472">
                  <c:v>0</c:v>
                </c:pt>
                <c:pt idx="8473">
                  <c:v>4.7923293730000003</c:v>
                </c:pt>
                <c:pt idx="8474">
                  <c:v>2.1714928320000002</c:v>
                </c:pt>
                <c:pt idx="8475">
                  <c:v>2.38159396</c:v>
                </c:pt>
                <c:pt idx="8476">
                  <c:v>0</c:v>
                </c:pt>
                <c:pt idx="8477">
                  <c:v>1.486459902</c:v>
                </c:pt>
                <c:pt idx="8478">
                  <c:v>3.940554208</c:v>
                </c:pt>
                <c:pt idx="8479">
                  <c:v>10.19628</c:v>
                </c:pt>
                <c:pt idx="8480">
                  <c:v>3.4291927379999998</c:v>
                </c:pt>
                <c:pt idx="8481">
                  <c:v>1.6720186239999999</c:v>
                </c:pt>
                <c:pt idx="8482">
                  <c:v>1.7598773299999999</c:v>
                </c:pt>
                <c:pt idx="8483">
                  <c:v>1.755484394</c:v>
                </c:pt>
                <c:pt idx="8484">
                  <c:v>1.755704041</c:v>
                </c:pt>
                <c:pt idx="8485">
                  <c:v>1.7556930589999999</c:v>
                </c:pt>
                <c:pt idx="8486">
                  <c:v>1.7556936080000001</c:v>
                </c:pt>
                <c:pt idx="8487">
                  <c:v>1.75569358</c:v>
                </c:pt>
                <c:pt idx="8488">
                  <c:v>1.7556935819999999</c:v>
                </c:pt>
                <c:pt idx="8489">
                  <c:v>1.7556935819999999</c:v>
                </c:pt>
                <c:pt idx="8490">
                  <c:v>0</c:v>
                </c:pt>
                <c:pt idx="8491">
                  <c:v>4.8476699999999999</c:v>
                </c:pt>
                <c:pt idx="8492">
                  <c:v>0</c:v>
                </c:pt>
                <c:pt idx="8493">
                  <c:v>0</c:v>
                </c:pt>
                <c:pt idx="8494">
                  <c:v>12.002698130000001</c:v>
                </c:pt>
                <c:pt idx="8495">
                  <c:v>0</c:v>
                </c:pt>
                <c:pt idx="8496">
                  <c:v>5.021540516</c:v>
                </c:pt>
                <c:pt idx="8497">
                  <c:v>10.734979709999999</c:v>
                </c:pt>
                <c:pt idx="8498">
                  <c:v>0</c:v>
                </c:pt>
                <c:pt idx="8499">
                  <c:v>0</c:v>
                </c:pt>
                <c:pt idx="8500">
                  <c:v>0</c:v>
                </c:pt>
                <c:pt idx="8501">
                  <c:v>6.6667756550000004</c:v>
                </c:pt>
                <c:pt idx="8502">
                  <c:v>4.5624240890000003</c:v>
                </c:pt>
                <c:pt idx="8503">
                  <c:v>0</c:v>
                </c:pt>
                <c:pt idx="8504">
                  <c:v>5.3998243629999996</c:v>
                </c:pt>
                <c:pt idx="8505">
                  <c:v>1.5734870430000001</c:v>
                </c:pt>
                <c:pt idx="8506">
                  <c:v>1.7648039090000001</c:v>
                </c:pt>
                <c:pt idx="8507">
                  <c:v>1.7552380649999999</c:v>
                </c:pt>
                <c:pt idx="8508">
                  <c:v>1.7557163579999999</c:v>
                </c:pt>
                <c:pt idx="8509">
                  <c:v>1.755692443</c:v>
                </c:pt>
                <c:pt idx="8510">
                  <c:v>1.755693639</c:v>
                </c:pt>
                <c:pt idx="8511">
                  <c:v>1.7556935789999999</c:v>
                </c:pt>
                <c:pt idx="8512">
                  <c:v>1.7556935819999999</c:v>
                </c:pt>
                <c:pt idx="8513">
                  <c:v>0</c:v>
                </c:pt>
                <c:pt idx="8514">
                  <c:v>0</c:v>
                </c:pt>
                <c:pt idx="8515">
                  <c:v>0.26648434300000001</c:v>
                </c:pt>
                <c:pt idx="8516">
                  <c:v>0</c:v>
                </c:pt>
                <c:pt idx="8517">
                  <c:v>0</c:v>
                </c:pt>
                <c:pt idx="8518">
                  <c:v>9.8700299999999999</c:v>
                </c:pt>
                <c:pt idx="8519">
                  <c:v>11.305457909999999</c:v>
                </c:pt>
                <c:pt idx="8520">
                  <c:v>1.278205365</c:v>
                </c:pt>
                <c:pt idx="8521">
                  <c:v>1.7795679929999999</c:v>
                </c:pt>
                <c:pt idx="8522">
                  <c:v>1.754499861</c:v>
                </c:pt>
                <c:pt idx="8523">
                  <c:v>1.7557532680000001</c:v>
                </c:pt>
                <c:pt idx="8524">
                  <c:v>0.13548289099999999</c:v>
                </c:pt>
                <c:pt idx="8525">
                  <c:v>3.3759014380000001</c:v>
                </c:pt>
                <c:pt idx="8526">
                  <c:v>1.674683189</c:v>
                </c:pt>
                <c:pt idx="8527">
                  <c:v>1.1408417799999999</c:v>
                </c:pt>
                <c:pt idx="8528">
                  <c:v>2.3743933780000002</c:v>
                </c:pt>
                <c:pt idx="8529">
                  <c:v>1.7247585919999999</c:v>
                </c:pt>
                <c:pt idx="8530">
                  <c:v>1.757240331</c:v>
                </c:pt>
                <c:pt idx="8531">
                  <c:v>1.755616244</c:v>
                </c:pt>
                <c:pt idx="8532">
                  <c:v>1.7556974489999999</c:v>
                </c:pt>
                <c:pt idx="8533">
                  <c:v>1.7556933880000001</c:v>
                </c:pt>
                <c:pt idx="8534">
                  <c:v>1.755693591</c:v>
                </c:pt>
                <c:pt idx="8535">
                  <c:v>1.7556935810000001</c:v>
                </c:pt>
                <c:pt idx="8536">
                  <c:v>0</c:v>
                </c:pt>
                <c:pt idx="8537">
                  <c:v>0</c:v>
                </c:pt>
                <c:pt idx="8538">
                  <c:v>9.8825400000000005</c:v>
                </c:pt>
                <c:pt idx="8539">
                  <c:v>8.2399500000000003</c:v>
                </c:pt>
                <c:pt idx="8540">
                  <c:v>3.6452505909999999</c:v>
                </c:pt>
                <c:pt idx="8541">
                  <c:v>0.982997652</c:v>
                </c:pt>
                <c:pt idx="8542">
                  <c:v>0</c:v>
                </c:pt>
                <c:pt idx="8543">
                  <c:v>0</c:v>
                </c:pt>
                <c:pt idx="8544">
                  <c:v>0</c:v>
                </c:pt>
                <c:pt idx="8545">
                  <c:v>2.1484428999999999E-2</c:v>
                </c:pt>
                <c:pt idx="8546">
                  <c:v>3.6363856459999999</c:v>
                </c:pt>
                <c:pt idx="8547">
                  <c:v>15.94584</c:v>
                </c:pt>
                <c:pt idx="8548">
                  <c:v>1.5550604400000001</c:v>
                </c:pt>
                <c:pt idx="8549">
                  <c:v>1.765725239</c:v>
                </c:pt>
                <c:pt idx="8550">
                  <c:v>1.755191999</c:v>
                </c:pt>
                <c:pt idx="8551">
                  <c:v>1.755718661</c:v>
                </c:pt>
                <c:pt idx="8552">
                  <c:v>0</c:v>
                </c:pt>
                <c:pt idx="8553">
                  <c:v>7.3241621749999997</c:v>
                </c:pt>
                <c:pt idx="8554">
                  <c:v>6.3282650269999996</c:v>
                </c:pt>
                <c:pt idx="8555">
                  <c:v>1.5270650100000001</c:v>
                </c:pt>
                <c:pt idx="8556">
                  <c:v>1.76712501</c:v>
                </c:pt>
                <c:pt idx="8557">
                  <c:v>1.75512201</c:v>
                </c:pt>
                <c:pt idx="8558">
                  <c:v>1.7557221599999999</c:v>
                </c:pt>
                <c:pt idx="8559">
                  <c:v>1.755692153</c:v>
                </c:pt>
                <c:pt idx="8560">
                  <c:v>1.755693653</c:v>
                </c:pt>
                <c:pt idx="8561">
                  <c:v>1.755693578</c:v>
                </c:pt>
                <c:pt idx="8562">
                  <c:v>1.7556935819999999</c:v>
                </c:pt>
                <c:pt idx="8563">
                  <c:v>1.7556935819999999</c:v>
                </c:pt>
                <c:pt idx="8564">
                  <c:v>1.7556935819999999</c:v>
                </c:pt>
                <c:pt idx="8565">
                  <c:v>0</c:v>
                </c:pt>
                <c:pt idx="8566">
                  <c:v>10.228792500000001</c:v>
                </c:pt>
                <c:pt idx="8567">
                  <c:v>4.6827752120000001</c:v>
                </c:pt>
                <c:pt idx="8568">
                  <c:v>1.6093394999999999</c:v>
                </c:pt>
                <c:pt idx="8569">
                  <c:v>1.763011286</c:v>
                </c:pt>
                <c:pt idx="8570">
                  <c:v>1.755327697</c:v>
                </c:pt>
                <c:pt idx="8571">
                  <c:v>1.7557118759999999</c:v>
                </c:pt>
                <c:pt idx="8572">
                  <c:v>1.7556926669999999</c:v>
                </c:pt>
                <c:pt idx="8573">
                  <c:v>1.755693628</c:v>
                </c:pt>
                <c:pt idx="8574">
                  <c:v>1.7556935789999999</c:v>
                </c:pt>
                <c:pt idx="8575">
                  <c:v>1.7556935819999999</c:v>
                </c:pt>
                <c:pt idx="8576">
                  <c:v>1.7556935819999999</c:v>
                </c:pt>
                <c:pt idx="8577">
                  <c:v>1.7556935819999999</c:v>
                </c:pt>
                <c:pt idx="8578">
                  <c:v>1.7556935819999999</c:v>
                </c:pt>
                <c:pt idx="8579">
                  <c:v>1.7556935819999999</c:v>
                </c:pt>
                <c:pt idx="8580">
                  <c:v>1.7556935819999999</c:v>
                </c:pt>
                <c:pt idx="8581">
                  <c:v>1.7556935819999999</c:v>
                </c:pt>
                <c:pt idx="8582">
                  <c:v>1.7556935819999999</c:v>
                </c:pt>
                <c:pt idx="8583">
                  <c:v>1.7556935819999999</c:v>
                </c:pt>
                <c:pt idx="8584">
                  <c:v>0</c:v>
                </c:pt>
                <c:pt idx="8585">
                  <c:v>0</c:v>
                </c:pt>
                <c:pt idx="8586">
                  <c:v>0</c:v>
                </c:pt>
                <c:pt idx="8587">
                  <c:v>0</c:v>
                </c:pt>
                <c:pt idx="8588">
                  <c:v>0</c:v>
                </c:pt>
                <c:pt idx="8589">
                  <c:v>0</c:v>
                </c:pt>
                <c:pt idx="8590">
                  <c:v>0</c:v>
                </c:pt>
                <c:pt idx="8591">
                  <c:v>0</c:v>
                </c:pt>
                <c:pt idx="8592">
                  <c:v>0</c:v>
                </c:pt>
                <c:pt idx="8593">
                  <c:v>12.61856777</c:v>
                </c:pt>
                <c:pt idx="8594">
                  <c:v>7.7563727829999998</c:v>
                </c:pt>
                <c:pt idx="8595">
                  <c:v>1.455659622</c:v>
                </c:pt>
                <c:pt idx="8596">
                  <c:v>1.77069528</c:v>
                </c:pt>
                <c:pt idx="8597">
                  <c:v>1.754943497</c:v>
                </c:pt>
                <c:pt idx="8598">
                  <c:v>0</c:v>
                </c:pt>
                <c:pt idx="8599">
                  <c:v>0</c:v>
                </c:pt>
                <c:pt idx="8600">
                  <c:v>0</c:v>
                </c:pt>
                <c:pt idx="8601">
                  <c:v>0</c:v>
                </c:pt>
                <c:pt idx="8602">
                  <c:v>9.9010190770000008</c:v>
                </c:pt>
                <c:pt idx="8603">
                  <c:v>0.91056926400000004</c:v>
                </c:pt>
                <c:pt idx="8604">
                  <c:v>0</c:v>
                </c:pt>
                <c:pt idx="8605">
                  <c:v>0</c:v>
                </c:pt>
                <c:pt idx="8606">
                  <c:v>0</c:v>
                </c:pt>
                <c:pt idx="8607">
                  <c:v>0</c:v>
                </c:pt>
                <c:pt idx="8608">
                  <c:v>0</c:v>
                </c:pt>
                <c:pt idx="8609">
                  <c:v>3.2449530270000002</c:v>
                </c:pt>
                <c:pt idx="8610">
                  <c:v>10.98839166</c:v>
                </c:pt>
                <c:pt idx="8611">
                  <c:v>0</c:v>
                </c:pt>
                <c:pt idx="8612">
                  <c:v>0</c:v>
                </c:pt>
                <c:pt idx="8613">
                  <c:v>4.9513678590000003</c:v>
                </c:pt>
                <c:pt idx="8614">
                  <c:v>0</c:v>
                </c:pt>
                <c:pt idx="8615">
                  <c:v>10.137647599999999</c:v>
                </c:pt>
                <c:pt idx="8616">
                  <c:v>5.7534711410000003</c:v>
                </c:pt>
                <c:pt idx="8617">
                  <c:v>5.8544758090000002</c:v>
                </c:pt>
                <c:pt idx="8618">
                  <c:v>1.55075447</c:v>
                </c:pt>
                <c:pt idx="8619">
                  <c:v>1.7659405370000001</c:v>
                </c:pt>
                <c:pt idx="8620">
                  <c:v>1.7551812339999999</c:v>
                </c:pt>
                <c:pt idx="8621">
                  <c:v>1.7557191990000001</c:v>
                </c:pt>
                <c:pt idx="8622">
                  <c:v>1.7556923010000001</c:v>
                </c:pt>
                <c:pt idx="8623">
                  <c:v>1.7556936460000001</c:v>
                </c:pt>
                <c:pt idx="8624">
                  <c:v>1.7556935789999999</c:v>
                </c:pt>
                <c:pt idx="8625">
                  <c:v>1.7556935819999999</c:v>
                </c:pt>
                <c:pt idx="8626">
                  <c:v>1.7556935819999999</c:v>
                </c:pt>
                <c:pt idx="8627">
                  <c:v>0</c:v>
                </c:pt>
                <c:pt idx="8628">
                  <c:v>7.4941456640000004</c:v>
                </c:pt>
                <c:pt idx="8629">
                  <c:v>1.468770978</c:v>
                </c:pt>
                <c:pt idx="8630">
                  <c:v>1.770039712</c:v>
                </c:pt>
                <c:pt idx="8631">
                  <c:v>0</c:v>
                </c:pt>
                <c:pt idx="8632">
                  <c:v>0</c:v>
                </c:pt>
                <c:pt idx="8633">
                  <c:v>0</c:v>
                </c:pt>
                <c:pt idx="8634">
                  <c:v>0</c:v>
                </c:pt>
                <c:pt idx="8635">
                  <c:v>0</c:v>
                </c:pt>
                <c:pt idx="8636">
                  <c:v>11.40545813</c:v>
                </c:pt>
                <c:pt idx="8637">
                  <c:v>5.995369052</c:v>
                </c:pt>
                <c:pt idx="8638">
                  <c:v>0</c:v>
                </c:pt>
                <c:pt idx="8639">
                  <c:v>12.55263804</c:v>
                </c:pt>
                <c:pt idx="8640">
                  <c:v>1.2158463589999999</c:v>
                </c:pt>
                <c:pt idx="8641">
                  <c:v>1.7826859429999999</c:v>
                </c:pt>
                <c:pt idx="8642">
                  <c:v>1.754343964</c:v>
                </c:pt>
                <c:pt idx="8643">
                  <c:v>1.755761063</c:v>
                </c:pt>
                <c:pt idx="8644">
                  <c:v>1.7556902080000001</c:v>
                </c:pt>
                <c:pt idx="8645">
                  <c:v>1.7556937500000001</c:v>
                </c:pt>
                <c:pt idx="8646">
                  <c:v>1.7556935730000001</c:v>
                </c:pt>
                <c:pt idx="8647">
                  <c:v>0</c:v>
                </c:pt>
                <c:pt idx="8648">
                  <c:v>7.7354149740000002</c:v>
                </c:pt>
                <c:pt idx="8649">
                  <c:v>1.4567075119999999</c:v>
                </c:pt>
                <c:pt idx="8650">
                  <c:v>1.770642885</c:v>
                </c:pt>
                <c:pt idx="8651">
                  <c:v>1.754946117</c:v>
                </c:pt>
                <c:pt idx="8652">
                  <c:v>1.755730955</c:v>
                </c:pt>
                <c:pt idx="8653">
                  <c:v>1.755691713</c:v>
                </c:pt>
                <c:pt idx="8654">
                  <c:v>1.7556936750000001</c:v>
                </c:pt>
                <c:pt idx="8655">
                  <c:v>1.7556935769999999</c:v>
                </c:pt>
                <c:pt idx="8656">
                  <c:v>0</c:v>
                </c:pt>
                <c:pt idx="8657">
                  <c:v>3.8816356550000002</c:v>
                </c:pt>
                <c:pt idx="8658">
                  <c:v>4.0654084360000002</c:v>
                </c:pt>
                <c:pt idx="8659">
                  <c:v>0.53412447200000002</c:v>
                </c:pt>
                <c:pt idx="8660">
                  <c:v>0</c:v>
                </c:pt>
                <c:pt idx="8661">
                  <c:v>0</c:v>
                </c:pt>
                <c:pt idx="8662">
                  <c:v>0</c:v>
                </c:pt>
                <c:pt idx="8663">
                  <c:v>4.699425959</c:v>
                </c:pt>
                <c:pt idx="8664">
                  <c:v>7.0681625639999996</c:v>
                </c:pt>
                <c:pt idx="8665">
                  <c:v>0</c:v>
                </c:pt>
                <c:pt idx="8666">
                  <c:v>0</c:v>
                </c:pt>
                <c:pt idx="8667">
                  <c:v>0</c:v>
                </c:pt>
                <c:pt idx="8668">
                  <c:v>6.5973781889999996</c:v>
                </c:pt>
                <c:pt idx="8669">
                  <c:v>0</c:v>
                </c:pt>
                <c:pt idx="8670">
                  <c:v>0</c:v>
                </c:pt>
                <c:pt idx="8671">
                  <c:v>0</c:v>
                </c:pt>
                <c:pt idx="8672">
                  <c:v>9.7629831859999996</c:v>
                </c:pt>
                <c:pt idx="8673">
                  <c:v>9.9456993530000002</c:v>
                </c:pt>
                <c:pt idx="8674">
                  <c:v>1.9775125929999999</c:v>
                </c:pt>
                <c:pt idx="8675">
                  <c:v>1.744602631</c:v>
                </c:pt>
                <c:pt idx="8676">
                  <c:v>1.756248129</c:v>
                </c:pt>
                <c:pt idx="8677">
                  <c:v>1.7556658540000001</c:v>
                </c:pt>
                <c:pt idx="8678">
                  <c:v>1.755694968</c:v>
                </c:pt>
                <c:pt idx="8679">
                  <c:v>1.7556935119999999</c:v>
                </c:pt>
                <c:pt idx="8680">
                  <c:v>1.7556935849999999</c:v>
                </c:pt>
                <c:pt idx="8681">
                  <c:v>1.7556935819999999</c:v>
                </c:pt>
                <c:pt idx="8682">
                  <c:v>1.7556935819999999</c:v>
                </c:pt>
                <c:pt idx="8683">
                  <c:v>1.7556935819999999</c:v>
                </c:pt>
                <c:pt idx="8684">
                  <c:v>1.7556935819999999</c:v>
                </c:pt>
                <c:pt idx="8685">
                  <c:v>1.7556935819999999</c:v>
                </c:pt>
                <c:pt idx="8686">
                  <c:v>0</c:v>
                </c:pt>
                <c:pt idx="8687">
                  <c:v>3.7555233220000002</c:v>
                </c:pt>
                <c:pt idx="8688">
                  <c:v>1.6557020950000001</c:v>
                </c:pt>
                <c:pt idx="8689">
                  <c:v>1.7606931560000001</c:v>
                </c:pt>
                <c:pt idx="8690">
                  <c:v>1.755443603</c:v>
                </c:pt>
                <c:pt idx="8691">
                  <c:v>1.755706081</c:v>
                </c:pt>
                <c:pt idx="8692">
                  <c:v>1.7556929569999999</c:v>
                </c:pt>
                <c:pt idx="8693">
                  <c:v>1.755693613</c:v>
                </c:pt>
                <c:pt idx="8694">
                  <c:v>0.41815683599999998</c:v>
                </c:pt>
                <c:pt idx="8695">
                  <c:v>1.6791862179999999</c:v>
                </c:pt>
                <c:pt idx="8696">
                  <c:v>3.1028608520000001</c:v>
                </c:pt>
                <c:pt idx="8697">
                  <c:v>1.688335218</c:v>
                </c:pt>
                <c:pt idx="8698">
                  <c:v>1.7590615000000001</c:v>
                </c:pt>
                <c:pt idx="8699">
                  <c:v>1.7555251860000001</c:v>
                </c:pt>
                <c:pt idx="8700">
                  <c:v>0.26654325200000001</c:v>
                </c:pt>
                <c:pt idx="8701">
                  <c:v>0.91891219599999996</c:v>
                </c:pt>
                <c:pt idx="8702">
                  <c:v>4.0071753799999996</c:v>
                </c:pt>
                <c:pt idx="8703">
                  <c:v>0</c:v>
                </c:pt>
                <c:pt idx="8704">
                  <c:v>0</c:v>
                </c:pt>
                <c:pt idx="8705">
                  <c:v>0</c:v>
                </c:pt>
                <c:pt idx="8706">
                  <c:v>0</c:v>
                </c:pt>
                <c:pt idx="8707">
                  <c:v>0</c:v>
                </c:pt>
                <c:pt idx="8708">
                  <c:v>0</c:v>
                </c:pt>
                <c:pt idx="8709">
                  <c:v>0</c:v>
                </c:pt>
                <c:pt idx="8710">
                  <c:v>0</c:v>
                </c:pt>
                <c:pt idx="8711">
                  <c:v>0</c:v>
                </c:pt>
                <c:pt idx="8712">
                  <c:v>0</c:v>
                </c:pt>
                <c:pt idx="8713">
                  <c:v>10.187397880000001</c:v>
                </c:pt>
                <c:pt idx="8714">
                  <c:v>10.06796321</c:v>
                </c:pt>
                <c:pt idx="8715">
                  <c:v>1.3400801010000001</c:v>
                </c:pt>
                <c:pt idx="8716">
                  <c:v>1.776474256</c:v>
                </c:pt>
                <c:pt idx="8717">
                  <c:v>1.754654548</c:v>
                </c:pt>
                <c:pt idx="8718">
                  <c:v>0</c:v>
                </c:pt>
                <c:pt idx="8719">
                  <c:v>5.8020825220000001</c:v>
                </c:pt>
                <c:pt idx="8720">
                  <c:v>1.5533741350000001</c:v>
                </c:pt>
                <c:pt idx="8721">
                  <c:v>1.7658095540000001</c:v>
                </c:pt>
                <c:pt idx="8722">
                  <c:v>1.755187783</c:v>
                </c:pt>
                <c:pt idx="8723">
                  <c:v>1.7557188720000001</c:v>
                </c:pt>
                <c:pt idx="8724">
                  <c:v>1.7556923170000001</c:v>
                </c:pt>
                <c:pt idx="8725">
                  <c:v>1.755693645</c:v>
                </c:pt>
                <c:pt idx="8726">
                  <c:v>1.7556935789999999</c:v>
                </c:pt>
                <c:pt idx="8727">
                  <c:v>1.7556935819999999</c:v>
                </c:pt>
                <c:pt idx="8728">
                  <c:v>0</c:v>
                </c:pt>
                <c:pt idx="8729">
                  <c:v>0</c:v>
                </c:pt>
                <c:pt idx="8730">
                  <c:v>0</c:v>
                </c:pt>
                <c:pt idx="8731">
                  <c:v>0</c:v>
                </c:pt>
                <c:pt idx="8732">
                  <c:v>0</c:v>
                </c:pt>
                <c:pt idx="8733">
                  <c:v>0</c:v>
                </c:pt>
                <c:pt idx="8734">
                  <c:v>0</c:v>
                </c:pt>
                <c:pt idx="8735">
                  <c:v>0</c:v>
                </c:pt>
                <c:pt idx="8736">
                  <c:v>0</c:v>
                </c:pt>
                <c:pt idx="8737">
                  <c:v>14.921875440000001</c:v>
                </c:pt>
                <c:pt idx="8738">
                  <c:v>5.5290416709999999</c:v>
                </c:pt>
                <c:pt idx="8739">
                  <c:v>1.567026177</c:v>
                </c:pt>
                <c:pt idx="8740">
                  <c:v>1.7651269519999999</c:v>
                </c:pt>
                <c:pt idx="8741">
                  <c:v>1.755221913</c:v>
                </c:pt>
                <c:pt idx="8742">
                  <c:v>0</c:v>
                </c:pt>
                <c:pt idx="8743">
                  <c:v>0</c:v>
                </c:pt>
                <c:pt idx="8744">
                  <c:v>6.5900627370000002</c:v>
                </c:pt>
                <c:pt idx="8745">
                  <c:v>8.5454633379999994</c:v>
                </c:pt>
                <c:pt idx="8746">
                  <c:v>1.4162050939999999</c:v>
                </c:pt>
                <c:pt idx="8747">
                  <c:v>1.772668006</c:v>
                </c:pt>
                <c:pt idx="8748">
                  <c:v>1.754844861</c:v>
                </c:pt>
                <c:pt idx="8749">
                  <c:v>1.7557360179999999</c:v>
                </c:pt>
                <c:pt idx="8750">
                  <c:v>1.75569146</c:v>
                </c:pt>
                <c:pt idx="8751">
                  <c:v>1.755693688</c:v>
                </c:pt>
                <c:pt idx="8752">
                  <c:v>1.7556935760000001</c:v>
                </c:pt>
                <c:pt idx="8753">
                  <c:v>1.7556935819999999</c:v>
                </c:pt>
                <c:pt idx="8754">
                  <c:v>1.7556935819999999</c:v>
                </c:pt>
                <c:pt idx="8755">
                  <c:v>1.7556935819999999</c:v>
                </c:pt>
                <c:pt idx="8756">
                  <c:v>0</c:v>
                </c:pt>
                <c:pt idx="8757">
                  <c:v>0</c:v>
                </c:pt>
                <c:pt idx="8758">
                  <c:v>0</c:v>
                </c:pt>
                <c:pt idx="8759">
                  <c:v>0</c:v>
                </c:pt>
              </c:numCache>
            </c:numRef>
          </c:val>
          <c:extLst>
            <c:ext xmlns:c16="http://schemas.microsoft.com/office/drawing/2014/chart" uri="{C3380CC4-5D6E-409C-BE32-E72D297353CC}">
              <c16:uniqueId val="{00000000-21EE-42CD-A79F-77F51D6988B4}"/>
            </c:ext>
          </c:extLst>
        </c:ser>
        <c:ser>
          <c:idx val="1"/>
          <c:order val="1"/>
          <c:tx>
            <c:strRef>
              <c:f>battery_management_results2!$B$1</c:f>
              <c:strCache>
                <c:ptCount val="1"/>
                <c:pt idx="0">
                  <c:v>Discharging Power</c:v>
                </c:pt>
              </c:strCache>
            </c:strRef>
          </c:tx>
          <c:spPr>
            <a:solidFill>
              <a:schemeClr val="accent3"/>
            </a:solidFill>
            <a:ln>
              <a:noFill/>
            </a:ln>
            <a:effectLst/>
          </c:spPr>
          <c:invertIfNegative val="0"/>
          <c:val>
            <c:numRef>
              <c:f>battery_management_results2!$B$2:$B$8761</c:f>
              <c:numCache>
                <c:formatCode>General</c:formatCode>
                <c:ptCount val="8760"/>
                <c:pt idx="0">
                  <c:v>0</c:v>
                </c:pt>
                <c:pt idx="1">
                  <c:v>0</c:v>
                </c:pt>
                <c:pt idx="2">
                  <c:v>0</c:v>
                </c:pt>
                <c:pt idx="3">
                  <c:v>0</c:v>
                </c:pt>
                <c:pt idx="4">
                  <c:v>0</c:v>
                </c:pt>
                <c:pt idx="5">
                  <c:v>4.3386300000000002</c:v>
                </c:pt>
                <c:pt idx="6">
                  <c:v>5.2129329990000004</c:v>
                </c:pt>
                <c:pt idx="7">
                  <c:v>0</c:v>
                </c:pt>
                <c:pt idx="8">
                  <c:v>0</c:v>
                </c:pt>
                <c:pt idx="9">
                  <c:v>0</c:v>
                </c:pt>
                <c:pt idx="10">
                  <c:v>0</c:v>
                </c:pt>
                <c:pt idx="11">
                  <c:v>0</c:v>
                </c:pt>
                <c:pt idx="12">
                  <c:v>0</c:v>
                </c:pt>
                <c:pt idx="13">
                  <c:v>0</c:v>
                </c:pt>
                <c:pt idx="14">
                  <c:v>0</c:v>
                </c:pt>
                <c:pt idx="15">
                  <c:v>1.8066575039999999</c:v>
                </c:pt>
                <c:pt idx="16">
                  <c:v>8.2048688520000006</c:v>
                </c:pt>
                <c:pt idx="17">
                  <c:v>1.2982503350000001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0.70897453499999996</c:v>
                </c:pt>
                <c:pt idx="33">
                  <c:v>0</c:v>
                </c:pt>
                <c:pt idx="34">
                  <c:v>0</c:v>
                </c:pt>
                <c:pt idx="35">
                  <c:v>0</c:v>
                </c:pt>
                <c:pt idx="36">
                  <c:v>0</c:v>
                </c:pt>
                <c:pt idx="37">
                  <c:v>2.1768770399999999</c:v>
                </c:pt>
                <c:pt idx="38">
                  <c:v>0</c:v>
                </c:pt>
                <c:pt idx="39">
                  <c:v>0</c:v>
                </c:pt>
                <c:pt idx="40">
                  <c:v>0</c:v>
                </c:pt>
                <c:pt idx="41">
                  <c:v>0</c:v>
                </c:pt>
                <c:pt idx="42">
                  <c:v>0</c:v>
                </c:pt>
                <c:pt idx="43">
                  <c:v>8.8994452929999994</c:v>
                </c:pt>
                <c:pt idx="44">
                  <c:v>3.7317014300000002</c:v>
                </c:pt>
                <c:pt idx="45">
                  <c:v>0</c:v>
                </c:pt>
                <c:pt idx="46">
                  <c:v>0</c:v>
                </c:pt>
                <c:pt idx="47">
                  <c:v>0</c:v>
                </c:pt>
                <c:pt idx="48">
                  <c:v>0</c:v>
                </c:pt>
                <c:pt idx="49">
                  <c:v>0</c:v>
                </c:pt>
                <c:pt idx="50">
                  <c:v>0</c:v>
                </c:pt>
                <c:pt idx="51">
                  <c:v>0</c:v>
                </c:pt>
                <c:pt idx="52">
                  <c:v>0</c:v>
                </c:pt>
                <c:pt idx="53">
                  <c:v>1.636480843</c:v>
                </c:pt>
                <c:pt idx="54">
                  <c:v>0</c:v>
                </c:pt>
                <c:pt idx="55">
                  <c:v>5.8804629989999997</c:v>
                </c:pt>
                <c:pt idx="56">
                  <c:v>1.388185818</c:v>
                </c:pt>
                <c:pt idx="57">
                  <c:v>0</c:v>
                </c:pt>
                <c:pt idx="58">
                  <c:v>2.2307446030000002</c:v>
                </c:pt>
                <c:pt idx="59">
                  <c:v>0</c:v>
                </c:pt>
                <c:pt idx="60">
                  <c:v>0</c:v>
                </c:pt>
                <c:pt idx="61">
                  <c:v>0</c:v>
                </c:pt>
                <c:pt idx="62">
                  <c:v>0</c:v>
                </c:pt>
                <c:pt idx="63">
                  <c:v>0</c:v>
                </c:pt>
                <c:pt idx="64">
                  <c:v>3.2960896380000002</c:v>
                </c:pt>
                <c:pt idx="65">
                  <c:v>9.3361065090000004</c:v>
                </c:pt>
                <c:pt idx="66">
                  <c:v>0</c:v>
                </c:pt>
                <c:pt idx="67">
                  <c:v>0</c:v>
                </c:pt>
                <c:pt idx="68">
                  <c:v>0</c:v>
                </c:pt>
                <c:pt idx="69">
                  <c:v>3.3966715079999998</c:v>
                </c:pt>
                <c:pt idx="70">
                  <c:v>0</c:v>
                </c:pt>
                <c:pt idx="71">
                  <c:v>0</c:v>
                </c:pt>
                <c:pt idx="72">
                  <c:v>0</c:v>
                </c:pt>
                <c:pt idx="73">
                  <c:v>0</c:v>
                </c:pt>
                <c:pt idx="74">
                  <c:v>0</c:v>
                </c:pt>
                <c:pt idx="75">
                  <c:v>0</c:v>
                </c:pt>
                <c:pt idx="76">
                  <c:v>0</c:v>
                </c:pt>
                <c:pt idx="77">
                  <c:v>0</c:v>
                </c:pt>
                <c:pt idx="78">
                  <c:v>0</c:v>
                </c:pt>
                <c:pt idx="79">
                  <c:v>0</c:v>
                </c:pt>
                <c:pt idx="80">
                  <c:v>0</c:v>
                </c:pt>
                <c:pt idx="81">
                  <c:v>0.76224106999999997</c:v>
                </c:pt>
                <c:pt idx="82">
                  <c:v>0</c:v>
                </c:pt>
                <c:pt idx="83">
                  <c:v>0</c:v>
                </c:pt>
                <c:pt idx="84">
                  <c:v>0</c:v>
                </c:pt>
                <c:pt idx="85">
                  <c:v>0</c:v>
                </c:pt>
                <c:pt idx="86">
                  <c:v>0</c:v>
                </c:pt>
                <c:pt idx="87">
                  <c:v>0</c:v>
                </c:pt>
                <c:pt idx="88">
                  <c:v>0</c:v>
                </c:pt>
                <c:pt idx="89">
                  <c:v>0</c:v>
                </c:pt>
                <c:pt idx="90">
                  <c:v>5.8036482200000004</c:v>
                </c:pt>
                <c:pt idx="91">
                  <c:v>6.8275136840000004</c:v>
                </c:pt>
                <c:pt idx="92">
                  <c:v>0</c:v>
                </c:pt>
                <c:pt idx="93">
                  <c:v>0</c:v>
                </c:pt>
                <c:pt idx="94">
                  <c:v>0</c:v>
                </c:pt>
                <c:pt idx="95">
                  <c:v>0</c:v>
                </c:pt>
                <c:pt idx="96">
                  <c:v>0</c:v>
                </c:pt>
                <c:pt idx="97">
                  <c:v>0</c:v>
                </c:pt>
                <c:pt idx="98">
                  <c:v>0.85178236100000004</c:v>
                </c:pt>
                <c:pt idx="99">
                  <c:v>0.21727210899999999</c:v>
                </c:pt>
                <c:pt idx="100">
                  <c:v>0</c:v>
                </c:pt>
                <c:pt idx="101">
                  <c:v>2.4292175239999998</c:v>
                </c:pt>
                <c:pt idx="102">
                  <c:v>4.3598699999999999</c:v>
                </c:pt>
                <c:pt idx="103">
                  <c:v>1.50302055</c:v>
                </c:pt>
                <c:pt idx="104">
                  <c:v>0</c:v>
                </c:pt>
                <c:pt idx="105">
                  <c:v>0</c:v>
                </c:pt>
                <c:pt idx="106">
                  <c:v>0</c:v>
                </c:pt>
                <c:pt idx="107">
                  <c:v>0</c:v>
                </c:pt>
                <c:pt idx="108">
                  <c:v>0</c:v>
                </c:pt>
                <c:pt idx="109">
                  <c:v>0</c:v>
                </c:pt>
                <c:pt idx="110">
                  <c:v>0</c:v>
                </c:pt>
                <c:pt idx="111">
                  <c:v>0</c:v>
                </c:pt>
                <c:pt idx="112">
                  <c:v>0</c:v>
                </c:pt>
                <c:pt idx="113">
                  <c:v>2.9621218539999998</c:v>
                </c:pt>
                <c:pt idx="114">
                  <c:v>9.5631074999999992</c:v>
                </c:pt>
                <c:pt idx="115">
                  <c:v>0</c:v>
                </c:pt>
                <c:pt idx="116">
                  <c:v>0</c:v>
                </c:pt>
                <c:pt idx="117">
                  <c:v>0</c:v>
                </c:pt>
                <c:pt idx="118">
                  <c:v>0</c:v>
                </c:pt>
                <c:pt idx="119">
                  <c:v>0</c:v>
                </c:pt>
                <c:pt idx="120">
                  <c:v>0</c:v>
                </c:pt>
                <c:pt idx="121">
                  <c:v>0</c:v>
                </c:pt>
                <c:pt idx="122">
                  <c:v>0</c:v>
                </c:pt>
                <c:pt idx="123">
                  <c:v>0</c:v>
                </c:pt>
                <c:pt idx="124">
                  <c:v>0.89203026299999999</c:v>
                </c:pt>
                <c:pt idx="125">
                  <c:v>0</c:v>
                </c:pt>
                <c:pt idx="126">
                  <c:v>6.2258399999999998</c:v>
                </c:pt>
                <c:pt idx="127">
                  <c:v>4.7070757419999998</c:v>
                </c:pt>
                <c:pt idx="128">
                  <c:v>0</c:v>
                </c:pt>
                <c:pt idx="129">
                  <c:v>0</c:v>
                </c:pt>
                <c:pt idx="130">
                  <c:v>0</c:v>
                </c:pt>
                <c:pt idx="131">
                  <c:v>0</c:v>
                </c:pt>
                <c:pt idx="132">
                  <c:v>0</c:v>
                </c:pt>
                <c:pt idx="133">
                  <c:v>0</c:v>
                </c:pt>
                <c:pt idx="134">
                  <c:v>0</c:v>
                </c:pt>
                <c:pt idx="135">
                  <c:v>0</c:v>
                </c:pt>
                <c:pt idx="136">
                  <c:v>0</c:v>
                </c:pt>
                <c:pt idx="137">
                  <c:v>0.87020684500000001</c:v>
                </c:pt>
                <c:pt idx="138">
                  <c:v>5.6054955709999996</c:v>
                </c:pt>
                <c:pt idx="139">
                  <c:v>4.787251736</c:v>
                </c:pt>
                <c:pt idx="140">
                  <c:v>0</c:v>
                </c:pt>
                <c:pt idx="141">
                  <c:v>0</c:v>
                </c:pt>
                <c:pt idx="142">
                  <c:v>0</c:v>
                </c:pt>
                <c:pt idx="143">
                  <c:v>0</c:v>
                </c:pt>
                <c:pt idx="144">
                  <c:v>0</c:v>
                </c:pt>
                <c:pt idx="145">
                  <c:v>0</c:v>
                </c:pt>
                <c:pt idx="146">
                  <c:v>2.5404300000000002</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4.7891806490000004</c:v>
                </c:pt>
                <c:pt idx="176">
                  <c:v>0</c:v>
                </c:pt>
                <c:pt idx="177">
                  <c:v>0</c:v>
                </c:pt>
                <c:pt idx="178">
                  <c:v>0</c:v>
                </c:pt>
                <c:pt idx="179">
                  <c:v>0</c:v>
                </c:pt>
                <c:pt idx="180">
                  <c:v>0</c:v>
                </c:pt>
                <c:pt idx="181">
                  <c:v>0</c:v>
                </c:pt>
                <c:pt idx="182">
                  <c:v>0</c:v>
                </c:pt>
                <c:pt idx="183">
                  <c:v>0</c:v>
                </c:pt>
                <c:pt idx="184">
                  <c:v>3.721697679</c:v>
                </c:pt>
                <c:pt idx="185">
                  <c:v>0</c:v>
                </c:pt>
                <c:pt idx="186">
                  <c:v>2.2763668450000001</c:v>
                </c:pt>
                <c:pt idx="187">
                  <c:v>0</c:v>
                </c:pt>
                <c:pt idx="188">
                  <c:v>8.1330470639999994</c:v>
                </c:pt>
                <c:pt idx="189">
                  <c:v>0</c:v>
                </c:pt>
                <c:pt idx="190">
                  <c:v>0</c:v>
                </c:pt>
                <c:pt idx="191">
                  <c:v>1.3890854290000001</c:v>
                </c:pt>
                <c:pt idx="192">
                  <c:v>1.5560309560000001</c:v>
                </c:pt>
                <c:pt idx="193">
                  <c:v>2.5548299999999999</c:v>
                </c:pt>
                <c:pt idx="194">
                  <c:v>0</c:v>
                </c:pt>
                <c:pt idx="195">
                  <c:v>0</c:v>
                </c:pt>
                <c:pt idx="196">
                  <c:v>0</c:v>
                </c:pt>
                <c:pt idx="197">
                  <c:v>0</c:v>
                </c:pt>
                <c:pt idx="198">
                  <c:v>0</c:v>
                </c:pt>
                <c:pt idx="199">
                  <c:v>0</c:v>
                </c:pt>
                <c:pt idx="200">
                  <c:v>0</c:v>
                </c:pt>
                <c:pt idx="201">
                  <c:v>0</c:v>
                </c:pt>
                <c:pt idx="202">
                  <c:v>3.8510241600000001</c:v>
                </c:pt>
                <c:pt idx="203">
                  <c:v>2.4149505900000001</c:v>
                </c:pt>
                <c:pt idx="204">
                  <c:v>5.1459982630000001</c:v>
                </c:pt>
                <c:pt idx="205">
                  <c:v>0</c:v>
                </c:pt>
                <c:pt idx="206">
                  <c:v>0.68818614300000003</c:v>
                </c:pt>
                <c:pt idx="207">
                  <c:v>0</c:v>
                </c:pt>
                <c:pt idx="208">
                  <c:v>0</c:v>
                </c:pt>
                <c:pt idx="209">
                  <c:v>0</c:v>
                </c:pt>
                <c:pt idx="210">
                  <c:v>0.25335000000000002</c:v>
                </c:pt>
                <c:pt idx="211">
                  <c:v>6.6539255309999996</c:v>
                </c:pt>
                <c:pt idx="212">
                  <c:v>0</c:v>
                </c:pt>
                <c:pt idx="213">
                  <c:v>0</c:v>
                </c:pt>
                <c:pt idx="214">
                  <c:v>0</c:v>
                </c:pt>
                <c:pt idx="215">
                  <c:v>0</c:v>
                </c:pt>
                <c:pt idx="216">
                  <c:v>0</c:v>
                </c:pt>
                <c:pt idx="217">
                  <c:v>0</c:v>
                </c:pt>
                <c:pt idx="218">
                  <c:v>0</c:v>
                </c:pt>
                <c:pt idx="219">
                  <c:v>1.5072863409999999</c:v>
                </c:pt>
                <c:pt idx="220">
                  <c:v>0</c:v>
                </c:pt>
                <c:pt idx="221">
                  <c:v>0</c:v>
                </c:pt>
                <c:pt idx="222">
                  <c:v>0</c:v>
                </c:pt>
                <c:pt idx="223">
                  <c:v>0</c:v>
                </c:pt>
                <c:pt idx="224">
                  <c:v>0</c:v>
                </c:pt>
                <c:pt idx="225">
                  <c:v>0</c:v>
                </c:pt>
                <c:pt idx="226">
                  <c:v>0</c:v>
                </c:pt>
                <c:pt idx="227">
                  <c:v>0</c:v>
                </c:pt>
                <c:pt idx="228">
                  <c:v>0</c:v>
                </c:pt>
                <c:pt idx="229">
                  <c:v>0</c:v>
                </c:pt>
                <c:pt idx="230">
                  <c:v>1.8920258109999999</c:v>
                </c:pt>
                <c:pt idx="231">
                  <c:v>0</c:v>
                </c:pt>
                <c:pt idx="232">
                  <c:v>5.1150212279999998</c:v>
                </c:pt>
                <c:pt idx="233">
                  <c:v>7.6765978129999999</c:v>
                </c:pt>
                <c:pt idx="234">
                  <c:v>0</c:v>
                </c:pt>
                <c:pt idx="235">
                  <c:v>0</c:v>
                </c:pt>
                <c:pt idx="236">
                  <c:v>0</c:v>
                </c:pt>
                <c:pt idx="237">
                  <c:v>0</c:v>
                </c:pt>
                <c:pt idx="238">
                  <c:v>0</c:v>
                </c:pt>
                <c:pt idx="239">
                  <c:v>0</c:v>
                </c:pt>
                <c:pt idx="240">
                  <c:v>0</c:v>
                </c:pt>
                <c:pt idx="241">
                  <c:v>0</c:v>
                </c:pt>
                <c:pt idx="242">
                  <c:v>0</c:v>
                </c:pt>
                <c:pt idx="243">
                  <c:v>0</c:v>
                </c:pt>
                <c:pt idx="244">
                  <c:v>0</c:v>
                </c:pt>
                <c:pt idx="245">
                  <c:v>1.386565571</c:v>
                </c:pt>
                <c:pt idx="246">
                  <c:v>0</c:v>
                </c:pt>
                <c:pt idx="247">
                  <c:v>1.4249071680000001</c:v>
                </c:pt>
                <c:pt idx="248">
                  <c:v>5.9031200830000001</c:v>
                </c:pt>
                <c:pt idx="249">
                  <c:v>0</c:v>
                </c:pt>
                <c:pt idx="250">
                  <c:v>0</c:v>
                </c:pt>
                <c:pt idx="251">
                  <c:v>0</c:v>
                </c:pt>
                <c:pt idx="252">
                  <c:v>0</c:v>
                </c:pt>
                <c:pt idx="253">
                  <c:v>0</c:v>
                </c:pt>
                <c:pt idx="254">
                  <c:v>0</c:v>
                </c:pt>
                <c:pt idx="255">
                  <c:v>0</c:v>
                </c:pt>
                <c:pt idx="256">
                  <c:v>0</c:v>
                </c:pt>
                <c:pt idx="257">
                  <c:v>1.3375857920000001</c:v>
                </c:pt>
                <c:pt idx="258">
                  <c:v>0</c:v>
                </c:pt>
                <c:pt idx="259">
                  <c:v>0</c:v>
                </c:pt>
                <c:pt idx="260">
                  <c:v>0</c:v>
                </c:pt>
                <c:pt idx="261">
                  <c:v>0</c:v>
                </c:pt>
                <c:pt idx="262">
                  <c:v>0</c:v>
                </c:pt>
                <c:pt idx="263">
                  <c:v>0</c:v>
                </c:pt>
                <c:pt idx="264">
                  <c:v>0</c:v>
                </c:pt>
                <c:pt idx="265">
                  <c:v>0</c:v>
                </c:pt>
                <c:pt idx="266">
                  <c:v>0</c:v>
                </c:pt>
                <c:pt idx="267">
                  <c:v>0.245650234</c:v>
                </c:pt>
                <c:pt idx="268">
                  <c:v>0</c:v>
                </c:pt>
                <c:pt idx="269">
                  <c:v>2.5089299999999999</c:v>
                </c:pt>
                <c:pt idx="270">
                  <c:v>6.4009518749999996</c:v>
                </c:pt>
                <c:pt idx="271">
                  <c:v>2.513150011</c:v>
                </c:pt>
                <c:pt idx="272">
                  <c:v>0</c:v>
                </c:pt>
                <c:pt idx="273">
                  <c:v>0.30046356499999999</c:v>
                </c:pt>
                <c:pt idx="274">
                  <c:v>0</c:v>
                </c:pt>
                <c:pt idx="275">
                  <c:v>3.8712124160000001</c:v>
                </c:pt>
                <c:pt idx="276">
                  <c:v>2.3886131690000001</c:v>
                </c:pt>
                <c:pt idx="277">
                  <c:v>0</c:v>
                </c:pt>
                <c:pt idx="278">
                  <c:v>0</c:v>
                </c:pt>
                <c:pt idx="279">
                  <c:v>5.9712072469999997</c:v>
                </c:pt>
                <c:pt idx="280">
                  <c:v>6.2353480040000004</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5.7700518750000001</c:v>
                </c:pt>
                <c:pt idx="296">
                  <c:v>4.2203329070000004</c:v>
                </c:pt>
                <c:pt idx="297">
                  <c:v>0</c:v>
                </c:pt>
                <c:pt idx="298">
                  <c:v>0</c:v>
                </c:pt>
                <c:pt idx="299">
                  <c:v>0</c:v>
                </c:pt>
                <c:pt idx="300">
                  <c:v>0</c:v>
                </c:pt>
                <c:pt idx="301">
                  <c:v>0</c:v>
                </c:pt>
                <c:pt idx="302">
                  <c:v>0</c:v>
                </c:pt>
                <c:pt idx="303">
                  <c:v>0</c:v>
                </c:pt>
                <c:pt idx="304">
                  <c:v>0</c:v>
                </c:pt>
                <c:pt idx="305">
                  <c:v>9.5118527779999997</c:v>
                </c:pt>
                <c:pt idx="306">
                  <c:v>3.1193091320000002</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5.3595899999999999</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0.60660292900000001</c:v>
                </c:pt>
                <c:pt idx="384">
                  <c:v>0</c:v>
                </c:pt>
                <c:pt idx="385">
                  <c:v>0</c:v>
                </c:pt>
                <c:pt idx="386">
                  <c:v>0</c:v>
                </c:pt>
                <c:pt idx="387">
                  <c:v>0</c:v>
                </c:pt>
                <c:pt idx="388">
                  <c:v>0</c:v>
                </c:pt>
                <c:pt idx="389">
                  <c:v>0</c:v>
                </c:pt>
                <c:pt idx="390">
                  <c:v>2.3037974999999999</c:v>
                </c:pt>
                <c:pt idx="391">
                  <c:v>0</c:v>
                </c:pt>
                <c:pt idx="392">
                  <c:v>6.7444484950000003</c:v>
                </c:pt>
                <c:pt idx="393">
                  <c:v>2.0549903519999999</c:v>
                </c:pt>
                <c:pt idx="394">
                  <c:v>2.1156584949999999</c:v>
                </c:pt>
                <c:pt idx="395">
                  <c:v>0</c:v>
                </c:pt>
                <c:pt idx="396">
                  <c:v>0</c:v>
                </c:pt>
                <c:pt idx="397">
                  <c:v>0</c:v>
                </c:pt>
                <c:pt idx="398">
                  <c:v>0</c:v>
                </c:pt>
                <c:pt idx="399">
                  <c:v>0</c:v>
                </c:pt>
                <c:pt idx="400">
                  <c:v>0</c:v>
                </c:pt>
                <c:pt idx="401">
                  <c:v>0.17736766700000001</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11.339260100000001</c:v>
                </c:pt>
                <c:pt idx="430">
                  <c:v>1.2919018069999999</c:v>
                </c:pt>
                <c:pt idx="431">
                  <c:v>0</c:v>
                </c:pt>
                <c:pt idx="432">
                  <c:v>0</c:v>
                </c:pt>
                <c:pt idx="433">
                  <c:v>0</c:v>
                </c:pt>
                <c:pt idx="434">
                  <c:v>0</c:v>
                </c:pt>
                <c:pt idx="435">
                  <c:v>0</c:v>
                </c:pt>
                <c:pt idx="436">
                  <c:v>0</c:v>
                </c:pt>
                <c:pt idx="437">
                  <c:v>2.5859968090000001</c:v>
                </c:pt>
                <c:pt idx="438">
                  <c:v>0</c:v>
                </c:pt>
                <c:pt idx="439">
                  <c:v>0</c:v>
                </c:pt>
                <c:pt idx="440">
                  <c:v>0</c:v>
                </c:pt>
                <c:pt idx="441">
                  <c:v>0</c:v>
                </c:pt>
                <c:pt idx="442">
                  <c:v>0</c:v>
                </c:pt>
                <c:pt idx="443">
                  <c:v>0</c:v>
                </c:pt>
                <c:pt idx="444">
                  <c:v>0</c:v>
                </c:pt>
                <c:pt idx="445">
                  <c:v>0</c:v>
                </c:pt>
                <c:pt idx="446">
                  <c:v>0</c:v>
                </c:pt>
                <c:pt idx="447">
                  <c:v>0</c:v>
                </c:pt>
                <c:pt idx="448">
                  <c:v>0</c:v>
                </c:pt>
                <c:pt idx="449">
                  <c:v>9.3750408430000007</c:v>
                </c:pt>
                <c:pt idx="450">
                  <c:v>3.2561210620000001</c:v>
                </c:pt>
                <c:pt idx="451">
                  <c:v>0</c:v>
                </c:pt>
                <c:pt idx="452">
                  <c:v>0</c:v>
                </c:pt>
                <c:pt idx="453">
                  <c:v>0</c:v>
                </c:pt>
                <c:pt idx="454">
                  <c:v>0</c:v>
                </c:pt>
                <c:pt idx="455">
                  <c:v>0</c:v>
                </c:pt>
                <c:pt idx="456">
                  <c:v>0</c:v>
                </c:pt>
                <c:pt idx="457">
                  <c:v>0</c:v>
                </c:pt>
                <c:pt idx="458">
                  <c:v>0</c:v>
                </c:pt>
                <c:pt idx="459">
                  <c:v>2.6768229990000001</c:v>
                </c:pt>
                <c:pt idx="460">
                  <c:v>0</c:v>
                </c:pt>
                <c:pt idx="461">
                  <c:v>0</c:v>
                </c:pt>
                <c:pt idx="462">
                  <c:v>0</c:v>
                </c:pt>
                <c:pt idx="463">
                  <c:v>1.2326200979999999</c:v>
                </c:pt>
                <c:pt idx="464">
                  <c:v>0</c:v>
                </c:pt>
                <c:pt idx="465">
                  <c:v>0</c:v>
                </c:pt>
                <c:pt idx="466">
                  <c:v>0</c:v>
                </c:pt>
                <c:pt idx="467">
                  <c:v>0</c:v>
                </c:pt>
                <c:pt idx="468">
                  <c:v>0</c:v>
                </c:pt>
                <c:pt idx="469">
                  <c:v>0</c:v>
                </c:pt>
                <c:pt idx="470">
                  <c:v>0</c:v>
                </c:pt>
                <c:pt idx="471">
                  <c:v>0</c:v>
                </c:pt>
                <c:pt idx="472">
                  <c:v>0</c:v>
                </c:pt>
                <c:pt idx="473">
                  <c:v>8.5224855710000007</c:v>
                </c:pt>
                <c:pt idx="474">
                  <c:v>4.1086763340000001</c:v>
                </c:pt>
                <c:pt idx="475">
                  <c:v>0</c:v>
                </c:pt>
                <c:pt idx="476">
                  <c:v>0</c:v>
                </c:pt>
                <c:pt idx="477">
                  <c:v>0</c:v>
                </c:pt>
                <c:pt idx="478">
                  <c:v>0</c:v>
                </c:pt>
                <c:pt idx="479">
                  <c:v>0</c:v>
                </c:pt>
                <c:pt idx="480">
                  <c:v>0.54028897899999995</c:v>
                </c:pt>
                <c:pt idx="481">
                  <c:v>0</c:v>
                </c:pt>
                <c:pt idx="482">
                  <c:v>0</c:v>
                </c:pt>
                <c:pt idx="483">
                  <c:v>0</c:v>
                </c:pt>
                <c:pt idx="484">
                  <c:v>0</c:v>
                </c:pt>
                <c:pt idx="485">
                  <c:v>0</c:v>
                </c:pt>
                <c:pt idx="486">
                  <c:v>0</c:v>
                </c:pt>
                <c:pt idx="487">
                  <c:v>0</c:v>
                </c:pt>
                <c:pt idx="488">
                  <c:v>0.74858750699999999</c:v>
                </c:pt>
                <c:pt idx="489">
                  <c:v>1.9674590810000001</c:v>
                </c:pt>
                <c:pt idx="490">
                  <c:v>0</c:v>
                </c:pt>
                <c:pt idx="491">
                  <c:v>0</c:v>
                </c:pt>
                <c:pt idx="492">
                  <c:v>5.0869122109999996</c:v>
                </c:pt>
                <c:pt idx="493">
                  <c:v>0.393205376</c:v>
                </c:pt>
                <c:pt idx="494">
                  <c:v>0</c:v>
                </c:pt>
                <c:pt idx="495">
                  <c:v>2.1818146359999999</c:v>
                </c:pt>
                <c:pt idx="496">
                  <c:v>2.4585242699999998</c:v>
                </c:pt>
                <c:pt idx="497">
                  <c:v>5.1221806489999997</c:v>
                </c:pt>
                <c:pt idx="498">
                  <c:v>0.80867382899999996</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2.708614769</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7.4691365410000001</c:v>
                </c:pt>
                <c:pt idx="549">
                  <c:v>5.1620253629999997</c:v>
                </c:pt>
                <c:pt idx="550">
                  <c:v>0</c:v>
                </c:pt>
                <c:pt idx="551">
                  <c:v>0</c:v>
                </c:pt>
                <c:pt idx="552">
                  <c:v>0</c:v>
                </c:pt>
                <c:pt idx="553">
                  <c:v>0</c:v>
                </c:pt>
                <c:pt idx="554">
                  <c:v>0</c:v>
                </c:pt>
                <c:pt idx="555">
                  <c:v>0</c:v>
                </c:pt>
                <c:pt idx="556">
                  <c:v>1.1971906489999999</c:v>
                </c:pt>
                <c:pt idx="557">
                  <c:v>2.4250500000000001</c:v>
                </c:pt>
                <c:pt idx="558">
                  <c:v>5.1128099999999996</c:v>
                </c:pt>
                <c:pt idx="559">
                  <c:v>1.3812064719999999</c:v>
                </c:pt>
                <c:pt idx="560">
                  <c:v>0</c:v>
                </c:pt>
                <c:pt idx="561">
                  <c:v>0</c:v>
                </c:pt>
                <c:pt idx="562">
                  <c:v>0</c:v>
                </c:pt>
                <c:pt idx="563">
                  <c:v>0</c:v>
                </c:pt>
                <c:pt idx="564">
                  <c:v>0</c:v>
                </c:pt>
                <c:pt idx="565">
                  <c:v>0</c:v>
                </c:pt>
                <c:pt idx="566">
                  <c:v>0</c:v>
                </c:pt>
                <c:pt idx="567">
                  <c:v>0</c:v>
                </c:pt>
                <c:pt idx="568">
                  <c:v>2.295027546</c:v>
                </c:pt>
                <c:pt idx="569">
                  <c:v>8.7880490429999991</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0.81329342199999999</c:v>
                </c:pt>
                <c:pt idx="590">
                  <c:v>0</c:v>
                </c:pt>
                <c:pt idx="591">
                  <c:v>0.76584050299999995</c:v>
                </c:pt>
                <c:pt idx="592">
                  <c:v>0</c:v>
                </c:pt>
                <c:pt idx="593">
                  <c:v>0</c:v>
                </c:pt>
                <c:pt idx="594">
                  <c:v>0</c:v>
                </c:pt>
                <c:pt idx="595">
                  <c:v>0</c:v>
                </c:pt>
                <c:pt idx="596">
                  <c:v>0</c:v>
                </c:pt>
                <c:pt idx="597">
                  <c:v>0</c:v>
                </c:pt>
                <c:pt idx="598">
                  <c:v>0</c:v>
                </c:pt>
                <c:pt idx="599">
                  <c:v>0</c:v>
                </c:pt>
                <c:pt idx="600">
                  <c:v>0</c:v>
                </c:pt>
                <c:pt idx="601">
                  <c:v>0</c:v>
                </c:pt>
                <c:pt idx="602">
                  <c:v>0</c:v>
                </c:pt>
                <c:pt idx="603">
                  <c:v>0</c:v>
                </c:pt>
                <c:pt idx="604">
                  <c:v>0.109645429</c:v>
                </c:pt>
                <c:pt idx="605">
                  <c:v>0</c:v>
                </c:pt>
                <c:pt idx="606">
                  <c:v>4.8914999999999997</c:v>
                </c:pt>
                <c:pt idx="607">
                  <c:v>4.3627500000000001</c:v>
                </c:pt>
                <c:pt idx="608">
                  <c:v>0.36986667299999998</c:v>
                </c:pt>
                <c:pt idx="609">
                  <c:v>0</c:v>
                </c:pt>
                <c:pt idx="610">
                  <c:v>0</c:v>
                </c:pt>
                <c:pt idx="611">
                  <c:v>0</c:v>
                </c:pt>
                <c:pt idx="612">
                  <c:v>0</c:v>
                </c:pt>
                <c:pt idx="613">
                  <c:v>0</c:v>
                </c:pt>
                <c:pt idx="614">
                  <c:v>0</c:v>
                </c:pt>
                <c:pt idx="615">
                  <c:v>0</c:v>
                </c:pt>
                <c:pt idx="616">
                  <c:v>7.1346059149999999</c:v>
                </c:pt>
                <c:pt idx="617">
                  <c:v>5.4965604179999996</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4.6773108429999999</c:v>
                </c:pt>
                <c:pt idx="632">
                  <c:v>0</c:v>
                </c:pt>
                <c:pt idx="633">
                  <c:v>0</c:v>
                </c:pt>
                <c:pt idx="634">
                  <c:v>2.4811488850000001</c:v>
                </c:pt>
                <c:pt idx="635">
                  <c:v>3.910175009</c:v>
                </c:pt>
                <c:pt idx="636">
                  <c:v>0</c:v>
                </c:pt>
                <c:pt idx="637">
                  <c:v>4.1821903919999999</c:v>
                </c:pt>
                <c:pt idx="638">
                  <c:v>0</c:v>
                </c:pt>
                <c:pt idx="639">
                  <c:v>0</c:v>
                </c:pt>
                <c:pt idx="640">
                  <c:v>0</c:v>
                </c:pt>
                <c:pt idx="641">
                  <c:v>0</c:v>
                </c:pt>
                <c:pt idx="642">
                  <c:v>0</c:v>
                </c:pt>
                <c:pt idx="643">
                  <c:v>0</c:v>
                </c:pt>
                <c:pt idx="644">
                  <c:v>7.250512778</c:v>
                </c:pt>
                <c:pt idx="645">
                  <c:v>3.0244979430000001</c:v>
                </c:pt>
                <c:pt idx="646">
                  <c:v>0</c:v>
                </c:pt>
                <c:pt idx="647">
                  <c:v>0</c:v>
                </c:pt>
                <c:pt idx="648">
                  <c:v>0</c:v>
                </c:pt>
                <c:pt idx="649">
                  <c:v>0</c:v>
                </c:pt>
                <c:pt idx="650">
                  <c:v>1.4452409559999999</c:v>
                </c:pt>
                <c:pt idx="651">
                  <c:v>1.707412361</c:v>
                </c:pt>
                <c:pt idx="652">
                  <c:v>0</c:v>
                </c:pt>
                <c:pt idx="653">
                  <c:v>0</c:v>
                </c:pt>
                <c:pt idx="654">
                  <c:v>0</c:v>
                </c:pt>
                <c:pt idx="655">
                  <c:v>0</c:v>
                </c:pt>
                <c:pt idx="656">
                  <c:v>2.7677236409999999</c:v>
                </c:pt>
                <c:pt idx="657">
                  <c:v>0</c:v>
                </c:pt>
                <c:pt idx="658">
                  <c:v>0</c:v>
                </c:pt>
                <c:pt idx="659">
                  <c:v>0</c:v>
                </c:pt>
                <c:pt idx="660">
                  <c:v>0</c:v>
                </c:pt>
                <c:pt idx="661">
                  <c:v>0</c:v>
                </c:pt>
                <c:pt idx="662">
                  <c:v>0</c:v>
                </c:pt>
                <c:pt idx="663">
                  <c:v>0</c:v>
                </c:pt>
                <c:pt idx="664">
                  <c:v>0</c:v>
                </c:pt>
                <c:pt idx="665">
                  <c:v>9.0082154289999998</c:v>
                </c:pt>
                <c:pt idx="666">
                  <c:v>0</c:v>
                </c:pt>
                <c:pt idx="667">
                  <c:v>0</c:v>
                </c:pt>
                <c:pt idx="668">
                  <c:v>14.339896510000001</c:v>
                </c:pt>
                <c:pt idx="669">
                  <c:v>0</c:v>
                </c:pt>
                <c:pt idx="670">
                  <c:v>0</c:v>
                </c:pt>
                <c:pt idx="671">
                  <c:v>0</c:v>
                </c:pt>
                <c:pt idx="672">
                  <c:v>1.249297594</c:v>
                </c:pt>
                <c:pt idx="673">
                  <c:v>0</c:v>
                </c:pt>
                <c:pt idx="674">
                  <c:v>0</c:v>
                </c:pt>
                <c:pt idx="675">
                  <c:v>0</c:v>
                </c:pt>
                <c:pt idx="676">
                  <c:v>0.62390095599999995</c:v>
                </c:pt>
                <c:pt idx="677">
                  <c:v>0</c:v>
                </c:pt>
                <c:pt idx="678">
                  <c:v>3.0748661240000001</c:v>
                </c:pt>
                <c:pt idx="679">
                  <c:v>0</c:v>
                </c:pt>
                <c:pt idx="680">
                  <c:v>0</c:v>
                </c:pt>
                <c:pt idx="681">
                  <c:v>0</c:v>
                </c:pt>
                <c:pt idx="682">
                  <c:v>0</c:v>
                </c:pt>
                <c:pt idx="683">
                  <c:v>0</c:v>
                </c:pt>
                <c:pt idx="684">
                  <c:v>0</c:v>
                </c:pt>
                <c:pt idx="685">
                  <c:v>0</c:v>
                </c:pt>
                <c:pt idx="686">
                  <c:v>0</c:v>
                </c:pt>
                <c:pt idx="687">
                  <c:v>0</c:v>
                </c:pt>
                <c:pt idx="688">
                  <c:v>0</c:v>
                </c:pt>
                <c:pt idx="689">
                  <c:v>7.0733366479999997</c:v>
                </c:pt>
                <c:pt idx="690">
                  <c:v>5.5578252570000002</c:v>
                </c:pt>
                <c:pt idx="691">
                  <c:v>0</c:v>
                </c:pt>
                <c:pt idx="692">
                  <c:v>0</c:v>
                </c:pt>
                <c:pt idx="693">
                  <c:v>0</c:v>
                </c:pt>
                <c:pt idx="694">
                  <c:v>0</c:v>
                </c:pt>
                <c:pt idx="695">
                  <c:v>0</c:v>
                </c:pt>
                <c:pt idx="696">
                  <c:v>0</c:v>
                </c:pt>
                <c:pt idx="697">
                  <c:v>0</c:v>
                </c:pt>
                <c:pt idx="698">
                  <c:v>0</c:v>
                </c:pt>
                <c:pt idx="699">
                  <c:v>0</c:v>
                </c:pt>
                <c:pt idx="700">
                  <c:v>0</c:v>
                </c:pt>
                <c:pt idx="701">
                  <c:v>0</c:v>
                </c:pt>
                <c:pt idx="702">
                  <c:v>7.2514799999999999</c:v>
                </c:pt>
                <c:pt idx="703">
                  <c:v>0</c:v>
                </c:pt>
                <c:pt idx="704">
                  <c:v>0</c:v>
                </c:pt>
                <c:pt idx="705">
                  <c:v>0</c:v>
                </c:pt>
                <c:pt idx="706">
                  <c:v>0</c:v>
                </c:pt>
                <c:pt idx="707">
                  <c:v>0</c:v>
                </c:pt>
                <c:pt idx="708">
                  <c:v>0</c:v>
                </c:pt>
                <c:pt idx="709">
                  <c:v>0</c:v>
                </c:pt>
                <c:pt idx="710">
                  <c:v>0</c:v>
                </c:pt>
                <c:pt idx="711">
                  <c:v>0</c:v>
                </c:pt>
                <c:pt idx="712">
                  <c:v>0</c:v>
                </c:pt>
                <c:pt idx="713">
                  <c:v>11.8258001</c:v>
                </c:pt>
                <c:pt idx="714">
                  <c:v>0.80536180700000004</c:v>
                </c:pt>
                <c:pt idx="715">
                  <c:v>0</c:v>
                </c:pt>
                <c:pt idx="716">
                  <c:v>3.7691681999999997E-2</c:v>
                </c:pt>
                <c:pt idx="717">
                  <c:v>0</c:v>
                </c:pt>
                <c:pt idx="718">
                  <c:v>3.9659116769999998</c:v>
                </c:pt>
                <c:pt idx="719">
                  <c:v>0</c:v>
                </c:pt>
                <c:pt idx="720">
                  <c:v>0</c:v>
                </c:pt>
                <c:pt idx="721">
                  <c:v>0.34620198000000002</c:v>
                </c:pt>
                <c:pt idx="722">
                  <c:v>0</c:v>
                </c:pt>
                <c:pt idx="723">
                  <c:v>0</c:v>
                </c:pt>
                <c:pt idx="724">
                  <c:v>1.61856</c:v>
                </c:pt>
                <c:pt idx="725">
                  <c:v>0.17539009799999999</c:v>
                </c:pt>
                <c:pt idx="726">
                  <c:v>3.3504112689999999</c:v>
                </c:pt>
                <c:pt idx="727">
                  <c:v>0</c:v>
                </c:pt>
                <c:pt idx="728">
                  <c:v>0</c:v>
                </c:pt>
                <c:pt idx="729">
                  <c:v>0</c:v>
                </c:pt>
                <c:pt idx="730">
                  <c:v>0</c:v>
                </c:pt>
                <c:pt idx="731">
                  <c:v>0</c:v>
                </c:pt>
                <c:pt idx="732">
                  <c:v>0</c:v>
                </c:pt>
                <c:pt idx="733">
                  <c:v>0</c:v>
                </c:pt>
                <c:pt idx="734">
                  <c:v>0</c:v>
                </c:pt>
                <c:pt idx="735">
                  <c:v>7.0383541369999998</c:v>
                </c:pt>
                <c:pt idx="736">
                  <c:v>0</c:v>
                </c:pt>
                <c:pt idx="737">
                  <c:v>0</c:v>
                </c:pt>
                <c:pt idx="738">
                  <c:v>6.1044585229999999</c:v>
                </c:pt>
                <c:pt idx="739">
                  <c:v>6.5397034180000002</c:v>
                </c:pt>
                <c:pt idx="740">
                  <c:v>0</c:v>
                </c:pt>
                <c:pt idx="741">
                  <c:v>0</c:v>
                </c:pt>
                <c:pt idx="742">
                  <c:v>0</c:v>
                </c:pt>
                <c:pt idx="743">
                  <c:v>0</c:v>
                </c:pt>
                <c:pt idx="744">
                  <c:v>0.51060931799999998</c:v>
                </c:pt>
                <c:pt idx="745">
                  <c:v>0</c:v>
                </c:pt>
                <c:pt idx="746">
                  <c:v>0</c:v>
                </c:pt>
                <c:pt idx="747">
                  <c:v>2.0397479239999998</c:v>
                </c:pt>
                <c:pt idx="748">
                  <c:v>0</c:v>
                </c:pt>
                <c:pt idx="749">
                  <c:v>0</c:v>
                </c:pt>
                <c:pt idx="750">
                  <c:v>2.0497934710000001</c:v>
                </c:pt>
                <c:pt idx="751">
                  <c:v>3.1058052169999999</c:v>
                </c:pt>
                <c:pt idx="752">
                  <c:v>0</c:v>
                </c:pt>
                <c:pt idx="753">
                  <c:v>0</c:v>
                </c:pt>
                <c:pt idx="754">
                  <c:v>0</c:v>
                </c:pt>
                <c:pt idx="755">
                  <c:v>0</c:v>
                </c:pt>
                <c:pt idx="756">
                  <c:v>0</c:v>
                </c:pt>
                <c:pt idx="757">
                  <c:v>0.43106271800000001</c:v>
                </c:pt>
                <c:pt idx="758">
                  <c:v>0</c:v>
                </c:pt>
                <c:pt idx="759">
                  <c:v>0</c:v>
                </c:pt>
                <c:pt idx="760">
                  <c:v>0</c:v>
                </c:pt>
                <c:pt idx="761">
                  <c:v>0</c:v>
                </c:pt>
                <c:pt idx="762">
                  <c:v>7.1007043449999996</c:v>
                </c:pt>
                <c:pt idx="763">
                  <c:v>5.530541414</c:v>
                </c:pt>
                <c:pt idx="764">
                  <c:v>0</c:v>
                </c:pt>
                <c:pt idx="765">
                  <c:v>0.69483049900000005</c:v>
                </c:pt>
                <c:pt idx="766">
                  <c:v>0</c:v>
                </c:pt>
                <c:pt idx="767">
                  <c:v>0</c:v>
                </c:pt>
                <c:pt idx="768">
                  <c:v>0</c:v>
                </c:pt>
                <c:pt idx="769">
                  <c:v>0</c:v>
                </c:pt>
                <c:pt idx="770">
                  <c:v>0</c:v>
                </c:pt>
                <c:pt idx="771">
                  <c:v>0</c:v>
                </c:pt>
                <c:pt idx="772">
                  <c:v>0</c:v>
                </c:pt>
                <c:pt idx="773">
                  <c:v>0</c:v>
                </c:pt>
                <c:pt idx="774">
                  <c:v>0</c:v>
                </c:pt>
                <c:pt idx="775">
                  <c:v>0.60236904300000005</c:v>
                </c:pt>
                <c:pt idx="776">
                  <c:v>6.1879361880000001</c:v>
                </c:pt>
                <c:pt idx="777">
                  <c:v>0</c:v>
                </c:pt>
                <c:pt idx="778">
                  <c:v>0</c:v>
                </c:pt>
                <c:pt idx="779">
                  <c:v>0</c:v>
                </c:pt>
                <c:pt idx="780">
                  <c:v>0</c:v>
                </c:pt>
                <c:pt idx="781">
                  <c:v>0</c:v>
                </c:pt>
                <c:pt idx="782">
                  <c:v>0</c:v>
                </c:pt>
                <c:pt idx="783">
                  <c:v>0</c:v>
                </c:pt>
                <c:pt idx="784">
                  <c:v>0</c:v>
                </c:pt>
                <c:pt idx="785">
                  <c:v>5.9483219729999997</c:v>
                </c:pt>
                <c:pt idx="786">
                  <c:v>1.2140465410000001</c:v>
                </c:pt>
                <c:pt idx="787">
                  <c:v>4.3544913980000004</c:v>
                </c:pt>
                <c:pt idx="788">
                  <c:v>0</c:v>
                </c:pt>
                <c:pt idx="789">
                  <c:v>0</c:v>
                </c:pt>
                <c:pt idx="790">
                  <c:v>0</c:v>
                </c:pt>
                <c:pt idx="791">
                  <c:v>0</c:v>
                </c:pt>
                <c:pt idx="792">
                  <c:v>0</c:v>
                </c:pt>
                <c:pt idx="793">
                  <c:v>0</c:v>
                </c:pt>
                <c:pt idx="794">
                  <c:v>0</c:v>
                </c:pt>
                <c:pt idx="795">
                  <c:v>0</c:v>
                </c:pt>
                <c:pt idx="796">
                  <c:v>0</c:v>
                </c:pt>
                <c:pt idx="797">
                  <c:v>0</c:v>
                </c:pt>
                <c:pt idx="798">
                  <c:v>0</c:v>
                </c:pt>
                <c:pt idx="799">
                  <c:v>3.0962912039999999</c:v>
                </c:pt>
                <c:pt idx="800">
                  <c:v>0</c:v>
                </c:pt>
                <c:pt idx="801">
                  <c:v>0</c:v>
                </c:pt>
                <c:pt idx="802">
                  <c:v>0</c:v>
                </c:pt>
                <c:pt idx="803">
                  <c:v>0</c:v>
                </c:pt>
                <c:pt idx="804">
                  <c:v>0</c:v>
                </c:pt>
                <c:pt idx="805">
                  <c:v>0</c:v>
                </c:pt>
                <c:pt idx="806">
                  <c:v>0</c:v>
                </c:pt>
                <c:pt idx="807">
                  <c:v>0</c:v>
                </c:pt>
                <c:pt idx="808">
                  <c:v>0</c:v>
                </c:pt>
                <c:pt idx="809">
                  <c:v>4.9123906489999998</c:v>
                </c:pt>
                <c:pt idx="810">
                  <c:v>1.9846970639999999</c:v>
                </c:pt>
                <c:pt idx="811">
                  <c:v>4.5679756290000002</c:v>
                </c:pt>
                <c:pt idx="812">
                  <c:v>0</c:v>
                </c:pt>
                <c:pt idx="813">
                  <c:v>0</c:v>
                </c:pt>
                <c:pt idx="814">
                  <c:v>0</c:v>
                </c:pt>
                <c:pt idx="815">
                  <c:v>1.614730234</c:v>
                </c:pt>
                <c:pt idx="816">
                  <c:v>0.41584497999999998</c:v>
                </c:pt>
                <c:pt idx="817">
                  <c:v>0</c:v>
                </c:pt>
                <c:pt idx="818">
                  <c:v>0</c:v>
                </c:pt>
                <c:pt idx="819">
                  <c:v>0</c:v>
                </c:pt>
                <c:pt idx="820">
                  <c:v>0</c:v>
                </c:pt>
                <c:pt idx="821">
                  <c:v>0</c:v>
                </c:pt>
                <c:pt idx="822">
                  <c:v>0</c:v>
                </c:pt>
                <c:pt idx="823">
                  <c:v>2.6474392469999999</c:v>
                </c:pt>
                <c:pt idx="824">
                  <c:v>0</c:v>
                </c:pt>
                <c:pt idx="825">
                  <c:v>0</c:v>
                </c:pt>
                <c:pt idx="826">
                  <c:v>0</c:v>
                </c:pt>
                <c:pt idx="827">
                  <c:v>0</c:v>
                </c:pt>
                <c:pt idx="828">
                  <c:v>0</c:v>
                </c:pt>
                <c:pt idx="829">
                  <c:v>0</c:v>
                </c:pt>
                <c:pt idx="830">
                  <c:v>0</c:v>
                </c:pt>
                <c:pt idx="831">
                  <c:v>0</c:v>
                </c:pt>
                <c:pt idx="832">
                  <c:v>0</c:v>
                </c:pt>
                <c:pt idx="833">
                  <c:v>0</c:v>
                </c:pt>
                <c:pt idx="834">
                  <c:v>0</c:v>
                </c:pt>
                <c:pt idx="835">
                  <c:v>0.71789065699999999</c:v>
                </c:pt>
                <c:pt idx="836">
                  <c:v>11.913271249999999</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4.2608275979999997</c:v>
                </c:pt>
                <c:pt idx="858">
                  <c:v>8.3703343070000003</c:v>
                </c:pt>
                <c:pt idx="859">
                  <c:v>0</c:v>
                </c:pt>
                <c:pt idx="860">
                  <c:v>0</c:v>
                </c:pt>
                <c:pt idx="861">
                  <c:v>0.50508340799999996</c:v>
                </c:pt>
                <c:pt idx="862">
                  <c:v>0</c:v>
                </c:pt>
                <c:pt idx="863">
                  <c:v>0</c:v>
                </c:pt>
                <c:pt idx="864">
                  <c:v>2.08494</c:v>
                </c:pt>
                <c:pt idx="865">
                  <c:v>0</c:v>
                </c:pt>
                <c:pt idx="866">
                  <c:v>0</c:v>
                </c:pt>
                <c:pt idx="867">
                  <c:v>0</c:v>
                </c:pt>
                <c:pt idx="868">
                  <c:v>0</c:v>
                </c:pt>
                <c:pt idx="869">
                  <c:v>3.8055599999999998</c:v>
                </c:pt>
                <c:pt idx="870">
                  <c:v>5.4835409559999997</c:v>
                </c:pt>
                <c:pt idx="871">
                  <c:v>2.1213758330000001</c:v>
                </c:pt>
                <c:pt idx="872">
                  <c:v>0</c:v>
                </c:pt>
                <c:pt idx="873">
                  <c:v>0</c:v>
                </c:pt>
                <c:pt idx="874">
                  <c:v>0</c:v>
                </c:pt>
                <c:pt idx="875">
                  <c:v>0</c:v>
                </c:pt>
                <c:pt idx="876">
                  <c:v>0</c:v>
                </c:pt>
                <c:pt idx="877">
                  <c:v>0</c:v>
                </c:pt>
                <c:pt idx="878">
                  <c:v>0</c:v>
                </c:pt>
                <c:pt idx="879">
                  <c:v>0</c:v>
                </c:pt>
                <c:pt idx="880">
                  <c:v>0</c:v>
                </c:pt>
                <c:pt idx="881">
                  <c:v>11.3881076</c:v>
                </c:pt>
                <c:pt idx="882">
                  <c:v>0</c:v>
                </c:pt>
                <c:pt idx="883">
                  <c:v>0</c:v>
                </c:pt>
                <c:pt idx="884">
                  <c:v>0</c:v>
                </c:pt>
                <c:pt idx="885">
                  <c:v>5.54513458</c:v>
                </c:pt>
                <c:pt idx="886">
                  <c:v>0</c:v>
                </c:pt>
                <c:pt idx="887">
                  <c:v>0</c:v>
                </c:pt>
                <c:pt idx="888">
                  <c:v>0</c:v>
                </c:pt>
                <c:pt idx="889">
                  <c:v>0</c:v>
                </c:pt>
                <c:pt idx="890">
                  <c:v>0</c:v>
                </c:pt>
                <c:pt idx="891">
                  <c:v>0</c:v>
                </c:pt>
                <c:pt idx="892">
                  <c:v>0</c:v>
                </c:pt>
                <c:pt idx="893">
                  <c:v>0</c:v>
                </c:pt>
                <c:pt idx="894">
                  <c:v>2.2034808429999999</c:v>
                </c:pt>
                <c:pt idx="895">
                  <c:v>0</c:v>
                </c:pt>
                <c:pt idx="896">
                  <c:v>0</c:v>
                </c:pt>
                <c:pt idx="897">
                  <c:v>0</c:v>
                </c:pt>
                <c:pt idx="898">
                  <c:v>0</c:v>
                </c:pt>
                <c:pt idx="899">
                  <c:v>0</c:v>
                </c:pt>
                <c:pt idx="900">
                  <c:v>0</c:v>
                </c:pt>
                <c:pt idx="901">
                  <c:v>0</c:v>
                </c:pt>
                <c:pt idx="902">
                  <c:v>0</c:v>
                </c:pt>
                <c:pt idx="903">
                  <c:v>0</c:v>
                </c:pt>
                <c:pt idx="904">
                  <c:v>0</c:v>
                </c:pt>
                <c:pt idx="905">
                  <c:v>13.34385</c:v>
                </c:pt>
                <c:pt idx="906">
                  <c:v>0</c:v>
                </c:pt>
                <c:pt idx="907">
                  <c:v>0</c:v>
                </c:pt>
                <c:pt idx="908">
                  <c:v>0</c:v>
                </c:pt>
                <c:pt idx="909">
                  <c:v>0</c:v>
                </c:pt>
                <c:pt idx="910">
                  <c:v>0</c:v>
                </c:pt>
                <c:pt idx="911">
                  <c:v>0</c:v>
                </c:pt>
                <c:pt idx="912">
                  <c:v>0</c:v>
                </c:pt>
                <c:pt idx="913">
                  <c:v>0</c:v>
                </c:pt>
                <c:pt idx="914">
                  <c:v>0</c:v>
                </c:pt>
                <c:pt idx="915">
                  <c:v>0</c:v>
                </c:pt>
                <c:pt idx="916">
                  <c:v>0</c:v>
                </c:pt>
                <c:pt idx="917">
                  <c:v>0</c:v>
                </c:pt>
                <c:pt idx="918">
                  <c:v>2.430460649</c:v>
                </c:pt>
                <c:pt idx="919">
                  <c:v>2.3215492470000001</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0.166431204</c:v>
                </c:pt>
                <c:pt idx="942">
                  <c:v>0</c:v>
                </c:pt>
                <c:pt idx="943">
                  <c:v>0</c:v>
                </c:pt>
                <c:pt idx="944">
                  <c:v>0</c:v>
                </c:pt>
                <c:pt idx="945">
                  <c:v>0</c:v>
                </c:pt>
                <c:pt idx="946">
                  <c:v>0</c:v>
                </c:pt>
                <c:pt idx="947">
                  <c:v>0</c:v>
                </c:pt>
                <c:pt idx="948">
                  <c:v>0</c:v>
                </c:pt>
                <c:pt idx="949">
                  <c:v>0</c:v>
                </c:pt>
                <c:pt idx="950">
                  <c:v>0</c:v>
                </c:pt>
                <c:pt idx="951">
                  <c:v>0</c:v>
                </c:pt>
                <c:pt idx="952">
                  <c:v>0</c:v>
                </c:pt>
                <c:pt idx="953">
                  <c:v>0</c:v>
                </c:pt>
                <c:pt idx="954">
                  <c:v>5.7220572509999998</c:v>
                </c:pt>
                <c:pt idx="955">
                  <c:v>6.2894172509999997</c:v>
                </c:pt>
                <c:pt idx="956">
                  <c:v>0</c:v>
                </c:pt>
                <c:pt idx="957">
                  <c:v>0</c:v>
                </c:pt>
                <c:pt idx="958">
                  <c:v>0</c:v>
                </c:pt>
                <c:pt idx="959">
                  <c:v>0</c:v>
                </c:pt>
                <c:pt idx="960">
                  <c:v>0</c:v>
                </c:pt>
                <c:pt idx="961">
                  <c:v>0</c:v>
                </c:pt>
                <c:pt idx="962">
                  <c:v>0</c:v>
                </c:pt>
                <c:pt idx="963">
                  <c:v>0.87246000000000001</c:v>
                </c:pt>
                <c:pt idx="964">
                  <c:v>2.1289723610000002</c:v>
                </c:pt>
                <c:pt idx="965">
                  <c:v>0</c:v>
                </c:pt>
                <c:pt idx="966">
                  <c:v>3.1283752929999999</c:v>
                </c:pt>
                <c:pt idx="967">
                  <c:v>0</c:v>
                </c:pt>
                <c:pt idx="968">
                  <c:v>0</c:v>
                </c:pt>
                <c:pt idx="969">
                  <c:v>0</c:v>
                </c:pt>
                <c:pt idx="970">
                  <c:v>0</c:v>
                </c:pt>
                <c:pt idx="971">
                  <c:v>0</c:v>
                </c:pt>
                <c:pt idx="972">
                  <c:v>0</c:v>
                </c:pt>
                <c:pt idx="973">
                  <c:v>0</c:v>
                </c:pt>
                <c:pt idx="974">
                  <c:v>0</c:v>
                </c:pt>
                <c:pt idx="975">
                  <c:v>0</c:v>
                </c:pt>
                <c:pt idx="976">
                  <c:v>0</c:v>
                </c:pt>
                <c:pt idx="977">
                  <c:v>0.38501822000000002</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1.719606779</c:v>
                </c:pt>
                <c:pt idx="1001">
                  <c:v>5.574436875</c:v>
                </c:pt>
                <c:pt idx="1002">
                  <c:v>4.011380494</c:v>
                </c:pt>
                <c:pt idx="1003">
                  <c:v>0</c:v>
                </c:pt>
                <c:pt idx="1004">
                  <c:v>0</c:v>
                </c:pt>
                <c:pt idx="1005">
                  <c:v>0</c:v>
                </c:pt>
                <c:pt idx="1006">
                  <c:v>0</c:v>
                </c:pt>
                <c:pt idx="1007">
                  <c:v>0</c:v>
                </c:pt>
                <c:pt idx="1008">
                  <c:v>0</c:v>
                </c:pt>
                <c:pt idx="1009">
                  <c:v>0</c:v>
                </c:pt>
                <c:pt idx="1010">
                  <c:v>0.595032793</c:v>
                </c:pt>
                <c:pt idx="1011">
                  <c:v>1.951766809</c:v>
                </c:pt>
                <c:pt idx="1012">
                  <c:v>0</c:v>
                </c:pt>
                <c:pt idx="1013">
                  <c:v>2.744741774</c:v>
                </c:pt>
                <c:pt idx="1014">
                  <c:v>0</c:v>
                </c:pt>
                <c:pt idx="1015">
                  <c:v>0</c:v>
                </c:pt>
                <c:pt idx="1016">
                  <c:v>0</c:v>
                </c:pt>
                <c:pt idx="1017">
                  <c:v>0</c:v>
                </c:pt>
                <c:pt idx="1018">
                  <c:v>0</c:v>
                </c:pt>
                <c:pt idx="1019">
                  <c:v>0</c:v>
                </c:pt>
                <c:pt idx="1020">
                  <c:v>0</c:v>
                </c:pt>
                <c:pt idx="1021">
                  <c:v>0</c:v>
                </c:pt>
                <c:pt idx="1022">
                  <c:v>0</c:v>
                </c:pt>
                <c:pt idx="1023">
                  <c:v>0</c:v>
                </c:pt>
                <c:pt idx="1024">
                  <c:v>0</c:v>
                </c:pt>
                <c:pt idx="1025">
                  <c:v>12.30714</c:v>
                </c:pt>
                <c:pt idx="1026">
                  <c:v>0</c:v>
                </c:pt>
                <c:pt idx="1027">
                  <c:v>0</c:v>
                </c:pt>
                <c:pt idx="1028">
                  <c:v>0</c:v>
                </c:pt>
                <c:pt idx="1029">
                  <c:v>6.5557318540000002</c:v>
                </c:pt>
                <c:pt idx="1030">
                  <c:v>3.4685506629999998</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10.16945456</c:v>
                </c:pt>
                <c:pt idx="1051">
                  <c:v>2.4617073409999999</c:v>
                </c:pt>
                <c:pt idx="1052">
                  <c:v>0</c:v>
                </c:pt>
                <c:pt idx="1053">
                  <c:v>1.0233614579999999</c:v>
                </c:pt>
                <c:pt idx="1054">
                  <c:v>0</c:v>
                </c:pt>
                <c:pt idx="1055">
                  <c:v>0</c:v>
                </c:pt>
                <c:pt idx="1056">
                  <c:v>0</c:v>
                </c:pt>
                <c:pt idx="1057">
                  <c:v>0</c:v>
                </c:pt>
                <c:pt idx="1058">
                  <c:v>0</c:v>
                </c:pt>
                <c:pt idx="1059">
                  <c:v>1.765286809</c:v>
                </c:pt>
                <c:pt idx="1060">
                  <c:v>2.7555299999999998</c:v>
                </c:pt>
                <c:pt idx="1061">
                  <c:v>3.24072</c:v>
                </c:pt>
                <c:pt idx="1062">
                  <c:v>2.366031204</c:v>
                </c:pt>
                <c:pt idx="1063">
                  <c:v>0</c:v>
                </c:pt>
                <c:pt idx="1064">
                  <c:v>0</c:v>
                </c:pt>
                <c:pt idx="1065">
                  <c:v>0</c:v>
                </c:pt>
                <c:pt idx="1066">
                  <c:v>0</c:v>
                </c:pt>
                <c:pt idx="1067">
                  <c:v>0</c:v>
                </c:pt>
                <c:pt idx="1068">
                  <c:v>0</c:v>
                </c:pt>
                <c:pt idx="1069">
                  <c:v>0</c:v>
                </c:pt>
                <c:pt idx="1070">
                  <c:v>0</c:v>
                </c:pt>
                <c:pt idx="1071">
                  <c:v>0</c:v>
                </c:pt>
                <c:pt idx="1072">
                  <c:v>0</c:v>
                </c:pt>
                <c:pt idx="1073">
                  <c:v>0</c:v>
                </c:pt>
                <c:pt idx="1074">
                  <c:v>0.63590468899999997</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1.8405865050000001</c:v>
                </c:pt>
                <c:pt idx="1120">
                  <c:v>8.2194641070000003</c:v>
                </c:pt>
                <c:pt idx="1121">
                  <c:v>0</c:v>
                </c:pt>
                <c:pt idx="1122">
                  <c:v>1.4808646409999999</c:v>
                </c:pt>
                <c:pt idx="1123">
                  <c:v>3.6613811000000003E-2</c:v>
                </c:pt>
                <c:pt idx="1124">
                  <c:v>0</c:v>
                </c:pt>
                <c:pt idx="1125">
                  <c:v>0</c:v>
                </c:pt>
                <c:pt idx="1126">
                  <c:v>0</c:v>
                </c:pt>
                <c:pt idx="1127">
                  <c:v>0</c:v>
                </c:pt>
                <c:pt idx="1128">
                  <c:v>0</c:v>
                </c:pt>
                <c:pt idx="1129">
                  <c:v>0</c:v>
                </c:pt>
                <c:pt idx="1130">
                  <c:v>0</c:v>
                </c:pt>
                <c:pt idx="1131">
                  <c:v>0</c:v>
                </c:pt>
                <c:pt idx="1132">
                  <c:v>1.9448368090000001</c:v>
                </c:pt>
                <c:pt idx="1133">
                  <c:v>0</c:v>
                </c:pt>
                <c:pt idx="1134">
                  <c:v>0</c:v>
                </c:pt>
                <c:pt idx="1135">
                  <c:v>2.029704583</c:v>
                </c:pt>
                <c:pt idx="1136">
                  <c:v>0</c:v>
                </c:pt>
                <c:pt idx="1137">
                  <c:v>0</c:v>
                </c:pt>
                <c:pt idx="1138">
                  <c:v>0</c:v>
                </c:pt>
                <c:pt idx="1139">
                  <c:v>0</c:v>
                </c:pt>
                <c:pt idx="1140">
                  <c:v>0</c:v>
                </c:pt>
                <c:pt idx="1141">
                  <c:v>1.00339684</c:v>
                </c:pt>
                <c:pt idx="1142">
                  <c:v>0</c:v>
                </c:pt>
                <c:pt idx="1143">
                  <c:v>3.98521357</c:v>
                </c:pt>
                <c:pt idx="1144">
                  <c:v>2.1994779699999998</c:v>
                </c:pt>
                <c:pt idx="1145">
                  <c:v>0</c:v>
                </c:pt>
                <c:pt idx="1146">
                  <c:v>6.2231306269999997</c:v>
                </c:pt>
                <c:pt idx="1147">
                  <c:v>0</c:v>
                </c:pt>
                <c:pt idx="1148">
                  <c:v>0</c:v>
                </c:pt>
                <c:pt idx="1149">
                  <c:v>0</c:v>
                </c:pt>
                <c:pt idx="1150">
                  <c:v>0</c:v>
                </c:pt>
                <c:pt idx="1151">
                  <c:v>0</c:v>
                </c:pt>
                <c:pt idx="1152">
                  <c:v>0</c:v>
                </c:pt>
                <c:pt idx="1153">
                  <c:v>0</c:v>
                </c:pt>
                <c:pt idx="1154">
                  <c:v>0</c:v>
                </c:pt>
                <c:pt idx="1155">
                  <c:v>0</c:v>
                </c:pt>
                <c:pt idx="1156">
                  <c:v>0</c:v>
                </c:pt>
                <c:pt idx="1157">
                  <c:v>1.5036692359999999</c:v>
                </c:pt>
                <c:pt idx="1158">
                  <c:v>4.1761518750000004</c:v>
                </c:pt>
                <c:pt idx="1159">
                  <c:v>0</c:v>
                </c:pt>
                <c:pt idx="1160">
                  <c:v>4.7604201120000003</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6.7624146530000004</c:v>
                </c:pt>
                <c:pt idx="1174">
                  <c:v>2.908837251</c:v>
                </c:pt>
                <c:pt idx="1175">
                  <c:v>0</c:v>
                </c:pt>
                <c:pt idx="1176">
                  <c:v>0</c:v>
                </c:pt>
                <c:pt idx="1177">
                  <c:v>0</c:v>
                </c:pt>
                <c:pt idx="1178">
                  <c:v>0</c:v>
                </c:pt>
                <c:pt idx="1179">
                  <c:v>1.524329861</c:v>
                </c:pt>
                <c:pt idx="1180">
                  <c:v>0</c:v>
                </c:pt>
                <c:pt idx="1181">
                  <c:v>0</c:v>
                </c:pt>
                <c:pt idx="1182">
                  <c:v>0</c:v>
                </c:pt>
                <c:pt idx="1183">
                  <c:v>0</c:v>
                </c:pt>
                <c:pt idx="1184">
                  <c:v>3.3055541270000002</c:v>
                </c:pt>
                <c:pt idx="1185">
                  <c:v>0</c:v>
                </c:pt>
                <c:pt idx="1186">
                  <c:v>0</c:v>
                </c:pt>
                <c:pt idx="1187">
                  <c:v>0</c:v>
                </c:pt>
                <c:pt idx="1188">
                  <c:v>0</c:v>
                </c:pt>
                <c:pt idx="1189">
                  <c:v>0</c:v>
                </c:pt>
                <c:pt idx="1190">
                  <c:v>0</c:v>
                </c:pt>
                <c:pt idx="1191">
                  <c:v>0</c:v>
                </c:pt>
                <c:pt idx="1192">
                  <c:v>0</c:v>
                </c:pt>
                <c:pt idx="1193">
                  <c:v>0</c:v>
                </c:pt>
                <c:pt idx="1194">
                  <c:v>3.1422188590000002</c:v>
                </c:pt>
                <c:pt idx="1195">
                  <c:v>5.516215571</c:v>
                </c:pt>
                <c:pt idx="1196">
                  <c:v>2.7181203229999999</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3.3088300980000001</c:v>
                </c:pt>
                <c:pt idx="1221">
                  <c:v>0</c:v>
                </c:pt>
                <c:pt idx="1222">
                  <c:v>7.85907</c:v>
                </c:pt>
                <c:pt idx="1223">
                  <c:v>0</c:v>
                </c:pt>
                <c:pt idx="1224">
                  <c:v>0</c:v>
                </c:pt>
                <c:pt idx="1225">
                  <c:v>0</c:v>
                </c:pt>
                <c:pt idx="1226">
                  <c:v>0.12012529299999999</c:v>
                </c:pt>
                <c:pt idx="1227">
                  <c:v>1.652636341</c:v>
                </c:pt>
                <c:pt idx="1228">
                  <c:v>0</c:v>
                </c:pt>
                <c:pt idx="1229">
                  <c:v>0</c:v>
                </c:pt>
                <c:pt idx="1230">
                  <c:v>0</c:v>
                </c:pt>
                <c:pt idx="1231">
                  <c:v>2.9999236919999999</c:v>
                </c:pt>
                <c:pt idx="1232">
                  <c:v>0</c:v>
                </c:pt>
                <c:pt idx="1233">
                  <c:v>0</c:v>
                </c:pt>
                <c:pt idx="1234">
                  <c:v>0</c:v>
                </c:pt>
                <c:pt idx="1235">
                  <c:v>0</c:v>
                </c:pt>
                <c:pt idx="1236">
                  <c:v>0</c:v>
                </c:pt>
                <c:pt idx="1237">
                  <c:v>0</c:v>
                </c:pt>
                <c:pt idx="1238">
                  <c:v>0</c:v>
                </c:pt>
                <c:pt idx="1239">
                  <c:v>0</c:v>
                </c:pt>
                <c:pt idx="1240">
                  <c:v>3.020649846</c:v>
                </c:pt>
                <c:pt idx="1241">
                  <c:v>9.4039870640000007</c:v>
                </c:pt>
                <c:pt idx="1242">
                  <c:v>0</c:v>
                </c:pt>
                <c:pt idx="1243">
                  <c:v>0</c:v>
                </c:pt>
                <c:pt idx="1244">
                  <c:v>0</c:v>
                </c:pt>
                <c:pt idx="1245">
                  <c:v>0</c:v>
                </c:pt>
                <c:pt idx="1246">
                  <c:v>1.1295984139999999</c:v>
                </c:pt>
                <c:pt idx="1247">
                  <c:v>0</c:v>
                </c:pt>
                <c:pt idx="1248">
                  <c:v>0</c:v>
                </c:pt>
                <c:pt idx="1249">
                  <c:v>0</c:v>
                </c:pt>
                <c:pt idx="1250">
                  <c:v>1.9261123609999999</c:v>
                </c:pt>
                <c:pt idx="1251">
                  <c:v>2.32884</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6.6283658619999999</c:v>
                </c:pt>
                <c:pt idx="1281">
                  <c:v>0</c:v>
                </c:pt>
                <c:pt idx="1282">
                  <c:v>0</c:v>
                </c:pt>
                <c:pt idx="1283">
                  <c:v>0</c:v>
                </c:pt>
                <c:pt idx="1284">
                  <c:v>0</c:v>
                </c:pt>
                <c:pt idx="1285">
                  <c:v>0</c:v>
                </c:pt>
                <c:pt idx="1286">
                  <c:v>0</c:v>
                </c:pt>
                <c:pt idx="1287">
                  <c:v>0</c:v>
                </c:pt>
                <c:pt idx="1288">
                  <c:v>5.9904839259999996</c:v>
                </c:pt>
                <c:pt idx="1289">
                  <c:v>3.208737449</c:v>
                </c:pt>
                <c:pt idx="1290">
                  <c:v>2.3197465369999999</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4.6595531640000001</c:v>
                </c:pt>
                <c:pt idx="1315">
                  <c:v>7.9716087409999998</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2.4484034710000002</c:v>
                </c:pt>
                <c:pt idx="1339">
                  <c:v>4.8781884140000003</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0.92882853799999998</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2.4230959099999998</c:v>
                </c:pt>
                <c:pt idx="1427">
                  <c:v>0</c:v>
                </c:pt>
                <c:pt idx="1428">
                  <c:v>0</c:v>
                </c:pt>
                <c:pt idx="1429">
                  <c:v>0</c:v>
                </c:pt>
                <c:pt idx="1430">
                  <c:v>0</c:v>
                </c:pt>
                <c:pt idx="1431">
                  <c:v>0</c:v>
                </c:pt>
                <c:pt idx="1432">
                  <c:v>2.4733403740000002</c:v>
                </c:pt>
                <c:pt idx="1433">
                  <c:v>0</c:v>
                </c:pt>
                <c:pt idx="1434">
                  <c:v>9.8581066390000007</c:v>
                </c:pt>
                <c:pt idx="1435">
                  <c:v>0</c:v>
                </c:pt>
                <c:pt idx="1436">
                  <c:v>0</c:v>
                </c:pt>
                <c:pt idx="1437">
                  <c:v>0</c:v>
                </c:pt>
                <c:pt idx="1438">
                  <c:v>0</c:v>
                </c:pt>
                <c:pt idx="1439">
                  <c:v>0</c:v>
                </c:pt>
                <c:pt idx="1440">
                  <c:v>0</c:v>
                </c:pt>
                <c:pt idx="1441">
                  <c:v>0</c:v>
                </c:pt>
                <c:pt idx="1442">
                  <c:v>0</c:v>
                </c:pt>
                <c:pt idx="1443">
                  <c:v>0</c:v>
                </c:pt>
                <c:pt idx="1444">
                  <c:v>0</c:v>
                </c:pt>
                <c:pt idx="1445">
                  <c:v>0</c:v>
                </c:pt>
                <c:pt idx="1446">
                  <c:v>4.6045800000000003</c:v>
                </c:pt>
                <c:pt idx="1447">
                  <c:v>5.3275128919999997</c:v>
                </c:pt>
                <c:pt idx="1448">
                  <c:v>0</c:v>
                </c:pt>
                <c:pt idx="1449">
                  <c:v>0</c:v>
                </c:pt>
                <c:pt idx="1450">
                  <c:v>0</c:v>
                </c:pt>
                <c:pt idx="1451">
                  <c:v>0</c:v>
                </c:pt>
                <c:pt idx="1452">
                  <c:v>0</c:v>
                </c:pt>
                <c:pt idx="1453">
                  <c:v>0</c:v>
                </c:pt>
                <c:pt idx="1454">
                  <c:v>0</c:v>
                </c:pt>
                <c:pt idx="1455">
                  <c:v>0</c:v>
                </c:pt>
                <c:pt idx="1456">
                  <c:v>0</c:v>
                </c:pt>
                <c:pt idx="1457">
                  <c:v>0</c:v>
                </c:pt>
                <c:pt idx="1458">
                  <c:v>3.1705900979999999</c:v>
                </c:pt>
                <c:pt idx="1459">
                  <c:v>9.4605718070000009</c:v>
                </c:pt>
                <c:pt idx="1460">
                  <c:v>0</c:v>
                </c:pt>
                <c:pt idx="1461">
                  <c:v>0</c:v>
                </c:pt>
                <c:pt idx="1462">
                  <c:v>0</c:v>
                </c:pt>
                <c:pt idx="1463">
                  <c:v>0</c:v>
                </c:pt>
                <c:pt idx="1464">
                  <c:v>0</c:v>
                </c:pt>
                <c:pt idx="1465">
                  <c:v>0</c:v>
                </c:pt>
                <c:pt idx="1466">
                  <c:v>0</c:v>
                </c:pt>
                <c:pt idx="1467">
                  <c:v>0</c:v>
                </c:pt>
                <c:pt idx="1468">
                  <c:v>0</c:v>
                </c:pt>
                <c:pt idx="1469">
                  <c:v>2.2024006489999999</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4.3589443540000001</c:v>
                </c:pt>
                <c:pt idx="1487">
                  <c:v>2.8618199999999998</c:v>
                </c:pt>
                <c:pt idx="1488">
                  <c:v>0</c:v>
                </c:pt>
                <c:pt idx="1489">
                  <c:v>0</c:v>
                </c:pt>
                <c:pt idx="1490">
                  <c:v>0</c:v>
                </c:pt>
                <c:pt idx="1491">
                  <c:v>2.3720400000000001</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5.0481794779999998</c:v>
                </c:pt>
                <c:pt idx="1505">
                  <c:v>7.5829824260000001</c:v>
                </c:pt>
                <c:pt idx="1506">
                  <c:v>0</c:v>
                </c:pt>
                <c:pt idx="1507">
                  <c:v>0</c:v>
                </c:pt>
                <c:pt idx="1508">
                  <c:v>0</c:v>
                </c:pt>
                <c:pt idx="1509">
                  <c:v>0</c:v>
                </c:pt>
                <c:pt idx="1510">
                  <c:v>0</c:v>
                </c:pt>
                <c:pt idx="1511">
                  <c:v>0</c:v>
                </c:pt>
                <c:pt idx="1512">
                  <c:v>0</c:v>
                </c:pt>
                <c:pt idx="1513">
                  <c:v>2.8595293000000001E-2</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1.247287998</c:v>
                </c:pt>
                <c:pt idx="1554">
                  <c:v>3.3213460399999999</c:v>
                </c:pt>
                <c:pt idx="1555">
                  <c:v>4.8234019840000002</c:v>
                </c:pt>
                <c:pt idx="1556">
                  <c:v>0.773953479</c:v>
                </c:pt>
                <c:pt idx="1557">
                  <c:v>0</c:v>
                </c:pt>
                <c:pt idx="1558">
                  <c:v>0</c:v>
                </c:pt>
                <c:pt idx="1559">
                  <c:v>0</c:v>
                </c:pt>
                <c:pt idx="1560">
                  <c:v>0</c:v>
                </c:pt>
                <c:pt idx="1561">
                  <c:v>0</c:v>
                </c:pt>
                <c:pt idx="1562">
                  <c:v>0</c:v>
                </c:pt>
                <c:pt idx="1563">
                  <c:v>0</c:v>
                </c:pt>
                <c:pt idx="1564">
                  <c:v>0</c:v>
                </c:pt>
                <c:pt idx="1565">
                  <c:v>0</c:v>
                </c:pt>
                <c:pt idx="1566">
                  <c:v>5.1666299999999996</c:v>
                </c:pt>
                <c:pt idx="1567">
                  <c:v>7.1569146410000002</c:v>
                </c:pt>
                <c:pt idx="1568">
                  <c:v>0</c:v>
                </c:pt>
                <c:pt idx="1569">
                  <c:v>0</c:v>
                </c:pt>
                <c:pt idx="1570">
                  <c:v>0</c:v>
                </c:pt>
                <c:pt idx="1571">
                  <c:v>0</c:v>
                </c:pt>
                <c:pt idx="1572">
                  <c:v>0</c:v>
                </c:pt>
                <c:pt idx="1573">
                  <c:v>0</c:v>
                </c:pt>
                <c:pt idx="1574">
                  <c:v>0</c:v>
                </c:pt>
                <c:pt idx="1575">
                  <c:v>0</c:v>
                </c:pt>
                <c:pt idx="1576">
                  <c:v>0</c:v>
                </c:pt>
                <c:pt idx="1577">
                  <c:v>0</c:v>
                </c:pt>
                <c:pt idx="1578">
                  <c:v>8.2286092469999996</c:v>
                </c:pt>
                <c:pt idx="1579">
                  <c:v>3.867861204</c:v>
                </c:pt>
                <c:pt idx="1580">
                  <c:v>0</c:v>
                </c:pt>
                <c:pt idx="1581">
                  <c:v>0</c:v>
                </c:pt>
                <c:pt idx="1582">
                  <c:v>0</c:v>
                </c:pt>
                <c:pt idx="1583">
                  <c:v>0</c:v>
                </c:pt>
                <c:pt idx="1584">
                  <c:v>0</c:v>
                </c:pt>
                <c:pt idx="1585">
                  <c:v>0.41168542899999999</c:v>
                </c:pt>
                <c:pt idx="1586">
                  <c:v>2.080546875</c:v>
                </c:pt>
                <c:pt idx="1587">
                  <c:v>0</c:v>
                </c:pt>
                <c:pt idx="1588">
                  <c:v>0</c:v>
                </c:pt>
                <c:pt idx="1589">
                  <c:v>0</c:v>
                </c:pt>
                <c:pt idx="1590">
                  <c:v>0</c:v>
                </c:pt>
                <c:pt idx="1591">
                  <c:v>0</c:v>
                </c:pt>
                <c:pt idx="1592">
                  <c:v>0</c:v>
                </c:pt>
                <c:pt idx="1593">
                  <c:v>3.1895762140000001</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1.2874645760000001</c:v>
                </c:pt>
                <c:pt idx="1625">
                  <c:v>3.858399999</c:v>
                </c:pt>
                <c:pt idx="1626">
                  <c:v>6.1379524630000004</c:v>
                </c:pt>
                <c:pt idx="1627">
                  <c:v>0</c:v>
                </c:pt>
                <c:pt idx="1628">
                  <c:v>0</c:v>
                </c:pt>
                <c:pt idx="1629">
                  <c:v>0</c:v>
                </c:pt>
                <c:pt idx="1630">
                  <c:v>0</c:v>
                </c:pt>
                <c:pt idx="1631">
                  <c:v>0</c:v>
                </c:pt>
                <c:pt idx="1632">
                  <c:v>0</c:v>
                </c:pt>
                <c:pt idx="1633">
                  <c:v>2.309905659</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5.7653270640000001</c:v>
                </c:pt>
                <c:pt idx="1652">
                  <c:v>1.492564641</c:v>
                </c:pt>
                <c:pt idx="1653">
                  <c:v>4.249818458</c:v>
                </c:pt>
                <c:pt idx="1654">
                  <c:v>0</c:v>
                </c:pt>
                <c:pt idx="1655">
                  <c:v>0</c:v>
                </c:pt>
                <c:pt idx="1656">
                  <c:v>0</c:v>
                </c:pt>
                <c:pt idx="1657">
                  <c:v>0</c:v>
                </c:pt>
                <c:pt idx="1658">
                  <c:v>0</c:v>
                </c:pt>
                <c:pt idx="1659">
                  <c:v>0</c:v>
                </c:pt>
                <c:pt idx="1660">
                  <c:v>0</c:v>
                </c:pt>
                <c:pt idx="1661">
                  <c:v>1.877515429</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1.5501431640000001</c:v>
                </c:pt>
                <c:pt idx="1678">
                  <c:v>0</c:v>
                </c:pt>
                <c:pt idx="1679">
                  <c:v>4.8496499999999996</c:v>
                </c:pt>
                <c:pt idx="1680">
                  <c:v>0.26851023400000001</c:v>
                </c:pt>
                <c:pt idx="1681">
                  <c:v>0</c:v>
                </c:pt>
                <c:pt idx="1682">
                  <c:v>0</c:v>
                </c:pt>
                <c:pt idx="1683">
                  <c:v>1.505396341</c:v>
                </c:pt>
                <c:pt idx="1684">
                  <c:v>0</c:v>
                </c:pt>
                <c:pt idx="1685">
                  <c:v>3.2866875000000002</c:v>
                </c:pt>
                <c:pt idx="1686">
                  <c:v>2.2545810679999998</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2.7552938039999999</c:v>
                </c:pt>
                <c:pt idx="1737">
                  <c:v>0</c:v>
                </c:pt>
                <c:pt idx="1738">
                  <c:v>0</c:v>
                </c:pt>
                <c:pt idx="1739">
                  <c:v>0</c:v>
                </c:pt>
                <c:pt idx="1740">
                  <c:v>0</c:v>
                </c:pt>
                <c:pt idx="1741">
                  <c:v>0</c:v>
                </c:pt>
                <c:pt idx="1742">
                  <c:v>0</c:v>
                </c:pt>
                <c:pt idx="1743">
                  <c:v>0</c:v>
                </c:pt>
                <c:pt idx="1744">
                  <c:v>0</c:v>
                </c:pt>
                <c:pt idx="1745">
                  <c:v>2.2503662819999999</c:v>
                </c:pt>
                <c:pt idx="1746">
                  <c:v>9.3839570640000005</c:v>
                </c:pt>
                <c:pt idx="1747">
                  <c:v>0</c:v>
                </c:pt>
                <c:pt idx="1748">
                  <c:v>0</c:v>
                </c:pt>
                <c:pt idx="1749">
                  <c:v>0</c:v>
                </c:pt>
                <c:pt idx="1750">
                  <c:v>0</c:v>
                </c:pt>
                <c:pt idx="1751">
                  <c:v>0</c:v>
                </c:pt>
                <c:pt idx="1752">
                  <c:v>0</c:v>
                </c:pt>
                <c:pt idx="1753">
                  <c:v>0</c:v>
                </c:pt>
                <c:pt idx="1754">
                  <c:v>0</c:v>
                </c:pt>
                <c:pt idx="1755">
                  <c:v>0</c:v>
                </c:pt>
                <c:pt idx="1756">
                  <c:v>1.1227499999999999</c:v>
                </c:pt>
                <c:pt idx="1757">
                  <c:v>3.9755699999999998</c:v>
                </c:pt>
                <c:pt idx="1758">
                  <c:v>5.2980299999999998</c:v>
                </c:pt>
                <c:pt idx="1759">
                  <c:v>0</c:v>
                </c:pt>
                <c:pt idx="1760">
                  <c:v>0</c:v>
                </c:pt>
                <c:pt idx="1761">
                  <c:v>0.85974452499999998</c:v>
                </c:pt>
                <c:pt idx="1762">
                  <c:v>0</c:v>
                </c:pt>
                <c:pt idx="1763">
                  <c:v>0</c:v>
                </c:pt>
                <c:pt idx="1764">
                  <c:v>0</c:v>
                </c:pt>
                <c:pt idx="1765">
                  <c:v>0</c:v>
                </c:pt>
                <c:pt idx="1766">
                  <c:v>0</c:v>
                </c:pt>
                <c:pt idx="1767">
                  <c:v>0</c:v>
                </c:pt>
                <c:pt idx="1768">
                  <c:v>0</c:v>
                </c:pt>
                <c:pt idx="1769">
                  <c:v>0</c:v>
                </c:pt>
                <c:pt idx="1770">
                  <c:v>7.3328260399999996</c:v>
                </c:pt>
                <c:pt idx="1771">
                  <c:v>5.2983358679999997</c:v>
                </c:pt>
                <c:pt idx="1772">
                  <c:v>0</c:v>
                </c:pt>
                <c:pt idx="1773">
                  <c:v>0</c:v>
                </c:pt>
                <c:pt idx="1774">
                  <c:v>0</c:v>
                </c:pt>
                <c:pt idx="1775">
                  <c:v>0</c:v>
                </c:pt>
                <c:pt idx="1776">
                  <c:v>0</c:v>
                </c:pt>
                <c:pt idx="1777">
                  <c:v>0</c:v>
                </c:pt>
                <c:pt idx="1778">
                  <c:v>0</c:v>
                </c:pt>
                <c:pt idx="1779">
                  <c:v>0</c:v>
                </c:pt>
                <c:pt idx="1780">
                  <c:v>1.9845900000000001</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3.4454950800000002</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7.3045557160000003</c:v>
                </c:pt>
                <c:pt idx="1818">
                  <c:v>0</c:v>
                </c:pt>
                <c:pt idx="1819">
                  <c:v>0</c:v>
                </c:pt>
                <c:pt idx="1820">
                  <c:v>0</c:v>
                </c:pt>
                <c:pt idx="1821">
                  <c:v>0.64781684500000003</c:v>
                </c:pt>
                <c:pt idx="1822">
                  <c:v>0</c:v>
                </c:pt>
                <c:pt idx="1823">
                  <c:v>0</c:v>
                </c:pt>
                <c:pt idx="1824">
                  <c:v>0</c:v>
                </c:pt>
                <c:pt idx="1825">
                  <c:v>0.83441236100000005</c:v>
                </c:pt>
                <c:pt idx="1826">
                  <c:v>2.0005199999999999</c:v>
                </c:pt>
                <c:pt idx="1827">
                  <c:v>0</c:v>
                </c:pt>
                <c:pt idx="1828">
                  <c:v>0</c:v>
                </c:pt>
                <c:pt idx="1829">
                  <c:v>2.0709900000000001</c:v>
                </c:pt>
                <c:pt idx="1830">
                  <c:v>0</c:v>
                </c:pt>
                <c:pt idx="1831">
                  <c:v>0</c:v>
                </c:pt>
                <c:pt idx="1832">
                  <c:v>0</c:v>
                </c:pt>
                <c:pt idx="1833">
                  <c:v>0</c:v>
                </c:pt>
                <c:pt idx="1834">
                  <c:v>0</c:v>
                </c:pt>
                <c:pt idx="1835">
                  <c:v>0</c:v>
                </c:pt>
                <c:pt idx="1836">
                  <c:v>0</c:v>
                </c:pt>
                <c:pt idx="1837">
                  <c:v>0</c:v>
                </c:pt>
                <c:pt idx="1838">
                  <c:v>0</c:v>
                </c:pt>
                <c:pt idx="1839">
                  <c:v>0</c:v>
                </c:pt>
                <c:pt idx="1840">
                  <c:v>0</c:v>
                </c:pt>
                <c:pt idx="1841">
                  <c:v>0.492192817</c:v>
                </c:pt>
                <c:pt idx="1842">
                  <c:v>8.8897608429999995</c:v>
                </c:pt>
                <c:pt idx="1843">
                  <c:v>1.351200374</c:v>
                </c:pt>
                <c:pt idx="1844">
                  <c:v>0</c:v>
                </c:pt>
                <c:pt idx="1845">
                  <c:v>0</c:v>
                </c:pt>
                <c:pt idx="1846">
                  <c:v>0</c:v>
                </c:pt>
                <c:pt idx="1847">
                  <c:v>0</c:v>
                </c:pt>
                <c:pt idx="1848">
                  <c:v>0</c:v>
                </c:pt>
                <c:pt idx="1849">
                  <c:v>1.1876963410000001</c:v>
                </c:pt>
                <c:pt idx="1850">
                  <c:v>0</c:v>
                </c:pt>
                <c:pt idx="1851">
                  <c:v>0</c:v>
                </c:pt>
                <c:pt idx="1852">
                  <c:v>0</c:v>
                </c:pt>
                <c:pt idx="1853">
                  <c:v>0</c:v>
                </c:pt>
                <c:pt idx="1854">
                  <c:v>1.0271853</c:v>
                </c:pt>
                <c:pt idx="1855">
                  <c:v>0</c:v>
                </c:pt>
                <c:pt idx="1856">
                  <c:v>0</c:v>
                </c:pt>
                <c:pt idx="1857">
                  <c:v>0</c:v>
                </c:pt>
                <c:pt idx="1858">
                  <c:v>0</c:v>
                </c:pt>
                <c:pt idx="1859">
                  <c:v>0</c:v>
                </c:pt>
                <c:pt idx="1860">
                  <c:v>0</c:v>
                </c:pt>
                <c:pt idx="1861">
                  <c:v>0</c:v>
                </c:pt>
                <c:pt idx="1862">
                  <c:v>0</c:v>
                </c:pt>
                <c:pt idx="1863">
                  <c:v>0</c:v>
                </c:pt>
                <c:pt idx="1864">
                  <c:v>0</c:v>
                </c:pt>
                <c:pt idx="1865">
                  <c:v>0</c:v>
                </c:pt>
                <c:pt idx="1866">
                  <c:v>6.9841660399999999</c:v>
                </c:pt>
                <c:pt idx="1867">
                  <c:v>3.1347999359999998</c:v>
                </c:pt>
                <c:pt idx="1868">
                  <c:v>0</c:v>
                </c:pt>
                <c:pt idx="1869">
                  <c:v>2.167286845</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6.1878855709999998</c:v>
                </c:pt>
                <c:pt idx="1891">
                  <c:v>5.1980382199999999</c:v>
                </c:pt>
                <c:pt idx="1892">
                  <c:v>0</c:v>
                </c:pt>
                <c:pt idx="1893">
                  <c:v>0</c:v>
                </c:pt>
                <c:pt idx="1894">
                  <c:v>0</c:v>
                </c:pt>
                <c:pt idx="1895">
                  <c:v>0</c:v>
                </c:pt>
                <c:pt idx="1896">
                  <c:v>0</c:v>
                </c:pt>
                <c:pt idx="1897">
                  <c:v>1.6771029989999999</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7.2090731640000003</c:v>
                </c:pt>
                <c:pt idx="1915">
                  <c:v>5.4220887409999996</c:v>
                </c:pt>
                <c:pt idx="1916">
                  <c:v>0</c:v>
                </c:pt>
                <c:pt idx="1917">
                  <c:v>0</c:v>
                </c:pt>
                <c:pt idx="1918">
                  <c:v>0</c:v>
                </c:pt>
                <c:pt idx="1919">
                  <c:v>0</c:v>
                </c:pt>
                <c:pt idx="1920">
                  <c:v>0</c:v>
                </c:pt>
                <c:pt idx="1921">
                  <c:v>0</c:v>
                </c:pt>
                <c:pt idx="1922">
                  <c:v>0</c:v>
                </c:pt>
                <c:pt idx="1923">
                  <c:v>0</c:v>
                </c:pt>
                <c:pt idx="1924">
                  <c:v>0</c:v>
                </c:pt>
                <c:pt idx="1925">
                  <c:v>0</c:v>
                </c:pt>
                <c:pt idx="1926">
                  <c:v>0</c:v>
                </c:pt>
                <c:pt idx="1927">
                  <c:v>3.5908150079999999</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5.7897928939999996</c:v>
                </c:pt>
                <c:pt idx="1942">
                  <c:v>6.8413690110000003</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0.98075095599999995</c:v>
                </c:pt>
                <c:pt idx="1970">
                  <c:v>1.99746</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2.7408855710000002</c:v>
                </c:pt>
                <c:pt idx="1987">
                  <c:v>4.4291784139999999</c:v>
                </c:pt>
                <c:pt idx="1988">
                  <c:v>2.9748220060000001</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11.540306340000001</c:v>
                </c:pt>
                <c:pt idx="2035">
                  <c:v>1.0908555639999999</c:v>
                </c:pt>
                <c:pt idx="2036">
                  <c:v>0</c:v>
                </c:pt>
                <c:pt idx="2037">
                  <c:v>0</c:v>
                </c:pt>
                <c:pt idx="2038">
                  <c:v>1.8203484139999999</c:v>
                </c:pt>
                <c:pt idx="2039">
                  <c:v>0</c:v>
                </c:pt>
                <c:pt idx="2040">
                  <c:v>0</c:v>
                </c:pt>
                <c:pt idx="2041">
                  <c:v>0</c:v>
                </c:pt>
                <c:pt idx="2042">
                  <c:v>0</c:v>
                </c:pt>
                <c:pt idx="2043">
                  <c:v>2.18736</c:v>
                </c:pt>
                <c:pt idx="2044">
                  <c:v>1.7659800000000001</c:v>
                </c:pt>
                <c:pt idx="2045">
                  <c:v>0.16890345900000001</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7.4275000980000003</c:v>
                </c:pt>
                <c:pt idx="2059">
                  <c:v>0</c:v>
                </c:pt>
                <c:pt idx="2060">
                  <c:v>0.68328579199999995</c:v>
                </c:pt>
                <c:pt idx="2061">
                  <c:v>6.734150627</c:v>
                </c:pt>
                <c:pt idx="2062">
                  <c:v>0.61190133899999999</c:v>
                </c:pt>
                <c:pt idx="2063">
                  <c:v>0</c:v>
                </c:pt>
                <c:pt idx="2064">
                  <c:v>0</c:v>
                </c:pt>
                <c:pt idx="2065">
                  <c:v>0</c:v>
                </c:pt>
                <c:pt idx="2066">
                  <c:v>0</c:v>
                </c:pt>
                <c:pt idx="2067">
                  <c:v>0</c:v>
                </c:pt>
                <c:pt idx="2068">
                  <c:v>2.04975</c:v>
                </c:pt>
                <c:pt idx="2069">
                  <c:v>0</c:v>
                </c:pt>
                <c:pt idx="2070">
                  <c:v>0</c:v>
                </c:pt>
                <c:pt idx="2071">
                  <c:v>0</c:v>
                </c:pt>
                <c:pt idx="2072">
                  <c:v>0</c:v>
                </c:pt>
                <c:pt idx="2073">
                  <c:v>0</c:v>
                </c:pt>
                <c:pt idx="2074">
                  <c:v>0</c:v>
                </c:pt>
                <c:pt idx="2075">
                  <c:v>0</c:v>
                </c:pt>
                <c:pt idx="2076">
                  <c:v>0</c:v>
                </c:pt>
                <c:pt idx="2077">
                  <c:v>0</c:v>
                </c:pt>
                <c:pt idx="2078">
                  <c:v>0</c:v>
                </c:pt>
                <c:pt idx="2079">
                  <c:v>0</c:v>
                </c:pt>
                <c:pt idx="2080">
                  <c:v>4.3279679910000004</c:v>
                </c:pt>
                <c:pt idx="2081">
                  <c:v>6.5716004840000002</c:v>
                </c:pt>
                <c:pt idx="2082">
                  <c:v>0.536273734</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4.0542099159999996</c:v>
                </c:pt>
                <c:pt idx="2103">
                  <c:v>0.81794408799999996</c:v>
                </c:pt>
                <c:pt idx="2104">
                  <c:v>0</c:v>
                </c:pt>
                <c:pt idx="2105">
                  <c:v>0</c:v>
                </c:pt>
                <c:pt idx="2106">
                  <c:v>0</c:v>
                </c:pt>
                <c:pt idx="2107">
                  <c:v>0</c:v>
                </c:pt>
                <c:pt idx="2108">
                  <c:v>0</c:v>
                </c:pt>
                <c:pt idx="2109">
                  <c:v>11.914040959999999</c:v>
                </c:pt>
                <c:pt idx="2110">
                  <c:v>0.71712319499999999</c:v>
                </c:pt>
                <c:pt idx="2111">
                  <c:v>0</c:v>
                </c:pt>
                <c:pt idx="2112">
                  <c:v>0</c:v>
                </c:pt>
                <c:pt idx="2113">
                  <c:v>0</c:v>
                </c:pt>
                <c:pt idx="2114">
                  <c:v>0</c:v>
                </c:pt>
                <c:pt idx="2115">
                  <c:v>0</c:v>
                </c:pt>
                <c:pt idx="2116">
                  <c:v>0</c:v>
                </c:pt>
                <c:pt idx="2117">
                  <c:v>0</c:v>
                </c:pt>
                <c:pt idx="2118">
                  <c:v>3.828370268</c:v>
                </c:pt>
                <c:pt idx="2119">
                  <c:v>0</c:v>
                </c:pt>
                <c:pt idx="2120">
                  <c:v>0</c:v>
                </c:pt>
                <c:pt idx="2121">
                  <c:v>0</c:v>
                </c:pt>
                <c:pt idx="2122">
                  <c:v>0</c:v>
                </c:pt>
                <c:pt idx="2123">
                  <c:v>0</c:v>
                </c:pt>
                <c:pt idx="2124">
                  <c:v>0</c:v>
                </c:pt>
                <c:pt idx="2125">
                  <c:v>0</c:v>
                </c:pt>
                <c:pt idx="2126">
                  <c:v>0</c:v>
                </c:pt>
                <c:pt idx="2127">
                  <c:v>0</c:v>
                </c:pt>
                <c:pt idx="2128">
                  <c:v>0</c:v>
                </c:pt>
                <c:pt idx="2129">
                  <c:v>6.3699810289999999</c:v>
                </c:pt>
                <c:pt idx="2130">
                  <c:v>6.2010265699999998</c:v>
                </c:pt>
                <c:pt idx="2131">
                  <c:v>0</c:v>
                </c:pt>
                <c:pt idx="2132">
                  <c:v>0</c:v>
                </c:pt>
                <c:pt idx="2133">
                  <c:v>2.13296872</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0.41467347100000002</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0.82148120499999999</c:v>
                </c:pt>
                <c:pt idx="2173">
                  <c:v>4.3066779400000001</c:v>
                </c:pt>
                <c:pt idx="2174">
                  <c:v>0</c:v>
                </c:pt>
                <c:pt idx="2175">
                  <c:v>0</c:v>
                </c:pt>
                <c:pt idx="2176">
                  <c:v>0</c:v>
                </c:pt>
                <c:pt idx="2177">
                  <c:v>6.414762531</c:v>
                </c:pt>
                <c:pt idx="2178">
                  <c:v>0.98117674600000004</c:v>
                </c:pt>
                <c:pt idx="2179">
                  <c:v>0</c:v>
                </c:pt>
                <c:pt idx="2180">
                  <c:v>0</c:v>
                </c:pt>
                <c:pt idx="2181">
                  <c:v>0</c:v>
                </c:pt>
                <c:pt idx="2182">
                  <c:v>0</c:v>
                </c:pt>
                <c:pt idx="2183">
                  <c:v>0</c:v>
                </c:pt>
                <c:pt idx="2184">
                  <c:v>1.4097599999999999</c:v>
                </c:pt>
                <c:pt idx="2185">
                  <c:v>0</c:v>
                </c:pt>
                <c:pt idx="2186">
                  <c:v>0</c:v>
                </c:pt>
                <c:pt idx="2187">
                  <c:v>0</c:v>
                </c:pt>
                <c:pt idx="2188">
                  <c:v>0.89948542899999995</c:v>
                </c:pt>
                <c:pt idx="2189">
                  <c:v>2.2511700000000001</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4.3170734709999996</c:v>
                </c:pt>
                <c:pt idx="2207">
                  <c:v>0</c:v>
                </c:pt>
                <c:pt idx="2208">
                  <c:v>0</c:v>
                </c:pt>
                <c:pt idx="2209">
                  <c:v>0</c:v>
                </c:pt>
                <c:pt idx="2210">
                  <c:v>0</c:v>
                </c:pt>
                <c:pt idx="2211">
                  <c:v>0</c:v>
                </c:pt>
                <c:pt idx="2212">
                  <c:v>0</c:v>
                </c:pt>
                <c:pt idx="2213">
                  <c:v>1.7471699999999999</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1.7899427779999999</c:v>
                </c:pt>
                <c:pt idx="2228">
                  <c:v>4.7634571680000004</c:v>
                </c:pt>
                <c:pt idx="2229">
                  <c:v>0</c:v>
                </c:pt>
                <c:pt idx="2230">
                  <c:v>0</c:v>
                </c:pt>
                <c:pt idx="2231">
                  <c:v>0</c:v>
                </c:pt>
                <c:pt idx="2232">
                  <c:v>0</c:v>
                </c:pt>
                <c:pt idx="2233">
                  <c:v>0</c:v>
                </c:pt>
                <c:pt idx="2234">
                  <c:v>1.0910968089999999</c:v>
                </c:pt>
                <c:pt idx="2235">
                  <c:v>1.8208800000000001</c:v>
                </c:pt>
                <c:pt idx="2236">
                  <c:v>1.9097999999999999</c:v>
                </c:pt>
                <c:pt idx="2237">
                  <c:v>0.33581557099999998</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1.2327509560000001</c:v>
                </c:pt>
                <c:pt idx="2260">
                  <c:v>0</c:v>
                </c:pt>
                <c:pt idx="2261">
                  <c:v>0</c:v>
                </c:pt>
                <c:pt idx="2262">
                  <c:v>4.2843281400000004</c:v>
                </c:pt>
                <c:pt idx="2263">
                  <c:v>0</c:v>
                </c:pt>
                <c:pt idx="2264">
                  <c:v>0</c:v>
                </c:pt>
                <c:pt idx="2265">
                  <c:v>0</c:v>
                </c:pt>
                <c:pt idx="2266">
                  <c:v>0</c:v>
                </c:pt>
                <c:pt idx="2267">
                  <c:v>0</c:v>
                </c:pt>
                <c:pt idx="2268">
                  <c:v>0</c:v>
                </c:pt>
                <c:pt idx="2269">
                  <c:v>0</c:v>
                </c:pt>
                <c:pt idx="2270">
                  <c:v>0</c:v>
                </c:pt>
                <c:pt idx="2271">
                  <c:v>0</c:v>
                </c:pt>
                <c:pt idx="2272">
                  <c:v>2.4887568880000002</c:v>
                </c:pt>
                <c:pt idx="2273">
                  <c:v>5.8314594370000004</c:v>
                </c:pt>
                <c:pt idx="2274">
                  <c:v>0</c:v>
                </c:pt>
                <c:pt idx="2275">
                  <c:v>0</c:v>
                </c:pt>
                <c:pt idx="2276">
                  <c:v>0</c:v>
                </c:pt>
                <c:pt idx="2277">
                  <c:v>0</c:v>
                </c:pt>
                <c:pt idx="2278">
                  <c:v>0</c:v>
                </c:pt>
                <c:pt idx="2279">
                  <c:v>0</c:v>
                </c:pt>
                <c:pt idx="2280">
                  <c:v>0</c:v>
                </c:pt>
                <c:pt idx="2281">
                  <c:v>2.61198</c:v>
                </c:pt>
                <c:pt idx="2282">
                  <c:v>1.651706809</c:v>
                </c:pt>
                <c:pt idx="2283">
                  <c:v>1.127216341</c:v>
                </c:pt>
                <c:pt idx="2284">
                  <c:v>0</c:v>
                </c:pt>
                <c:pt idx="2285">
                  <c:v>2.9567700000000001</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7.6600970640000003</c:v>
                </c:pt>
                <c:pt idx="2302">
                  <c:v>3.834008662</c:v>
                </c:pt>
                <c:pt idx="2303">
                  <c:v>0</c:v>
                </c:pt>
                <c:pt idx="2304">
                  <c:v>0</c:v>
                </c:pt>
                <c:pt idx="2305">
                  <c:v>0</c:v>
                </c:pt>
                <c:pt idx="2306">
                  <c:v>0.46613542899999999</c:v>
                </c:pt>
                <c:pt idx="2307">
                  <c:v>0</c:v>
                </c:pt>
                <c:pt idx="2308">
                  <c:v>1.4236409560000001</c:v>
                </c:pt>
                <c:pt idx="2309">
                  <c:v>3.38985</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3.9492035219999999</c:v>
                </c:pt>
                <c:pt idx="2323">
                  <c:v>0</c:v>
                </c:pt>
                <c:pt idx="2324">
                  <c:v>0</c:v>
                </c:pt>
                <c:pt idx="2325">
                  <c:v>5.5296700980000004</c:v>
                </c:pt>
                <c:pt idx="2326">
                  <c:v>0.62523993600000005</c:v>
                </c:pt>
                <c:pt idx="2327">
                  <c:v>0</c:v>
                </c:pt>
                <c:pt idx="2328">
                  <c:v>1.1480668089999999</c:v>
                </c:pt>
                <c:pt idx="2329">
                  <c:v>1.352812361</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0.50353613100000005</c:v>
                </c:pt>
                <c:pt idx="2368">
                  <c:v>0</c:v>
                </c:pt>
                <c:pt idx="2369">
                  <c:v>3.4965496740000002</c:v>
                </c:pt>
                <c:pt idx="2370">
                  <c:v>1.075829709</c:v>
                </c:pt>
                <c:pt idx="2371">
                  <c:v>0</c:v>
                </c:pt>
                <c:pt idx="2372">
                  <c:v>0</c:v>
                </c:pt>
                <c:pt idx="2373">
                  <c:v>0</c:v>
                </c:pt>
                <c:pt idx="2374">
                  <c:v>5.8610012039999999</c:v>
                </c:pt>
                <c:pt idx="2375">
                  <c:v>0</c:v>
                </c:pt>
                <c:pt idx="2376">
                  <c:v>0</c:v>
                </c:pt>
                <c:pt idx="2377">
                  <c:v>0</c:v>
                </c:pt>
                <c:pt idx="2378">
                  <c:v>0</c:v>
                </c:pt>
                <c:pt idx="2379">
                  <c:v>0</c:v>
                </c:pt>
                <c:pt idx="2380">
                  <c:v>0</c:v>
                </c:pt>
                <c:pt idx="2381">
                  <c:v>2.8100068089999999</c:v>
                </c:pt>
                <c:pt idx="2382">
                  <c:v>4.2892602540000002</c:v>
                </c:pt>
                <c:pt idx="2383">
                  <c:v>1.9398947660000001</c:v>
                </c:pt>
                <c:pt idx="2384">
                  <c:v>0</c:v>
                </c:pt>
                <c:pt idx="2385">
                  <c:v>0</c:v>
                </c:pt>
                <c:pt idx="2386">
                  <c:v>0</c:v>
                </c:pt>
                <c:pt idx="2387">
                  <c:v>0</c:v>
                </c:pt>
                <c:pt idx="2388">
                  <c:v>0</c:v>
                </c:pt>
                <c:pt idx="2389">
                  <c:v>0</c:v>
                </c:pt>
                <c:pt idx="2390">
                  <c:v>0</c:v>
                </c:pt>
                <c:pt idx="2391">
                  <c:v>0</c:v>
                </c:pt>
                <c:pt idx="2392">
                  <c:v>1.028819666</c:v>
                </c:pt>
                <c:pt idx="2393">
                  <c:v>0</c:v>
                </c:pt>
                <c:pt idx="2394">
                  <c:v>7.7163008050000004</c:v>
                </c:pt>
                <c:pt idx="2395">
                  <c:v>5.001129734</c:v>
                </c:pt>
                <c:pt idx="2396">
                  <c:v>0</c:v>
                </c:pt>
                <c:pt idx="2397">
                  <c:v>4.1046889999999999E-3</c:v>
                </c:pt>
                <c:pt idx="2398">
                  <c:v>0</c:v>
                </c:pt>
                <c:pt idx="2399">
                  <c:v>0</c:v>
                </c:pt>
                <c:pt idx="2400">
                  <c:v>1.0552163409999999</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0.85299537599999997</c:v>
                </c:pt>
                <c:pt idx="2430">
                  <c:v>0</c:v>
                </c:pt>
                <c:pt idx="2431">
                  <c:v>0</c:v>
                </c:pt>
                <c:pt idx="2432">
                  <c:v>0</c:v>
                </c:pt>
                <c:pt idx="2433">
                  <c:v>0</c:v>
                </c:pt>
                <c:pt idx="2434">
                  <c:v>0</c:v>
                </c:pt>
                <c:pt idx="2435">
                  <c:v>0</c:v>
                </c:pt>
                <c:pt idx="2436">
                  <c:v>0</c:v>
                </c:pt>
                <c:pt idx="2437">
                  <c:v>0</c:v>
                </c:pt>
                <c:pt idx="2438">
                  <c:v>0</c:v>
                </c:pt>
                <c:pt idx="2439">
                  <c:v>0</c:v>
                </c:pt>
                <c:pt idx="2440">
                  <c:v>0</c:v>
                </c:pt>
                <c:pt idx="2441">
                  <c:v>3.2492618950000001</c:v>
                </c:pt>
                <c:pt idx="2442">
                  <c:v>9.3819000100000007</c:v>
                </c:pt>
                <c:pt idx="2443">
                  <c:v>0</c:v>
                </c:pt>
                <c:pt idx="2444">
                  <c:v>0</c:v>
                </c:pt>
                <c:pt idx="2445">
                  <c:v>0</c:v>
                </c:pt>
                <c:pt idx="2446">
                  <c:v>0</c:v>
                </c:pt>
                <c:pt idx="2447">
                  <c:v>0</c:v>
                </c:pt>
                <c:pt idx="2448">
                  <c:v>0</c:v>
                </c:pt>
                <c:pt idx="2449">
                  <c:v>0</c:v>
                </c:pt>
                <c:pt idx="2450">
                  <c:v>1.053601875</c:v>
                </c:pt>
                <c:pt idx="2451">
                  <c:v>0</c:v>
                </c:pt>
                <c:pt idx="2452">
                  <c:v>0.72855000000000003</c:v>
                </c:pt>
                <c:pt idx="2453">
                  <c:v>0</c:v>
                </c:pt>
                <c:pt idx="2454">
                  <c:v>0</c:v>
                </c:pt>
                <c:pt idx="2455">
                  <c:v>0</c:v>
                </c:pt>
                <c:pt idx="2456">
                  <c:v>6.0732255940000002</c:v>
                </c:pt>
                <c:pt idx="2457">
                  <c:v>0</c:v>
                </c:pt>
                <c:pt idx="2458">
                  <c:v>0</c:v>
                </c:pt>
                <c:pt idx="2459">
                  <c:v>3.7560878</c:v>
                </c:pt>
                <c:pt idx="2460">
                  <c:v>0</c:v>
                </c:pt>
                <c:pt idx="2461">
                  <c:v>0</c:v>
                </c:pt>
                <c:pt idx="2462">
                  <c:v>0</c:v>
                </c:pt>
                <c:pt idx="2463">
                  <c:v>0</c:v>
                </c:pt>
                <c:pt idx="2464">
                  <c:v>0</c:v>
                </c:pt>
                <c:pt idx="2465">
                  <c:v>0</c:v>
                </c:pt>
                <c:pt idx="2466">
                  <c:v>0</c:v>
                </c:pt>
                <c:pt idx="2467">
                  <c:v>3.1916728939999999</c:v>
                </c:pt>
                <c:pt idx="2468">
                  <c:v>0</c:v>
                </c:pt>
                <c:pt idx="2469">
                  <c:v>0</c:v>
                </c:pt>
                <c:pt idx="2470">
                  <c:v>5.2412506490000004</c:v>
                </c:pt>
                <c:pt idx="2471">
                  <c:v>1.458956648</c:v>
                </c:pt>
                <c:pt idx="2472">
                  <c:v>1.5460629990000001</c:v>
                </c:pt>
                <c:pt idx="2473">
                  <c:v>0</c:v>
                </c:pt>
                <c:pt idx="2474">
                  <c:v>0</c:v>
                </c:pt>
                <c:pt idx="2475">
                  <c:v>0</c:v>
                </c:pt>
                <c:pt idx="2476">
                  <c:v>0</c:v>
                </c:pt>
                <c:pt idx="2477">
                  <c:v>2.17638</c:v>
                </c:pt>
                <c:pt idx="2478">
                  <c:v>0</c:v>
                </c:pt>
                <c:pt idx="2479">
                  <c:v>0</c:v>
                </c:pt>
                <c:pt idx="2480">
                  <c:v>0</c:v>
                </c:pt>
                <c:pt idx="2481">
                  <c:v>0</c:v>
                </c:pt>
                <c:pt idx="2482">
                  <c:v>0</c:v>
                </c:pt>
                <c:pt idx="2483">
                  <c:v>0</c:v>
                </c:pt>
                <c:pt idx="2484">
                  <c:v>0</c:v>
                </c:pt>
                <c:pt idx="2485">
                  <c:v>0</c:v>
                </c:pt>
                <c:pt idx="2486">
                  <c:v>0</c:v>
                </c:pt>
                <c:pt idx="2487">
                  <c:v>0</c:v>
                </c:pt>
                <c:pt idx="2488">
                  <c:v>4.3562303</c:v>
                </c:pt>
                <c:pt idx="2489">
                  <c:v>0.76472650499999995</c:v>
                </c:pt>
                <c:pt idx="2490">
                  <c:v>0</c:v>
                </c:pt>
                <c:pt idx="2491">
                  <c:v>3.4715606270000001</c:v>
                </c:pt>
                <c:pt idx="2492">
                  <c:v>8.1900337820000004</c:v>
                </c:pt>
                <c:pt idx="2493">
                  <c:v>0</c:v>
                </c:pt>
                <c:pt idx="2494">
                  <c:v>0</c:v>
                </c:pt>
                <c:pt idx="2495">
                  <c:v>0</c:v>
                </c:pt>
                <c:pt idx="2496">
                  <c:v>0</c:v>
                </c:pt>
                <c:pt idx="2497">
                  <c:v>0</c:v>
                </c:pt>
                <c:pt idx="2498">
                  <c:v>0</c:v>
                </c:pt>
                <c:pt idx="2499">
                  <c:v>0</c:v>
                </c:pt>
                <c:pt idx="2500">
                  <c:v>0.61454680900000003</c:v>
                </c:pt>
                <c:pt idx="2501">
                  <c:v>1.65384</c:v>
                </c:pt>
                <c:pt idx="2502">
                  <c:v>2.138593637</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2.0220470640000001</c:v>
                </c:pt>
                <c:pt idx="2516">
                  <c:v>4.5450271679999998</c:v>
                </c:pt>
                <c:pt idx="2517">
                  <c:v>0</c:v>
                </c:pt>
                <c:pt idx="2518">
                  <c:v>0</c:v>
                </c:pt>
                <c:pt idx="2519">
                  <c:v>0</c:v>
                </c:pt>
                <c:pt idx="2520">
                  <c:v>0</c:v>
                </c:pt>
                <c:pt idx="2521">
                  <c:v>1.9772099999999999</c:v>
                </c:pt>
                <c:pt idx="2522">
                  <c:v>1.79928</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0.61612604000000004</c:v>
                </c:pt>
                <c:pt idx="2543">
                  <c:v>3.9729768750000001</c:v>
                </c:pt>
                <c:pt idx="2544">
                  <c:v>0</c:v>
                </c:pt>
                <c:pt idx="2545">
                  <c:v>0</c:v>
                </c:pt>
                <c:pt idx="2546">
                  <c:v>1.032046875</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11.60055</c:v>
                </c:pt>
                <c:pt idx="2564">
                  <c:v>1.030611905</c:v>
                </c:pt>
                <c:pt idx="2565">
                  <c:v>0</c:v>
                </c:pt>
                <c:pt idx="2566">
                  <c:v>0</c:v>
                </c:pt>
                <c:pt idx="2567">
                  <c:v>0</c:v>
                </c:pt>
                <c:pt idx="2568">
                  <c:v>0</c:v>
                </c:pt>
                <c:pt idx="2569">
                  <c:v>0</c:v>
                </c:pt>
                <c:pt idx="2570">
                  <c:v>0</c:v>
                </c:pt>
                <c:pt idx="2571">
                  <c:v>0</c:v>
                </c:pt>
                <c:pt idx="2572">
                  <c:v>2.1069</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5.5820369830000001</c:v>
                </c:pt>
                <c:pt idx="2587">
                  <c:v>5.2416292579999997</c:v>
                </c:pt>
                <c:pt idx="2588">
                  <c:v>0</c:v>
                </c:pt>
                <c:pt idx="2589">
                  <c:v>0</c:v>
                </c:pt>
                <c:pt idx="2590">
                  <c:v>4.3312360400000003</c:v>
                </c:pt>
                <c:pt idx="2591">
                  <c:v>3.5076809560000002</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6.1295834710000001</c:v>
                </c:pt>
                <c:pt idx="2636">
                  <c:v>6.5015784339999998</c:v>
                </c:pt>
                <c:pt idx="2637">
                  <c:v>0</c:v>
                </c:pt>
                <c:pt idx="2638">
                  <c:v>0</c:v>
                </c:pt>
                <c:pt idx="2639">
                  <c:v>0</c:v>
                </c:pt>
                <c:pt idx="2640">
                  <c:v>0</c:v>
                </c:pt>
                <c:pt idx="2641">
                  <c:v>0</c:v>
                </c:pt>
                <c:pt idx="2642">
                  <c:v>0</c:v>
                </c:pt>
                <c:pt idx="2643">
                  <c:v>1.73997</c:v>
                </c:pt>
                <c:pt idx="2644">
                  <c:v>1.6116729990000001</c:v>
                </c:pt>
                <c:pt idx="2645">
                  <c:v>3.6665100000000002</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1.3221999360000001</c:v>
                </c:pt>
                <c:pt idx="2661">
                  <c:v>0.86460212299999994</c:v>
                </c:pt>
                <c:pt idx="2662">
                  <c:v>6.4620402629999996</c:v>
                </c:pt>
                <c:pt idx="2663">
                  <c:v>1.401613896</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0.90997316399999995</c:v>
                </c:pt>
                <c:pt idx="2684">
                  <c:v>0</c:v>
                </c:pt>
                <c:pt idx="2685">
                  <c:v>6.3508166480000003</c:v>
                </c:pt>
                <c:pt idx="2686">
                  <c:v>4.7430167079999999</c:v>
                </c:pt>
                <c:pt idx="2687">
                  <c:v>0</c:v>
                </c:pt>
                <c:pt idx="2688">
                  <c:v>0</c:v>
                </c:pt>
                <c:pt idx="2689">
                  <c:v>0</c:v>
                </c:pt>
                <c:pt idx="2690">
                  <c:v>0.62765685999999998</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1.6179881270000001</c:v>
                </c:pt>
                <c:pt idx="2709">
                  <c:v>0</c:v>
                </c:pt>
                <c:pt idx="2710">
                  <c:v>4.7723963410000003</c:v>
                </c:pt>
                <c:pt idx="2711">
                  <c:v>3.7176918749999999</c:v>
                </c:pt>
                <c:pt idx="2712">
                  <c:v>0</c:v>
                </c:pt>
                <c:pt idx="2713">
                  <c:v>0</c:v>
                </c:pt>
                <c:pt idx="2714">
                  <c:v>0</c:v>
                </c:pt>
                <c:pt idx="2715">
                  <c:v>0</c:v>
                </c:pt>
                <c:pt idx="2716">
                  <c:v>0</c:v>
                </c:pt>
                <c:pt idx="2717">
                  <c:v>0</c:v>
                </c:pt>
                <c:pt idx="2718">
                  <c:v>0</c:v>
                </c:pt>
                <c:pt idx="2719">
                  <c:v>1.8829521</c:v>
                </c:pt>
                <c:pt idx="2720">
                  <c:v>0</c:v>
                </c:pt>
                <c:pt idx="2721">
                  <c:v>0</c:v>
                </c:pt>
                <c:pt idx="2722">
                  <c:v>0</c:v>
                </c:pt>
                <c:pt idx="2723">
                  <c:v>0</c:v>
                </c:pt>
                <c:pt idx="2724">
                  <c:v>0</c:v>
                </c:pt>
                <c:pt idx="2725">
                  <c:v>0</c:v>
                </c:pt>
                <c:pt idx="2726">
                  <c:v>0</c:v>
                </c:pt>
                <c:pt idx="2727">
                  <c:v>0</c:v>
                </c:pt>
                <c:pt idx="2728">
                  <c:v>0</c:v>
                </c:pt>
                <c:pt idx="2729">
                  <c:v>0</c:v>
                </c:pt>
                <c:pt idx="2730">
                  <c:v>0</c:v>
                </c:pt>
                <c:pt idx="2731">
                  <c:v>12.3408675</c:v>
                </c:pt>
                <c:pt idx="2732">
                  <c:v>0</c:v>
                </c:pt>
                <c:pt idx="2733">
                  <c:v>6.8750743539999997</c:v>
                </c:pt>
                <c:pt idx="2734">
                  <c:v>2.2066465559999999</c:v>
                </c:pt>
                <c:pt idx="2735">
                  <c:v>0</c:v>
                </c:pt>
                <c:pt idx="2736">
                  <c:v>0</c:v>
                </c:pt>
                <c:pt idx="2737">
                  <c:v>0</c:v>
                </c:pt>
                <c:pt idx="2738">
                  <c:v>1.3484806490000001</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2.693293471</c:v>
                </c:pt>
                <c:pt idx="2757">
                  <c:v>5.6639500979999999</c:v>
                </c:pt>
                <c:pt idx="2758">
                  <c:v>0</c:v>
                </c:pt>
                <c:pt idx="2759">
                  <c:v>0.58124557099999996</c:v>
                </c:pt>
                <c:pt idx="2760">
                  <c:v>0</c:v>
                </c:pt>
                <c:pt idx="2761">
                  <c:v>1.26576</c:v>
                </c:pt>
                <c:pt idx="2762">
                  <c:v>1.1985829999999999E-2</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6.2391222339999999</c:v>
                </c:pt>
                <c:pt idx="2777">
                  <c:v>1.62705107</c:v>
                </c:pt>
                <c:pt idx="2778">
                  <c:v>3.6652114</c:v>
                </c:pt>
                <c:pt idx="2779">
                  <c:v>0</c:v>
                </c:pt>
                <c:pt idx="2780">
                  <c:v>0</c:v>
                </c:pt>
                <c:pt idx="2781">
                  <c:v>0</c:v>
                </c:pt>
                <c:pt idx="2782">
                  <c:v>0</c:v>
                </c:pt>
                <c:pt idx="2783">
                  <c:v>0</c:v>
                </c:pt>
                <c:pt idx="2784">
                  <c:v>0</c:v>
                </c:pt>
                <c:pt idx="2785">
                  <c:v>1.9328399999999999</c:v>
                </c:pt>
                <c:pt idx="2786">
                  <c:v>1.6727399999999999</c:v>
                </c:pt>
                <c:pt idx="2787">
                  <c:v>0</c:v>
                </c:pt>
                <c:pt idx="2788">
                  <c:v>0</c:v>
                </c:pt>
                <c:pt idx="2789">
                  <c:v>0</c:v>
                </c:pt>
                <c:pt idx="2790">
                  <c:v>1.4353625880000001</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10.835279999999999</c:v>
                </c:pt>
                <c:pt idx="2804">
                  <c:v>1.7958819049999999</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2.0189927779999999</c:v>
                </c:pt>
                <c:pt idx="2828">
                  <c:v>5.7704623609999999</c:v>
                </c:pt>
                <c:pt idx="2829">
                  <c:v>3.5309383099999998</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9.5830199999999994</c:v>
                </c:pt>
                <c:pt idx="2852">
                  <c:v>3.048141905</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9.3945129989999998</c:v>
                </c:pt>
                <c:pt idx="2876">
                  <c:v>3.2366489060000001</c:v>
                </c:pt>
                <c:pt idx="2877">
                  <c:v>0</c:v>
                </c:pt>
                <c:pt idx="2878">
                  <c:v>6.56541</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14.11718095</c:v>
                </c:pt>
                <c:pt idx="2900">
                  <c:v>0</c:v>
                </c:pt>
                <c:pt idx="2901">
                  <c:v>0</c:v>
                </c:pt>
                <c:pt idx="2902">
                  <c:v>0</c:v>
                </c:pt>
                <c:pt idx="2903">
                  <c:v>0</c:v>
                </c:pt>
                <c:pt idx="2904">
                  <c:v>0</c:v>
                </c:pt>
                <c:pt idx="2905">
                  <c:v>0</c:v>
                </c:pt>
                <c:pt idx="2906">
                  <c:v>0</c:v>
                </c:pt>
                <c:pt idx="2907">
                  <c:v>0</c:v>
                </c:pt>
                <c:pt idx="2908">
                  <c:v>1.4770799999999999</c:v>
                </c:pt>
                <c:pt idx="2909">
                  <c:v>0.249543657</c:v>
                </c:pt>
                <c:pt idx="2910">
                  <c:v>0</c:v>
                </c:pt>
                <c:pt idx="2911">
                  <c:v>0</c:v>
                </c:pt>
                <c:pt idx="2912">
                  <c:v>0</c:v>
                </c:pt>
                <c:pt idx="2913">
                  <c:v>0</c:v>
                </c:pt>
                <c:pt idx="2914">
                  <c:v>0</c:v>
                </c:pt>
                <c:pt idx="2915">
                  <c:v>0</c:v>
                </c:pt>
                <c:pt idx="2916">
                  <c:v>0</c:v>
                </c:pt>
                <c:pt idx="2917">
                  <c:v>0</c:v>
                </c:pt>
                <c:pt idx="2918">
                  <c:v>0</c:v>
                </c:pt>
                <c:pt idx="2919">
                  <c:v>0</c:v>
                </c:pt>
                <c:pt idx="2920">
                  <c:v>1.8708583839999999</c:v>
                </c:pt>
                <c:pt idx="2921">
                  <c:v>0</c:v>
                </c:pt>
                <c:pt idx="2922">
                  <c:v>10.62222409</c:v>
                </c:pt>
                <c:pt idx="2923">
                  <c:v>2.1683894939999999</c:v>
                </c:pt>
                <c:pt idx="2924">
                  <c:v>0</c:v>
                </c:pt>
                <c:pt idx="2925">
                  <c:v>0</c:v>
                </c:pt>
                <c:pt idx="2926">
                  <c:v>0</c:v>
                </c:pt>
                <c:pt idx="2927">
                  <c:v>0.14116347100000001</c:v>
                </c:pt>
                <c:pt idx="2928">
                  <c:v>0</c:v>
                </c:pt>
                <c:pt idx="2929">
                  <c:v>0</c:v>
                </c:pt>
                <c:pt idx="2930">
                  <c:v>0</c:v>
                </c:pt>
                <c:pt idx="2931">
                  <c:v>0</c:v>
                </c:pt>
                <c:pt idx="2932">
                  <c:v>0.32465095599999999</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6.7681109560000001</c:v>
                </c:pt>
                <c:pt idx="2948">
                  <c:v>0</c:v>
                </c:pt>
                <c:pt idx="2949">
                  <c:v>0</c:v>
                </c:pt>
                <c:pt idx="2950">
                  <c:v>0</c:v>
                </c:pt>
                <c:pt idx="2951">
                  <c:v>0</c:v>
                </c:pt>
                <c:pt idx="2952">
                  <c:v>9.1390234000000001E-2</c:v>
                </c:pt>
                <c:pt idx="2953">
                  <c:v>1.447422999</c:v>
                </c:pt>
                <c:pt idx="2954">
                  <c:v>1.90242</c:v>
                </c:pt>
                <c:pt idx="2955">
                  <c:v>1.93743</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1.9863</c:v>
                </c:pt>
                <c:pt idx="2978">
                  <c:v>0</c:v>
                </c:pt>
                <c:pt idx="2979">
                  <c:v>1.1475</c:v>
                </c:pt>
                <c:pt idx="2980">
                  <c:v>0.36137542900000003</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9.9600956150000002</c:v>
                </c:pt>
                <c:pt idx="2995">
                  <c:v>2.6710662900000002</c:v>
                </c:pt>
                <c:pt idx="2996">
                  <c:v>0</c:v>
                </c:pt>
                <c:pt idx="2997">
                  <c:v>0</c:v>
                </c:pt>
                <c:pt idx="2998">
                  <c:v>0</c:v>
                </c:pt>
                <c:pt idx="2999">
                  <c:v>0</c:v>
                </c:pt>
                <c:pt idx="3000">
                  <c:v>0</c:v>
                </c:pt>
                <c:pt idx="3001">
                  <c:v>0</c:v>
                </c:pt>
                <c:pt idx="3002">
                  <c:v>0</c:v>
                </c:pt>
                <c:pt idx="3003">
                  <c:v>0</c:v>
                </c:pt>
                <c:pt idx="3004">
                  <c:v>0</c:v>
                </c:pt>
                <c:pt idx="3005">
                  <c:v>1.6981697579999999</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8.2670399999999997</c:v>
                </c:pt>
                <c:pt idx="3020">
                  <c:v>3.9679284140000002</c:v>
                </c:pt>
                <c:pt idx="3021">
                  <c:v>0</c:v>
                </c:pt>
                <c:pt idx="3022">
                  <c:v>0</c:v>
                </c:pt>
                <c:pt idx="3023">
                  <c:v>0</c:v>
                </c:pt>
                <c:pt idx="3024">
                  <c:v>0</c:v>
                </c:pt>
                <c:pt idx="3025">
                  <c:v>0.923512361</c:v>
                </c:pt>
                <c:pt idx="3026">
                  <c:v>1.08945</c:v>
                </c:pt>
                <c:pt idx="3027">
                  <c:v>1.8935999999999999</c:v>
                </c:pt>
                <c:pt idx="3028">
                  <c:v>1.1175624799999999</c:v>
                </c:pt>
                <c:pt idx="3029">
                  <c:v>0</c:v>
                </c:pt>
                <c:pt idx="3030">
                  <c:v>0</c:v>
                </c:pt>
                <c:pt idx="3031">
                  <c:v>0</c:v>
                </c:pt>
                <c:pt idx="3032">
                  <c:v>0</c:v>
                </c:pt>
                <c:pt idx="3033">
                  <c:v>0</c:v>
                </c:pt>
                <c:pt idx="3034">
                  <c:v>0</c:v>
                </c:pt>
                <c:pt idx="3035">
                  <c:v>0</c:v>
                </c:pt>
                <c:pt idx="3036">
                  <c:v>0</c:v>
                </c:pt>
                <c:pt idx="3037">
                  <c:v>0</c:v>
                </c:pt>
                <c:pt idx="3038">
                  <c:v>0</c:v>
                </c:pt>
                <c:pt idx="3039">
                  <c:v>0</c:v>
                </c:pt>
                <c:pt idx="3040">
                  <c:v>4.2264700089999998</c:v>
                </c:pt>
                <c:pt idx="3041">
                  <c:v>3.8891149189999998</c:v>
                </c:pt>
                <c:pt idx="3042">
                  <c:v>3.3151823820000001</c:v>
                </c:pt>
                <c:pt idx="3043">
                  <c:v>0</c:v>
                </c:pt>
                <c:pt idx="3044">
                  <c:v>0</c:v>
                </c:pt>
                <c:pt idx="3045">
                  <c:v>0</c:v>
                </c:pt>
                <c:pt idx="3046">
                  <c:v>0</c:v>
                </c:pt>
                <c:pt idx="3047">
                  <c:v>0</c:v>
                </c:pt>
                <c:pt idx="3048">
                  <c:v>0</c:v>
                </c:pt>
                <c:pt idx="3049">
                  <c:v>0</c:v>
                </c:pt>
                <c:pt idx="3050">
                  <c:v>0</c:v>
                </c:pt>
                <c:pt idx="3051">
                  <c:v>0</c:v>
                </c:pt>
                <c:pt idx="3052">
                  <c:v>1.022336809</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0.47082198400000003</c:v>
                </c:pt>
                <c:pt idx="3068">
                  <c:v>5.6771354289999998</c:v>
                </c:pt>
                <c:pt idx="3069">
                  <c:v>5.144828446</c:v>
                </c:pt>
                <c:pt idx="3070">
                  <c:v>0</c:v>
                </c:pt>
                <c:pt idx="3071">
                  <c:v>0</c:v>
                </c:pt>
                <c:pt idx="3072">
                  <c:v>0</c:v>
                </c:pt>
                <c:pt idx="3073">
                  <c:v>0</c:v>
                </c:pt>
                <c:pt idx="3074">
                  <c:v>0</c:v>
                </c:pt>
                <c:pt idx="3075">
                  <c:v>0</c:v>
                </c:pt>
                <c:pt idx="3076">
                  <c:v>0</c:v>
                </c:pt>
                <c:pt idx="3077">
                  <c:v>0</c:v>
                </c:pt>
                <c:pt idx="3078">
                  <c:v>0</c:v>
                </c:pt>
                <c:pt idx="3079">
                  <c:v>0</c:v>
                </c:pt>
                <c:pt idx="3080">
                  <c:v>0</c:v>
                </c:pt>
                <c:pt idx="3081">
                  <c:v>1.3557750070000001</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6">
                  <c:v>0</c:v>
                </c:pt>
                <c:pt idx="3097">
                  <c:v>0</c:v>
                </c:pt>
                <c:pt idx="3098">
                  <c:v>0</c:v>
                </c:pt>
                <c:pt idx="3099">
                  <c:v>0</c:v>
                </c:pt>
                <c:pt idx="3100">
                  <c:v>0</c:v>
                </c:pt>
                <c:pt idx="3101">
                  <c:v>0</c:v>
                </c:pt>
                <c:pt idx="3102">
                  <c:v>0</c:v>
                </c:pt>
                <c:pt idx="3103">
                  <c:v>0.223748582</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1.9349099999999999</c:v>
                </c:pt>
                <c:pt idx="3123">
                  <c:v>1.4321023610000001</c:v>
                </c:pt>
                <c:pt idx="3124">
                  <c:v>1.6594199999999999</c:v>
                </c:pt>
                <c:pt idx="3125">
                  <c:v>1.789347367</c:v>
                </c:pt>
                <c:pt idx="3126">
                  <c:v>2.2870238289999998</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0.71229378200000004</c:v>
                </c:pt>
                <c:pt idx="3143">
                  <c:v>0</c:v>
                </c:pt>
                <c:pt idx="3144">
                  <c:v>0</c:v>
                </c:pt>
                <c:pt idx="3145">
                  <c:v>1.5093000000000001</c:v>
                </c:pt>
                <c:pt idx="3146">
                  <c:v>6.9325428999999994E-2</c:v>
                </c:pt>
                <c:pt idx="3147">
                  <c:v>1.2651300000000001</c:v>
                </c:pt>
                <c:pt idx="3148">
                  <c:v>0.47234542899999998</c:v>
                </c:pt>
                <c:pt idx="3149">
                  <c:v>1.7755784750000001</c:v>
                </c:pt>
                <c:pt idx="3150">
                  <c:v>0</c:v>
                </c:pt>
                <c:pt idx="3151">
                  <c:v>2.2202197959999999</c:v>
                </c:pt>
                <c:pt idx="3152">
                  <c:v>0</c:v>
                </c:pt>
                <c:pt idx="3153">
                  <c:v>0</c:v>
                </c:pt>
                <c:pt idx="3154">
                  <c:v>0</c:v>
                </c:pt>
                <c:pt idx="3155">
                  <c:v>0</c:v>
                </c:pt>
                <c:pt idx="3156">
                  <c:v>0</c:v>
                </c:pt>
                <c:pt idx="3157">
                  <c:v>0</c:v>
                </c:pt>
                <c:pt idx="3158">
                  <c:v>0</c:v>
                </c:pt>
                <c:pt idx="3159">
                  <c:v>0</c:v>
                </c:pt>
                <c:pt idx="3160">
                  <c:v>3.4548486020000002</c:v>
                </c:pt>
                <c:pt idx="3161">
                  <c:v>0</c:v>
                </c:pt>
                <c:pt idx="3162">
                  <c:v>0</c:v>
                </c:pt>
                <c:pt idx="3163">
                  <c:v>10.216123</c:v>
                </c:pt>
                <c:pt idx="3164">
                  <c:v>2.5531277299999999</c:v>
                </c:pt>
                <c:pt idx="3165">
                  <c:v>0</c:v>
                </c:pt>
                <c:pt idx="3166">
                  <c:v>0</c:v>
                </c:pt>
                <c:pt idx="3167">
                  <c:v>0</c:v>
                </c:pt>
                <c:pt idx="3168">
                  <c:v>0</c:v>
                </c:pt>
                <c:pt idx="3169">
                  <c:v>0.92753334200000004</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6.5517052930000004</c:v>
                </c:pt>
                <c:pt idx="3188">
                  <c:v>6.0794566120000004</c:v>
                </c:pt>
                <c:pt idx="3189">
                  <c:v>0</c:v>
                </c:pt>
                <c:pt idx="3190">
                  <c:v>0</c:v>
                </c:pt>
                <c:pt idx="3191">
                  <c:v>0</c:v>
                </c:pt>
                <c:pt idx="3192">
                  <c:v>0</c:v>
                </c:pt>
                <c:pt idx="3193">
                  <c:v>0</c:v>
                </c:pt>
                <c:pt idx="3194">
                  <c:v>1.68129</c:v>
                </c:pt>
                <c:pt idx="3195">
                  <c:v>0</c:v>
                </c:pt>
                <c:pt idx="3196">
                  <c:v>0</c:v>
                </c:pt>
                <c:pt idx="3197">
                  <c:v>0</c:v>
                </c:pt>
                <c:pt idx="3198">
                  <c:v>3.3287166159999999</c:v>
                </c:pt>
                <c:pt idx="3199">
                  <c:v>0</c:v>
                </c:pt>
                <c:pt idx="3200">
                  <c:v>0</c:v>
                </c:pt>
                <c:pt idx="3201">
                  <c:v>0</c:v>
                </c:pt>
                <c:pt idx="3202">
                  <c:v>0</c:v>
                </c:pt>
                <c:pt idx="3203">
                  <c:v>0</c:v>
                </c:pt>
                <c:pt idx="3204">
                  <c:v>0</c:v>
                </c:pt>
                <c:pt idx="3205">
                  <c:v>0</c:v>
                </c:pt>
                <c:pt idx="3206">
                  <c:v>0</c:v>
                </c:pt>
                <c:pt idx="3207">
                  <c:v>0</c:v>
                </c:pt>
                <c:pt idx="3208">
                  <c:v>3.6442687999999999</c:v>
                </c:pt>
                <c:pt idx="3209">
                  <c:v>2.6944607889999999</c:v>
                </c:pt>
                <c:pt idx="3210">
                  <c:v>5.0629276609999998</c:v>
                </c:pt>
                <c:pt idx="3211">
                  <c:v>0</c:v>
                </c:pt>
                <c:pt idx="3212">
                  <c:v>0</c:v>
                </c:pt>
                <c:pt idx="3213">
                  <c:v>0</c:v>
                </c:pt>
                <c:pt idx="3214">
                  <c:v>0</c:v>
                </c:pt>
                <c:pt idx="3215">
                  <c:v>0</c:v>
                </c:pt>
                <c:pt idx="3216">
                  <c:v>0</c:v>
                </c:pt>
                <c:pt idx="3217">
                  <c:v>0</c:v>
                </c:pt>
                <c:pt idx="3218">
                  <c:v>0</c:v>
                </c:pt>
                <c:pt idx="3219">
                  <c:v>0</c:v>
                </c:pt>
                <c:pt idx="3220">
                  <c:v>0</c:v>
                </c:pt>
                <c:pt idx="3221">
                  <c:v>0.84337972800000005</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5.6879371680000004</c:v>
                </c:pt>
                <c:pt idx="3263">
                  <c:v>2.7772852929999998</c:v>
                </c:pt>
                <c:pt idx="3264">
                  <c:v>1.2379500000000001</c:v>
                </c:pt>
                <c:pt idx="3265">
                  <c:v>0.83219634099999995</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1.7576099999999999</c:v>
                </c:pt>
                <c:pt idx="3291">
                  <c:v>1.105492361</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8.5267486869999995</c:v>
                </c:pt>
                <c:pt idx="3307">
                  <c:v>2.1578739389999999</c:v>
                </c:pt>
                <c:pt idx="3308">
                  <c:v>0.96115861700000005</c:v>
                </c:pt>
                <c:pt idx="3309">
                  <c:v>0</c:v>
                </c:pt>
                <c:pt idx="3310">
                  <c:v>0</c:v>
                </c:pt>
                <c:pt idx="3311">
                  <c:v>1.412773684</c:v>
                </c:pt>
                <c:pt idx="3312">
                  <c:v>0</c:v>
                </c:pt>
                <c:pt idx="3313">
                  <c:v>0</c:v>
                </c:pt>
                <c:pt idx="3314">
                  <c:v>0</c:v>
                </c:pt>
                <c:pt idx="3315">
                  <c:v>0.89313750000000003</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0.83740233100000006</c:v>
                </c:pt>
                <c:pt idx="3330">
                  <c:v>5.141790029</c:v>
                </c:pt>
                <c:pt idx="3331">
                  <c:v>5.2821215669999999</c:v>
                </c:pt>
                <c:pt idx="3332">
                  <c:v>0</c:v>
                </c:pt>
                <c:pt idx="3333">
                  <c:v>0</c:v>
                </c:pt>
                <c:pt idx="3334">
                  <c:v>0</c:v>
                </c:pt>
                <c:pt idx="3335">
                  <c:v>0</c:v>
                </c:pt>
                <c:pt idx="3336">
                  <c:v>0</c:v>
                </c:pt>
                <c:pt idx="3337">
                  <c:v>0</c:v>
                </c:pt>
                <c:pt idx="3338">
                  <c:v>1.81656</c:v>
                </c:pt>
                <c:pt idx="3339">
                  <c:v>0</c:v>
                </c:pt>
                <c:pt idx="3340">
                  <c:v>1.71018</c:v>
                </c:pt>
                <c:pt idx="3341">
                  <c:v>0.99087576799999999</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7.0424752929999999</c:v>
                </c:pt>
                <c:pt idx="3358">
                  <c:v>0</c:v>
                </c:pt>
                <c:pt idx="3359">
                  <c:v>0</c:v>
                </c:pt>
                <c:pt idx="3360">
                  <c:v>0</c:v>
                </c:pt>
                <c:pt idx="3361">
                  <c:v>0</c:v>
                </c:pt>
                <c:pt idx="3362">
                  <c:v>0</c:v>
                </c:pt>
                <c:pt idx="3363">
                  <c:v>1.7999099999999999</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2.0294111639999999</c:v>
                </c:pt>
                <c:pt idx="3379">
                  <c:v>0</c:v>
                </c:pt>
                <c:pt idx="3380">
                  <c:v>6.3717300000000003</c:v>
                </c:pt>
                <c:pt idx="3381">
                  <c:v>0</c:v>
                </c:pt>
                <c:pt idx="3382">
                  <c:v>0</c:v>
                </c:pt>
                <c:pt idx="3383">
                  <c:v>0</c:v>
                </c:pt>
                <c:pt idx="3384">
                  <c:v>0</c:v>
                </c:pt>
                <c:pt idx="3385">
                  <c:v>0</c:v>
                </c:pt>
                <c:pt idx="3386">
                  <c:v>0</c:v>
                </c:pt>
                <c:pt idx="3387">
                  <c:v>1.52721</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10.04658538</c:v>
                </c:pt>
                <c:pt idx="3406">
                  <c:v>2.584576529</c:v>
                </c:pt>
                <c:pt idx="3407">
                  <c:v>0</c:v>
                </c:pt>
                <c:pt idx="3408">
                  <c:v>0</c:v>
                </c:pt>
                <c:pt idx="3409">
                  <c:v>0</c:v>
                </c:pt>
                <c:pt idx="3410">
                  <c:v>0</c:v>
                </c:pt>
                <c:pt idx="3411">
                  <c:v>0.32816542900000001</c:v>
                </c:pt>
                <c:pt idx="3412">
                  <c:v>0</c:v>
                </c:pt>
                <c:pt idx="3413">
                  <c:v>0</c:v>
                </c:pt>
                <c:pt idx="3414">
                  <c:v>0</c:v>
                </c:pt>
                <c:pt idx="3415">
                  <c:v>0.54104725399999998</c:v>
                </c:pt>
                <c:pt idx="3416">
                  <c:v>0</c:v>
                </c:pt>
                <c:pt idx="3417">
                  <c:v>0</c:v>
                </c:pt>
                <c:pt idx="3418">
                  <c:v>0</c:v>
                </c:pt>
                <c:pt idx="3419">
                  <c:v>0</c:v>
                </c:pt>
                <c:pt idx="3420">
                  <c:v>0</c:v>
                </c:pt>
                <c:pt idx="3421">
                  <c:v>0</c:v>
                </c:pt>
                <c:pt idx="3422">
                  <c:v>1.825922209</c:v>
                </c:pt>
                <c:pt idx="3423">
                  <c:v>0</c:v>
                </c:pt>
                <c:pt idx="3424">
                  <c:v>0</c:v>
                </c:pt>
                <c:pt idx="3425">
                  <c:v>0</c:v>
                </c:pt>
                <c:pt idx="3426">
                  <c:v>0</c:v>
                </c:pt>
                <c:pt idx="3427">
                  <c:v>0</c:v>
                </c:pt>
                <c:pt idx="3428">
                  <c:v>0</c:v>
                </c:pt>
                <c:pt idx="3429">
                  <c:v>2.222918414</c:v>
                </c:pt>
                <c:pt idx="3430">
                  <c:v>0</c:v>
                </c:pt>
                <c:pt idx="3431">
                  <c:v>0</c:v>
                </c:pt>
                <c:pt idx="3432">
                  <c:v>0</c:v>
                </c:pt>
                <c:pt idx="3433">
                  <c:v>0</c:v>
                </c:pt>
                <c:pt idx="3434">
                  <c:v>0.82946680900000003</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5.1594693639999996</c:v>
                </c:pt>
                <c:pt idx="3452">
                  <c:v>7.4716925410000004</c:v>
                </c:pt>
                <c:pt idx="3453">
                  <c:v>0</c:v>
                </c:pt>
                <c:pt idx="3454">
                  <c:v>0</c:v>
                </c:pt>
                <c:pt idx="3455">
                  <c:v>0</c:v>
                </c:pt>
                <c:pt idx="3456">
                  <c:v>0</c:v>
                </c:pt>
                <c:pt idx="3457">
                  <c:v>0</c:v>
                </c:pt>
                <c:pt idx="3458">
                  <c:v>0</c:v>
                </c:pt>
                <c:pt idx="3459">
                  <c:v>0</c:v>
                </c:pt>
                <c:pt idx="3460">
                  <c:v>0</c:v>
                </c:pt>
                <c:pt idx="3461">
                  <c:v>0</c:v>
                </c:pt>
                <c:pt idx="3462">
                  <c:v>2.7643421699999999</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2.6986075309999999</c:v>
                </c:pt>
                <c:pt idx="3476">
                  <c:v>0</c:v>
                </c:pt>
                <c:pt idx="3477">
                  <c:v>4.8662534710000003</c:v>
                </c:pt>
                <c:pt idx="3478">
                  <c:v>4.5366702339999998</c:v>
                </c:pt>
                <c:pt idx="3479">
                  <c:v>2.2761819330000002</c:v>
                </c:pt>
                <c:pt idx="3480">
                  <c:v>0</c:v>
                </c:pt>
                <c:pt idx="3481">
                  <c:v>0</c:v>
                </c:pt>
                <c:pt idx="3482">
                  <c:v>0</c:v>
                </c:pt>
                <c:pt idx="3483">
                  <c:v>0</c:v>
                </c:pt>
                <c:pt idx="3484">
                  <c:v>2.1240000000000001</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2.4792571680000002</c:v>
                </c:pt>
                <c:pt idx="3502">
                  <c:v>2.3971771679999998</c:v>
                </c:pt>
                <c:pt idx="3503">
                  <c:v>2.3957099999999998</c:v>
                </c:pt>
                <c:pt idx="3504">
                  <c:v>0</c:v>
                </c:pt>
                <c:pt idx="3505">
                  <c:v>1.7019899999999999</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1.891218668</c:v>
                </c:pt>
                <c:pt idx="3523">
                  <c:v>8.2071287809999998</c:v>
                </c:pt>
                <c:pt idx="3524">
                  <c:v>1.215657293</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9.8688599999999997</c:v>
                </c:pt>
                <c:pt idx="3550">
                  <c:v>2.7623019050000002</c:v>
                </c:pt>
                <c:pt idx="3551">
                  <c:v>0</c:v>
                </c:pt>
                <c:pt idx="3552">
                  <c:v>0</c:v>
                </c:pt>
                <c:pt idx="3553">
                  <c:v>0</c:v>
                </c:pt>
                <c:pt idx="3554">
                  <c:v>0</c:v>
                </c:pt>
                <c:pt idx="3555">
                  <c:v>0</c:v>
                </c:pt>
                <c:pt idx="3556">
                  <c:v>0.27838064899999998</c:v>
                </c:pt>
                <c:pt idx="3557">
                  <c:v>0.48932853799999998</c:v>
                </c:pt>
                <c:pt idx="3558">
                  <c:v>0</c:v>
                </c:pt>
                <c:pt idx="3559">
                  <c:v>0</c:v>
                </c:pt>
                <c:pt idx="3560">
                  <c:v>0</c:v>
                </c:pt>
                <c:pt idx="3561">
                  <c:v>0</c:v>
                </c:pt>
                <c:pt idx="3562">
                  <c:v>0</c:v>
                </c:pt>
                <c:pt idx="3563">
                  <c:v>0</c:v>
                </c:pt>
                <c:pt idx="3564">
                  <c:v>0</c:v>
                </c:pt>
                <c:pt idx="3565">
                  <c:v>0</c:v>
                </c:pt>
                <c:pt idx="3566">
                  <c:v>0</c:v>
                </c:pt>
                <c:pt idx="3567">
                  <c:v>0</c:v>
                </c:pt>
                <c:pt idx="3568">
                  <c:v>0</c:v>
                </c:pt>
                <c:pt idx="3569">
                  <c:v>2.0610073340000001</c:v>
                </c:pt>
                <c:pt idx="3570">
                  <c:v>4.8223554650000002</c:v>
                </c:pt>
                <c:pt idx="3571">
                  <c:v>4.4391313769999998</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0.81796234800000001</c:v>
                </c:pt>
                <c:pt idx="3596">
                  <c:v>5.853476648</c:v>
                </c:pt>
                <c:pt idx="3597">
                  <c:v>4.1073782000000003E-2</c:v>
                </c:pt>
                <c:pt idx="3598">
                  <c:v>3.5382240029999998</c:v>
                </c:pt>
                <c:pt idx="3599">
                  <c:v>0</c:v>
                </c:pt>
                <c:pt idx="3600">
                  <c:v>0</c:v>
                </c:pt>
                <c:pt idx="3601">
                  <c:v>0</c:v>
                </c:pt>
                <c:pt idx="3602">
                  <c:v>0</c:v>
                </c:pt>
                <c:pt idx="3603">
                  <c:v>0</c:v>
                </c:pt>
                <c:pt idx="3604">
                  <c:v>0.55109542899999997</c:v>
                </c:pt>
                <c:pt idx="3605">
                  <c:v>0.47074611199999999</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0.52105271399999997</c:v>
                </c:pt>
                <c:pt idx="3620">
                  <c:v>0</c:v>
                </c:pt>
                <c:pt idx="3621">
                  <c:v>0</c:v>
                </c:pt>
                <c:pt idx="3622">
                  <c:v>1.7256431640000001</c:v>
                </c:pt>
                <c:pt idx="3623">
                  <c:v>0</c:v>
                </c:pt>
                <c:pt idx="3624">
                  <c:v>1.1582529989999999</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0.47530064900000002</c:v>
                </c:pt>
                <c:pt idx="3651">
                  <c:v>0</c:v>
                </c:pt>
                <c:pt idx="3652">
                  <c:v>0.57287095600000004</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8.4747716640000004</c:v>
                </c:pt>
                <c:pt idx="3668">
                  <c:v>3.3681902770000001</c:v>
                </c:pt>
                <c:pt idx="3669">
                  <c:v>0</c:v>
                </c:pt>
                <c:pt idx="3670">
                  <c:v>0</c:v>
                </c:pt>
                <c:pt idx="3671">
                  <c:v>0</c:v>
                </c:pt>
                <c:pt idx="3672">
                  <c:v>0</c:v>
                </c:pt>
                <c:pt idx="3673">
                  <c:v>0.71543680899999995</c:v>
                </c:pt>
                <c:pt idx="3674">
                  <c:v>0</c:v>
                </c:pt>
                <c:pt idx="3675">
                  <c:v>1.2806999999999999</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3.2411454239999999</c:v>
                </c:pt>
                <c:pt idx="3690">
                  <c:v>2.8014801359999999</c:v>
                </c:pt>
                <c:pt idx="3691">
                  <c:v>5.3388755210000003</c:v>
                </c:pt>
                <c:pt idx="3692">
                  <c:v>0</c:v>
                </c:pt>
                <c:pt idx="3693">
                  <c:v>0</c:v>
                </c:pt>
                <c:pt idx="3694">
                  <c:v>0</c:v>
                </c:pt>
                <c:pt idx="3695">
                  <c:v>0</c:v>
                </c:pt>
                <c:pt idx="3696">
                  <c:v>0</c:v>
                </c:pt>
                <c:pt idx="3697">
                  <c:v>0</c:v>
                </c:pt>
                <c:pt idx="3698">
                  <c:v>0</c:v>
                </c:pt>
                <c:pt idx="3699">
                  <c:v>0.90022368399999997</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3.9931758589999999</c:v>
                </c:pt>
                <c:pt idx="3715">
                  <c:v>0</c:v>
                </c:pt>
                <c:pt idx="3716">
                  <c:v>0</c:v>
                </c:pt>
                <c:pt idx="3717">
                  <c:v>0</c:v>
                </c:pt>
                <c:pt idx="3718">
                  <c:v>0</c:v>
                </c:pt>
                <c:pt idx="3719">
                  <c:v>0</c:v>
                </c:pt>
                <c:pt idx="3720">
                  <c:v>0</c:v>
                </c:pt>
                <c:pt idx="3721">
                  <c:v>1.1107800000000001</c:v>
                </c:pt>
                <c:pt idx="3722">
                  <c:v>0.22196095599999999</c:v>
                </c:pt>
                <c:pt idx="3723">
                  <c:v>0</c:v>
                </c:pt>
                <c:pt idx="3724">
                  <c:v>0</c:v>
                </c:pt>
                <c:pt idx="3725">
                  <c:v>0</c:v>
                </c:pt>
                <c:pt idx="3726">
                  <c:v>0</c:v>
                </c:pt>
                <c:pt idx="3727">
                  <c:v>0</c:v>
                </c:pt>
                <c:pt idx="3728">
                  <c:v>0</c:v>
                </c:pt>
                <c:pt idx="3729">
                  <c:v>1.7402893880000001</c:v>
                </c:pt>
                <c:pt idx="3730">
                  <c:v>0</c:v>
                </c:pt>
                <c:pt idx="3731">
                  <c:v>0</c:v>
                </c:pt>
                <c:pt idx="3732">
                  <c:v>0</c:v>
                </c:pt>
                <c:pt idx="3733">
                  <c:v>0</c:v>
                </c:pt>
                <c:pt idx="3734">
                  <c:v>0</c:v>
                </c:pt>
                <c:pt idx="3735">
                  <c:v>0</c:v>
                </c:pt>
                <c:pt idx="3736">
                  <c:v>3.610344215</c:v>
                </c:pt>
                <c:pt idx="3737">
                  <c:v>0</c:v>
                </c:pt>
                <c:pt idx="3738">
                  <c:v>7.2727071140000001</c:v>
                </c:pt>
                <c:pt idx="3739">
                  <c:v>0.124663021</c:v>
                </c:pt>
                <c:pt idx="3740">
                  <c:v>0</c:v>
                </c:pt>
                <c:pt idx="3741">
                  <c:v>0</c:v>
                </c:pt>
                <c:pt idx="3742">
                  <c:v>0</c:v>
                </c:pt>
                <c:pt idx="3743">
                  <c:v>0</c:v>
                </c:pt>
                <c:pt idx="3744">
                  <c:v>0</c:v>
                </c:pt>
                <c:pt idx="3745">
                  <c:v>0</c:v>
                </c:pt>
                <c:pt idx="3746">
                  <c:v>0.90040017100000003</c:v>
                </c:pt>
                <c:pt idx="3747">
                  <c:v>0</c:v>
                </c:pt>
                <c:pt idx="3748">
                  <c:v>0</c:v>
                </c:pt>
                <c:pt idx="3749">
                  <c:v>0</c:v>
                </c:pt>
                <c:pt idx="3750">
                  <c:v>0</c:v>
                </c:pt>
                <c:pt idx="3751">
                  <c:v>0</c:v>
                </c:pt>
                <c:pt idx="3752">
                  <c:v>0</c:v>
                </c:pt>
                <c:pt idx="3753">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3.7636554019999999</c:v>
                </c:pt>
                <c:pt idx="3786">
                  <c:v>0</c:v>
                </c:pt>
                <c:pt idx="3787">
                  <c:v>8.7668852840000007</c:v>
                </c:pt>
                <c:pt idx="3788">
                  <c:v>1.5139447210000001</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11.005380000000001</c:v>
                </c:pt>
                <c:pt idx="3813">
                  <c:v>1.625781905</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3.0790813529999999</c:v>
                </c:pt>
                <c:pt idx="3834">
                  <c:v>0</c:v>
                </c:pt>
                <c:pt idx="3835">
                  <c:v>0</c:v>
                </c:pt>
                <c:pt idx="3836">
                  <c:v>0</c:v>
                </c:pt>
                <c:pt idx="3837">
                  <c:v>1.0145799360000001</c:v>
                </c:pt>
                <c:pt idx="3838">
                  <c:v>3.9012866480000001</c:v>
                </c:pt>
                <c:pt idx="3839">
                  <c:v>4.0411463410000001</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9.4467599999999994</c:v>
                </c:pt>
                <c:pt idx="3861">
                  <c:v>3.1844019050000001</c:v>
                </c:pt>
                <c:pt idx="3862">
                  <c:v>0</c:v>
                </c:pt>
                <c:pt idx="3863">
                  <c:v>0</c:v>
                </c:pt>
                <c:pt idx="3864">
                  <c:v>0</c:v>
                </c:pt>
                <c:pt idx="3865">
                  <c:v>0</c:v>
                </c:pt>
                <c:pt idx="3866">
                  <c:v>1.891433218</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4.6757107019999999</c:v>
                </c:pt>
                <c:pt idx="3884">
                  <c:v>5.7969255710000001</c:v>
                </c:pt>
                <c:pt idx="3885">
                  <c:v>0.98059307200000001</c:v>
                </c:pt>
                <c:pt idx="3886">
                  <c:v>0</c:v>
                </c:pt>
                <c:pt idx="3887">
                  <c:v>0</c:v>
                </c:pt>
                <c:pt idx="3888">
                  <c:v>0</c:v>
                </c:pt>
                <c:pt idx="3889">
                  <c:v>1.294692999</c:v>
                </c:pt>
                <c:pt idx="3890">
                  <c:v>1.33056</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6.458780956</c:v>
                </c:pt>
                <c:pt idx="3909">
                  <c:v>5.4201266480000001</c:v>
                </c:pt>
                <c:pt idx="3910">
                  <c:v>0</c:v>
                </c:pt>
                <c:pt idx="3911">
                  <c:v>0</c:v>
                </c:pt>
                <c:pt idx="3912">
                  <c:v>0.105940649</c:v>
                </c:pt>
                <c:pt idx="3913">
                  <c:v>0</c:v>
                </c:pt>
                <c:pt idx="3914">
                  <c:v>0</c:v>
                </c:pt>
                <c:pt idx="3915">
                  <c:v>0.20450095600000001</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4.8888255709999999</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4.685876081</c:v>
                </c:pt>
                <c:pt idx="3955">
                  <c:v>6.8924857639999999</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2.763498035</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1.3317300000000001</c:v>
                </c:pt>
                <c:pt idx="4009">
                  <c:v>0.485380649</c:v>
                </c:pt>
                <c:pt idx="4010">
                  <c:v>1.5785100000000001</c:v>
                </c:pt>
                <c:pt idx="4011">
                  <c:v>1.7839799999999999</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1.54071</c:v>
                </c:pt>
                <c:pt idx="4058">
                  <c:v>0.204635293</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3.6462699359999999</c:v>
                </c:pt>
                <c:pt idx="4077">
                  <c:v>8.9848919679999995</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2.201840024</c:v>
                </c:pt>
                <c:pt idx="4099">
                  <c:v>5.6732690540000004</c:v>
                </c:pt>
                <c:pt idx="4100">
                  <c:v>2.1714600439999998</c:v>
                </c:pt>
                <c:pt idx="4101">
                  <c:v>0</c:v>
                </c:pt>
                <c:pt idx="4102">
                  <c:v>5.5367100000000002</c:v>
                </c:pt>
                <c:pt idx="4103">
                  <c:v>0</c:v>
                </c:pt>
                <c:pt idx="4104">
                  <c:v>0</c:v>
                </c:pt>
                <c:pt idx="4105">
                  <c:v>1.71567</c:v>
                </c:pt>
                <c:pt idx="4106">
                  <c:v>1.7346600000000001</c:v>
                </c:pt>
                <c:pt idx="4107">
                  <c:v>7.7902750000000002E-3</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0</c:v>
                </c:pt>
                <c:pt idx="4121">
                  <c:v>0</c:v>
                </c:pt>
                <c:pt idx="4122">
                  <c:v>0</c:v>
                </c:pt>
                <c:pt idx="4123">
                  <c:v>0</c:v>
                </c:pt>
                <c:pt idx="4124">
                  <c:v>8.0556470640000004</c:v>
                </c:pt>
                <c:pt idx="4125">
                  <c:v>4.5755148410000004</c:v>
                </c:pt>
                <c:pt idx="4126">
                  <c:v>0</c:v>
                </c:pt>
                <c:pt idx="4127">
                  <c:v>0</c:v>
                </c:pt>
                <c:pt idx="4128">
                  <c:v>0</c:v>
                </c:pt>
                <c:pt idx="4129">
                  <c:v>0</c:v>
                </c:pt>
                <c:pt idx="4130">
                  <c:v>0.26381680899999999</c:v>
                </c:pt>
                <c:pt idx="4131">
                  <c:v>1.3535999999999999</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2.054191984</c:v>
                </c:pt>
                <c:pt idx="4150">
                  <c:v>0</c:v>
                </c:pt>
                <c:pt idx="4151">
                  <c:v>0</c:v>
                </c:pt>
                <c:pt idx="4152">
                  <c:v>0</c:v>
                </c:pt>
                <c:pt idx="4153">
                  <c:v>2.1095999999999999</c:v>
                </c:pt>
                <c:pt idx="4154">
                  <c:v>1.8020700000000001</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0.26796642999999998</c:v>
                </c:pt>
                <c:pt idx="4172">
                  <c:v>7.3633499999999996</c:v>
                </c:pt>
                <c:pt idx="4173">
                  <c:v>3.5503676670000002</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1.11771</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1.2875829990000001</c:v>
                </c:pt>
                <c:pt idx="4228">
                  <c:v>0</c:v>
                </c:pt>
                <c:pt idx="4229">
                  <c:v>1.4326254730000001</c:v>
                </c:pt>
                <c:pt idx="4230">
                  <c:v>2.2259377090000001</c:v>
                </c:pt>
                <c:pt idx="4231">
                  <c:v>2.7991543139999999</c:v>
                </c:pt>
                <c:pt idx="4232">
                  <c:v>0</c:v>
                </c:pt>
                <c:pt idx="4233">
                  <c:v>0</c:v>
                </c:pt>
                <c:pt idx="4234">
                  <c:v>0</c:v>
                </c:pt>
                <c:pt idx="4235">
                  <c:v>0</c:v>
                </c:pt>
                <c:pt idx="4236">
                  <c:v>0</c:v>
                </c:pt>
                <c:pt idx="4237">
                  <c:v>0</c:v>
                </c:pt>
                <c:pt idx="4238">
                  <c:v>0</c:v>
                </c:pt>
                <c:pt idx="4239">
                  <c:v>0.56053194799999995</c:v>
                </c:pt>
                <c:pt idx="4240">
                  <c:v>0</c:v>
                </c:pt>
                <c:pt idx="4241">
                  <c:v>6.7408869459999998</c:v>
                </c:pt>
                <c:pt idx="4242">
                  <c:v>0</c:v>
                </c:pt>
                <c:pt idx="4243">
                  <c:v>3.8599781430000002</c:v>
                </c:pt>
                <c:pt idx="4244">
                  <c:v>5.8299763450000004</c:v>
                </c:pt>
                <c:pt idx="4245">
                  <c:v>0</c:v>
                </c:pt>
                <c:pt idx="4246">
                  <c:v>0</c:v>
                </c:pt>
                <c:pt idx="4247">
                  <c:v>0</c:v>
                </c:pt>
                <c:pt idx="4248">
                  <c:v>0</c:v>
                </c:pt>
                <c:pt idx="4249">
                  <c:v>0</c:v>
                </c:pt>
                <c:pt idx="4250">
                  <c:v>1.6893899999999999</c:v>
                </c:pt>
                <c:pt idx="4251">
                  <c:v>1.5335691469999999</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2.743243471</c:v>
                </c:pt>
                <c:pt idx="4270">
                  <c:v>6.959800649</c:v>
                </c:pt>
                <c:pt idx="4271">
                  <c:v>0</c:v>
                </c:pt>
                <c:pt idx="4272">
                  <c:v>0</c:v>
                </c:pt>
                <c:pt idx="4273">
                  <c:v>0</c:v>
                </c:pt>
                <c:pt idx="4274">
                  <c:v>0</c:v>
                </c:pt>
                <c:pt idx="4275">
                  <c:v>1.68615</c:v>
                </c:pt>
                <c:pt idx="4276">
                  <c:v>0.31790095600000001</c:v>
                </c:pt>
                <c:pt idx="4277">
                  <c:v>0</c:v>
                </c:pt>
                <c:pt idx="4278">
                  <c:v>0</c:v>
                </c:pt>
                <c:pt idx="4279">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8.21556</c:v>
                </c:pt>
                <c:pt idx="4293">
                  <c:v>2.3399208429999998</c:v>
                </c:pt>
                <c:pt idx="4294">
                  <c:v>1.0747409670000001</c:v>
                </c:pt>
                <c:pt idx="4295">
                  <c:v>0</c:v>
                </c:pt>
                <c:pt idx="4296">
                  <c:v>0</c:v>
                </c:pt>
                <c:pt idx="4297">
                  <c:v>0</c:v>
                </c:pt>
                <c:pt idx="4298">
                  <c:v>1.225736809</c:v>
                </c:pt>
                <c:pt idx="4299">
                  <c:v>1.5103168090000001</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4.5830013110000003</c:v>
                </c:pt>
                <c:pt idx="4316">
                  <c:v>0</c:v>
                </c:pt>
                <c:pt idx="4317">
                  <c:v>8.5254300000000001</c:v>
                </c:pt>
                <c:pt idx="4318">
                  <c:v>3.963241451</c:v>
                </c:pt>
                <c:pt idx="4319">
                  <c:v>0</c:v>
                </c:pt>
                <c:pt idx="4320">
                  <c:v>0</c:v>
                </c:pt>
                <c:pt idx="4321">
                  <c:v>0</c:v>
                </c:pt>
                <c:pt idx="4322">
                  <c:v>0</c:v>
                </c:pt>
                <c:pt idx="4323">
                  <c:v>0</c:v>
                </c:pt>
                <c:pt idx="4324">
                  <c:v>0</c:v>
                </c:pt>
                <c:pt idx="4325">
                  <c:v>0</c:v>
                </c:pt>
                <c:pt idx="4326">
                  <c:v>2.5414187539999999</c:v>
                </c:pt>
                <c:pt idx="4327">
                  <c:v>2.2722760430000002</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0.92063716799999995</c:v>
                </c:pt>
                <c:pt idx="4389">
                  <c:v>7.0239599999999998</c:v>
                </c:pt>
                <c:pt idx="4390">
                  <c:v>0.61454120400000001</c:v>
                </c:pt>
                <c:pt idx="4391">
                  <c:v>0</c:v>
                </c:pt>
                <c:pt idx="4392">
                  <c:v>0</c:v>
                </c:pt>
                <c:pt idx="4393">
                  <c:v>0</c:v>
                </c:pt>
                <c:pt idx="4394">
                  <c:v>0</c:v>
                </c:pt>
                <c:pt idx="4395">
                  <c:v>0.49205680899999998</c:v>
                </c:pt>
                <c:pt idx="4396">
                  <c:v>1.7751600000000001</c:v>
                </c:pt>
                <c:pt idx="4397">
                  <c:v>1.5603409420000001</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2.5082743540000001</c:v>
                </c:pt>
                <c:pt idx="4437">
                  <c:v>9.7523355709999997</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1.8053999999999999</c:v>
                </c:pt>
                <c:pt idx="4465">
                  <c:v>1.7978400000000001</c:v>
                </c:pt>
                <c:pt idx="4466">
                  <c:v>1.359112361</c:v>
                </c:pt>
                <c:pt idx="4467">
                  <c:v>1.81368</c:v>
                </c:pt>
                <c:pt idx="4468">
                  <c:v>1.9535400000000001</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4.0334769320000001</c:v>
                </c:pt>
                <c:pt idx="4483">
                  <c:v>0.526601086</c:v>
                </c:pt>
                <c:pt idx="4484">
                  <c:v>0</c:v>
                </c:pt>
                <c:pt idx="4485">
                  <c:v>0</c:v>
                </c:pt>
                <c:pt idx="4486">
                  <c:v>0</c:v>
                </c:pt>
                <c:pt idx="4487">
                  <c:v>0</c:v>
                </c:pt>
                <c:pt idx="4488">
                  <c:v>0</c:v>
                </c:pt>
                <c:pt idx="4489">
                  <c:v>0</c:v>
                </c:pt>
                <c:pt idx="4490">
                  <c:v>0</c:v>
                </c:pt>
                <c:pt idx="4491">
                  <c:v>0</c:v>
                </c:pt>
                <c:pt idx="4492">
                  <c:v>1.0073968090000001</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8.2926864980000001</c:v>
                </c:pt>
                <c:pt idx="4508">
                  <c:v>1.0650582200000001</c:v>
                </c:pt>
                <c:pt idx="4509">
                  <c:v>0</c:v>
                </c:pt>
                <c:pt idx="4510">
                  <c:v>0</c:v>
                </c:pt>
                <c:pt idx="4511">
                  <c:v>0</c:v>
                </c:pt>
                <c:pt idx="4512">
                  <c:v>0</c:v>
                </c:pt>
                <c:pt idx="4513">
                  <c:v>0</c:v>
                </c:pt>
                <c:pt idx="4514">
                  <c:v>0</c:v>
                </c:pt>
                <c:pt idx="4515">
                  <c:v>1.4199299999999999</c:v>
                </c:pt>
                <c:pt idx="4516">
                  <c:v>1.3166100000000001</c:v>
                </c:pt>
                <c:pt idx="4517">
                  <c:v>0</c:v>
                </c:pt>
                <c:pt idx="4518">
                  <c:v>0.43120277400000001</c:v>
                </c:pt>
                <c:pt idx="4519">
                  <c:v>0.31045043</c:v>
                </c:pt>
                <c:pt idx="4520">
                  <c:v>0</c:v>
                </c:pt>
                <c:pt idx="4521">
                  <c:v>0</c:v>
                </c:pt>
                <c:pt idx="4522">
                  <c:v>0</c:v>
                </c:pt>
                <c:pt idx="4523">
                  <c:v>0</c:v>
                </c:pt>
                <c:pt idx="4524">
                  <c:v>0</c:v>
                </c:pt>
                <c:pt idx="4525">
                  <c:v>0</c:v>
                </c:pt>
                <c:pt idx="4526">
                  <c:v>0</c:v>
                </c:pt>
                <c:pt idx="4527">
                  <c:v>0</c:v>
                </c:pt>
                <c:pt idx="4528">
                  <c:v>0</c:v>
                </c:pt>
                <c:pt idx="4529">
                  <c:v>6.9566010519999999</c:v>
                </c:pt>
                <c:pt idx="4530">
                  <c:v>5.674560853</c:v>
                </c:pt>
                <c:pt idx="4531">
                  <c:v>0</c:v>
                </c:pt>
                <c:pt idx="4532">
                  <c:v>0</c:v>
                </c:pt>
                <c:pt idx="4533">
                  <c:v>0</c:v>
                </c:pt>
                <c:pt idx="4534">
                  <c:v>0</c:v>
                </c:pt>
                <c:pt idx="4535">
                  <c:v>2.4381600649999999</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0.58586254000000004</c:v>
                </c:pt>
                <c:pt idx="4556">
                  <c:v>7.7099963410000001</c:v>
                </c:pt>
                <c:pt idx="4557">
                  <c:v>2.879173164</c:v>
                </c:pt>
                <c:pt idx="4558">
                  <c:v>0</c:v>
                </c:pt>
                <c:pt idx="4559">
                  <c:v>0</c:v>
                </c:pt>
                <c:pt idx="4560">
                  <c:v>0</c:v>
                </c:pt>
                <c:pt idx="4561">
                  <c:v>0</c:v>
                </c:pt>
                <c:pt idx="4562">
                  <c:v>0.99713680900000001</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8.0342939579999992</c:v>
                </c:pt>
                <c:pt idx="4580">
                  <c:v>0</c:v>
                </c:pt>
                <c:pt idx="4581">
                  <c:v>0.46628684500000001</c:v>
                </c:pt>
                <c:pt idx="4582">
                  <c:v>0</c:v>
                </c:pt>
                <c:pt idx="4583">
                  <c:v>0</c:v>
                </c:pt>
                <c:pt idx="4584">
                  <c:v>0</c:v>
                </c:pt>
                <c:pt idx="4585">
                  <c:v>0</c:v>
                </c:pt>
                <c:pt idx="4586">
                  <c:v>0</c:v>
                </c:pt>
                <c:pt idx="4587">
                  <c:v>0</c:v>
                </c:pt>
                <c:pt idx="4588">
                  <c:v>1.4355899999999999</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8.516155436</c:v>
                </c:pt>
                <c:pt idx="4604">
                  <c:v>2.7745310139999999</c:v>
                </c:pt>
                <c:pt idx="4605">
                  <c:v>0</c:v>
                </c:pt>
                <c:pt idx="4606">
                  <c:v>0</c:v>
                </c:pt>
                <c:pt idx="4607">
                  <c:v>0</c:v>
                </c:pt>
                <c:pt idx="4608">
                  <c:v>0</c:v>
                </c:pt>
                <c:pt idx="4609">
                  <c:v>0</c:v>
                </c:pt>
                <c:pt idx="4610">
                  <c:v>0</c:v>
                </c:pt>
                <c:pt idx="4611">
                  <c:v>0</c:v>
                </c:pt>
                <c:pt idx="4612">
                  <c:v>0</c:v>
                </c:pt>
                <c:pt idx="4613">
                  <c:v>0</c:v>
                </c:pt>
                <c:pt idx="4614">
                  <c:v>0</c:v>
                </c:pt>
                <c:pt idx="4615">
                  <c:v>0</c:v>
                </c:pt>
                <c:pt idx="4616">
                  <c:v>2.6785089129999999</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0.120493164</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2.7497202340000002</c:v>
                </c:pt>
                <c:pt idx="4679">
                  <c:v>2.4779923610000001</c:v>
                </c:pt>
                <c:pt idx="4680">
                  <c:v>1.8223199999999999</c:v>
                </c:pt>
                <c:pt idx="4681">
                  <c:v>1.5053399999999999</c:v>
                </c:pt>
                <c:pt idx="4682">
                  <c:v>0.77376254700000002</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2.4999117989999999</c:v>
                </c:pt>
                <c:pt idx="4700">
                  <c:v>4.0134592470000001</c:v>
                </c:pt>
                <c:pt idx="4701">
                  <c:v>4.8310683540000001</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4.2171760239999996</c:v>
                </c:pt>
                <c:pt idx="4770">
                  <c:v>0</c:v>
                </c:pt>
                <c:pt idx="4771">
                  <c:v>8.3829921239999994</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4.5119391120000003</c:v>
                </c:pt>
                <c:pt idx="4792">
                  <c:v>0</c:v>
                </c:pt>
                <c:pt idx="4793">
                  <c:v>4.7429524760000001</c:v>
                </c:pt>
                <c:pt idx="4794">
                  <c:v>4.238220568</c:v>
                </c:pt>
                <c:pt idx="4795">
                  <c:v>1.6209531479999999</c:v>
                </c:pt>
                <c:pt idx="4796">
                  <c:v>0.304332518</c:v>
                </c:pt>
                <c:pt idx="4797">
                  <c:v>0</c:v>
                </c:pt>
                <c:pt idx="4798">
                  <c:v>0</c:v>
                </c:pt>
                <c:pt idx="4799">
                  <c:v>0</c:v>
                </c:pt>
                <c:pt idx="4800">
                  <c:v>0</c:v>
                </c:pt>
                <c:pt idx="4801">
                  <c:v>0</c:v>
                </c:pt>
                <c:pt idx="4802">
                  <c:v>0</c:v>
                </c:pt>
                <c:pt idx="4803">
                  <c:v>1.33578</c:v>
                </c:pt>
                <c:pt idx="4804">
                  <c:v>0.72833731400000001</c:v>
                </c:pt>
                <c:pt idx="4805">
                  <c:v>0</c:v>
                </c:pt>
                <c:pt idx="4806">
                  <c:v>0</c:v>
                </c:pt>
                <c:pt idx="4807">
                  <c:v>0</c:v>
                </c:pt>
                <c:pt idx="4808">
                  <c:v>0</c:v>
                </c:pt>
                <c:pt idx="4809">
                  <c:v>0</c:v>
                </c:pt>
                <c:pt idx="4810">
                  <c:v>1.2551248880000001</c:v>
                </c:pt>
                <c:pt idx="4811">
                  <c:v>0</c:v>
                </c:pt>
                <c:pt idx="4812">
                  <c:v>0</c:v>
                </c:pt>
                <c:pt idx="4813">
                  <c:v>0</c:v>
                </c:pt>
                <c:pt idx="4814">
                  <c:v>0</c:v>
                </c:pt>
                <c:pt idx="4815">
                  <c:v>0</c:v>
                </c:pt>
                <c:pt idx="4816">
                  <c:v>0</c:v>
                </c:pt>
                <c:pt idx="4817">
                  <c:v>0</c:v>
                </c:pt>
                <c:pt idx="4818">
                  <c:v>0</c:v>
                </c:pt>
                <c:pt idx="4819">
                  <c:v>1.481624002</c:v>
                </c:pt>
                <c:pt idx="4820">
                  <c:v>5.627135376</c:v>
                </c:pt>
                <c:pt idx="4821">
                  <c:v>4.184765638</c:v>
                </c:pt>
                <c:pt idx="4822">
                  <c:v>0</c:v>
                </c:pt>
                <c:pt idx="4823">
                  <c:v>3.18492</c:v>
                </c:pt>
                <c:pt idx="4824">
                  <c:v>0</c:v>
                </c:pt>
                <c:pt idx="4825">
                  <c:v>0</c:v>
                </c:pt>
                <c:pt idx="4826">
                  <c:v>0</c:v>
                </c:pt>
                <c:pt idx="4827">
                  <c:v>0</c:v>
                </c:pt>
                <c:pt idx="4828">
                  <c:v>0</c:v>
                </c:pt>
                <c:pt idx="4829">
                  <c:v>0</c:v>
                </c:pt>
                <c:pt idx="4830">
                  <c:v>0</c:v>
                </c:pt>
                <c:pt idx="4831">
                  <c:v>0</c:v>
                </c:pt>
                <c:pt idx="4832">
                  <c:v>0.34841925800000001</c:v>
                </c:pt>
                <c:pt idx="4833">
                  <c:v>0</c:v>
                </c:pt>
                <c:pt idx="4834">
                  <c:v>0</c:v>
                </c:pt>
                <c:pt idx="4835">
                  <c:v>0</c:v>
                </c:pt>
                <c:pt idx="4836">
                  <c:v>0</c:v>
                </c:pt>
                <c:pt idx="4837">
                  <c:v>0</c:v>
                </c:pt>
                <c:pt idx="4838">
                  <c:v>0</c:v>
                </c:pt>
                <c:pt idx="4839">
                  <c:v>0</c:v>
                </c:pt>
                <c:pt idx="4840">
                  <c:v>0</c:v>
                </c:pt>
                <c:pt idx="4841">
                  <c:v>6.8117514000000004E-2</c:v>
                </c:pt>
                <c:pt idx="4842">
                  <c:v>5.5604673619999998</c:v>
                </c:pt>
                <c:pt idx="4843">
                  <c:v>4.2645641039999997</c:v>
                </c:pt>
                <c:pt idx="4844">
                  <c:v>0</c:v>
                </c:pt>
                <c:pt idx="4845">
                  <c:v>0</c:v>
                </c:pt>
                <c:pt idx="4846">
                  <c:v>0</c:v>
                </c:pt>
                <c:pt idx="4847">
                  <c:v>0.98871537600000003</c:v>
                </c:pt>
                <c:pt idx="4848">
                  <c:v>1.2869999999999999</c:v>
                </c:pt>
                <c:pt idx="4849">
                  <c:v>1.40391</c:v>
                </c:pt>
                <c:pt idx="4850">
                  <c:v>0.60179634100000001</c:v>
                </c:pt>
                <c:pt idx="4851">
                  <c:v>0</c:v>
                </c:pt>
                <c:pt idx="4852">
                  <c:v>1.9604699999999999</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6.015158488</c:v>
                </c:pt>
                <c:pt idx="4868">
                  <c:v>6.3539355710000001</c:v>
                </c:pt>
                <c:pt idx="4869">
                  <c:v>0</c:v>
                </c:pt>
                <c:pt idx="4870">
                  <c:v>0</c:v>
                </c:pt>
                <c:pt idx="4871">
                  <c:v>0</c:v>
                </c:pt>
                <c:pt idx="4872">
                  <c:v>0</c:v>
                </c:pt>
                <c:pt idx="4873">
                  <c:v>1.57968</c:v>
                </c:pt>
                <c:pt idx="4874">
                  <c:v>1.20699</c:v>
                </c:pt>
                <c:pt idx="4875">
                  <c:v>0.21245634099999999</c:v>
                </c:pt>
                <c:pt idx="4876">
                  <c:v>0</c:v>
                </c:pt>
                <c:pt idx="4877">
                  <c:v>0</c:v>
                </c:pt>
                <c:pt idx="4878">
                  <c:v>0</c:v>
                </c:pt>
                <c:pt idx="4879">
                  <c:v>0</c:v>
                </c:pt>
                <c:pt idx="4880">
                  <c:v>0</c:v>
                </c:pt>
                <c:pt idx="4881">
                  <c:v>0</c:v>
                </c:pt>
                <c:pt idx="4882">
                  <c:v>0</c:v>
                </c:pt>
                <c:pt idx="4883">
                  <c:v>0</c:v>
                </c:pt>
                <c:pt idx="4884">
                  <c:v>0</c:v>
                </c:pt>
                <c:pt idx="4885">
                  <c:v>0</c:v>
                </c:pt>
                <c:pt idx="4886">
                  <c:v>0</c:v>
                </c:pt>
                <c:pt idx="4887">
                  <c:v>0</c:v>
                </c:pt>
                <c:pt idx="4888">
                  <c:v>0</c:v>
                </c:pt>
                <c:pt idx="4889">
                  <c:v>0</c:v>
                </c:pt>
                <c:pt idx="4890">
                  <c:v>0</c:v>
                </c:pt>
                <c:pt idx="4891">
                  <c:v>0</c:v>
                </c:pt>
                <c:pt idx="4892">
                  <c:v>0</c:v>
                </c:pt>
                <c:pt idx="4893">
                  <c:v>0</c:v>
                </c:pt>
                <c:pt idx="4894">
                  <c:v>0</c:v>
                </c:pt>
                <c:pt idx="4895">
                  <c:v>0</c:v>
                </c:pt>
                <c:pt idx="4896">
                  <c:v>1.217906809</c:v>
                </c:pt>
                <c:pt idx="4897">
                  <c:v>1.5115499999999999</c:v>
                </c:pt>
                <c:pt idx="4898">
                  <c:v>1.085802999</c:v>
                </c:pt>
                <c:pt idx="4899">
                  <c:v>0</c:v>
                </c:pt>
                <c:pt idx="4900">
                  <c:v>0.63317095599999995</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1.438640803</c:v>
                </c:pt>
                <c:pt idx="4914">
                  <c:v>3.6198856629999998</c:v>
                </c:pt>
                <c:pt idx="4915">
                  <c:v>4.6703567880000003</c:v>
                </c:pt>
                <c:pt idx="4916">
                  <c:v>0.47069012700000001</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2.5900446439999998</c:v>
                </c:pt>
                <c:pt idx="4937">
                  <c:v>0</c:v>
                </c:pt>
                <c:pt idx="4938">
                  <c:v>0</c:v>
                </c:pt>
                <c:pt idx="4939">
                  <c:v>4.6830809010000003</c:v>
                </c:pt>
                <c:pt idx="4940">
                  <c:v>0</c:v>
                </c:pt>
                <c:pt idx="4941">
                  <c:v>6.9349608429999998</c:v>
                </c:pt>
                <c:pt idx="4942">
                  <c:v>2.301417168</c:v>
                </c:pt>
                <c:pt idx="4943">
                  <c:v>1.7774844380000001</c:v>
                </c:pt>
                <c:pt idx="4944">
                  <c:v>0</c:v>
                </c:pt>
                <c:pt idx="4945">
                  <c:v>1.30446</c:v>
                </c:pt>
                <c:pt idx="4946">
                  <c:v>0</c:v>
                </c:pt>
                <c:pt idx="4947">
                  <c:v>0.23653064900000001</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4.6542684139999997</c:v>
                </c:pt>
                <c:pt idx="4965">
                  <c:v>0</c:v>
                </c:pt>
                <c:pt idx="4966">
                  <c:v>0</c:v>
                </c:pt>
                <c:pt idx="4967">
                  <c:v>0</c:v>
                </c:pt>
                <c:pt idx="4968">
                  <c:v>0</c:v>
                </c:pt>
                <c:pt idx="4969">
                  <c:v>0</c:v>
                </c:pt>
                <c:pt idx="4970">
                  <c:v>0</c:v>
                </c:pt>
                <c:pt idx="4971">
                  <c:v>0</c:v>
                </c:pt>
                <c:pt idx="4972">
                  <c:v>0</c:v>
                </c:pt>
                <c:pt idx="4973">
                  <c:v>0</c:v>
                </c:pt>
                <c:pt idx="4974">
                  <c:v>0</c:v>
                </c:pt>
                <c:pt idx="4975">
                  <c:v>0</c:v>
                </c:pt>
                <c:pt idx="4976">
                  <c:v>0.58782309499999996</c:v>
                </c:pt>
                <c:pt idx="4977">
                  <c:v>0</c:v>
                </c:pt>
                <c:pt idx="4978">
                  <c:v>0</c:v>
                </c:pt>
                <c:pt idx="4979">
                  <c:v>0</c:v>
                </c:pt>
                <c:pt idx="4980">
                  <c:v>0</c:v>
                </c:pt>
                <c:pt idx="4981">
                  <c:v>0</c:v>
                </c:pt>
                <c:pt idx="4982">
                  <c:v>0</c:v>
                </c:pt>
                <c:pt idx="4983">
                  <c:v>0</c:v>
                </c:pt>
                <c:pt idx="4984">
                  <c:v>0</c:v>
                </c:pt>
                <c:pt idx="4985">
                  <c:v>2.1945130800000001</c:v>
                </c:pt>
                <c:pt idx="4986">
                  <c:v>6.5476089689999997</c:v>
                </c:pt>
                <c:pt idx="4987">
                  <c:v>2.5870474159999999</c:v>
                </c:pt>
                <c:pt idx="4988">
                  <c:v>0</c:v>
                </c:pt>
                <c:pt idx="4989">
                  <c:v>0</c:v>
                </c:pt>
                <c:pt idx="4990">
                  <c:v>0</c:v>
                </c:pt>
                <c:pt idx="4991">
                  <c:v>0</c:v>
                </c:pt>
                <c:pt idx="4992">
                  <c:v>0</c:v>
                </c:pt>
                <c:pt idx="4993">
                  <c:v>0</c:v>
                </c:pt>
                <c:pt idx="4994">
                  <c:v>0</c:v>
                </c:pt>
                <c:pt idx="4995">
                  <c:v>0</c:v>
                </c:pt>
                <c:pt idx="4996">
                  <c:v>0</c:v>
                </c:pt>
                <c:pt idx="4997">
                  <c:v>0</c:v>
                </c:pt>
                <c:pt idx="4998">
                  <c:v>0</c:v>
                </c:pt>
                <c:pt idx="4999">
                  <c:v>0</c:v>
                </c:pt>
                <c:pt idx="5000">
                  <c:v>0</c:v>
                </c:pt>
                <c:pt idx="5001">
                  <c:v>0</c:v>
                </c:pt>
                <c:pt idx="5002">
                  <c:v>0</c:v>
                </c:pt>
                <c:pt idx="5003">
                  <c:v>0</c:v>
                </c:pt>
                <c:pt idx="5004">
                  <c:v>0</c:v>
                </c:pt>
                <c:pt idx="5005">
                  <c:v>0</c:v>
                </c:pt>
                <c:pt idx="5006">
                  <c:v>0</c:v>
                </c:pt>
                <c:pt idx="5007">
                  <c:v>0</c:v>
                </c:pt>
                <c:pt idx="5008">
                  <c:v>0</c:v>
                </c:pt>
                <c:pt idx="5009">
                  <c:v>0</c:v>
                </c:pt>
                <c:pt idx="5010">
                  <c:v>8.2832138719999993</c:v>
                </c:pt>
                <c:pt idx="5011">
                  <c:v>4.3479480319999997</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1.721215639</c:v>
                </c:pt>
                <c:pt idx="5025">
                  <c:v>0</c:v>
                </c:pt>
                <c:pt idx="5026">
                  <c:v>0</c:v>
                </c:pt>
                <c:pt idx="5027">
                  <c:v>0</c:v>
                </c:pt>
                <c:pt idx="5028">
                  <c:v>0</c:v>
                </c:pt>
                <c:pt idx="5029">
                  <c:v>0</c:v>
                </c:pt>
                <c:pt idx="5030">
                  <c:v>0</c:v>
                </c:pt>
                <c:pt idx="5031">
                  <c:v>0</c:v>
                </c:pt>
                <c:pt idx="5032">
                  <c:v>0</c:v>
                </c:pt>
                <c:pt idx="5033">
                  <c:v>0</c:v>
                </c:pt>
                <c:pt idx="5034">
                  <c:v>0</c:v>
                </c:pt>
                <c:pt idx="5035">
                  <c:v>0</c:v>
                </c:pt>
                <c:pt idx="5036">
                  <c:v>8.1852406490000007</c:v>
                </c:pt>
                <c:pt idx="5037">
                  <c:v>4.4459212560000001</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0.90778347100000001</c:v>
                </c:pt>
                <c:pt idx="5061">
                  <c:v>5.4899208430000002</c:v>
                </c:pt>
                <c:pt idx="5062">
                  <c:v>4.8671286690000004</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7">
                  <c:v>0.78563716800000005</c:v>
                </c:pt>
                <c:pt idx="5088">
                  <c:v>0.99685064899999998</c:v>
                </c:pt>
                <c:pt idx="5089">
                  <c:v>1.3991400000000001</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5.4695696280000003</c:v>
                </c:pt>
                <c:pt idx="5106">
                  <c:v>0</c:v>
                </c:pt>
                <c:pt idx="5107">
                  <c:v>7.3380599999999996</c:v>
                </c:pt>
                <c:pt idx="5108">
                  <c:v>0</c:v>
                </c:pt>
                <c:pt idx="5109">
                  <c:v>0</c:v>
                </c:pt>
                <c:pt idx="5110">
                  <c:v>0</c:v>
                </c:pt>
                <c:pt idx="5111">
                  <c:v>0</c:v>
                </c:pt>
                <c:pt idx="5112">
                  <c:v>2.0479500000000002</c:v>
                </c:pt>
                <c:pt idx="5113">
                  <c:v>1.52433</c:v>
                </c:pt>
                <c:pt idx="5114">
                  <c:v>0</c:v>
                </c:pt>
                <c:pt idx="5115">
                  <c:v>6.4235292999999999E-2</c:v>
                </c:pt>
                <c:pt idx="5116">
                  <c:v>0</c:v>
                </c:pt>
                <c:pt idx="5117">
                  <c:v>0</c:v>
                </c:pt>
                <c:pt idx="5118">
                  <c:v>0</c:v>
                </c:pt>
                <c:pt idx="5119">
                  <c:v>0</c:v>
                </c:pt>
                <c:pt idx="5120">
                  <c:v>2.011475914</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5.3854454289999998</c:v>
                </c:pt>
                <c:pt idx="5135">
                  <c:v>4.4420400000000004</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7.9655506489999999</c:v>
                </c:pt>
                <c:pt idx="5156">
                  <c:v>0</c:v>
                </c:pt>
                <c:pt idx="5157">
                  <c:v>7.8267706490000002</c:v>
                </c:pt>
                <c:pt idx="5158">
                  <c:v>1.823501671</c:v>
                </c:pt>
                <c:pt idx="5159">
                  <c:v>0</c:v>
                </c:pt>
                <c:pt idx="5160">
                  <c:v>0</c:v>
                </c:pt>
                <c:pt idx="5161">
                  <c:v>0</c:v>
                </c:pt>
                <c:pt idx="5162">
                  <c:v>0</c:v>
                </c:pt>
                <c:pt idx="5163">
                  <c:v>1.0619309560000001</c:v>
                </c:pt>
                <c:pt idx="5164">
                  <c:v>0</c:v>
                </c:pt>
                <c:pt idx="5165">
                  <c:v>0</c:v>
                </c:pt>
                <c:pt idx="5166">
                  <c:v>0</c:v>
                </c:pt>
                <c:pt idx="5167">
                  <c:v>0.269355815</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3.9773870640000002</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5.3794553760000001</c:v>
                </c:pt>
                <c:pt idx="5228">
                  <c:v>0</c:v>
                </c:pt>
                <c:pt idx="5229">
                  <c:v>0</c:v>
                </c:pt>
                <c:pt idx="5230">
                  <c:v>1.941365376</c:v>
                </c:pt>
                <c:pt idx="5231">
                  <c:v>2.2522500000000001</c:v>
                </c:pt>
                <c:pt idx="5232">
                  <c:v>0.79408064899999997</c:v>
                </c:pt>
                <c:pt idx="5233">
                  <c:v>0</c:v>
                </c:pt>
                <c:pt idx="5234">
                  <c:v>0</c:v>
                </c:pt>
                <c:pt idx="5235">
                  <c:v>1.43181</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1.9771145990000001</c:v>
                </c:pt>
                <c:pt idx="5249">
                  <c:v>0</c:v>
                </c:pt>
                <c:pt idx="5250">
                  <c:v>0</c:v>
                </c:pt>
                <c:pt idx="5251">
                  <c:v>4.6193671680000001</c:v>
                </c:pt>
                <c:pt idx="5252">
                  <c:v>8.0035697940000006</c:v>
                </c:pt>
                <c:pt idx="5253">
                  <c:v>0</c:v>
                </c:pt>
                <c:pt idx="5254">
                  <c:v>0</c:v>
                </c:pt>
                <c:pt idx="5255">
                  <c:v>0</c:v>
                </c:pt>
                <c:pt idx="5256">
                  <c:v>0</c:v>
                </c:pt>
                <c:pt idx="5257">
                  <c:v>0</c:v>
                </c:pt>
                <c:pt idx="5258">
                  <c:v>0</c:v>
                </c:pt>
                <c:pt idx="5259">
                  <c:v>1.3352623610000001</c:v>
                </c:pt>
                <c:pt idx="5260">
                  <c:v>0.112565293</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7.7043600000000003</c:v>
                </c:pt>
                <c:pt idx="5276">
                  <c:v>0</c:v>
                </c:pt>
                <c:pt idx="5277">
                  <c:v>3.041285792</c:v>
                </c:pt>
                <c:pt idx="5278">
                  <c:v>0</c:v>
                </c:pt>
                <c:pt idx="5279">
                  <c:v>0</c:v>
                </c:pt>
                <c:pt idx="5280">
                  <c:v>0</c:v>
                </c:pt>
                <c:pt idx="5281">
                  <c:v>2.0432700000000001</c:v>
                </c:pt>
                <c:pt idx="5282">
                  <c:v>2.2859099999999999</c:v>
                </c:pt>
                <c:pt idx="5283">
                  <c:v>1.19736</c:v>
                </c:pt>
                <c:pt idx="5284">
                  <c:v>1.556412999</c:v>
                </c:pt>
                <c:pt idx="5285">
                  <c:v>1.432106809</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7.5633274520000002</c:v>
                </c:pt>
                <c:pt idx="5299">
                  <c:v>5.0678344529999997</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1.5275549909999999</c:v>
                </c:pt>
                <c:pt idx="5348">
                  <c:v>0.57625499099999999</c:v>
                </c:pt>
                <c:pt idx="5349">
                  <c:v>8.6286809560000002</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0.53864822000000001</c:v>
                </c:pt>
                <c:pt idx="5421">
                  <c:v>9.2494800000000001</c:v>
                </c:pt>
                <c:pt idx="5422">
                  <c:v>1.458248</c:v>
                </c:pt>
                <c:pt idx="5423">
                  <c:v>0</c:v>
                </c:pt>
                <c:pt idx="5424">
                  <c:v>0</c:v>
                </c:pt>
                <c:pt idx="5425">
                  <c:v>0</c:v>
                </c:pt>
                <c:pt idx="5426">
                  <c:v>0</c:v>
                </c:pt>
                <c:pt idx="5427">
                  <c:v>1.59093</c:v>
                </c:pt>
                <c:pt idx="5428">
                  <c:v>0.196175293</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4.6552162140000002</c:v>
                </c:pt>
                <c:pt idx="5442">
                  <c:v>1.1894711920000001</c:v>
                </c:pt>
                <c:pt idx="5443">
                  <c:v>5.6075172149999997</c:v>
                </c:pt>
                <c:pt idx="5444">
                  <c:v>0</c:v>
                </c:pt>
                <c:pt idx="5445">
                  <c:v>0</c:v>
                </c:pt>
                <c:pt idx="5446">
                  <c:v>0</c:v>
                </c:pt>
                <c:pt idx="5447">
                  <c:v>0</c:v>
                </c:pt>
                <c:pt idx="5448">
                  <c:v>0</c:v>
                </c:pt>
                <c:pt idx="5449">
                  <c:v>0</c:v>
                </c:pt>
                <c:pt idx="5450">
                  <c:v>0</c:v>
                </c:pt>
                <c:pt idx="5451">
                  <c:v>0</c:v>
                </c:pt>
                <c:pt idx="5452">
                  <c:v>0</c:v>
                </c:pt>
                <c:pt idx="5453">
                  <c:v>0</c:v>
                </c:pt>
                <c:pt idx="5454">
                  <c:v>0</c:v>
                </c:pt>
                <c:pt idx="5455">
                  <c:v>0.66976591200000002</c:v>
                </c:pt>
                <c:pt idx="5456">
                  <c:v>0</c:v>
                </c:pt>
                <c:pt idx="5457">
                  <c:v>0</c:v>
                </c:pt>
                <c:pt idx="5458">
                  <c:v>0</c:v>
                </c:pt>
                <c:pt idx="5459">
                  <c:v>0</c:v>
                </c:pt>
                <c:pt idx="5460">
                  <c:v>0</c:v>
                </c:pt>
                <c:pt idx="5461">
                  <c:v>0</c:v>
                </c:pt>
                <c:pt idx="5462">
                  <c:v>0</c:v>
                </c:pt>
                <c:pt idx="5463">
                  <c:v>0</c:v>
                </c:pt>
                <c:pt idx="5464">
                  <c:v>0</c:v>
                </c:pt>
                <c:pt idx="5465">
                  <c:v>0</c:v>
                </c:pt>
                <c:pt idx="5466">
                  <c:v>1.527726444</c:v>
                </c:pt>
                <c:pt idx="5467">
                  <c:v>8.3347200000000008</c:v>
                </c:pt>
                <c:pt idx="5468">
                  <c:v>0.49464841399999998</c:v>
                </c:pt>
                <c:pt idx="5469">
                  <c:v>0</c:v>
                </c:pt>
                <c:pt idx="5470">
                  <c:v>0</c:v>
                </c:pt>
                <c:pt idx="5471">
                  <c:v>0</c:v>
                </c:pt>
                <c:pt idx="5472">
                  <c:v>0</c:v>
                </c:pt>
                <c:pt idx="5473">
                  <c:v>0</c:v>
                </c:pt>
                <c:pt idx="5474">
                  <c:v>0</c:v>
                </c:pt>
                <c:pt idx="5475">
                  <c:v>0</c:v>
                </c:pt>
                <c:pt idx="5476">
                  <c:v>0</c:v>
                </c:pt>
                <c:pt idx="5477">
                  <c:v>0</c:v>
                </c:pt>
                <c:pt idx="5478">
                  <c:v>0.42759765799999999</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6.3636702339999998</c:v>
                </c:pt>
                <c:pt idx="5492">
                  <c:v>6.2674916710000002</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1">
                  <c:v>0</c:v>
                </c:pt>
                <c:pt idx="5512">
                  <c:v>0</c:v>
                </c:pt>
                <c:pt idx="5513">
                  <c:v>0</c:v>
                </c:pt>
                <c:pt idx="5514">
                  <c:v>0</c:v>
                </c:pt>
                <c:pt idx="5515">
                  <c:v>0</c:v>
                </c:pt>
                <c:pt idx="5516">
                  <c:v>0</c:v>
                </c:pt>
                <c:pt idx="5517">
                  <c:v>0</c:v>
                </c:pt>
                <c:pt idx="5518">
                  <c:v>2.9111966480000002</c:v>
                </c:pt>
                <c:pt idx="5519">
                  <c:v>0</c:v>
                </c:pt>
                <c:pt idx="5520">
                  <c:v>2.0570400000000002</c:v>
                </c:pt>
                <c:pt idx="5521">
                  <c:v>0</c:v>
                </c:pt>
                <c:pt idx="5522">
                  <c:v>1.45611</c:v>
                </c:pt>
                <c:pt idx="5523">
                  <c:v>1.8249299999999999</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0.47943999399999998</c:v>
                </c:pt>
                <c:pt idx="5539">
                  <c:v>5.3626500000000004</c:v>
                </c:pt>
                <c:pt idx="5540">
                  <c:v>5.4013258149999999</c:v>
                </c:pt>
                <c:pt idx="5541">
                  <c:v>0</c:v>
                </c:pt>
                <c:pt idx="5542">
                  <c:v>0</c:v>
                </c:pt>
                <c:pt idx="5543">
                  <c:v>0</c:v>
                </c:pt>
                <c:pt idx="5544">
                  <c:v>0</c:v>
                </c:pt>
                <c:pt idx="5545">
                  <c:v>1.52163</c:v>
                </c:pt>
                <c:pt idx="5546">
                  <c:v>0</c:v>
                </c:pt>
                <c:pt idx="5547">
                  <c:v>1.9972799999999999</c:v>
                </c:pt>
                <c:pt idx="5548">
                  <c:v>0</c:v>
                </c:pt>
                <c:pt idx="5549">
                  <c:v>1.3873029990000001</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7.3502654710000002</c:v>
                </c:pt>
                <c:pt idx="5563">
                  <c:v>0</c:v>
                </c:pt>
                <c:pt idx="5564">
                  <c:v>5.269861798</c:v>
                </c:pt>
                <c:pt idx="5565">
                  <c:v>0</c:v>
                </c:pt>
                <c:pt idx="5566">
                  <c:v>0</c:v>
                </c:pt>
                <c:pt idx="5567">
                  <c:v>0</c:v>
                </c:pt>
                <c:pt idx="5568">
                  <c:v>0</c:v>
                </c:pt>
                <c:pt idx="5569">
                  <c:v>0</c:v>
                </c:pt>
                <c:pt idx="5570">
                  <c:v>0</c:v>
                </c:pt>
                <c:pt idx="5571">
                  <c:v>0</c:v>
                </c:pt>
                <c:pt idx="5572">
                  <c:v>0</c:v>
                </c:pt>
                <c:pt idx="5573">
                  <c:v>0</c:v>
                </c:pt>
                <c:pt idx="5574">
                  <c:v>0</c:v>
                </c:pt>
                <c:pt idx="5575">
                  <c:v>0</c:v>
                </c:pt>
                <c:pt idx="5576">
                  <c:v>0.73943115699999995</c:v>
                </c:pt>
                <c:pt idx="5577">
                  <c:v>0</c:v>
                </c:pt>
                <c:pt idx="5578">
                  <c:v>0</c:v>
                </c:pt>
                <c:pt idx="5579">
                  <c:v>0</c:v>
                </c:pt>
                <c:pt idx="5580">
                  <c:v>0</c:v>
                </c:pt>
                <c:pt idx="5581">
                  <c:v>0</c:v>
                </c:pt>
                <c:pt idx="5582">
                  <c:v>0</c:v>
                </c:pt>
                <c:pt idx="5583">
                  <c:v>0</c:v>
                </c:pt>
                <c:pt idx="5584">
                  <c:v>0</c:v>
                </c:pt>
                <c:pt idx="5585">
                  <c:v>0.34422662399999998</c:v>
                </c:pt>
                <c:pt idx="5586">
                  <c:v>9.376627633</c:v>
                </c:pt>
                <c:pt idx="5587">
                  <c:v>1.5158008839999999</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7.3722871679999997</c:v>
                </c:pt>
                <c:pt idx="5636">
                  <c:v>5.2588747360000001</c:v>
                </c:pt>
                <c:pt idx="5637">
                  <c:v>0</c:v>
                </c:pt>
                <c:pt idx="5638">
                  <c:v>0</c:v>
                </c:pt>
                <c:pt idx="5639">
                  <c:v>0</c:v>
                </c:pt>
                <c:pt idx="5640">
                  <c:v>0</c:v>
                </c:pt>
                <c:pt idx="5641">
                  <c:v>1.52199</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0.50406529300000003</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6.0943002630000001</c:v>
                </c:pt>
                <c:pt idx="5684">
                  <c:v>6.5368616409999998</c:v>
                </c:pt>
                <c:pt idx="5685">
                  <c:v>0</c:v>
                </c:pt>
                <c:pt idx="5686">
                  <c:v>0</c:v>
                </c:pt>
                <c:pt idx="5687">
                  <c:v>0</c:v>
                </c:pt>
                <c:pt idx="5688">
                  <c:v>0</c:v>
                </c:pt>
                <c:pt idx="5689">
                  <c:v>0.66350680900000003</c:v>
                </c:pt>
                <c:pt idx="5690">
                  <c:v>0</c:v>
                </c:pt>
                <c:pt idx="5691">
                  <c:v>0</c:v>
                </c:pt>
                <c:pt idx="5692">
                  <c:v>0</c:v>
                </c:pt>
                <c:pt idx="5693">
                  <c:v>0.68747634099999999</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2.4892192469999999</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2.468944354</c:v>
                </c:pt>
                <c:pt idx="5780">
                  <c:v>7.0564252930000002</c:v>
                </c:pt>
                <c:pt idx="5781">
                  <c:v>1.8175213800000001</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6.4149053760000001</c:v>
                </c:pt>
                <c:pt idx="5805">
                  <c:v>1.1637099360000001</c:v>
                </c:pt>
                <c:pt idx="5806">
                  <c:v>0</c:v>
                </c:pt>
                <c:pt idx="5807">
                  <c:v>0</c:v>
                </c:pt>
                <c:pt idx="5808">
                  <c:v>0</c:v>
                </c:pt>
                <c:pt idx="5809">
                  <c:v>2.1835800000000001</c:v>
                </c:pt>
                <c:pt idx="5810">
                  <c:v>1.94184</c:v>
                </c:pt>
                <c:pt idx="5811">
                  <c:v>0.50707064899999998</c:v>
                </c:pt>
                <c:pt idx="5812">
                  <c:v>6.2500234000000002E-2</c:v>
                </c:pt>
                <c:pt idx="5813">
                  <c:v>0</c:v>
                </c:pt>
                <c:pt idx="5814">
                  <c:v>2.328034164</c:v>
                </c:pt>
                <c:pt idx="5815">
                  <c:v>0</c:v>
                </c:pt>
                <c:pt idx="5816">
                  <c:v>1.41096105</c:v>
                </c:pt>
                <c:pt idx="5817">
                  <c:v>0</c:v>
                </c:pt>
                <c:pt idx="5818">
                  <c:v>0</c:v>
                </c:pt>
                <c:pt idx="5819">
                  <c:v>0</c:v>
                </c:pt>
                <c:pt idx="5820">
                  <c:v>0</c:v>
                </c:pt>
                <c:pt idx="5821">
                  <c:v>0</c:v>
                </c:pt>
                <c:pt idx="5822">
                  <c:v>0</c:v>
                </c:pt>
                <c:pt idx="5823">
                  <c:v>0</c:v>
                </c:pt>
                <c:pt idx="5824">
                  <c:v>0</c:v>
                </c:pt>
                <c:pt idx="5825">
                  <c:v>0</c:v>
                </c:pt>
                <c:pt idx="5826">
                  <c:v>0</c:v>
                </c:pt>
                <c:pt idx="5827">
                  <c:v>11.185946810000001</c:v>
                </c:pt>
                <c:pt idx="5828">
                  <c:v>0.596556541</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9.7799829989999996</c:v>
                </c:pt>
                <c:pt idx="5878">
                  <c:v>1.55322</c:v>
                </c:pt>
                <c:pt idx="5879">
                  <c:v>0.37523996100000001</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1.0126006489999999</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0.13050289400000001</c:v>
                </c:pt>
                <c:pt idx="5972">
                  <c:v>3.2585792000000002E-2</c:v>
                </c:pt>
                <c:pt idx="5973">
                  <c:v>1.0487682199999999</c:v>
                </c:pt>
                <c:pt idx="5974">
                  <c:v>1.6411300980000001</c:v>
                </c:pt>
                <c:pt idx="5975">
                  <c:v>0</c:v>
                </c:pt>
                <c:pt idx="5976">
                  <c:v>1.1044799999999999</c:v>
                </c:pt>
                <c:pt idx="5977">
                  <c:v>0.87326999999999999</c:v>
                </c:pt>
                <c:pt idx="5978">
                  <c:v>0</c:v>
                </c:pt>
                <c:pt idx="5979">
                  <c:v>0</c:v>
                </c:pt>
                <c:pt idx="5980">
                  <c:v>0</c:v>
                </c:pt>
                <c:pt idx="5981">
                  <c:v>0</c:v>
                </c:pt>
                <c:pt idx="5982">
                  <c:v>0</c:v>
                </c:pt>
                <c:pt idx="5983">
                  <c:v>2.4831109470000001</c:v>
                </c:pt>
                <c:pt idx="5984">
                  <c:v>0.147685065</c:v>
                </c:pt>
                <c:pt idx="5985">
                  <c:v>0</c:v>
                </c:pt>
                <c:pt idx="5986">
                  <c:v>0</c:v>
                </c:pt>
                <c:pt idx="5987">
                  <c:v>0</c:v>
                </c:pt>
                <c:pt idx="5988">
                  <c:v>0</c:v>
                </c:pt>
                <c:pt idx="5989">
                  <c:v>0</c:v>
                </c:pt>
                <c:pt idx="5990">
                  <c:v>0</c:v>
                </c:pt>
                <c:pt idx="5991">
                  <c:v>0</c:v>
                </c:pt>
                <c:pt idx="5992">
                  <c:v>0</c:v>
                </c:pt>
                <c:pt idx="5993">
                  <c:v>0</c:v>
                </c:pt>
                <c:pt idx="5994">
                  <c:v>3.3341828969999998</c:v>
                </c:pt>
                <c:pt idx="5995">
                  <c:v>7.8038206490000004</c:v>
                </c:pt>
                <c:pt idx="5996">
                  <c:v>0.24814940899999999</c:v>
                </c:pt>
                <c:pt idx="5997">
                  <c:v>0</c:v>
                </c:pt>
                <c:pt idx="5998">
                  <c:v>0</c:v>
                </c:pt>
                <c:pt idx="5999">
                  <c:v>0</c:v>
                </c:pt>
                <c:pt idx="6000">
                  <c:v>0</c:v>
                </c:pt>
                <c:pt idx="6001">
                  <c:v>1.3180929990000001</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6.6158206489999998</c:v>
                </c:pt>
                <c:pt idx="6021">
                  <c:v>6.0017231640000004</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6.6261277329999997</c:v>
                </c:pt>
                <c:pt idx="6043">
                  <c:v>6.0050341720000002</c:v>
                </c:pt>
                <c:pt idx="6044">
                  <c:v>0</c:v>
                </c:pt>
                <c:pt idx="6045">
                  <c:v>0</c:v>
                </c:pt>
                <c:pt idx="6046">
                  <c:v>0</c:v>
                </c:pt>
                <c:pt idx="6047">
                  <c:v>0</c:v>
                </c:pt>
                <c:pt idx="6048">
                  <c:v>0</c:v>
                </c:pt>
                <c:pt idx="6049">
                  <c:v>0</c:v>
                </c:pt>
                <c:pt idx="6050">
                  <c:v>0</c:v>
                </c:pt>
                <c:pt idx="6051">
                  <c:v>0</c:v>
                </c:pt>
                <c:pt idx="6052">
                  <c:v>0</c:v>
                </c:pt>
                <c:pt idx="6053">
                  <c:v>2.2145829990000001</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0</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5.6769100979999996</c:v>
                </c:pt>
                <c:pt idx="6140">
                  <c:v>1.277375792</c:v>
                </c:pt>
                <c:pt idx="6141">
                  <c:v>4.14944822</c:v>
                </c:pt>
                <c:pt idx="6142">
                  <c:v>0</c:v>
                </c:pt>
                <c:pt idx="6143">
                  <c:v>0</c:v>
                </c:pt>
                <c:pt idx="6144">
                  <c:v>0</c:v>
                </c:pt>
                <c:pt idx="6145">
                  <c:v>0</c:v>
                </c:pt>
                <c:pt idx="6146">
                  <c:v>0</c:v>
                </c:pt>
                <c:pt idx="6147">
                  <c:v>0</c:v>
                </c:pt>
                <c:pt idx="6148">
                  <c:v>0</c:v>
                </c:pt>
                <c:pt idx="6149">
                  <c:v>0</c:v>
                </c:pt>
                <c:pt idx="6150">
                  <c:v>4.6887390379999996</c:v>
                </c:pt>
                <c:pt idx="6151">
                  <c:v>2.7877938879999999</c:v>
                </c:pt>
                <c:pt idx="6152">
                  <c:v>1.7888741349999999</c:v>
                </c:pt>
                <c:pt idx="6153">
                  <c:v>0</c:v>
                </c:pt>
                <c:pt idx="6154">
                  <c:v>0</c:v>
                </c:pt>
                <c:pt idx="6155">
                  <c:v>0</c:v>
                </c:pt>
                <c:pt idx="6156">
                  <c:v>0</c:v>
                </c:pt>
                <c:pt idx="6157">
                  <c:v>0</c:v>
                </c:pt>
                <c:pt idx="6158">
                  <c:v>0</c:v>
                </c:pt>
                <c:pt idx="6159">
                  <c:v>0</c:v>
                </c:pt>
                <c:pt idx="6160">
                  <c:v>0</c:v>
                </c:pt>
                <c:pt idx="6161">
                  <c:v>2.574525414</c:v>
                </c:pt>
                <c:pt idx="6162">
                  <c:v>3.9799070639999998</c:v>
                </c:pt>
                <c:pt idx="6163">
                  <c:v>0</c:v>
                </c:pt>
                <c:pt idx="6164">
                  <c:v>0</c:v>
                </c:pt>
                <c:pt idx="6165">
                  <c:v>0</c:v>
                </c:pt>
                <c:pt idx="6166">
                  <c:v>0</c:v>
                </c:pt>
                <c:pt idx="6167">
                  <c:v>0</c:v>
                </c:pt>
                <c:pt idx="6168">
                  <c:v>0</c:v>
                </c:pt>
                <c:pt idx="6169">
                  <c:v>0</c:v>
                </c:pt>
                <c:pt idx="6170">
                  <c:v>1.80657</c:v>
                </c:pt>
                <c:pt idx="6171">
                  <c:v>2.06541</c:v>
                </c:pt>
                <c:pt idx="6172">
                  <c:v>1.175546341</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5.116835376</c:v>
                </c:pt>
                <c:pt idx="6187">
                  <c:v>0</c:v>
                </c:pt>
                <c:pt idx="6188">
                  <c:v>0</c:v>
                </c:pt>
                <c:pt idx="6189">
                  <c:v>2.2636649910000002</c:v>
                </c:pt>
                <c:pt idx="6190">
                  <c:v>0</c:v>
                </c:pt>
                <c:pt idx="6191">
                  <c:v>0</c:v>
                </c:pt>
                <c:pt idx="6192">
                  <c:v>0</c:v>
                </c:pt>
                <c:pt idx="6193">
                  <c:v>0</c:v>
                </c:pt>
                <c:pt idx="6194">
                  <c:v>0</c:v>
                </c:pt>
                <c:pt idx="6195">
                  <c:v>0</c:v>
                </c:pt>
                <c:pt idx="6196">
                  <c:v>1.60317</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3.1446541000000001E-2</c:v>
                </c:pt>
                <c:pt idx="6212">
                  <c:v>0</c:v>
                </c:pt>
                <c:pt idx="6213">
                  <c:v>0.41375266700000002</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4.7342066569999997</c:v>
                </c:pt>
                <c:pt idx="6233">
                  <c:v>5.0075486480000002</c:v>
                </c:pt>
                <c:pt idx="6234">
                  <c:v>1.7143988379999999</c:v>
                </c:pt>
                <c:pt idx="6235">
                  <c:v>0</c:v>
                </c:pt>
                <c:pt idx="6236">
                  <c:v>0</c:v>
                </c:pt>
                <c:pt idx="6237">
                  <c:v>0</c:v>
                </c:pt>
                <c:pt idx="6238">
                  <c:v>0</c:v>
                </c:pt>
                <c:pt idx="6239">
                  <c:v>0</c:v>
                </c:pt>
                <c:pt idx="6240">
                  <c:v>0</c:v>
                </c:pt>
                <c:pt idx="6241">
                  <c:v>0</c:v>
                </c:pt>
                <c:pt idx="6242">
                  <c:v>0.99809999999999999</c:v>
                </c:pt>
                <c:pt idx="6243">
                  <c:v>0.91988999999999999</c:v>
                </c:pt>
                <c:pt idx="6244">
                  <c:v>1.248432999</c:v>
                </c:pt>
                <c:pt idx="6245">
                  <c:v>0.45231537599999999</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0.60064009799999996</c:v>
                </c:pt>
                <c:pt idx="6283">
                  <c:v>0</c:v>
                </c:pt>
                <c:pt idx="6284">
                  <c:v>0</c:v>
                </c:pt>
                <c:pt idx="6285">
                  <c:v>8.3100855710000001</c:v>
                </c:pt>
                <c:pt idx="6286">
                  <c:v>0</c:v>
                </c:pt>
                <c:pt idx="6287">
                  <c:v>2.3629500000000001</c:v>
                </c:pt>
                <c:pt idx="6288">
                  <c:v>1.463622999</c:v>
                </c:pt>
                <c:pt idx="6289">
                  <c:v>0</c:v>
                </c:pt>
                <c:pt idx="6290">
                  <c:v>0</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9.4814752930000008</c:v>
                </c:pt>
                <c:pt idx="6307">
                  <c:v>0</c:v>
                </c:pt>
                <c:pt idx="6308">
                  <c:v>1.5297665410000001</c:v>
                </c:pt>
                <c:pt idx="6309">
                  <c:v>5.362175293</c:v>
                </c:pt>
                <c:pt idx="6310">
                  <c:v>5.7232204000000002E-2</c:v>
                </c:pt>
                <c:pt idx="6311">
                  <c:v>0</c:v>
                </c:pt>
                <c:pt idx="6312">
                  <c:v>0</c:v>
                </c:pt>
                <c:pt idx="6313">
                  <c:v>0</c:v>
                </c:pt>
                <c:pt idx="6314">
                  <c:v>0</c:v>
                </c:pt>
                <c:pt idx="6315">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6.2556734709999997</c:v>
                </c:pt>
                <c:pt idx="6331">
                  <c:v>6.3754884340000002</c:v>
                </c:pt>
                <c:pt idx="6332">
                  <c:v>0</c:v>
                </c:pt>
                <c:pt idx="6333">
                  <c:v>0</c:v>
                </c:pt>
                <c:pt idx="6334">
                  <c:v>0</c:v>
                </c:pt>
                <c:pt idx="6335">
                  <c:v>0</c:v>
                </c:pt>
                <c:pt idx="6336">
                  <c:v>0</c:v>
                </c:pt>
                <c:pt idx="6337">
                  <c:v>0</c:v>
                </c:pt>
                <c:pt idx="6338">
                  <c:v>0</c:v>
                </c:pt>
                <c:pt idx="6339">
                  <c:v>0</c:v>
                </c:pt>
                <c:pt idx="6340">
                  <c:v>0</c:v>
                </c:pt>
                <c:pt idx="6341">
                  <c:v>0</c:v>
                </c:pt>
                <c:pt idx="6342">
                  <c:v>0</c:v>
                </c:pt>
                <c:pt idx="6343">
                  <c:v>1.841765557</c:v>
                </c:pt>
                <c:pt idx="6344">
                  <c:v>0</c:v>
                </c:pt>
                <c:pt idx="6345">
                  <c:v>0</c:v>
                </c:pt>
                <c:pt idx="6346">
                  <c:v>0</c:v>
                </c:pt>
                <c:pt idx="6347">
                  <c:v>0</c:v>
                </c:pt>
                <c:pt idx="6348">
                  <c:v>0</c:v>
                </c:pt>
                <c:pt idx="6349">
                  <c:v>0</c:v>
                </c:pt>
                <c:pt idx="6350">
                  <c:v>0</c:v>
                </c:pt>
                <c:pt idx="6351">
                  <c:v>0</c:v>
                </c:pt>
                <c:pt idx="6352">
                  <c:v>0</c:v>
                </c:pt>
                <c:pt idx="6353">
                  <c:v>0</c:v>
                </c:pt>
                <c:pt idx="6354">
                  <c:v>0</c:v>
                </c:pt>
                <c:pt idx="6355">
                  <c:v>6.4036728309999997</c:v>
                </c:pt>
                <c:pt idx="6356">
                  <c:v>6.227489072</c:v>
                </c:pt>
                <c:pt idx="6357">
                  <c:v>0</c:v>
                </c:pt>
                <c:pt idx="6358">
                  <c:v>0</c:v>
                </c:pt>
                <c:pt idx="6359">
                  <c:v>0</c:v>
                </c:pt>
                <c:pt idx="6360">
                  <c:v>0</c:v>
                </c:pt>
                <c:pt idx="6361">
                  <c:v>1.6914318749999999</c:v>
                </c:pt>
                <c:pt idx="6362">
                  <c:v>0</c:v>
                </c:pt>
                <c:pt idx="6363">
                  <c:v>0</c:v>
                </c:pt>
                <c:pt idx="6364">
                  <c:v>0</c:v>
                </c:pt>
                <c:pt idx="6365">
                  <c:v>0</c:v>
                </c:pt>
                <c:pt idx="6366">
                  <c:v>0.13814860200000001</c:v>
                </c:pt>
                <c:pt idx="6367">
                  <c:v>0</c:v>
                </c:pt>
                <c:pt idx="6368">
                  <c:v>0</c:v>
                </c:pt>
                <c:pt idx="6369">
                  <c:v>0</c:v>
                </c:pt>
                <c:pt idx="6370">
                  <c:v>0</c:v>
                </c:pt>
                <c:pt idx="6371">
                  <c:v>0</c:v>
                </c:pt>
                <c:pt idx="6372">
                  <c:v>0</c:v>
                </c:pt>
                <c:pt idx="6373">
                  <c:v>0</c:v>
                </c:pt>
                <c:pt idx="6374">
                  <c:v>0.41331203300000002</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10.68507</c:v>
                </c:pt>
                <c:pt idx="6404">
                  <c:v>1.9460919050000001</c:v>
                </c:pt>
                <c:pt idx="6405">
                  <c:v>0</c:v>
                </c:pt>
                <c:pt idx="6406">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0</c:v>
                </c:pt>
                <c:pt idx="6420">
                  <c:v>0</c:v>
                </c:pt>
                <c:pt idx="6421">
                  <c:v>0</c:v>
                </c:pt>
                <c:pt idx="6422">
                  <c:v>0</c:v>
                </c:pt>
                <c:pt idx="6423">
                  <c:v>0</c:v>
                </c:pt>
                <c:pt idx="6424">
                  <c:v>0</c:v>
                </c:pt>
                <c:pt idx="6425">
                  <c:v>0</c:v>
                </c:pt>
                <c:pt idx="6426">
                  <c:v>0</c:v>
                </c:pt>
                <c:pt idx="6427">
                  <c:v>1.6869919840000001</c:v>
                </c:pt>
                <c:pt idx="6428">
                  <c:v>0</c:v>
                </c:pt>
                <c:pt idx="6429">
                  <c:v>2.963045293</c:v>
                </c:pt>
                <c:pt idx="6430">
                  <c:v>0.43297604000000001</c:v>
                </c:pt>
                <c:pt idx="6431">
                  <c:v>0</c:v>
                </c:pt>
                <c:pt idx="6432">
                  <c:v>1.2788999999999999</c:v>
                </c:pt>
                <c:pt idx="6433">
                  <c:v>2.12697</c:v>
                </c:pt>
                <c:pt idx="6434">
                  <c:v>0</c:v>
                </c:pt>
                <c:pt idx="6435">
                  <c:v>0</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49">
                  <c:v>0</c:v>
                </c:pt>
                <c:pt idx="6450">
                  <c:v>2.6127434709999999</c:v>
                </c:pt>
                <c:pt idx="6451">
                  <c:v>0</c:v>
                </c:pt>
                <c:pt idx="6452">
                  <c:v>0</c:v>
                </c:pt>
                <c:pt idx="6453">
                  <c:v>0</c:v>
                </c:pt>
                <c:pt idx="6454">
                  <c:v>0</c:v>
                </c:pt>
                <c:pt idx="6455">
                  <c:v>0</c:v>
                </c:pt>
                <c:pt idx="6456">
                  <c:v>0</c:v>
                </c:pt>
                <c:pt idx="6457">
                  <c:v>0</c:v>
                </c:pt>
                <c:pt idx="6458">
                  <c:v>0</c:v>
                </c:pt>
                <c:pt idx="6459">
                  <c:v>0</c:v>
                </c:pt>
                <c:pt idx="6460">
                  <c:v>1.520482361</c:v>
                </c:pt>
                <c:pt idx="6461">
                  <c:v>3.0266999999999999</c:v>
                </c:pt>
                <c:pt idx="6462">
                  <c:v>0</c:v>
                </c:pt>
                <c:pt idx="6463">
                  <c:v>0</c:v>
                </c:pt>
                <c:pt idx="6464">
                  <c:v>1.1189859630000001</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0.34048064900000002</c:v>
                </c:pt>
                <c:pt idx="6485">
                  <c:v>2.1361500000000002</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3.1289306269999999</c:v>
                </c:pt>
                <c:pt idx="6499">
                  <c:v>0</c:v>
                </c:pt>
                <c:pt idx="6500">
                  <c:v>0</c:v>
                </c:pt>
                <c:pt idx="6501">
                  <c:v>0</c:v>
                </c:pt>
                <c:pt idx="6502">
                  <c:v>0</c:v>
                </c:pt>
                <c:pt idx="6503">
                  <c:v>0</c:v>
                </c:pt>
                <c:pt idx="6504">
                  <c:v>1.5436799999999999</c:v>
                </c:pt>
                <c:pt idx="6505">
                  <c:v>0</c:v>
                </c:pt>
                <c:pt idx="6506">
                  <c:v>0</c:v>
                </c:pt>
                <c:pt idx="6507">
                  <c:v>1.33362</c:v>
                </c:pt>
                <c:pt idx="6508">
                  <c:v>1.58562</c:v>
                </c:pt>
                <c:pt idx="6509">
                  <c:v>2.6031599999999999</c:v>
                </c:pt>
                <c:pt idx="6510">
                  <c:v>0</c:v>
                </c:pt>
                <c:pt idx="6511">
                  <c:v>0</c:v>
                </c:pt>
                <c:pt idx="6512">
                  <c:v>0</c:v>
                </c:pt>
                <c:pt idx="6513">
                  <c:v>0</c:v>
                </c:pt>
                <c:pt idx="6514">
                  <c:v>0</c:v>
                </c:pt>
                <c:pt idx="6515">
                  <c:v>0</c:v>
                </c:pt>
                <c:pt idx="6516">
                  <c:v>0</c:v>
                </c:pt>
                <c:pt idx="6517">
                  <c:v>0</c:v>
                </c:pt>
                <c:pt idx="6518">
                  <c:v>0</c:v>
                </c:pt>
                <c:pt idx="6519">
                  <c:v>0</c:v>
                </c:pt>
                <c:pt idx="6520">
                  <c:v>0</c:v>
                </c:pt>
                <c:pt idx="6521">
                  <c:v>0</c:v>
                </c:pt>
                <c:pt idx="6522">
                  <c:v>0</c:v>
                </c:pt>
                <c:pt idx="6523">
                  <c:v>0</c:v>
                </c:pt>
                <c:pt idx="6524">
                  <c:v>6.2058868089999999</c:v>
                </c:pt>
                <c:pt idx="6525">
                  <c:v>3.5714971680000001</c:v>
                </c:pt>
                <c:pt idx="6526">
                  <c:v>1.8169118719999999</c:v>
                </c:pt>
                <c:pt idx="6527">
                  <c:v>0</c:v>
                </c:pt>
                <c:pt idx="6528">
                  <c:v>0</c:v>
                </c:pt>
                <c:pt idx="6529">
                  <c:v>0</c:v>
                </c:pt>
                <c:pt idx="6530">
                  <c:v>0</c:v>
                </c:pt>
                <c:pt idx="6531">
                  <c:v>0</c:v>
                </c:pt>
                <c:pt idx="6532">
                  <c:v>0</c:v>
                </c:pt>
                <c:pt idx="6533">
                  <c:v>1.7050709559999999</c:v>
                </c:pt>
                <c:pt idx="6534">
                  <c:v>0</c:v>
                </c:pt>
                <c:pt idx="6535">
                  <c:v>0</c:v>
                </c:pt>
                <c:pt idx="6536">
                  <c:v>5.2652596279999999</c:v>
                </c:pt>
                <c:pt idx="6537">
                  <c:v>0</c:v>
                </c:pt>
                <c:pt idx="6538">
                  <c:v>4.0120133669999998</c:v>
                </c:pt>
                <c:pt idx="6539">
                  <c:v>0</c:v>
                </c:pt>
                <c:pt idx="6540">
                  <c:v>0</c:v>
                </c:pt>
                <c:pt idx="6541">
                  <c:v>0</c:v>
                </c:pt>
                <c:pt idx="6542">
                  <c:v>0</c:v>
                </c:pt>
                <c:pt idx="6543">
                  <c:v>0</c:v>
                </c:pt>
                <c:pt idx="6544">
                  <c:v>0</c:v>
                </c:pt>
                <c:pt idx="6545">
                  <c:v>1.437489443</c:v>
                </c:pt>
                <c:pt idx="6546">
                  <c:v>8.8373129820000003</c:v>
                </c:pt>
                <c:pt idx="6547">
                  <c:v>0</c:v>
                </c:pt>
                <c:pt idx="6548">
                  <c:v>0</c:v>
                </c:pt>
                <c:pt idx="6549">
                  <c:v>0</c:v>
                </c:pt>
                <c:pt idx="6550">
                  <c:v>0</c:v>
                </c:pt>
                <c:pt idx="6551">
                  <c:v>0</c:v>
                </c:pt>
                <c:pt idx="6552">
                  <c:v>0</c:v>
                </c:pt>
                <c:pt idx="6553">
                  <c:v>0</c:v>
                </c:pt>
                <c:pt idx="6554">
                  <c:v>0</c:v>
                </c:pt>
                <c:pt idx="6555">
                  <c:v>1.733892999</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7.4887602629999996</c:v>
                </c:pt>
                <c:pt idx="6572">
                  <c:v>5.1424016410000002</c:v>
                </c:pt>
                <c:pt idx="6573">
                  <c:v>0</c:v>
                </c:pt>
                <c:pt idx="6574">
                  <c:v>0</c:v>
                </c:pt>
                <c:pt idx="6575">
                  <c:v>0</c:v>
                </c:pt>
                <c:pt idx="6576">
                  <c:v>0</c:v>
                </c:pt>
                <c:pt idx="6577">
                  <c:v>0</c:v>
                </c:pt>
                <c:pt idx="6578">
                  <c:v>0</c:v>
                </c:pt>
                <c:pt idx="6579">
                  <c:v>0.75737368000000005</c:v>
                </c:pt>
                <c:pt idx="6580">
                  <c:v>0</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9.5858502629999993</c:v>
                </c:pt>
                <c:pt idx="6596">
                  <c:v>0</c:v>
                </c:pt>
                <c:pt idx="6597">
                  <c:v>4.6646272580000003</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2.4175353460000002</c:v>
                </c:pt>
                <c:pt idx="6617">
                  <c:v>4.7212609089999997</c:v>
                </c:pt>
                <c:pt idx="6618">
                  <c:v>2.937837016</c:v>
                </c:pt>
                <c:pt idx="6619">
                  <c:v>0</c:v>
                </c:pt>
                <c:pt idx="6620">
                  <c:v>0</c:v>
                </c:pt>
                <c:pt idx="6621">
                  <c:v>0</c:v>
                </c:pt>
                <c:pt idx="6622">
                  <c:v>0</c:v>
                </c:pt>
                <c:pt idx="6623">
                  <c:v>0</c:v>
                </c:pt>
                <c:pt idx="6624">
                  <c:v>0</c:v>
                </c:pt>
                <c:pt idx="6625">
                  <c:v>0</c:v>
                </c:pt>
                <c:pt idx="6626">
                  <c:v>1.0277752929999999</c:v>
                </c:pt>
                <c:pt idx="6627">
                  <c:v>1.9601999999999999</c:v>
                </c:pt>
                <c:pt idx="6628">
                  <c:v>1.1000909560000001</c:v>
                </c:pt>
                <c:pt idx="6629">
                  <c:v>2.4725968090000001</c:v>
                </c:pt>
                <c:pt idx="6630">
                  <c:v>1.161782324</c:v>
                </c:pt>
                <c:pt idx="6631">
                  <c:v>0</c:v>
                </c:pt>
                <c:pt idx="6632">
                  <c:v>0.91662828299999999</c:v>
                </c:pt>
                <c:pt idx="6633">
                  <c:v>0</c:v>
                </c:pt>
                <c:pt idx="6634">
                  <c:v>0</c:v>
                </c:pt>
                <c:pt idx="6635">
                  <c:v>0</c:v>
                </c:pt>
                <c:pt idx="6636">
                  <c:v>0</c:v>
                </c:pt>
                <c:pt idx="6637">
                  <c:v>0</c:v>
                </c:pt>
                <c:pt idx="6638">
                  <c:v>0</c:v>
                </c:pt>
                <c:pt idx="6639">
                  <c:v>0</c:v>
                </c:pt>
                <c:pt idx="6640">
                  <c:v>0</c:v>
                </c:pt>
                <c:pt idx="6641">
                  <c:v>4.2107265399999996</c:v>
                </c:pt>
                <c:pt idx="6642">
                  <c:v>8.4204353679999997</c:v>
                </c:pt>
                <c:pt idx="6643">
                  <c:v>0</c:v>
                </c:pt>
                <c:pt idx="6644">
                  <c:v>0</c:v>
                </c:pt>
                <c:pt idx="6645">
                  <c:v>0</c:v>
                </c:pt>
                <c:pt idx="6646">
                  <c:v>0</c:v>
                </c:pt>
                <c:pt idx="6647">
                  <c:v>0</c:v>
                </c:pt>
                <c:pt idx="6648">
                  <c:v>0</c:v>
                </c:pt>
                <c:pt idx="6649">
                  <c:v>0.62183095600000005</c:v>
                </c:pt>
                <c:pt idx="6650">
                  <c:v>0.349552896</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7.9914868090000004</c:v>
                </c:pt>
                <c:pt idx="6667">
                  <c:v>4.6396750950000003</c:v>
                </c:pt>
                <c:pt idx="6668">
                  <c:v>0</c:v>
                </c:pt>
                <c:pt idx="6669">
                  <c:v>0</c:v>
                </c:pt>
                <c:pt idx="6670">
                  <c:v>0</c:v>
                </c:pt>
                <c:pt idx="6671">
                  <c:v>0</c:v>
                </c:pt>
                <c:pt idx="6672">
                  <c:v>0</c:v>
                </c:pt>
                <c:pt idx="6673">
                  <c:v>0</c:v>
                </c:pt>
                <c:pt idx="6674">
                  <c:v>0</c:v>
                </c:pt>
                <c:pt idx="6675">
                  <c:v>0</c:v>
                </c:pt>
                <c:pt idx="6676">
                  <c:v>0</c:v>
                </c:pt>
                <c:pt idx="6677">
                  <c:v>0</c:v>
                </c:pt>
                <c:pt idx="6678">
                  <c:v>0</c:v>
                </c:pt>
                <c:pt idx="6679">
                  <c:v>0</c:v>
                </c:pt>
                <c:pt idx="6680">
                  <c:v>0</c:v>
                </c:pt>
                <c:pt idx="6681">
                  <c:v>0</c:v>
                </c:pt>
                <c:pt idx="6682">
                  <c:v>0</c:v>
                </c:pt>
                <c:pt idx="6683">
                  <c:v>0</c:v>
                </c:pt>
                <c:pt idx="6684">
                  <c:v>0</c:v>
                </c:pt>
                <c:pt idx="6685">
                  <c:v>0</c:v>
                </c:pt>
                <c:pt idx="6686">
                  <c:v>0</c:v>
                </c:pt>
                <c:pt idx="6687">
                  <c:v>0</c:v>
                </c:pt>
                <c:pt idx="6688">
                  <c:v>0</c:v>
                </c:pt>
                <c:pt idx="6689">
                  <c:v>0</c:v>
                </c:pt>
                <c:pt idx="6690">
                  <c:v>4.6822406269999997</c:v>
                </c:pt>
                <c:pt idx="6691">
                  <c:v>7.9489212770000002</c:v>
                </c:pt>
                <c:pt idx="6692">
                  <c:v>0</c:v>
                </c:pt>
                <c:pt idx="6693">
                  <c:v>0</c:v>
                </c:pt>
                <c:pt idx="6694">
                  <c:v>0</c:v>
                </c:pt>
                <c:pt idx="6695">
                  <c:v>0</c:v>
                </c:pt>
                <c:pt idx="6696">
                  <c:v>0</c:v>
                </c:pt>
                <c:pt idx="6697">
                  <c:v>0</c:v>
                </c:pt>
                <c:pt idx="6698">
                  <c:v>0</c:v>
                </c:pt>
                <c:pt idx="6699">
                  <c:v>0</c:v>
                </c:pt>
                <c:pt idx="6700">
                  <c:v>0</c:v>
                </c:pt>
                <c:pt idx="6701">
                  <c:v>0</c:v>
                </c:pt>
                <c:pt idx="6702">
                  <c:v>0</c:v>
                </c:pt>
                <c:pt idx="6703">
                  <c:v>0</c:v>
                </c:pt>
                <c:pt idx="6704">
                  <c:v>0</c:v>
                </c:pt>
                <c:pt idx="6705">
                  <c:v>0</c:v>
                </c:pt>
                <c:pt idx="6706">
                  <c:v>0</c:v>
                </c:pt>
                <c:pt idx="6707">
                  <c:v>0</c:v>
                </c:pt>
                <c:pt idx="6708">
                  <c:v>0</c:v>
                </c:pt>
                <c:pt idx="6709">
                  <c:v>0</c:v>
                </c:pt>
                <c:pt idx="6710">
                  <c:v>0</c:v>
                </c:pt>
                <c:pt idx="6711">
                  <c:v>0</c:v>
                </c:pt>
                <c:pt idx="6712">
                  <c:v>0</c:v>
                </c:pt>
                <c:pt idx="6713">
                  <c:v>0</c:v>
                </c:pt>
                <c:pt idx="6714">
                  <c:v>0</c:v>
                </c:pt>
                <c:pt idx="6715">
                  <c:v>0</c:v>
                </c:pt>
                <c:pt idx="6716">
                  <c:v>0</c:v>
                </c:pt>
                <c:pt idx="6717">
                  <c:v>0</c:v>
                </c:pt>
                <c:pt idx="6718">
                  <c:v>0</c:v>
                </c:pt>
                <c:pt idx="6719">
                  <c:v>0</c:v>
                </c:pt>
                <c:pt idx="6720">
                  <c:v>0</c:v>
                </c:pt>
                <c:pt idx="6721">
                  <c:v>1.550722361</c:v>
                </c:pt>
                <c:pt idx="6722">
                  <c:v>0</c:v>
                </c:pt>
                <c:pt idx="6723">
                  <c:v>0</c:v>
                </c:pt>
                <c:pt idx="6724">
                  <c:v>0</c:v>
                </c:pt>
                <c:pt idx="6725">
                  <c:v>0</c:v>
                </c:pt>
                <c:pt idx="6726">
                  <c:v>0</c:v>
                </c:pt>
                <c:pt idx="6727">
                  <c:v>0</c:v>
                </c:pt>
                <c:pt idx="6728">
                  <c:v>0</c:v>
                </c:pt>
                <c:pt idx="6729">
                  <c:v>0</c:v>
                </c:pt>
                <c:pt idx="6730">
                  <c:v>0</c:v>
                </c:pt>
                <c:pt idx="6731">
                  <c:v>0</c:v>
                </c:pt>
                <c:pt idx="6732">
                  <c:v>0</c:v>
                </c:pt>
                <c:pt idx="6733">
                  <c:v>0</c:v>
                </c:pt>
                <c:pt idx="6734">
                  <c:v>0</c:v>
                </c:pt>
                <c:pt idx="6735">
                  <c:v>0</c:v>
                </c:pt>
                <c:pt idx="6736">
                  <c:v>0</c:v>
                </c:pt>
                <c:pt idx="6737">
                  <c:v>0</c:v>
                </c:pt>
                <c:pt idx="6738">
                  <c:v>0</c:v>
                </c:pt>
                <c:pt idx="6739">
                  <c:v>0</c:v>
                </c:pt>
                <c:pt idx="6740">
                  <c:v>0</c:v>
                </c:pt>
                <c:pt idx="6741">
                  <c:v>0</c:v>
                </c:pt>
                <c:pt idx="6742">
                  <c:v>0</c:v>
                </c:pt>
                <c:pt idx="6743">
                  <c:v>0</c:v>
                </c:pt>
                <c:pt idx="6744">
                  <c:v>0</c:v>
                </c:pt>
                <c:pt idx="6745">
                  <c:v>0</c:v>
                </c:pt>
                <c:pt idx="6746">
                  <c:v>0</c:v>
                </c:pt>
                <c:pt idx="6747">
                  <c:v>0</c:v>
                </c:pt>
                <c:pt idx="6748">
                  <c:v>0</c:v>
                </c:pt>
                <c:pt idx="6749">
                  <c:v>0</c:v>
                </c:pt>
                <c:pt idx="6750">
                  <c:v>0</c:v>
                </c:pt>
                <c:pt idx="6751">
                  <c:v>2.8739899999999998E-4</c:v>
                </c:pt>
                <c:pt idx="6752">
                  <c:v>0</c:v>
                </c:pt>
                <c:pt idx="6753">
                  <c:v>0</c:v>
                </c:pt>
                <c:pt idx="6754">
                  <c:v>0</c:v>
                </c:pt>
                <c:pt idx="6755">
                  <c:v>0</c:v>
                </c:pt>
                <c:pt idx="6756">
                  <c:v>0</c:v>
                </c:pt>
                <c:pt idx="6757">
                  <c:v>0</c:v>
                </c:pt>
                <c:pt idx="6758">
                  <c:v>0</c:v>
                </c:pt>
                <c:pt idx="6759">
                  <c:v>0</c:v>
                </c:pt>
                <c:pt idx="6760">
                  <c:v>0</c:v>
                </c:pt>
                <c:pt idx="6761">
                  <c:v>6.9865848100000001</c:v>
                </c:pt>
                <c:pt idx="6762">
                  <c:v>5.667545477</c:v>
                </c:pt>
                <c:pt idx="6763">
                  <c:v>0</c:v>
                </c:pt>
                <c:pt idx="6764">
                  <c:v>0</c:v>
                </c:pt>
                <c:pt idx="6765">
                  <c:v>0</c:v>
                </c:pt>
                <c:pt idx="6766">
                  <c:v>0</c:v>
                </c:pt>
                <c:pt idx="6767">
                  <c:v>0</c:v>
                </c:pt>
                <c:pt idx="6768">
                  <c:v>0</c:v>
                </c:pt>
                <c:pt idx="6769">
                  <c:v>0</c:v>
                </c:pt>
                <c:pt idx="6770">
                  <c:v>0</c:v>
                </c:pt>
                <c:pt idx="6771">
                  <c:v>0</c:v>
                </c:pt>
                <c:pt idx="6772">
                  <c:v>1.2161363409999999</c:v>
                </c:pt>
                <c:pt idx="6773">
                  <c:v>3.9815100000000001</c:v>
                </c:pt>
                <c:pt idx="6774">
                  <c:v>4.8285900000000002</c:v>
                </c:pt>
                <c:pt idx="6775">
                  <c:v>8.3149898999999999E-2</c:v>
                </c:pt>
                <c:pt idx="6776">
                  <c:v>0</c:v>
                </c:pt>
                <c:pt idx="6777">
                  <c:v>0</c:v>
                </c:pt>
                <c:pt idx="6778">
                  <c:v>0</c:v>
                </c:pt>
                <c:pt idx="6779">
                  <c:v>0.17196133999999999</c:v>
                </c:pt>
                <c:pt idx="6780">
                  <c:v>0</c:v>
                </c:pt>
                <c:pt idx="6781">
                  <c:v>0</c:v>
                </c:pt>
                <c:pt idx="6782">
                  <c:v>0</c:v>
                </c:pt>
                <c:pt idx="6783">
                  <c:v>2.286436862</c:v>
                </c:pt>
                <c:pt idx="6784">
                  <c:v>6.6324950859999996</c:v>
                </c:pt>
                <c:pt idx="6785">
                  <c:v>2.3345460189999998</c:v>
                </c:pt>
                <c:pt idx="6786">
                  <c:v>0</c:v>
                </c:pt>
                <c:pt idx="6787">
                  <c:v>0</c:v>
                </c:pt>
                <c:pt idx="6788">
                  <c:v>0</c:v>
                </c:pt>
                <c:pt idx="6789">
                  <c:v>0</c:v>
                </c:pt>
                <c:pt idx="6790">
                  <c:v>0</c:v>
                </c:pt>
                <c:pt idx="6791">
                  <c:v>0.66729104800000005</c:v>
                </c:pt>
                <c:pt idx="6792">
                  <c:v>0</c:v>
                </c:pt>
                <c:pt idx="6793">
                  <c:v>0</c:v>
                </c:pt>
                <c:pt idx="6794">
                  <c:v>0</c:v>
                </c:pt>
                <c:pt idx="6795">
                  <c:v>0</c:v>
                </c:pt>
                <c:pt idx="6796">
                  <c:v>0</c:v>
                </c:pt>
                <c:pt idx="6797">
                  <c:v>0</c:v>
                </c:pt>
                <c:pt idx="6798">
                  <c:v>0</c:v>
                </c:pt>
                <c:pt idx="6799">
                  <c:v>0</c:v>
                </c:pt>
                <c:pt idx="6800">
                  <c:v>0</c:v>
                </c:pt>
                <c:pt idx="6801">
                  <c:v>0</c:v>
                </c:pt>
                <c:pt idx="6802">
                  <c:v>0</c:v>
                </c:pt>
                <c:pt idx="6803">
                  <c:v>0</c:v>
                </c:pt>
                <c:pt idx="6804">
                  <c:v>0</c:v>
                </c:pt>
                <c:pt idx="6805">
                  <c:v>0</c:v>
                </c:pt>
                <c:pt idx="6806">
                  <c:v>0</c:v>
                </c:pt>
                <c:pt idx="6807">
                  <c:v>0</c:v>
                </c:pt>
                <c:pt idx="6808">
                  <c:v>0</c:v>
                </c:pt>
                <c:pt idx="6809">
                  <c:v>0</c:v>
                </c:pt>
                <c:pt idx="6810">
                  <c:v>2.2280231640000001</c:v>
                </c:pt>
                <c:pt idx="6811">
                  <c:v>6.6248666480000002</c:v>
                </c:pt>
                <c:pt idx="6812">
                  <c:v>2.4779551560000002</c:v>
                </c:pt>
                <c:pt idx="6813">
                  <c:v>0</c:v>
                </c:pt>
                <c:pt idx="6814">
                  <c:v>0</c:v>
                </c:pt>
                <c:pt idx="6815">
                  <c:v>0</c:v>
                </c:pt>
                <c:pt idx="6816">
                  <c:v>0</c:v>
                </c:pt>
                <c:pt idx="6817">
                  <c:v>0</c:v>
                </c:pt>
                <c:pt idx="6818">
                  <c:v>0</c:v>
                </c:pt>
                <c:pt idx="6819">
                  <c:v>0</c:v>
                </c:pt>
                <c:pt idx="6820">
                  <c:v>0</c:v>
                </c:pt>
                <c:pt idx="6821">
                  <c:v>0</c:v>
                </c:pt>
                <c:pt idx="6822">
                  <c:v>0</c:v>
                </c:pt>
                <c:pt idx="6823">
                  <c:v>0</c:v>
                </c:pt>
                <c:pt idx="6824">
                  <c:v>0</c:v>
                </c:pt>
                <c:pt idx="6825">
                  <c:v>5.3489218840000001</c:v>
                </c:pt>
                <c:pt idx="6826">
                  <c:v>0</c:v>
                </c:pt>
                <c:pt idx="6827">
                  <c:v>0</c:v>
                </c:pt>
                <c:pt idx="6828">
                  <c:v>0</c:v>
                </c:pt>
                <c:pt idx="6829">
                  <c:v>7.5349706269999999</c:v>
                </c:pt>
                <c:pt idx="6830">
                  <c:v>0</c:v>
                </c:pt>
                <c:pt idx="6831">
                  <c:v>0.16096386700000001</c:v>
                </c:pt>
                <c:pt idx="6832">
                  <c:v>3.8479618690000001</c:v>
                </c:pt>
                <c:pt idx="6833">
                  <c:v>0</c:v>
                </c:pt>
                <c:pt idx="6834">
                  <c:v>4.7413600980000004</c:v>
                </c:pt>
                <c:pt idx="6835">
                  <c:v>0</c:v>
                </c:pt>
                <c:pt idx="6836">
                  <c:v>0</c:v>
                </c:pt>
                <c:pt idx="6837">
                  <c:v>8.0909999999999993</c:v>
                </c:pt>
                <c:pt idx="6838">
                  <c:v>5.3568599000000001E-2</c:v>
                </c:pt>
                <c:pt idx="6839">
                  <c:v>0</c:v>
                </c:pt>
                <c:pt idx="6840">
                  <c:v>0</c:v>
                </c:pt>
                <c:pt idx="6841">
                  <c:v>0</c:v>
                </c:pt>
                <c:pt idx="6842">
                  <c:v>0</c:v>
                </c:pt>
                <c:pt idx="6843">
                  <c:v>0</c:v>
                </c:pt>
                <c:pt idx="6844">
                  <c:v>0</c:v>
                </c:pt>
                <c:pt idx="6845">
                  <c:v>0</c:v>
                </c:pt>
                <c:pt idx="6846">
                  <c:v>0</c:v>
                </c:pt>
                <c:pt idx="6847">
                  <c:v>0</c:v>
                </c:pt>
                <c:pt idx="6848">
                  <c:v>0</c:v>
                </c:pt>
                <c:pt idx="6849">
                  <c:v>0</c:v>
                </c:pt>
                <c:pt idx="6850">
                  <c:v>0</c:v>
                </c:pt>
                <c:pt idx="6851">
                  <c:v>0</c:v>
                </c:pt>
                <c:pt idx="6852">
                  <c:v>0</c:v>
                </c:pt>
                <c:pt idx="6853">
                  <c:v>0</c:v>
                </c:pt>
                <c:pt idx="6854">
                  <c:v>0</c:v>
                </c:pt>
                <c:pt idx="6855">
                  <c:v>0</c:v>
                </c:pt>
                <c:pt idx="6856">
                  <c:v>0</c:v>
                </c:pt>
                <c:pt idx="6857">
                  <c:v>0</c:v>
                </c:pt>
                <c:pt idx="6858">
                  <c:v>2.5716449909999999</c:v>
                </c:pt>
                <c:pt idx="6859">
                  <c:v>0</c:v>
                </c:pt>
                <c:pt idx="6860">
                  <c:v>13.55489863</c:v>
                </c:pt>
                <c:pt idx="6861">
                  <c:v>0</c:v>
                </c:pt>
                <c:pt idx="6862">
                  <c:v>3.3324292469999999</c:v>
                </c:pt>
                <c:pt idx="6863">
                  <c:v>0</c:v>
                </c:pt>
                <c:pt idx="6864">
                  <c:v>0</c:v>
                </c:pt>
                <c:pt idx="6865">
                  <c:v>1.6245000000000001</c:v>
                </c:pt>
                <c:pt idx="6866">
                  <c:v>0</c:v>
                </c:pt>
                <c:pt idx="6867">
                  <c:v>0</c:v>
                </c:pt>
                <c:pt idx="6868">
                  <c:v>1.85301</c:v>
                </c:pt>
                <c:pt idx="6869">
                  <c:v>0</c:v>
                </c:pt>
                <c:pt idx="6870">
                  <c:v>0</c:v>
                </c:pt>
                <c:pt idx="6871">
                  <c:v>0</c:v>
                </c:pt>
                <c:pt idx="6872">
                  <c:v>0</c:v>
                </c:pt>
                <c:pt idx="6873">
                  <c:v>0</c:v>
                </c:pt>
                <c:pt idx="6874">
                  <c:v>0</c:v>
                </c:pt>
                <c:pt idx="6875">
                  <c:v>0</c:v>
                </c:pt>
                <c:pt idx="6876">
                  <c:v>0</c:v>
                </c:pt>
                <c:pt idx="6877">
                  <c:v>0</c:v>
                </c:pt>
                <c:pt idx="6878">
                  <c:v>0</c:v>
                </c:pt>
                <c:pt idx="6879">
                  <c:v>0</c:v>
                </c:pt>
                <c:pt idx="6880">
                  <c:v>0</c:v>
                </c:pt>
                <c:pt idx="6881">
                  <c:v>0</c:v>
                </c:pt>
                <c:pt idx="6882">
                  <c:v>0</c:v>
                </c:pt>
                <c:pt idx="6883">
                  <c:v>0</c:v>
                </c:pt>
                <c:pt idx="6884">
                  <c:v>0</c:v>
                </c:pt>
                <c:pt idx="6885">
                  <c:v>0</c:v>
                </c:pt>
                <c:pt idx="6886">
                  <c:v>8.8856999999999999</c:v>
                </c:pt>
                <c:pt idx="6887">
                  <c:v>0</c:v>
                </c:pt>
                <c:pt idx="6888">
                  <c:v>0</c:v>
                </c:pt>
                <c:pt idx="6889">
                  <c:v>0</c:v>
                </c:pt>
                <c:pt idx="6890">
                  <c:v>0</c:v>
                </c:pt>
                <c:pt idx="6891">
                  <c:v>0</c:v>
                </c:pt>
                <c:pt idx="6892">
                  <c:v>0</c:v>
                </c:pt>
                <c:pt idx="6893">
                  <c:v>0</c:v>
                </c:pt>
                <c:pt idx="6894">
                  <c:v>0</c:v>
                </c:pt>
                <c:pt idx="6895">
                  <c:v>0</c:v>
                </c:pt>
                <c:pt idx="6896">
                  <c:v>0</c:v>
                </c:pt>
                <c:pt idx="6897">
                  <c:v>0</c:v>
                </c:pt>
                <c:pt idx="6898">
                  <c:v>0</c:v>
                </c:pt>
                <c:pt idx="6899">
                  <c:v>0</c:v>
                </c:pt>
                <c:pt idx="6900">
                  <c:v>0</c:v>
                </c:pt>
                <c:pt idx="6901">
                  <c:v>0</c:v>
                </c:pt>
                <c:pt idx="6902">
                  <c:v>0</c:v>
                </c:pt>
                <c:pt idx="6903">
                  <c:v>0</c:v>
                </c:pt>
                <c:pt idx="6904">
                  <c:v>0</c:v>
                </c:pt>
                <c:pt idx="6905">
                  <c:v>0</c:v>
                </c:pt>
                <c:pt idx="6906">
                  <c:v>0</c:v>
                </c:pt>
                <c:pt idx="6907">
                  <c:v>0</c:v>
                </c:pt>
                <c:pt idx="6908">
                  <c:v>7.0854953759999999</c:v>
                </c:pt>
                <c:pt idx="6909">
                  <c:v>5.5456605530000003</c:v>
                </c:pt>
                <c:pt idx="6910">
                  <c:v>0</c:v>
                </c:pt>
                <c:pt idx="6911">
                  <c:v>0</c:v>
                </c:pt>
                <c:pt idx="6912">
                  <c:v>0</c:v>
                </c:pt>
                <c:pt idx="6913">
                  <c:v>0</c:v>
                </c:pt>
                <c:pt idx="6914">
                  <c:v>0</c:v>
                </c:pt>
                <c:pt idx="6915">
                  <c:v>0</c:v>
                </c:pt>
                <c:pt idx="6916">
                  <c:v>0</c:v>
                </c:pt>
                <c:pt idx="6917">
                  <c:v>0</c:v>
                </c:pt>
                <c:pt idx="6918">
                  <c:v>0.350323471</c:v>
                </c:pt>
                <c:pt idx="6919">
                  <c:v>0</c:v>
                </c:pt>
                <c:pt idx="6920">
                  <c:v>0</c:v>
                </c:pt>
                <c:pt idx="6921">
                  <c:v>0</c:v>
                </c:pt>
                <c:pt idx="6922">
                  <c:v>0</c:v>
                </c:pt>
                <c:pt idx="6923">
                  <c:v>0</c:v>
                </c:pt>
                <c:pt idx="6924">
                  <c:v>0</c:v>
                </c:pt>
                <c:pt idx="6925">
                  <c:v>0</c:v>
                </c:pt>
                <c:pt idx="6926">
                  <c:v>0</c:v>
                </c:pt>
                <c:pt idx="6927">
                  <c:v>0</c:v>
                </c:pt>
                <c:pt idx="6928">
                  <c:v>0</c:v>
                </c:pt>
                <c:pt idx="6929">
                  <c:v>0</c:v>
                </c:pt>
                <c:pt idx="6930">
                  <c:v>0</c:v>
                </c:pt>
                <c:pt idx="6931">
                  <c:v>0</c:v>
                </c:pt>
                <c:pt idx="6932">
                  <c:v>0</c:v>
                </c:pt>
                <c:pt idx="6933">
                  <c:v>0</c:v>
                </c:pt>
                <c:pt idx="6934">
                  <c:v>0</c:v>
                </c:pt>
                <c:pt idx="6935">
                  <c:v>0</c:v>
                </c:pt>
                <c:pt idx="6936">
                  <c:v>0</c:v>
                </c:pt>
                <c:pt idx="6937">
                  <c:v>1.270196809</c:v>
                </c:pt>
                <c:pt idx="6938">
                  <c:v>1.7025300000000001</c:v>
                </c:pt>
                <c:pt idx="6939">
                  <c:v>1.7437499999999999</c:v>
                </c:pt>
                <c:pt idx="6940">
                  <c:v>2.22309</c:v>
                </c:pt>
                <c:pt idx="6941">
                  <c:v>0</c:v>
                </c:pt>
                <c:pt idx="6942">
                  <c:v>0</c:v>
                </c:pt>
                <c:pt idx="6943">
                  <c:v>0</c:v>
                </c:pt>
                <c:pt idx="6944">
                  <c:v>0</c:v>
                </c:pt>
                <c:pt idx="6945">
                  <c:v>0</c:v>
                </c:pt>
                <c:pt idx="6946">
                  <c:v>0</c:v>
                </c:pt>
                <c:pt idx="6947">
                  <c:v>0</c:v>
                </c:pt>
                <c:pt idx="6948">
                  <c:v>0</c:v>
                </c:pt>
                <c:pt idx="6949">
                  <c:v>0</c:v>
                </c:pt>
                <c:pt idx="6950">
                  <c:v>0</c:v>
                </c:pt>
                <c:pt idx="6951">
                  <c:v>0</c:v>
                </c:pt>
                <c:pt idx="6952">
                  <c:v>0</c:v>
                </c:pt>
                <c:pt idx="6953">
                  <c:v>0</c:v>
                </c:pt>
                <c:pt idx="6954">
                  <c:v>0</c:v>
                </c:pt>
                <c:pt idx="6955">
                  <c:v>0</c:v>
                </c:pt>
                <c:pt idx="6956">
                  <c:v>1.571675792</c:v>
                </c:pt>
                <c:pt idx="6957">
                  <c:v>0</c:v>
                </c:pt>
                <c:pt idx="6958">
                  <c:v>0</c:v>
                </c:pt>
                <c:pt idx="6959">
                  <c:v>0</c:v>
                </c:pt>
                <c:pt idx="6960">
                  <c:v>0</c:v>
                </c:pt>
                <c:pt idx="6961">
                  <c:v>0</c:v>
                </c:pt>
                <c:pt idx="6962">
                  <c:v>0</c:v>
                </c:pt>
                <c:pt idx="6963">
                  <c:v>0</c:v>
                </c:pt>
                <c:pt idx="6964">
                  <c:v>0</c:v>
                </c:pt>
                <c:pt idx="6965">
                  <c:v>0</c:v>
                </c:pt>
                <c:pt idx="6966">
                  <c:v>0</c:v>
                </c:pt>
                <c:pt idx="6967">
                  <c:v>0</c:v>
                </c:pt>
                <c:pt idx="6968">
                  <c:v>0</c:v>
                </c:pt>
                <c:pt idx="6969">
                  <c:v>0</c:v>
                </c:pt>
                <c:pt idx="6970">
                  <c:v>0</c:v>
                </c:pt>
                <c:pt idx="6971">
                  <c:v>0</c:v>
                </c:pt>
                <c:pt idx="6972">
                  <c:v>0</c:v>
                </c:pt>
                <c:pt idx="6973">
                  <c:v>0</c:v>
                </c:pt>
                <c:pt idx="6974">
                  <c:v>0</c:v>
                </c:pt>
                <c:pt idx="6975">
                  <c:v>0</c:v>
                </c:pt>
                <c:pt idx="6976">
                  <c:v>0</c:v>
                </c:pt>
                <c:pt idx="6977">
                  <c:v>0</c:v>
                </c:pt>
                <c:pt idx="6978">
                  <c:v>1.7098843539999999</c:v>
                </c:pt>
                <c:pt idx="6979">
                  <c:v>0</c:v>
                </c:pt>
                <c:pt idx="6980">
                  <c:v>0</c:v>
                </c:pt>
                <c:pt idx="6981">
                  <c:v>0</c:v>
                </c:pt>
                <c:pt idx="6982">
                  <c:v>0</c:v>
                </c:pt>
                <c:pt idx="6983">
                  <c:v>0</c:v>
                </c:pt>
                <c:pt idx="6984">
                  <c:v>0</c:v>
                </c:pt>
                <c:pt idx="6985">
                  <c:v>0</c:v>
                </c:pt>
                <c:pt idx="6986">
                  <c:v>2.67462</c:v>
                </c:pt>
                <c:pt idx="6987">
                  <c:v>0</c:v>
                </c:pt>
                <c:pt idx="6988">
                  <c:v>0</c:v>
                </c:pt>
                <c:pt idx="6989">
                  <c:v>0</c:v>
                </c:pt>
                <c:pt idx="6990">
                  <c:v>3.704105293</c:v>
                </c:pt>
                <c:pt idx="6991">
                  <c:v>0</c:v>
                </c:pt>
                <c:pt idx="6992">
                  <c:v>0</c:v>
                </c:pt>
                <c:pt idx="6993">
                  <c:v>0</c:v>
                </c:pt>
                <c:pt idx="6994">
                  <c:v>0</c:v>
                </c:pt>
                <c:pt idx="6995">
                  <c:v>0</c:v>
                </c:pt>
                <c:pt idx="6996">
                  <c:v>0</c:v>
                </c:pt>
                <c:pt idx="6997">
                  <c:v>0</c:v>
                </c:pt>
                <c:pt idx="6998">
                  <c:v>0</c:v>
                </c:pt>
                <c:pt idx="6999">
                  <c:v>0</c:v>
                </c:pt>
                <c:pt idx="7000">
                  <c:v>0</c:v>
                </c:pt>
                <c:pt idx="7001">
                  <c:v>0</c:v>
                </c:pt>
                <c:pt idx="7002">
                  <c:v>0</c:v>
                </c:pt>
                <c:pt idx="7003">
                  <c:v>1.1347450800000001</c:v>
                </c:pt>
                <c:pt idx="7004">
                  <c:v>0</c:v>
                </c:pt>
                <c:pt idx="7005">
                  <c:v>0</c:v>
                </c:pt>
                <c:pt idx="7006">
                  <c:v>0</c:v>
                </c:pt>
                <c:pt idx="7007">
                  <c:v>0</c:v>
                </c:pt>
                <c:pt idx="7008">
                  <c:v>0</c:v>
                </c:pt>
                <c:pt idx="7009">
                  <c:v>5.8000233999999998E-2</c:v>
                </c:pt>
                <c:pt idx="7010">
                  <c:v>0</c:v>
                </c:pt>
                <c:pt idx="7011">
                  <c:v>0</c:v>
                </c:pt>
                <c:pt idx="7012">
                  <c:v>0</c:v>
                </c:pt>
                <c:pt idx="7013">
                  <c:v>0</c:v>
                </c:pt>
                <c:pt idx="7014">
                  <c:v>0</c:v>
                </c:pt>
                <c:pt idx="7015">
                  <c:v>2.0261630999999999E-2</c:v>
                </c:pt>
                <c:pt idx="7016">
                  <c:v>0</c:v>
                </c:pt>
                <c:pt idx="7017">
                  <c:v>0</c:v>
                </c:pt>
                <c:pt idx="7018">
                  <c:v>0</c:v>
                </c:pt>
                <c:pt idx="7019">
                  <c:v>0</c:v>
                </c:pt>
                <c:pt idx="7020">
                  <c:v>3.2926905450000001</c:v>
                </c:pt>
                <c:pt idx="7021">
                  <c:v>6.7099746910000002</c:v>
                </c:pt>
                <c:pt idx="7022">
                  <c:v>1.3814046040000001</c:v>
                </c:pt>
                <c:pt idx="7023">
                  <c:v>0</c:v>
                </c:pt>
                <c:pt idx="7024">
                  <c:v>0</c:v>
                </c:pt>
                <c:pt idx="7025">
                  <c:v>0</c:v>
                </c:pt>
                <c:pt idx="7026">
                  <c:v>0</c:v>
                </c:pt>
                <c:pt idx="7027">
                  <c:v>9.5014109560000009</c:v>
                </c:pt>
                <c:pt idx="7028">
                  <c:v>3.4344763290000002</c:v>
                </c:pt>
                <c:pt idx="7029">
                  <c:v>0</c:v>
                </c:pt>
                <c:pt idx="7030">
                  <c:v>0</c:v>
                </c:pt>
                <c:pt idx="7031">
                  <c:v>0</c:v>
                </c:pt>
                <c:pt idx="7032">
                  <c:v>0</c:v>
                </c:pt>
                <c:pt idx="7033">
                  <c:v>0</c:v>
                </c:pt>
                <c:pt idx="7034">
                  <c:v>0</c:v>
                </c:pt>
                <c:pt idx="7035">
                  <c:v>0</c:v>
                </c:pt>
                <c:pt idx="7036">
                  <c:v>0</c:v>
                </c:pt>
                <c:pt idx="7037">
                  <c:v>0</c:v>
                </c:pt>
                <c:pt idx="7038">
                  <c:v>0</c:v>
                </c:pt>
                <c:pt idx="7039">
                  <c:v>0</c:v>
                </c:pt>
                <c:pt idx="7040">
                  <c:v>0</c:v>
                </c:pt>
                <c:pt idx="7041">
                  <c:v>0</c:v>
                </c:pt>
                <c:pt idx="7042">
                  <c:v>0</c:v>
                </c:pt>
                <c:pt idx="7043">
                  <c:v>0</c:v>
                </c:pt>
                <c:pt idx="7044">
                  <c:v>0</c:v>
                </c:pt>
                <c:pt idx="7045">
                  <c:v>0</c:v>
                </c:pt>
                <c:pt idx="7046">
                  <c:v>0</c:v>
                </c:pt>
                <c:pt idx="7047">
                  <c:v>0</c:v>
                </c:pt>
                <c:pt idx="7048">
                  <c:v>0</c:v>
                </c:pt>
                <c:pt idx="7049">
                  <c:v>5.8904355710000003</c:v>
                </c:pt>
                <c:pt idx="7050">
                  <c:v>0</c:v>
                </c:pt>
                <c:pt idx="7051">
                  <c:v>0</c:v>
                </c:pt>
                <c:pt idx="7052">
                  <c:v>7.9493794299999996</c:v>
                </c:pt>
                <c:pt idx="7053">
                  <c:v>0</c:v>
                </c:pt>
                <c:pt idx="7054">
                  <c:v>0</c:v>
                </c:pt>
                <c:pt idx="7055">
                  <c:v>0</c:v>
                </c:pt>
                <c:pt idx="7056">
                  <c:v>0</c:v>
                </c:pt>
                <c:pt idx="7057">
                  <c:v>0.265475293</c:v>
                </c:pt>
                <c:pt idx="7058">
                  <c:v>2.38401</c:v>
                </c:pt>
                <c:pt idx="7059">
                  <c:v>1.90629</c:v>
                </c:pt>
                <c:pt idx="7060">
                  <c:v>1.4631863409999999</c:v>
                </c:pt>
                <c:pt idx="7061">
                  <c:v>2.309262999</c:v>
                </c:pt>
                <c:pt idx="7062">
                  <c:v>0</c:v>
                </c:pt>
                <c:pt idx="7063">
                  <c:v>0</c:v>
                </c:pt>
                <c:pt idx="7064">
                  <c:v>0</c:v>
                </c:pt>
                <c:pt idx="7065">
                  <c:v>0</c:v>
                </c:pt>
                <c:pt idx="7066">
                  <c:v>0</c:v>
                </c:pt>
                <c:pt idx="7067">
                  <c:v>0</c:v>
                </c:pt>
                <c:pt idx="7068">
                  <c:v>0</c:v>
                </c:pt>
                <c:pt idx="7069">
                  <c:v>0</c:v>
                </c:pt>
                <c:pt idx="7070">
                  <c:v>0</c:v>
                </c:pt>
                <c:pt idx="7071">
                  <c:v>0</c:v>
                </c:pt>
                <c:pt idx="7072">
                  <c:v>0</c:v>
                </c:pt>
                <c:pt idx="7073">
                  <c:v>0</c:v>
                </c:pt>
                <c:pt idx="7074">
                  <c:v>0</c:v>
                </c:pt>
                <c:pt idx="7075">
                  <c:v>0</c:v>
                </c:pt>
                <c:pt idx="7076">
                  <c:v>0</c:v>
                </c:pt>
                <c:pt idx="7077">
                  <c:v>0</c:v>
                </c:pt>
                <c:pt idx="7078">
                  <c:v>0</c:v>
                </c:pt>
                <c:pt idx="7079">
                  <c:v>0</c:v>
                </c:pt>
                <c:pt idx="7080">
                  <c:v>0</c:v>
                </c:pt>
                <c:pt idx="7081">
                  <c:v>0</c:v>
                </c:pt>
                <c:pt idx="7082">
                  <c:v>0</c:v>
                </c:pt>
                <c:pt idx="7083">
                  <c:v>0</c:v>
                </c:pt>
                <c:pt idx="7084">
                  <c:v>0</c:v>
                </c:pt>
                <c:pt idx="7085">
                  <c:v>0</c:v>
                </c:pt>
                <c:pt idx="7086">
                  <c:v>0</c:v>
                </c:pt>
                <c:pt idx="7087">
                  <c:v>0</c:v>
                </c:pt>
                <c:pt idx="7088">
                  <c:v>0</c:v>
                </c:pt>
                <c:pt idx="7089">
                  <c:v>0</c:v>
                </c:pt>
                <c:pt idx="7090">
                  <c:v>0</c:v>
                </c:pt>
                <c:pt idx="7091">
                  <c:v>0</c:v>
                </c:pt>
                <c:pt idx="7092">
                  <c:v>0</c:v>
                </c:pt>
                <c:pt idx="7093">
                  <c:v>0</c:v>
                </c:pt>
                <c:pt idx="7094">
                  <c:v>0</c:v>
                </c:pt>
                <c:pt idx="7095">
                  <c:v>0</c:v>
                </c:pt>
                <c:pt idx="7096">
                  <c:v>0</c:v>
                </c:pt>
                <c:pt idx="7097">
                  <c:v>0</c:v>
                </c:pt>
                <c:pt idx="7098">
                  <c:v>0</c:v>
                </c:pt>
                <c:pt idx="7099">
                  <c:v>0</c:v>
                </c:pt>
                <c:pt idx="7100">
                  <c:v>0</c:v>
                </c:pt>
                <c:pt idx="7101">
                  <c:v>0</c:v>
                </c:pt>
                <c:pt idx="7102">
                  <c:v>0</c:v>
                </c:pt>
                <c:pt idx="7103">
                  <c:v>0</c:v>
                </c:pt>
                <c:pt idx="7104">
                  <c:v>0</c:v>
                </c:pt>
                <c:pt idx="7105">
                  <c:v>0</c:v>
                </c:pt>
                <c:pt idx="7106">
                  <c:v>1.557650499</c:v>
                </c:pt>
                <c:pt idx="7107">
                  <c:v>0</c:v>
                </c:pt>
                <c:pt idx="7108">
                  <c:v>0</c:v>
                </c:pt>
                <c:pt idx="7109">
                  <c:v>1.1819202630000001</c:v>
                </c:pt>
                <c:pt idx="7110">
                  <c:v>0</c:v>
                </c:pt>
                <c:pt idx="7111">
                  <c:v>0</c:v>
                </c:pt>
                <c:pt idx="7112">
                  <c:v>0.77446953399999996</c:v>
                </c:pt>
                <c:pt idx="7113">
                  <c:v>4.9810104810000002</c:v>
                </c:pt>
                <c:pt idx="7114">
                  <c:v>0</c:v>
                </c:pt>
                <c:pt idx="7115">
                  <c:v>0</c:v>
                </c:pt>
                <c:pt idx="7116">
                  <c:v>9.4372234999999999E-2</c:v>
                </c:pt>
                <c:pt idx="7117">
                  <c:v>0</c:v>
                </c:pt>
                <c:pt idx="7118">
                  <c:v>0</c:v>
                </c:pt>
                <c:pt idx="7119">
                  <c:v>0</c:v>
                </c:pt>
                <c:pt idx="7120">
                  <c:v>0</c:v>
                </c:pt>
                <c:pt idx="7121">
                  <c:v>0</c:v>
                </c:pt>
                <c:pt idx="7122">
                  <c:v>4.9971770639999997</c:v>
                </c:pt>
                <c:pt idx="7123">
                  <c:v>7.6339852319999997</c:v>
                </c:pt>
                <c:pt idx="7124">
                  <c:v>0</c:v>
                </c:pt>
                <c:pt idx="7125">
                  <c:v>0</c:v>
                </c:pt>
                <c:pt idx="7126">
                  <c:v>0</c:v>
                </c:pt>
                <c:pt idx="7127">
                  <c:v>0</c:v>
                </c:pt>
                <c:pt idx="7128">
                  <c:v>0</c:v>
                </c:pt>
                <c:pt idx="7129">
                  <c:v>0</c:v>
                </c:pt>
                <c:pt idx="7130">
                  <c:v>0</c:v>
                </c:pt>
                <c:pt idx="7131">
                  <c:v>0</c:v>
                </c:pt>
                <c:pt idx="7132">
                  <c:v>0</c:v>
                </c:pt>
                <c:pt idx="7133">
                  <c:v>0</c:v>
                </c:pt>
                <c:pt idx="7134">
                  <c:v>0</c:v>
                </c:pt>
                <c:pt idx="7135">
                  <c:v>0</c:v>
                </c:pt>
                <c:pt idx="7136">
                  <c:v>0</c:v>
                </c:pt>
                <c:pt idx="7137">
                  <c:v>0</c:v>
                </c:pt>
                <c:pt idx="7138">
                  <c:v>0</c:v>
                </c:pt>
                <c:pt idx="7139">
                  <c:v>0</c:v>
                </c:pt>
                <c:pt idx="7140">
                  <c:v>0</c:v>
                </c:pt>
                <c:pt idx="7141">
                  <c:v>0</c:v>
                </c:pt>
                <c:pt idx="7142">
                  <c:v>0</c:v>
                </c:pt>
                <c:pt idx="7143">
                  <c:v>0</c:v>
                </c:pt>
                <c:pt idx="7144">
                  <c:v>0</c:v>
                </c:pt>
                <c:pt idx="7145">
                  <c:v>0</c:v>
                </c:pt>
                <c:pt idx="7146">
                  <c:v>3.2932070640000002</c:v>
                </c:pt>
                <c:pt idx="7147">
                  <c:v>0</c:v>
                </c:pt>
                <c:pt idx="7148">
                  <c:v>0</c:v>
                </c:pt>
                <c:pt idx="7149">
                  <c:v>0</c:v>
                </c:pt>
                <c:pt idx="7150">
                  <c:v>0</c:v>
                </c:pt>
                <c:pt idx="7151">
                  <c:v>0</c:v>
                </c:pt>
                <c:pt idx="7152">
                  <c:v>0</c:v>
                </c:pt>
                <c:pt idx="7153">
                  <c:v>0</c:v>
                </c:pt>
                <c:pt idx="7154">
                  <c:v>0</c:v>
                </c:pt>
                <c:pt idx="7155">
                  <c:v>0</c:v>
                </c:pt>
                <c:pt idx="7156">
                  <c:v>0</c:v>
                </c:pt>
                <c:pt idx="7157">
                  <c:v>0</c:v>
                </c:pt>
                <c:pt idx="7158">
                  <c:v>0</c:v>
                </c:pt>
                <c:pt idx="7159">
                  <c:v>0</c:v>
                </c:pt>
                <c:pt idx="7160">
                  <c:v>0</c:v>
                </c:pt>
                <c:pt idx="7161">
                  <c:v>0</c:v>
                </c:pt>
                <c:pt idx="7162">
                  <c:v>0</c:v>
                </c:pt>
                <c:pt idx="7163">
                  <c:v>0</c:v>
                </c:pt>
                <c:pt idx="7164">
                  <c:v>0</c:v>
                </c:pt>
                <c:pt idx="7165">
                  <c:v>0</c:v>
                </c:pt>
                <c:pt idx="7166">
                  <c:v>0</c:v>
                </c:pt>
                <c:pt idx="7167">
                  <c:v>0</c:v>
                </c:pt>
                <c:pt idx="7168">
                  <c:v>0</c:v>
                </c:pt>
                <c:pt idx="7169">
                  <c:v>0</c:v>
                </c:pt>
                <c:pt idx="7170">
                  <c:v>0</c:v>
                </c:pt>
                <c:pt idx="7171">
                  <c:v>0</c:v>
                </c:pt>
                <c:pt idx="7172">
                  <c:v>0</c:v>
                </c:pt>
                <c:pt idx="7173">
                  <c:v>0</c:v>
                </c:pt>
                <c:pt idx="7174">
                  <c:v>8.4401100000000007</c:v>
                </c:pt>
                <c:pt idx="7175">
                  <c:v>2.0205254290000001</c:v>
                </c:pt>
                <c:pt idx="7176">
                  <c:v>0</c:v>
                </c:pt>
                <c:pt idx="7177">
                  <c:v>0</c:v>
                </c:pt>
                <c:pt idx="7178">
                  <c:v>0</c:v>
                </c:pt>
                <c:pt idx="7179">
                  <c:v>0</c:v>
                </c:pt>
                <c:pt idx="7180">
                  <c:v>0</c:v>
                </c:pt>
                <c:pt idx="7181">
                  <c:v>0</c:v>
                </c:pt>
                <c:pt idx="7182">
                  <c:v>0</c:v>
                </c:pt>
                <c:pt idx="7183">
                  <c:v>0</c:v>
                </c:pt>
                <c:pt idx="7184">
                  <c:v>0</c:v>
                </c:pt>
                <c:pt idx="7185">
                  <c:v>0</c:v>
                </c:pt>
                <c:pt idx="7186">
                  <c:v>0</c:v>
                </c:pt>
                <c:pt idx="7187">
                  <c:v>0</c:v>
                </c:pt>
                <c:pt idx="7188">
                  <c:v>0</c:v>
                </c:pt>
                <c:pt idx="7189">
                  <c:v>0</c:v>
                </c:pt>
                <c:pt idx="7190">
                  <c:v>0</c:v>
                </c:pt>
                <c:pt idx="7191">
                  <c:v>0</c:v>
                </c:pt>
                <c:pt idx="7192">
                  <c:v>0</c:v>
                </c:pt>
                <c:pt idx="7193">
                  <c:v>0</c:v>
                </c:pt>
                <c:pt idx="7194">
                  <c:v>0</c:v>
                </c:pt>
                <c:pt idx="7195">
                  <c:v>0</c:v>
                </c:pt>
                <c:pt idx="7196">
                  <c:v>0</c:v>
                </c:pt>
                <c:pt idx="7197">
                  <c:v>0</c:v>
                </c:pt>
                <c:pt idx="7198">
                  <c:v>3.4707431639999999</c:v>
                </c:pt>
                <c:pt idx="7199">
                  <c:v>0</c:v>
                </c:pt>
                <c:pt idx="7200">
                  <c:v>0</c:v>
                </c:pt>
                <c:pt idx="7201">
                  <c:v>0</c:v>
                </c:pt>
                <c:pt idx="7202">
                  <c:v>0</c:v>
                </c:pt>
                <c:pt idx="7203">
                  <c:v>0</c:v>
                </c:pt>
                <c:pt idx="7204">
                  <c:v>0</c:v>
                </c:pt>
                <c:pt idx="7205">
                  <c:v>0</c:v>
                </c:pt>
                <c:pt idx="7206">
                  <c:v>0</c:v>
                </c:pt>
                <c:pt idx="7207">
                  <c:v>0</c:v>
                </c:pt>
                <c:pt idx="7208">
                  <c:v>0</c:v>
                </c:pt>
                <c:pt idx="7209">
                  <c:v>0</c:v>
                </c:pt>
                <c:pt idx="7210">
                  <c:v>0</c:v>
                </c:pt>
                <c:pt idx="7211">
                  <c:v>0</c:v>
                </c:pt>
                <c:pt idx="7212">
                  <c:v>0</c:v>
                </c:pt>
                <c:pt idx="7213">
                  <c:v>0</c:v>
                </c:pt>
                <c:pt idx="7214">
                  <c:v>0</c:v>
                </c:pt>
                <c:pt idx="7215">
                  <c:v>0</c:v>
                </c:pt>
                <c:pt idx="7216">
                  <c:v>0</c:v>
                </c:pt>
                <c:pt idx="7217">
                  <c:v>6.337990649</c:v>
                </c:pt>
                <c:pt idx="7218">
                  <c:v>6.2931712559999999</c:v>
                </c:pt>
                <c:pt idx="7219">
                  <c:v>0</c:v>
                </c:pt>
                <c:pt idx="7220">
                  <c:v>0</c:v>
                </c:pt>
                <c:pt idx="7221">
                  <c:v>0</c:v>
                </c:pt>
                <c:pt idx="7222">
                  <c:v>0</c:v>
                </c:pt>
                <c:pt idx="7223">
                  <c:v>0</c:v>
                </c:pt>
                <c:pt idx="7224">
                  <c:v>0</c:v>
                </c:pt>
                <c:pt idx="7225">
                  <c:v>0</c:v>
                </c:pt>
                <c:pt idx="7226">
                  <c:v>0</c:v>
                </c:pt>
                <c:pt idx="7227">
                  <c:v>0</c:v>
                </c:pt>
                <c:pt idx="7228">
                  <c:v>0</c:v>
                </c:pt>
                <c:pt idx="7229">
                  <c:v>0</c:v>
                </c:pt>
                <c:pt idx="7230">
                  <c:v>0</c:v>
                </c:pt>
                <c:pt idx="7231">
                  <c:v>0</c:v>
                </c:pt>
                <c:pt idx="7232">
                  <c:v>0</c:v>
                </c:pt>
                <c:pt idx="7233">
                  <c:v>0</c:v>
                </c:pt>
                <c:pt idx="7234">
                  <c:v>0</c:v>
                </c:pt>
                <c:pt idx="7235">
                  <c:v>0</c:v>
                </c:pt>
                <c:pt idx="7236">
                  <c:v>0</c:v>
                </c:pt>
                <c:pt idx="7237">
                  <c:v>0</c:v>
                </c:pt>
                <c:pt idx="7238">
                  <c:v>0</c:v>
                </c:pt>
                <c:pt idx="7239">
                  <c:v>0</c:v>
                </c:pt>
                <c:pt idx="7240">
                  <c:v>0</c:v>
                </c:pt>
                <c:pt idx="7241">
                  <c:v>0</c:v>
                </c:pt>
                <c:pt idx="7242">
                  <c:v>1.2495065409999999</c:v>
                </c:pt>
                <c:pt idx="7243">
                  <c:v>0</c:v>
                </c:pt>
                <c:pt idx="7244">
                  <c:v>0</c:v>
                </c:pt>
                <c:pt idx="7245">
                  <c:v>0</c:v>
                </c:pt>
                <c:pt idx="7246">
                  <c:v>1.984986541</c:v>
                </c:pt>
                <c:pt idx="7247">
                  <c:v>0</c:v>
                </c:pt>
                <c:pt idx="7248">
                  <c:v>2.6717399999999998</c:v>
                </c:pt>
                <c:pt idx="7249">
                  <c:v>1.6145099999999999</c:v>
                </c:pt>
                <c:pt idx="7250">
                  <c:v>2.6827200000000002</c:v>
                </c:pt>
                <c:pt idx="7251">
                  <c:v>1.445172999</c:v>
                </c:pt>
                <c:pt idx="7252">
                  <c:v>0</c:v>
                </c:pt>
                <c:pt idx="7253">
                  <c:v>0</c:v>
                </c:pt>
                <c:pt idx="7254">
                  <c:v>0</c:v>
                </c:pt>
                <c:pt idx="7255">
                  <c:v>0</c:v>
                </c:pt>
                <c:pt idx="7256">
                  <c:v>0</c:v>
                </c:pt>
                <c:pt idx="7257">
                  <c:v>0</c:v>
                </c:pt>
                <c:pt idx="7258">
                  <c:v>0</c:v>
                </c:pt>
                <c:pt idx="7259">
                  <c:v>0</c:v>
                </c:pt>
                <c:pt idx="7260">
                  <c:v>0</c:v>
                </c:pt>
                <c:pt idx="7261">
                  <c:v>0</c:v>
                </c:pt>
                <c:pt idx="7262">
                  <c:v>0</c:v>
                </c:pt>
                <c:pt idx="7263">
                  <c:v>0</c:v>
                </c:pt>
                <c:pt idx="7264">
                  <c:v>0</c:v>
                </c:pt>
                <c:pt idx="7265">
                  <c:v>4.4669912040000002</c:v>
                </c:pt>
                <c:pt idx="7266">
                  <c:v>0.59371316399999996</c:v>
                </c:pt>
                <c:pt idx="7267">
                  <c:v>0</c:v>
                </c:pt>
                <c:pt idx="7268">
                  <c:v>0</c:v>
                </c:pt>
                <c:pt idx="7269">
                  <c:v>0</c:v>
                </c:pt>
                <c:pt idx="7270">
                  <c:v>1.252026541</c:v>
                </c:pt>
                <c:pt idx="7271">
                  <c:v>0</c:v>
                </c:pt>
                <c:pt idx="7272">
                  <c:v>0</c:v>
                </c:pt>
                <c:pt idx="7273">
                  <c:v>0</c:v>
                </c:pt>
                <c:pt idx="7274">
                  <c:v>0</c:v>
                </c:pt>
                <c:pt idx="7275">
                  <c:v>0</c:v>
                </c:pt>
                <c:pt idx="7276">
                  <c:v>0</c:v>
                </c:pt>
                <c:pt idx="7277">
                  <c:v>0</c:v>
                </c:pt>
                <c:pt idx="7278">
                  <c:v>0</c:v>
                </c:pt>
                <c:pt idx="7279">
                  <c:v>0</c:v>
                </c:pt>
                <c:pt idx="7280">
                  <c:v>0</c:v>
                </c:pt>
                <c:pt idx="7281">
                  <c:v>0</c:v>
                </c:pt>
                <c:pt idx="7282">
                  <c:v>0</c:v>
                </c:pt>
                <c:pt idx="7283">
                  <c:v>0</c:v>
                </c:pt>
                <c:pt idx="7284">
                  <c:v>0</c:v>
                </c:pt>
                <c:pt idx="7285">
                  <c:v>0</c:v>
                </c:pt>
                <c:pt idx="7286">
                  <c:v>0</c:v>
                </c:pt>
                <c:pt idx="7287">
                  <c:v>0</c:v>
                </c:pt>
                <c:pt idx="7288">
                  <c:v>0</c:v>
                </c:pt>
                <c:pt idx="7289">
                  <c:v>0</c:v>
                </c:pt>
                <c:pt idx="7290">
                  <c:v>8.8271999999999995</c:v>
                </c:pt>
                <c:pt idx="7291">
                  <c:v>3.2492839020000002</c:v>
                </c:pt>
                <c:pt idx="7292">
                  <c:v>0</c:v>
                </c:pt>
                <c:pt idx="7293">
                  <c:v>0</c:v>
                </c:pt>
                <c:pt idx="7294">
                  <c:v>0</c:v>
                </c:pt>
                <c:pt idx="7295">
                  <c:v>0</c:v>
                </c:pt>
                <c:pt idx="7296">
                  <c:v>0</c:v>
                </c:pt>
                <c:pt idx="7297">
                  <c:v>0</c:v>
                </c:pt>
                <c:pt idx="7298">
                  <c:v>0</c:v>
                </c:pt>
                <c:pt idx="7299">
                  <c:v>0</c:v>
                </c:pt>
                <c:pt idx="7300">
                  <c:v>0</c:v>
                </c:pt>
                <c:pt idx="7301">
                  <c:v>0</c:v>
                </c:pt>
                <c:pt idx="7302">
                  <c:v>8.6392469999999992E-3</c:v>
                </c:pt>
                <c:pt idx="7303">
                  <c:v>1.609301103</c:v>
                </c:pt>
                <c:pt idx="7304">
                  <c:v>3.4121322790000002</c:v>
                </c:pt>
                <c:pt idx="7305">
                  <c:v>0</c:v>
                </c:pt>
                <c:pt idx="7306">
                  <c:v>0</c:v>
                </c:pt>
                <c:pt idx="7307">
                  <c:v>0</c:v>
                </c:pt>
                <c:pt idx="7308">
                  <c:v>0</c:v>
                </c:pt>
                <c:pt idx="7309">
                  <c:v>0.96018925799999999</c:v>
                </c:pt>
                <c:pt idx="7310">
                  <c:v>1.5979599760000001</c:v>
                </c:pt>
                <c:pt idx="7311">
                  <c:v>0</c:v>
                </c:pt>
                <c:pt idx="7312">
                  <c:v>0</c:v>
                </c:pt>
                <c:pt idx="7313">
                  <c:v>0</c:v>
                </c:pt>
                <c:pt idx="7314">
                  <c:v>1.0236426789999999</c:v>
                </c:pt>
                <c:pt idx="7315">
                  <c:v>11.60708432</c:v>
                </c:pt>
                <c:pt idx="7316">
                  <c:v>0</c:v>
                </c:pt>
                <c:pt idx="7317">
                  <c:v>0</c:v>
                </c:pt>
                <c:pt idx="7318">
                  <c:v>0</c:v>
                </c:pt>
                <c:pt idx="7319">
                  <c:v>0</c:v>
                </c:pt>
                <c:pt idx="7320">
                  <c:v>0</c:v>
                </c:pt>
                <c:pt idx="7321">
                  <c:v>0</c:v>
                </c:pt>
                <c:pt idx="7322">
                  <c:v>0</c:v>
                </c:pt>
                <c:pt idx="7323">
                  <c:v>0</c:v>
                </c:pt>
                <c:pt idx="7324">
                  <c:v>0</c:v>
                </c:pt>
                <c:pt idx="7325">
                  <c:v>0</c:v>
                </c:pt>
                <c:pt idx="7326">
                  <c:v>0</c:v>
                </c:pt>
                <c:pt idx="7327">
                  <c:v>0</c:v>
                </c:pt>
                <c:pt idx="7328">
                  <c:v>0</c:v>
                </c:pt>
                <c:pt idx="7329">
                  <c:v>0</c:v>
                </c:pt>
                <c:pt idx="7330">
                  <c:v>0</c:v>
                </c:pt>
                <c:pt idx="7331">
                  <c:v>0</c:v>
                </c:pt>
                <c:pt idx="7332">
                  <c:v>0</c:v>
                </c:pt>
                <c:pt idx="7333">
                  <c:v>0</c:v>
                </c:pt>
                <c:pt idx="7334">
                  <c:v>0</c:v>
                </c:pt>
                <c:pt idx="7335">
                  <c:v>0</c:v>
                </c:pt>
                <c:pt idx="7336">
                  <c:v>0</c:v>
                </c:pt>
                <c:pt idx="7337">
                  <c:v>0</c:v>
                </c:pt>
                <c:pt idx="7338">
                  <c:v>0</c:v>
                </c:pt>
                <c:pt idx="7339">
                  <c:v>0</c:v>
                </c:pt>
                <c:pt idx="7340">
                  <c:v>0</c:v>
                </c:pt>
                <c:pt idx="7341">
                  <c:v>4.0006857919999996</c:v>
                </c:pt>
                <c:pt idx="7342">
                  <c:v>3.7915471680000001</c:v>
                </c:pt>
                <c:pt idx="7343">
                  <c:v>3.1650406489999998</c:v>
                </c:pt>
                <c:pt idx="7344">
                  <c:v>0</c:v>
                </c:pt>
                <c:pt idx="7345">
                  <c:v>0</c:v>
                </c:pt>
                <c:pt idx="7346">
                  <c:v>0</c:v>
                </c:pt>
                <c:pt idx="7347">
                  <c:v>0.14267542899999999</c:v>
                </c:pt>
                <c:pt idx="7348">
                  <c:v>0</c:v>
                </c:pt>
                <c:pt idx="7349">
                  <c:v>2.4283800000000002</c:v>
                </c:pt>
                <c:pt idx="7350">
                  <c:v>1.069941204</c:v>
                </c:pt>
                <c:pt idx="7351">
                  <c:v>0</c:v>
                </c:pt>
                <c:pt idx="7352">
                  <c:v>0</c:v>
                </c:pt>
                <c:pt idx="7353">
                  <c:v>0</c:v>
                </c:pt>
                <c:pt idx="7354">
                  <c:v>0.32748743800000002</c:v>
                </c:pt>
                <c:pt idx="7355">
                  <c:v>4.7013537090000002</c:v>
                </c:pt>
                <c:pt idx="7356">
                  <c:v>2.9874681719999998</c:v>
                </c:pt>
                <c:pt idx="7357">
                  <c:v>0</c:v>
                </c:pt>
                <c:pt idx="7358">
                  <c:v>0</c:v>
                </c:pt>
                <c:pt idx="7359">
                  <c:v>2.8741582640000001</c:v>
                </c:pt>
                <c:pt idx="7360">
                  <c:v>0.20685875500000001</c:v>
                </c:pt>
                <c:pt idx="7361">
                  <c:v>0</c:v>
                </c:pt>
                <c:pt idx="7362">
                  <c:v>0</c:v>
                </c:pt>
                <c:pt idx="7363">
                  <c:v>0</c:v>
                </c:pt>
                <c:pt idx="7364">
                  <c:v>0</c:v>
                </c:pt>
                <c:pt idx="7365">
                  <c:v>0</c:v>
                </c:pt>
                <c:pt idx="7366">
                  <c:v>0</c:v>
                </c:pt>
                <c:pt idx="7367">
                  <c:v>1.00160944</c:v>
                </c:pt>
                <c:pt idx="7368">
                  <c:v>0</c:v>
                </c:pt>
                <c:pt idx="7369">
                  <c:v>0</c:v>
                </c:pt>
                <c:pt idx="7370">
                  <c:v>0.327305293</c:v>
                </c:pt>
                <c:pt idx="7371">
                  <c:v>0</c:v>
                </c:pt>
                <c:pt idx="7372">
                  <c:v>0</c:v>
                </c:pt>
                <c:pt idx="7373">
                  <c:v>0</c:v>
                </c:pt>
                <c:pt idx="7374">
                  <c:v>0</c:v>
                </c:pt>
                <c:pt idx="7375">
                  <c:v>5.2357711150000004</c:v>
                </c:pt>
                <c:pt idx="7376">
                  <c:v>0</c:v>
                </c:pt>
                <c:pt idx="7377">
                  <c:v>0</c:v>
                </c:pt>
                <c:pt idx="7378">
                  <c:v>0</c:v>
                </c:pt>
                <c:pt idx="7379">
                  <c:v>0</c:v>
                </c:pt>
                <c:pt idx="7380">
                  <c:v>0</c:v>
                </c:pt>
                <c:pt idx="7381">
                  <c:v>0</c:v>
                </c:pt>
                <c:pt idx="7382">
                  <c:v>0</c:v>
                </c:pt>
                <c:pt idx="7383">
                  <c:v>0</c:v>
                </c:pt>
                <c:pt idx="7384">
                  <c:v>0</c:v>
                </c:pt>
                <c:pt idx="7385">
                  <c:v>3.035348414</c:v>
                </c:pt>
                <c:pt idx="7386">
                  <c:v>0</c:v>
                </c:pt>
                <c:pt idx="7387">
                  <c:v>2.6335649910000001</c:v>
                </c:pt>
                <c:pt idx="7388">
                  <c:v>0.331655792</c:v>
                </c:pt>
                <c:pt idx="7389">
                  <c:v>4.9815087690000004</c:v>
                </c:pt>
                <c:pt idx="7390">
                  <c:v>0</c:v>
                </c:pt>
                <c:pt idx="7391">
                  <c:v>0</c:v>
                </c:pt>
                <c:pt idx="7392">
                  <c:v>0</c:v>
                </c:pt>
                <c:pt idx="7393">
                  <c:v>0</c:v>
                </c:pt>
                <c:pt idx="7394">
                  <c:v>0.20110023399999999</c:v>
                </c:pt>
                <c:pt idx="7395">
                  <c:v>0</c:v>
                </c:pt>
                <c:pt idx="7396">
                  <c:v>0</c:v>
                </c:pt>
                <c:pt idx="7397">
                  <c:v>0</c:v>
                </c:pt>
                <c:pt idx="7398">
                  <c:v>1.4444870670000001</c:v>
                </c:pt>
                <c:pt idx="7399">
                  <c:v>0</c:v>
                </c:pt>
                <c:pt idx="7400">
                  <c:v>0</c:v>
                </c:pt>
                <c:pt idx="7401">
                  <c:v>0</c:v>
                </c:pt>
                <c:pt idx="7402">
                  <c:v>0</c:v>
                </c:pt>
                <c:pt idx="7403">
                  <c:v>0</c:v>
                </c:pt>
                <c:pt idx="7404">
                  <c:v>0</c:v>
                </c:pt>
                <c:pt idx="7405">
                  <c:v>0</c:v>
                </c:pt>
                <c:pt idx="7406">
                  <c:v>0</c:v>
                </c:pt>
                <c:pt idx="7407">
                  <c:v>0</c:v>
                </c:pt>
                <c:pt idx="7408">
                  <c:v>0</c:v>
                </c:pt>
                <c:pt idx="7409">
                  <c:v>3.8921063409999999</c:v>
                </c:pt>
                <c:pt idx="7410">
                  <c:v>8.393236151</c:v>
                </c:pt>
                <c:pt idx="7411">
                  <c:v>0</c:v>
                </c:pt>
                <c:pt idx="7412">
                  <c:v>0.17791098299999999</c:v>
                </c:pt>
                <c:pt idx="7413">
                  <c:v>0</c:v>
                </c:pt>
                <c:pt idx="7414">
                  <c:v>0</c:v>
                </c:pt>
                <c:pt idx="7415">
                  <c:v>0</c:v>
                </c:pt>
                <c:pt idx="7416">
                  <c:v>0</c:v>
                </c:pt>
                <c:pt idx="7417">
                  <c:v>0</c:v>
                </c:pt>
                <c:pt idx="7418">
                  <c:v>0.40772095600000002</c:v>
                </c:pt>
                <c:pt idx="7419">
                  <c:v>0</c:v>
                </c:pt>
                <c:pt idx="7420">
                  <c:v>1.7403299999999999</c:v>
                </c:pt>
                <c:pt idx="7421">
                  <c:v>0</c:v>
                </c:pt>
                <c:pt idx="7422">
                  <c:v>4.6195763410000001</c:v>
                </c:pt>
                <c:pt idx="7423">
                  <c:v>0</c:v>
                </c:pt>
                <c:pt idx="7424">
                  <c:v>0</c:v>
                </c:pt>
                <c:pt idx="7425">
                  <c:v>0</c:v>
                </c:pt>
                <c:pt idx="7426">
                  <c:v>0</c:v>
                </c:pt>
                <c:pt idx="7427">
                  <c:v>0</c:v>
                </c:pt>
                <c:pt idx="7428">
                  <c:v>0</c:v>
                </c:pt>
                <c:pt idx="7429">
                  <c:v>0</c:v>
                </c:pt>
                <c:pt idx="7430">
                  <c:v>0</c:v>
                </c:pt>
                <c:pt idx="7431">
                  <c:v>0</c:v>
                </c:pt>
                <c:pt idx="7432">
                  <c:v>7.8255620940000004</c:v>
                </c:pt>
                <c:pt idx="7433">
                  <c:v>0</c:v>
                </c:pt>
                <c:pt idx="7434">
                  <c:v>0</c:v>
                </c:pt>
                <c:pt idx="7435">
                  <c:v>0</c:v>
                </c:pt>
                <c:pt idx="7436">
                  <c:v>6.388217064</c:v>
                </c:pt>
                <c:pt idx="7437">
                  <c:v>0</c:v>
                </c:pt>
                <c:pt idx="7438">
                  <c:v>3.3840643539999999</c:v>
                </c:pt>
                <c:pt idx="7439">
                  <c:v>1.9052753760000001</c:v>
                </c:pt>
                <c:pt idx="7440">
                  <c:v>0.504875293</c:v>
                </c:pt>
                <c:pt idx="7441">
                  <c:v>0</c:v>
                </c:pt>
                <c:pt idx="7442">
                  <c:v>0</c:v>
                </c:pt>
                <c:pt idx="7443">
                  <c:v>0</c:v>
                </c:pt>
                <c:pt idx="7444">
                  <c:v>0</c:v>
                </c:pt>
                <c:pt idx="7445">
                  <c:v>0</c:v>
                </c:pt>
                <c:pt idx="7446">
                  <c:v>0</c:v>
                </c:pt>
                <c:pt idx="7447">
                  <c:v>0</c:v>
                </c:pt>
                <c:pt idx="7448">
                  <c:v>0</c:v>
                </c:pt>
                <c:pt idx="7449">
                  <c:v>0</c:v>
                </c:pt>
                <c:pt idx="7450">
                  <c:v>0</c:v>
                </c:pt>
                <c:pt idx="7451">
                  <c:v>0</c:v>
                </c:pt>
                <c:pt idx="7452">
                  <c:v>0</c:v>
                </c:pt>
                <c:pt idx="7453">
                  <c:v>0</c:v>
                </c:pt>
                <c:pt idx="7454">
                  <c:v>0</c:v>
                </c:pt>
                <c:pt idx="7455">
                  <c:v>0</c:v>
                </c:pt>
                <c:pt idx="7456">
                  <c:v>0</c:v>
                </c:pt>
                <c:pt idx="7457">
                  <c:v>0</c:v>
                </c:pt>
                <c:pt idx="7458">
                  <c:v>0</c:v>
                </c:pt>
                <c:pt idx="7459">
                  <c:v>0</c:v>
                </c:pt>
                <c:pt idx="7460">
                  <c:v>0</c:v>
                </c:pt>
                <c:pt idx="7461">
                  <c:v>0</c:v>
                </c:pt>
                <c:pt idx="7462">
                  <c:v>0</c:v>
                </c:pt>
                <c:pt idx="7463">
                  <c:v>0</c:v>
                </c:pt>
                <c:pt idx="7464">
                  <c:v>0</c:v>
                </c:pt>
                <c:pt idx="7465">
                  <c:v>0</c:v>
                </c:pt>
                <c:pt idx="7466">
                  <c:v>0</c:v>
                </c:pt>
                <c:pt idx="7467">
                  <c:v>0</c:v>
                </c:pt>
                <c:pt idx="7468">
                  <c:v>0</c:v>
                </c:pt>
                <c:pt idx="7469">
                  <c:v>0</c:v>
                </c:pt>
                <c:pt idx="7470">
                  <c:v>0</c:v>
                </c:pt>
                <c:pt idx="7471">
                  <c:v>0</c:v>
                </c:pt>
                <c:pt idx="7472">
                  <c:v>0</c:v>
                </c:pt>
                <c:pt idx="7473">
                  <c:v>0</c:v>
                </c:pt>
                <c:pt idx="7474">
                  <c:v>0</c:v>
                </c:pt>
                <c:pt idx="7475">
                  <c:v>0</c:v>
                </c:pt>
                <c:pt idx="7476">
                  <c:v>0</c:v>
                </c:pt>
                <c:pt idx="7477">
                  <c:v>0</c:v>
                </c:pt>
                <c:pt idx="7478">
                  <c:v>0</c:v>
                </c:pt>
                <c:pt idx="7479">
                  <c:v>0</c:v>
                </c:pt>
                <c:pt idx="7480">
                  <c:v>0</c:v>
                </c:pt>
                <c:pt idx="7481">
                  <c:v>0</c:v>
                </c:pt>
                <c:pt idx="7482">
                  <c:v>14.11718095</c:v>
                </c:pt>
                <c:pt idx="7483">
                  <c:v>0</c:v>
                </c:pt>
                <c:pt idx="7484">
                  <c:v>0</c:v>
                </c:pt>
                <c:pt idx="7485">
                  <c:v>0</c:v>
                </c:pt>
                <c:pt idx="7486">
                  <c:v>0</c:v>
                </c:pt>
                <c:pt idx="7487">
                  <c:v>0</c:v>
                </c:pt>
                <c:pt idx="7488">
                  <c:v>0</c:v>
                </c:pt>
                <c:pt idx="7489">
                  <c:v>0</c:v>
                </c:pt>
                <c:pt idx="7490">
                  <c:v>0</c:v>
                </c:pt>
                <c:pt idx="7491">
                  <c:v>0</c:v>
                </c:pt>
                <c:pt idx="7492">
                  <c:v>0</c:v>
                </c:pt>
                <c:pt idx="7493">
                  <c:v>0</c:v>
                </c:pt>
                <c:pt idx="7494">
                  <c:v>0</c:v>
                </c:pt>
                <c:pt idx="7495">
                  <c:v>0</c:v>
                </c:pt>
                <c:pt idx="7496">
                  <c:v>0</c:v>
                </c:pt>
                <c:pt idx="7497">
                  <c:v>5.2048417980000004</c:v>
                </c:pt>
                <c:pt idx="7498">
                  <c:v>0.84494559300000005</c:v>
                </c:pt>
                <c:pt idx="7499">
                  <c:v>0</c:v>
                </c:pt>
                <c:pt idx="7500">
                  <c:v>0</c:v>
                </c:pt>
                <c:pt idx="7501">
                  <c:v>0</c:v>
                </c:pt>
                <c:pt idx="7502">
                  <c:v>0</c:v>
                </c:pt>
                <c:pt idx="7503">
                  <c:v>7.5649647209999999</c:v>
                </c:pt>
                <c:pt idx="7504">
                  <c:v>0</c:v>
                </c:pt>
                <c:pt idx="7505">
                  <c:v>0</c:v>
                </c:pt>
                <c:pt idx="7506">
                  <c:v>6.8211271680000003</c:v>
                </c:pt>
                <c:pt idx="7507">
                  <c:v>2.5920043420000001</c:v>
                </c:pt>
                <c:pt idx="7508">
                  <c:v>0</c:v>
                </c:pt>
                <c:pt idx="7509">
                  <c:v>0</c:v>
                </c:pt>
                <c:pt idx="7510">
                  <c:v>0</c:v>
                </c:pt>
                <c:pt idx="7511">
                  <c:v>0</c:v>
                </c:pt>
                <c:pt idx="7512">
                  <c:v>0</c:v>
                </c:pt>
                <c:pt idx="7513">
                  <c:v>0</c:v>
                </c:pt>
                <c:pt idx="7514">
                  <c:v>0.54287986099999996</c:v>
                </c:pt>
                <c:pt idx="7515">
                  <c:v>0.36148279300000002</c:v>
                </c:pt>
                <c:pt idx="7516">
                  <c:v>0</c:v>
                </c:pt>
                <c:pt idx="7517">
                  <c:v>0</c:v>
                </c:pt>
                <c:pt idx="7518">
                  <c:v>0</c:v>
                </c:pt>
                <c:pt idx="7519">
                  <c:v>0</c:v>
                </c:pt>
                <c:pt idx="7520">
                  <c:v>0</c:v>
                </c:pt>
                <c:pt idx="7521">
                  <c:v>0</c:v>
                </c:pt>
                <c:pt idx="7522">
                  <c:v>0</c:v>
                </c:pt>
                <c:pt idx="7523">
                  <c:v>0</c:v>
                </c:pt>
                <c:pt idx="7524">
                  <c:v>0</c:v>
                </c:pt>
                <c:pt idx="7525">
                  <c:v>0</c:v>
                </c:pt>
                <c:pt idx="7526">
                  <c:v>0</c:v>
                </c:pt>
                <c:pt idx="7527">
                  <c:v>0</c:v>
                </c:pt>
                <c:pt idx="7528">
                  <c:v>0</c:v>
                </c:pt>
                <c:pt idx="7529">
                  <c:v>10.893509999999999</c:v>
                </c:pt>
                <c:pt idx="7530">
                  <c:v>1.7376519050000001</c:v>
                </c:pt>
                <c:pt idx="7531">
                  <c:v>0</c:v>
                </c:pt>
                <c:pt idx="7532">
                  <c:v>2.4438374710000001</c:v>
                </c:pt>
                <c:pt idx="7533">
                  <c:v>0</c:v>
                </c:pt>
                <c:pt idx="7534">
                  <c:v>0</c:v>
                </c:pt>
                <c:pt idx="7535">
                  <c:v>0</c:v>
                </c:pt>
                <c:pt idx="7536">
                  <c:v>2.3926500000000002</c:v>
                </c:pt>
                <c:pt idx="7537">
                  <c:v>2.03382</c:v>
                </c:pt>
                <c:pt idx="7538">
                  <c:v>1.8818999999999999</c:v>
                </c:pt>
                <c:pt idx="7539">
                  <c:v>1.5186129989999999</c:v>
                </c:pt>
                <c:pt idx="7540">
                  <c:v>1.5845837789999999</c:v>
                </c:pt>
                <c:pt idx="7541">
                  <c:v>0</c:v>
                </c:pt>
                <c:pt idx="7542">
                  <c:v>0</c:v>
                </c:pt>
                <c:pt idx="7543">
                  <c:v>0</c:v>
                </c:pt>
                <c:pt idx="7544">
                  <c:v>0</c:v>
                </c:pt>
                <c:pt idx="7545">
                  <c:v>0</c:v>
                </c:pt>
                <c:pt idx="7546">
                  <c:v>0</c:v>
                </c:pt>
                <c:pt idx="7547">
                  <c:v>0</c:v>
                </c:pt>
                <c:pt idx="7548">
                  <c:v>0</c:v>
                </c:pt>
                <c:pt idx="7549">
                  <c:v>0</c:v>
                </c:pt>
                <c:pt idx="7550">
                  <c:v>0</c:v>
                </c:pt>
                <c:pt idx="7551">
                  <c:v>0</c:v>
                </c:pt>
                <c:pt idx="7552">
                  <c:v>2.8603857050000001</c:v>
                </c:pt>
                <c:pt idx="7553">
                  <c:v>8.7773829990000003</c:v>
                </c:pt>
                <c:pt idx="7554">
                  <c:v>0</c:v>
                </c:pt>
                <c:pt idx="7555">
                  <c:v>0</c:v>
                </c:pt>
                <c:pt idx="7556">
                  <c:v>0</c:v>
                </c:pt>
                <c:pt idx="7557">
                  <c:v>0</c:v>
                </c:pt>
                <c:pt idx="7558">
                  <c:v>0</c:v>
                </c:pt>
                <c:pt idx="7559">
                  <c:v>0</c:v>
                </c:pt>
                <c:pt idx="7560">
                  <c:v>0</c:v>
                </c:pt>
                <c:pt idx="7561">
                  <c:v>0</c:v>
                </c:pt>
                <c:pt idx="7562">
                  <c:v>0</c:v>
                </c:pt>
                <c:pt idx="7563">
                  <c:v>0</c:v>
                </c:pt>
                <c:pt idx="7564">
                  <c:v>0</c:v>
                </c:pt>
                <c:pt idx="7565">
                  <c:v>0</c:v>
                </c:pt>
                <c:pt idx="7566">
                  <c:v>0</c:v>
                </c:pt>
                <c:pt idx="7567">
                  <c:v>0</c:v>
                </c:pt>
                <c:pt idx="7568">
                  <c:v>0</c:v>
                </c:pt>
                <c:pt idx="7569">
                  <c:v>0</c:v>
                </c:pt>
                <c:pt idx="7570">
                  <c:v>0</c:v>
                </c:pt>
                <c:pt idx="7571">
                  <c:v>0</c:v>
                </c:pt>
                <c:pt idx="7572">
                  <c:v>0</c:v>
                </c:pt>
                <c:pt idx="7573">
                  <c:v>0</c:v>
                </c:pt>
                <c:pt idx="7574">
                  <c:v>0</c:v>
                </c:pt>
                <c:pt idx="7575">
                  <c:v>0</c:v>
                </c:pt>
                <c:pt idx="7576">
                  <c:v>0</c:v>
                </c:pt>
                <c:pt idx="7577">
                  <c:v>0</c:v>
                </c:pt>
                <c:pt idx="7578">
                  <c:v>0</c:v>
                </c:pt>
                <c:pt idx="7579">
                  <c:v>0</c:v>
                </c:pt>
                <c:pt idx="7580">
                  <c:v>0</c:v>
                </c:pt>
                <c:pt idx="7581">
                  <c:v>0</c:v>
                </c:pt>
                <c:pt idx="7582">
                  <c:v>0</c:v>
                </c:pt>
                <c:pt idx="7583">
                  <c:v>0</c:v>
                </c:pt>
                <c:pt idx="7584">
                  <c:v>0</c:v>
                </c:pt>
                <c:pt idx="7585">
                  <c:v>0</c:v>
                </c:pt>
                <c:pt idx="7586">
                  <c:v>0</c:v>
                </c:pt>
                <c:pt idx="7587">
                  <c:v>0</c:v>
                </c:pt>
                <c:pt idx="7588">
                  <c:v>0</c:v>
                </c:pt>
                <c:pt idx="7589">
                  <c:v>0</c:v>
                </c:pt>
                <c:pt idx="7590">
                  <c:v>0</c:v>
                </c:pt>
                <c:pt idx="7591">
                  <c:v>0</c:v>
                </c:pt>
                <c:pt idx="7592">
                  <c:v>0</c:v>
                </c:pt>
                <c:pt idx="7593">
                  <c:v>0</c:v>
                </c:pt>
                <c:pt idx="7594">
                  <c:v>0</c:v>
                </c:pt>
                <c:pt idx="7595">
                  <c:v>0</c:v>
                </c:pt>
                <c:pt idx="7596">
                  <c:v>0</c:v>
                </c:pt>
                <c:pt idx="7597">
                  <c:v>0</c:v>
                </c:pt>
                <c:pt idx="7598">
                  <c:v>0</c:v>
                </c:pt>
                <c:pt idx="7599">
                  <c:v>0</c:v>
                </c:pt>
                <c:pt idx="7600">
                  <c:v>0</c:v>
                </c:pt>
                <c:pt idx="7601">
                  <c:v>1.7940506270000001</c:v>
                </c:pt>
                <c:pt idx="7602">
                  <c:v>5.0370149910000004</c:v>
                </c:pt>
                <c:pt idx="7603">
                  <c:v>4.2598653129999997</c:v>
                </c:pt>
                <c:pt idx="7604">
                  <c:v>0</c:v>
                </c:pt>
                <c:pt idx="7605">
                  <c:v>0</c:v>
                </c:pt>
                <c:pt idx="7606">
                  <c:v>0</c:v>
                </c:pt>
                <c:pt idx="7607">
                  <c:v>0</c:v>
                </c:pt>
                <c:pt idx="7608">
                  <c:v>0</c:v>
                </c:pt>
                <c:pt idx="7609">
                  <c:v>0</c:v>
                </c:pt>
                <c:pt idx="7610">
                  <c:v>0</c:v>
                </c:pt>
                <c:pt idx="7611">
                  <c:v>8.9345293000000006E-2</c:v>
                </c:pt>
                <c:pt idx="7612">
                  <c:v>0</c:v>
                </c:pt>
                <c:pt idx="7613">
                  <c:v>1.71855</c:v>
                </c:pt>
                <c:pt idx="7614">
                  <c:v>3.516340263</c:v>
                </c:pt>
                <c:pt idx="7615">
                  <c:v>0</c:v>
                </c:pt>
                <c:pt idx="7616">
                  <c:v>0</c:v>
                </c:pt>
                <c:pt idx="7617">
                  <c:v>0</c:v>
                </c:pt>
                <c:pt idx="7618">
                  <c:v>0</c:v>
                </c:pt>
                <c:pt idx="7619">
                  <c:v>0</c:v>
                </c:pt>
                <c:pt idx="7620">
                  <c:v>0</c:v>
                </c:pt>
                <c:pt idx="7621">
                  <c:v>0</c:v>
                </c:pt>
                <c:pt idx="7622">
                  <c:v>0</c:v>
                </c:pt>
                <c:pt idx="7623">
                  <c:v>0</c:v>
                </c:pt>
                <c:pt idx="7624">
                  <c:v>0</c:v>
                </c:pt>
                <c:pt idx="7625">
                  <c:v>0</c:v>
                </c:pt>
                <c:pt idx="7626">
                  <c:v>0</c:v>
                </c:pt>
                <c:pt idx="7627">
                  <c:v>0</c:v>
                </c:pt>
                <c:pt idx="7628">
                  <c:v>0</c:v>
                </c:pt>
                <c:pt idx="7629">
                  <c:v>0</c:v>
                </c:pt>
                <c:pt idx="7630">
                  <c:v>0</c:v>
                </c:pt>
                <c:pt idx="7631">
                  <c:v>0</c:v>
                </c:pt>
                <c:pt idx="7632">
                  <c:v>0</c:v>
                </c:pt>
                <c:pt idx="7633">
                  <c:v>0</c:v>
                </c:pt>
                <c:pt idx="7634">
                  <c:v>0</c:v>
                </c:pt>
                <c:pt idx="7635">
                  <c:v>0</c:v>
                </c:pt>
                <c:pt idx="7636">
                  <c:v>0</c:v>
                </c:pt>
                <c:pt idx="7637">
                  <c:v>0</c:v>
                </c:pt>
                <c:pt idx="7638">
                  <c:v>0</c:v>
                </c:pt>
                <c:pt idx="7639">
                  <c:v>0</c:v>
                </c:pt>
                <c:pt idx="7640">
                  <c:v>0</c:v>
                </c:pt>
                <c:pt idx="7641">
                  <c:v>0</c:v>
                </c:pt>
                <c:pt idx="7642">
                  <c:v>0</c:v>
                </c:pt>
                <c:pt idx="7643">
                  <c:v>0</c:v>
                </c:pt>
                <c:pt idx="7644">
                  <c:v>0</c:v>
                </c:pt>
                <c:pt idx="7645">
                  <c:v>0</c:v>
                </c:pt>
                <c:pt idx="7646">
                  <c:v>0</c:v>
                </c:pt>
                <c:pt idx="7647">
                  <c:v>0</c:v>
                </c:pt>
                <c:pt idx="7648">
                  <c:v>0</c:v>
                </c:pt>
                <c:pt idx="7649">
                  <c:v>0</c:v>
                </c:pt>
                <c:pt idx="7650">
                  <c:v>4.133643782</c:v>
                </c:pt>
                <c:pt idx="7651">
                  <c:v>0</c:v>
                </c:pt>
                <c:pt idx="7652">
                  <c:v>0</c:v>
                </c:pt>
                <c:pt idx="7653">
                  <c:v>0</c:v>
                </c:pt>
                <c:pt idx="7654">
                  <c:v>0</c:v>
                </c:pt>
                <c:pt idx="7655">
                  <c:v>0</c:v>
                </c:pt>
                <c:pt idx="7656">
                  <c:v>0</c:v>
                </c:pt>
                <c:pt idx="7657">
                  <c:v>0</c:v>
                </c:pt>
                <c:pt idx="7658">
                  <c:v>0</c:v>
                </c:pt>
                <c:pt idx="7659">
                  <c:v>0</c:v>
                </c:pt>
                <c:pt idx="7660">
                  <c:v>0</c:v>
                </c:pt>
                <c:pt idx="7661">
                  <c:v>0</c:v>
                </c:pt>
                <c:pt idx="7662">
                  <c:v>0</c:v>
                </c:pt>
                <c:pt idx="7663">
                  <c:v>0</c:v>
                </c:pt>
                <c:pt idx="7664">
                  <c:v>0</c:v>
                </c:pt>
                <c:pt idx="7665">
                  <c:v>0</c:v>
                </c:pt>
                <c:pt idx="7666">
                  <c:v>0</c:v>
                </c:pt>
                <c:pt idx="7667">
                  <c:v>0</c:v>
                </c:pt>
                <c:pt idx="7668">
                  <c:v>0</c:v>
                </c:pt>
                <c:pt idx="7669">
                  <c:v>0</c:v>
                </c:pt>
                <c:pt idx="7670">
                  <c:v>0</c:v>
                </c:pt>
                <c:pt idx="7671">
                  <c:v>0</c:v>
                </c:pt>
                <c:pt idx="7672">
                  <c:v>0</c:v>
                </c:pt>
                <c:pt idx="7673">
                  <c:v>5.4938971680000002</c:v>
                </c:pt>
                <c:pt idx="7674">
                  <c:v>0</c:v>
                </c:pt>
                <c:pt idx="7675">
                  <c:v>1.72079822</c:v>
                </c:pt>
                <c:pt idx="7676">
                  <c:v>7.7935168240000001</c:v>
                </c:pt>
                <c:pt idx="7677">
                  <c:v>0</c:v>
                </c:pt>
                <c:pt idx="7678">
                  <c:v>0</c:v>
                </c:pt>
                <c:pt idx="7679">
                  <c:v>0</c:v>
                </c:pt>
                <c:pt idx="7680">
                  <c:v>0</c:v>
                </c:pt>
                <c:pt idx="7681">
                  <c:v>0.52465279300000001</c:v>
                </c:pt>
                <c:pt idx="7682">
                  <c:v>2.1152475000000002</c:v>
                </c:pt>
                <c:pt idx="7683">
                  <c:v>0.29780216799999998</c:v>
                </c:pt>
                <c:pt idx="7684">
                  <c:v>1.8007798740000001</c:v>
                </c:pt>
                <c:pt idx="7685">
                  <c:v>0</c:v>
                </c:pt>
                <c:pt idx="7686">
                  <c:v>1.8762953760000001</c:v>
                </c:pt>
                <c:pt idx="7687">
                  <c:v>3.8476008159999999</c:v>
                </c:pt>
                <c:pt idx="7688">
                  <c:v>0</c:v>
                </c:pt>
                <c:pt idx="7689">
                  <c:v>0</c:v>
                </c:pt>
                <c:pt idx="7690">
                  <c:v>0</c:v>
                </c:pt>
                <c:pt idx="7691">
                  <c:v>0</c:v>
                </c:pt>
                <c:pt idx="7692">
                  <c:v>0</c:v>
                </c:pt>
                <c:pt idx="7693">
                  <c:v>0</c:v>
                </c:pt>
                <c:pt idx="7694">
                  <c:v>0</c:v>
                </c:pt>
                <c:pt idx="7695">
                  <c:v>0</c:v>
                </c:pt>
                <c:pt idx="7696">
                  <c:v>0</c:v>
                </c:pt>
                <c:pt idx="7697">
                  <c:v>6.617080649</c:v>
                </c:pt>
                <c:pt idx="7698">
                  <c:v>6.0140812559999999</c:v>
                </c:pt>
                <c:pt idx="7699">
                  <c:v>0</c:v>
                </c:pt>
                <c:pt idx="7700">
                  <c:v>0</c:v>
                </c:pt>
                <c:pt idx="7701">
                  <c:v>0</c:v>
                </c:pt>
                <c:pt idx="7702">
                  <c:v>0</c:v>
                </c:pt>
                <c:pt idx="7703">
                  <c:v>0</c:v>
                </c:pt>
                <c:pt idx="7704">
                  <c:v>0</c:v>
                </c:pt>
                <c:pt idx="7705">
                  <c:v>0</c:v>
                </c:pt>
                <c:pt idx="7706">
                  <c:v>0</c:v>
                </c:pt>
                <c:pt idx="7707">
                  <c:v>0</c:v>
                </c:pt>
                <c:pt idx="7708">
                  <c:v>0</c:v>
                </c:pt>
                <c:pt idx="7709">
                  <c:v>0</c:v>
                </c:pt>
                <c:pt idx="7710">
                  <c:v>0</c:v>
                </c:pt>
                <c:pt idx="7711">
                  <c:v>0</c:v>
                </c:pt>
                <c:pt idx="7712">
                  <c:v>0</c:v>
                </c:pt>
                <c:pt idx="7713">
                  <c:v>0</c:v>
                </c:pt>
                <c:pt idx="7714">
                  <c:v>0</c:v>
                </c:pt>
                <c:pt idx="7715">
                  <c:v>0</c:v>
                </c:pt>
                <c:pt idx="7716">
                  <c:v>0</c:v>
                </c:pt>
                <c:pt idx="7717">
                  <c:v>0</c:v>
                </c:pt>
                <c:pt idx="7718">
                  <c:v>0</c:v>
                </c:pt>
                <c:pt idx="7719">
                  <c:v>0</c:v>
                </c:pt>
                <c:pt idx="7720">
                  <c:v>0</c:v>
                </c:pt>
                <c:pt idx="7721">
                  <c:v>1.165024354</c:v>
                </c:pt>
                <c:pt idx="7722">
                  <c:v>10.12158</c:v>
                </c:pt>
                <c:pt idx="7723">
                  <c:v>0</c:v>
                </c:pt>
                <c:pt idx="7724">
                  <c:v>0</c:v>
                </c:pt>
                <c:pt idx="7725">
                  <c:v>0</c:v>
                </c:pt>
                <c:pt idx="7726">
                  <c:v>0</c:v>
                </c:pt>
                <c:pt idx="7727">
                  <c:v>0</c:v>
                </c:pt>
                <c:pt idx="7728">
                  <c:v>0</c:v>
                </c:pt>
                <c:pt idx="7729">
                  <c:v>0</c:v>
                </c:pt>
                <c:pt idx="7730">
                  <c:v>0</c:v>
                </c:pt>
                <c:pt idx="7731">
                  <c:v>0</c:v>
                </c:pt>
                <c:pt idx="7732">
                  <c:v>0</c:v>
                </c:pt>
                <c:pt idx="7733">
                  <c:v>0.450776648</c:v>
                </c:pt>
                <c:pt idx="7734">
                  <c:v>0</c:v>
                </c:pt>
                <c:pt idx="7735">
                  <c:v>7.5205462709999997</c:v>
                </c:pt>
                <c:pt idx="7736">
                  <c:v>0</c:v>
                </c:pt>
                <c:pt idx="7737">
                  <c:v>0</c:v>
                </c:pt>
                <c:pt idx="7738">
                  <c:v>0</c:v>
                </c:pt>
                <c:pt idx="7739">
                  <c:v>0</c:v>
                </c:pt>
                <c:pt idx="7740">
                  <c:v>0</c:v>
                </c:pt>
                <c:pt idx="7741">
                  <c:v>0</c:v>
                </c:pt>
                <c:pt idx="7742">
                  <c:v>0</c:v>
                </c:pt>
                <c:pt idx="7743">
                  <c:v>0</c:v>
                </c:pt>
                <c:pt idx="7744">
                  <c:v>0</c:v>
                </c:pt>
                <c:pt idx="7745">
                  <c:v>2.508824991</c:v>
                </c:pt>
                <c:pt idx="7746">
                  <c:v>10.12233691</c:v>
                </c:pt>
                <c:pt idx="7747">
                  <c:v>0</c:v>
                </c:pt>
                <c:pt idx="7748">
                  <c:v>0</c:v>
                </c:pt>
                <c:pt idx="7749">
                  <c:v>0</c:v>
                </c:pt>
                <c:pt idx="7750">
                  <c:v>0</c:v>
                </c:pt>
                <c:pt idx="7751">
                  <c:v>0</c:v>
                </c:pt>
                <c:pt idx="7752">
                  <c:v>0</c:v>
                </c:pt>
                <c:pt idx="7753">
                  <c:v>0</c:v>
                </c:pt>
                <c:pt idx="7754">
                  <c:v>0</c:v>
                </c:pt>
                <c:pt idx="7755">
                  <c:v>0</c:v>
                </c:pt>
                <c:pt idx="7756">
                  <c:v>0</c:v>
                </c:pt>
                <c:pt idx="7757">
                  <c:v>0</c:v>
                </c:pt>
                <c:pt idx="7758">
                  <c:v>0</c:v>
                </c:pt>
                <c:pt idx="7759">
                  <c:v>0</c:v>
                </c:pt>
                <c:pt idx="7760">
                  <c:v>0</c:v>
                </c:pt>
                <c:pt idx="7761">
                  <c:v>0</c:v>
                </c:pt>
                <c:pt idx="7762">
                  <c:v>0</c:v>
                </c:pt>
                <c:pt idx="7763">
                  <c:v>0</c:v>
                </c:pt>
                <c:pt idx="7764">
                  <c:v>0</c:v>
                </c:pt>
                <c:pt idx="7765">
                  <c:v>0</c:v>
                </c:pt>
                <c:pt idx="7766">
                  <c:v>0</c:v>
                </c:pt>
                <c:pt idx="7767">
                  <c:v>0</c:v>
                </c:pt>
                <c:pt idx="7768">
                  <c:v>8.2663367979999993</c:v>
                </c:pt>
                <c:pt idx="7769">
                  <c:v>0</c:v>
                </c:pt>
                <c:pt idx="7770">
                  <c:v>0</c:v>
                </c:pt>
                <c:pt idx="7771">
                  <c:v>0</c:v>
                </c:pt>
                <c:pt idx="7772">
                  <c:v>0</c:v>
                </c:pt>
                <c:pt idx="7773">
                  <c:v>9.6044966479999996</c:v>
                </c:pt>
                <c:pt idx="7774">
                  <c:v>0</c:v>
                </c:pt>
                <c:pt idx="7775">
                  <c:v>4.2856567940000003</c:v>
                </c:pt>
                <c:pt idx="7776">
                  <c:v>0</c:v>
                </c:pt>
                <c:pt idx="7777">
                  <c:v>0.38113417900000002</c:v>
                </c:pt>
                <c:pt idx="7778">
                  <c:v>0</c:v>
                </c:pt>
                <c:pt idx="7779">
                  <c:v>0</c:v>
                </c:pt>
                <c:pt idx="7780">
                  <c:v>0</c:v>
                </c:pt>
                <c:pt idx="7781">
                  <c:v>0</c:v>
                </c:pt>
                <c:pt idx="7782">
                  <c:v>0</c:v>
                </c:pt>
                <c:pt idx="7783">
                  <c:v>5.6918699999999998</c:v>
                </c:pt>
                <c:pt idx="7784">
                  <c:v>0</c:v>
                </c:pt>
                <c:pt idx="7785">
                  <c:v>0</c:v>
                </c:pt>
                <c:pt idx="7786">
                  <c:v>0</c:v>
                </c:pt>
                <c:pt idx="7787">
                  <c:v>0</c:v>
                </c:pt>
                <c:pt idx="7788">
                  <c:v>0</c:v>
                </c:pt>
                <c:pt idx="7789">
                  <c:v>0</c:v>
                </c:pt>
                <c:pt idx="7790">
                  <c:v>0</c:v>
                </c:pt>
                <c:pt idx="7791">
                  <c:v>0</c:v>
                </c:pt>
                <c:pt idx="7792">
                  <c:v>6.8689799999999996</c:v>
                </c:pt>
                <c:pt idx="7793">
                  <c:v>5.2542402340000001</c:v>
                </c:pt>
                <c:pt idx="7794">
                  <c:v>0</c:v>
                </c:pt>
                <c:pt idx="7795">
                  <c:v>0</c:v>
                </c:pt>
                <c:pt idx="7796">
                  <c:v>0</c:v>
                </c:pt>
                <c:pt idx="7797">
                  <c:v>0</c:v>
                </c:pt>
                <c:pt idx="7798">
                  <c:v>0</c:v>
                </c:pt>
                <c:pt idx="7799">
                  <c:v>0</c:v>
                </c:pt>
                <c:pt idx="7800">
                  <c:v>2.82429</c:v>
                </c:pt>
                <c:pt idx="7801">
                  <c:v>0</c:v>
                </c:pt>
                <c:pt idx="7802">
                  <c:v>2.1918600000000001</c:v>
                </c:pt>
                <c:pt idx="7803">
                  <c:v>0</c:v>
                </c:pt>
                <c:pt idx="7804">
                  <c:v>2.7444129990000001</c:v>
                </c:pt>
                <c:pt idx="7805">
                  <c:v>0</c:v>
                </c:pt>
                <c:pt idx="7806">
                  <c:v>0</c:v>
                </c:pt>
                <c:pt idx="7807">
                  <c:v>4.9076609810000003</c:v>
                </c:pt>
                <c:pt idx="7808">
                  <c:v>0</c:v>
                </c:pt>
                <c:pt idx="7809">
                  <c:v>0</c:v>
                </c:pt>
                <c:pt idx="7810">
                  <c:v>0</c:v>
                </c:pt>
                <c:pt idx="7811">
                  <c:v>0</c:v>
                </c:pt>
                <c:pt idx="7812">
                  <c:v>0</c:v>
                </c:pt>
                <c:pt idx="7813">
                  <c:v>0</c:v>
                </c:pt>
                <c:pt idx="7814">
                  <c:v>0</c:v>
                </c:pt>
                <c:pt idx="7815">
                  <c:v>0</c:v>
                </c:pt>
                <c:pt idx="7816">
                  <c:v>6.1530555710000003</c:v>
                </c:pt>
                <c:pt idx="7817">
                  <c:v>6.4781061720000004</c:v>
                </c:pt>
                <c:pt idx="7818">
                  <c:v>0</c:v>
                </c:pt>
                <c:pt idx="7819">
                  <c:v>0</c:v>
                </c:pt>
                <c:pt idx="7820">
                  <c:v>0</c:v>
                </c:pt>
                <c:pt idx="7821">
                  <c:v>0</c:v>
                </c:pt>
                <c:pt idx="7822">
                  <c:v>0</c:v>
                </c:pt>
                <c:pt idx="7823">
                  <c:v>0</c:v>
                </c:pt>
                <c:pt idx="7824">
                  <c:v>0</c:v>
                </c:pt>
                <c:pt idx="7825">
                  <c:v>0</c:v>
                </c:pt>
                <c:pt idx="7826">
                  <c:v>0</c:v>
                </c:pt>
                <c:pt idx="7827">
                  <c:v>0</c:v>
                </c:pt>
                <c:pt idx="7828">
                  <c:v>0</c:v>
                </c:pt>
                <c:pt idx="7829">
                  <c:v>0</c:v>
                </c:pt>
                <c:pt idx="7830">
                  <c:v>0</c:v>
                </c:pt>
                <c:pt idx="7831">
                  <c:v>7.6489423609999996</c:v>
                </c:pt>
                <c:pt idx="7832">
                  <c:v>0</c:v>
                </c:pt>
                <c:pt idx="7833">
                  <c:v>0</c:v>
                </c:pt>
                <c:pt idx="7834">
                  <c:v>0</c:v>
                </c:pt>
                <c:pt idx="7835">
                  <c:v>0</c:v>
                </c:pt>
                <c:pt idx="7836">
                  <c:v>0</c:v>
                </c:pt>
                <c:pt idx="7837">
                  <c:v>0</c:v>
                </c:pt>
                <c:pt idx="7838">
                  <c:v>0</c:v>
                </c:pt>
                <c:pt idx="7839">
                  <c:v>0</c:v>
                </c:pt>
                <c:pt idx="7840">
                  <c:v>2.7827800979999999</c:v>
                </c:pt>
                <c:pt idx="7841">
                  <c:v>7.8020502340000002</c:v>
                </c:pt>
                <c:pt idx="7842">
                  <c:v>0.77375245699999995</c:v>
                </c:pt>
                <c:pt idx="7843">
                  <c:v>0</c:v>
                </c:pt>
                <c:pt idx="7844">
                  <c:v>0</c:v>
                </c:pt>
                <c:pt idx="7845">
                  <c:v>0</c:v>
                </c:pt>
                <c:pt idx="7846">
                  <c:v>0</c:v>
                </c:pt>
                <c:pt idx="7847">
                  <c:v>0</c:v>
                </c:pt>
                <c:pt idx="7848">
                  <c:v>0</c:v>
                </c:pt>
                <c:pt idx="7849">
                  <c:v>0</c:v>
                </c:pt>
                <c:pt idx="7850">
                  <c:v>0</c:v>
                </c:pt>
                <c:pt idx="7851">
                  <c:v>0</c:v>
                </c:pt>
                <c:pt idx="7852">
                  <c:v>0</c:v>
                </c:pt>
                <c:pt idx="7853">
                  <c:v>0</c:v>
                </c:pt>
                <c:pt idx="7854">
                  <c:v>0</c:v>
                </c:pt>
                <c:pt idx="7855">
                  <c:v>0</c:v>
                </c:pt>
                <c:pt idx="7856">
                  <c:v>0</c:v>
                </c:pt>
                <c:pt idx="7857">
                  <c:v>0</c:v>
                </c:pt>
                <c:pt idx="7858">
                  <c:v>0</c:v>
                </c:pt>
                <c:pt idx="7859">
                  <c:v>0</c:v>
                </c:pt>
                <c:pt idx="7860">
                  <c:v>0</c:v>
                </c:pt>
                <c:pt idx="7861">
                  <c:v>0</c:v>
                </c:pt>
                <c:pt idx="7862">
                  <c:v>0</c:v>
                </c:pt>
                <c:pt idx="7863">
                  <c:v>0</c:v>
                </c:pt>
                <c:pt idx="7864">
                  <c:v>9.9160199999999996</c:v>
                </c:pt>
                <c:pt idx="7865">
                  <c:v>2.7151419049999999</c:v>
                </c:pt>
                <c:pt idx="7866">
                  <c:v>0</c:v>
                </c:pt>
                <c:pt idx="7867">
                  <c:v>0</c:v>
                </c:pt>
                <c:pt idx="7868">
                  <c:v>0</c:v>
                </c:pt>
                <c:pt idx="7869">
                  <c:v>0</c:v>
                </c:pt>
                <c:pt idx="7870">
                  <c:v>0</c:v>
                </c:pt>
                <c:pt idx="7871">
                  <c:v>0</c:v>
                </c:pt>
                <c:pt idx="7872">
                  <c:v>0</c:v>
                </c:pt>
                <c:pt idx="7873">
                  <c:v>0</c:v>
                </c:pt>
                <c:pt idx="7874">
                  <c:v>0</c:v>
                </c:pt>
                <c:pt idx="7875">
                  <c:v>0</c:v>
                </c:pt>
                <c:pt idx="7876">
                  <c:v>0</c:v>
                </c:pt>
                <c:pt idx="7877">
                  <c:v>0</c:v>
                </c:pt>
                <c:pt idx="7878">
                  <c:v>0</c:v>
                </c:pt>
                <c:pt idx="7879">
                  <c:v>0</c:v>
                </c:pt>
                <c:pt idx="7880">
                  <c:v>0</c:v>
                </c:pt>
                <c:pt idx="7881">
                  <c:v>0</c:v>
                </c:pt>
                <c:pt idx="7882">
                  <c:v>0</c:v>
                </c:pt>
                <c:pt idx="7883">
                  <c:v>0</c:v>
                </c:pt>
                <c:pt idx="7884">
                  <c:v>0</c:v>
                </c:pt>
                <c:pt idx="7885">
                  <c:v>0</c:v>
                </c:pt>
                <c:pt idx="7886">
                  <c:v>0</c:v>
                </c:pt>
                <c:pt idx="7887">
                  <c:v>0</c:v>
                </c:pt>
                <c:pt idx="7888">
                  <c:v>0</c:v>
                </c:pt>
                <c:pt idx="7889">
                  <c:v>0.124748414</c:v>
                </c:pt>
                <c:pt idx="7890">
                  <c:v>7.8395671680000003</c:v>
                </c:pt>
                <c:pt idx="7891">
                  <c:v>3.2613656469999999</c:v>
                </c:pt>
                <c:pt idx="7892">
                  <c:v>0</c:v>
                </c:pt>
                <c:pt idx="7893">
                  <c:v>0</c:v>
                </c:pt>
                <c:pt idx="7894">
                  <c:v>0</c:v>
                </c:pt>
                <c:pt idx="7895">
                  <c:v>0</c:v>
                </c:pt>
                <c:pt idx="7896">
                  <c:v>0</c:v>
                </c:pt>
                <c:pt idx="7897">
                  <c:v>0</c:v>
                </c:pt>
                <c:pt idx="7898">
                  <c:v>0</c:v>
                </c:pt>
                <c:pt idx="7899">
                  <c:v>0</c:v>
                </c:pt>
                <c:pt idx="7900">
                  <c:v>0</c:v>
                </c:pt>
                <c:pt idx="7901">
                  <c:v>2.4258600000000001</c:v>
                </c:pt>
                <c:pt idx="7902">
                  <c:v>1.7567666479999999</c:v>
                </c:pt>
                <c:pt idx="7903">
                  <c:v>3.4845571679999998</c:v>
                </c:pt>
                <c:pt idx="7904">
                  <c:v>0</c:v>
                </c:pt>
                <c:pt idx="7905">
                  <c:v>0</c:v>
                </c:pt>
                <c:pt idx="7906">
                  <c:v>0</c:v>
                </c:pt>
                <c:pt idx="7907">
                  <c:v>0</c:v>
                </c:pt>
                <c:pt idx="7908">
                  <c:v>0</c:v>
                </c:pt>
                <c:pt idx="7909">
                  <c:v>0</c:v>
                </c:pt>
                <c:pt idx="7910">
                  <c:v>0</c:v>
                </c:pt>
                <c:pt idx="7911">
                  <c:v>6.2260712959999998</c:v>
                </c:pt>
                <c:pt idx="7912">
                  <c:v>1.874773164</c:v>
                </c:pt>
                <c:pt idx="7913">
                  <c:v>0</c:v>
                </c:pt>
                <c:pt idx="7914">
                  <c:v>0</c:v>
                </c:pt>
                <c:pt idx="7915">
                  <c:v>0</c:v>
                </c:pt>
                <c:pt idx="7916">
                  <c:v>0</c:v>
                </c:pt>
                <c:pt idx="7917">
                  <c:v>0</c:v>
                </c:pt>
                <c:pt idx="7918">
                  <c:v>0</c:v>
                </c:pt>
                <c:pt idx="7919">
                  <c:v>0</c:v>
                </c:pt>
                <c:pt idx="7920">
                  <c:v>0</c:v>
                </c:pt>
                <c:pt idx="7921">
                  <c:v>0</c:v>
                </c:pt>
                <c:pt idx="7922">
                  <c:v>0</c:v>
                </c:pt>
                <c:pt idx="7923">
                  <c:v>0</c:v>
                </c:pt>
                <c:pt idx="7924">
                  <c:v>0.78324529300000001</c:v>
                </c:pt>
                <c:pt idx="7925">
                  <c:v>0</c:v>
                </c:pt>
                <c:pt idx="7926">
                  <c:v>0</c:v>
                </c:pt>
                <c:pt idx="7927">
                  <c:v>0</c:v>
                </c:pt>
                <c:pt idx="7928">
                  <c:v>6.7342670169999996</c:v>
                </c:pt>
                <c:pt idx="7929">
                  <c:v>0</c:v>
                </c:pt>
                <c:pt idx="7930">
                  <c:v>2.3743855090000001</c:v>
                </c:pt>
                <c:pt idx="7931">
                  <c:v>0.34039122599999999</c:v>
                </c:pt>
                <c:pt idx="7932">
                  <c:v>0</c:v>
                </c:pt>
                <c:pt idx="7933">
                  <c:v>1.2668444000000001</c:v>
                </c:pt>
                <c:pt idx="7934">
                  <c:v>0</c:v>
                </c:pt>
                <c:pt idx="7935">
                  <c:v>0.76724846400000002</c:v>
                </c:pt>
                <c:pt idx="7936">
                  <c:v>0</c:v>
                </c:pt>
                <c:pt idx="7937">
                  <c:v>1.6199646889999999</c:v>
                </c:pt>
                <c:pt idx="7938">
                  <c:v>0</c:v>
                </c:pt>
                <c:pt idx="7939">
                  <c:v>0</c:v>
                </c:pt>
                <c:pt idx="7940">
                  <c:v>0</c:v>
                </c:pt>
                <c:pt idx="7941">
                  <c:v>0</c:v>
                </c:pt>
                <c:pt idx="7942">
                  <c:v>0</c:v>
                </c:pt>
                <c:pt idx="7943">
                  <c:v>0</c:v>
                </c:pt>
                <c:pt idx="7944">
                  <c:v>0</c:v>
                </c:pt>
                <c:pt idx="7945">
                  <c:v>0</c:v>
                </c:pt>
                <c:pt idx="7946">
                  <c:v>0</c:v>
                </c:pt>
                <c:pt idx="7947">
                  <c:v>0</c:v>
                </c:pt>
                <c:pt idx="7948">
                  <c:v>0.83192634099999996</c:v>
                </c:pt>
                <c:pt idx="7949">
                  <c:v>0</c:v>
                </c:pt>
                <c:pt idx="7950">
                  <c:v>0</c:v>
                </c:pt>
                <c:pt idx="7951">
                  <c:v>0</c:v>
                </c:pt>
                <c:pt idx="7952">
                  <c:v>0</c:v>
                </c:pt>
                <c:pt idx="7953">
                  <c:v>0</c:v>
                </c:pt>
                <c:pt idx="7954">
                  <c:v>0</c:v>
                </c:pt>
                <c:pt idx="7955">
                  <c:v>0</c:v>
                </c:pt>
                <c:pt idx="7956">
                  <c:v>0</c:v>
                </c:pt>
                <c:pt idx="7957">
                  <c:v>0</c:v>
                </c:pt>
                <c:pt idx="7958">
                  <c:v>0</c:v>
                </c:pt>
                <c:pt idx="7959">
                  <c:v>0</c:v>
                </c:pt>
                <c:pt idx="7960">
                  <c:v>6.2832809559999996</c:v>
                </c:pt>
                <c:pt idx="7961">
                  <c:v>1.1883483429999999</c:v>
                </c:pt>
                <c:pt idx="7962">
                  <c:v>0</c:v>
                </c:pt>
                <c:pt idx="7963">
                  <c:v>0</c:v>
                </c:pt>
                <c:pt idx="7964">
                  <c:v>0</c:v>
                </c:pt>
                <c:pt idx="7965">
                  <c:v>0</c:v>
                </c:pt>
                <c:pt idx="7966">
                  <c:v>0</c:v>
                </c:pt>
                <c:pt idx="7967">
                  <c:v>0</c:v>
                </c:pt>
                <c:pt idx="7968">
                  <c:v>0</c:v>
                </c:pt>
                <c:pt idx="7969">
                  <c:v>0</c:v>
                </c:pt>
                <c:pt idx="7970">
                  <c:v>0</c:v>
                </c:pt>
                <c:pt idx="7971">
                  <c:v>0</c:v>
                </c:pt>
                <c:pt idx="7972">
                  <c:v>0</c:v>
                </c:pt>
                <c:pt idx="7973">
                  <c:v>0</c:v>
                </c:pt>
                <c:pt idx="7974">
                  <c:v>0.97660084300000005</c:v>
                </c:pt>
                <c:pt idx="7975">
                  <c:v>9.5886268090000009</c:v>
                </c:pt>
                <c:pt idx="7976">
                  <c:v>0</c:v>
                </c:pt>
                <c:pt idx="7977">
                  <c:v>0</c:v>
                </c:pt>
                <c:pt idx="7978">
                  <c:v>0</c:v>
                </c:pt>
                <c:pt idx="7979">
                  <c:v>0</c:v>
                </c:pt>
                <c:pt idx="7980">
                  <c:v>0</c:v>
                </c:pt>
                <c:pt idx="7981">
                  <c:v>0</c:v>
                </c:pt>
                <c:pt idx="7982">
                  <c:v>0</c:v>
                </c:pt>
                <c:pt idx="7983">
                  <c:v>3.7760745230000001</c:v>
                </c:pt>
                <c:pt idx="7984">
                  <c:v>4.8749655709999997</c:v>
                </c:pt>
                <c:pt idx="7985">
                  <c:v>2.7572073260000001</c:v>
                </c:pt>
                <c:pt idx="7986">
                  <c:v>0</c:v>
                </c:pt>
                <c:pt idx="7987">
                  <c:v>0</c:v>
                </c:pt>
                <c:pt idx="7988">
                  <c:v>0</c:v>
                </c:pt>
                <c:pt idx="7989">
                  <c:v>0</c:v>
                </c:pt>
                <c:pt idx="7990">
                  <c:v>0</c:v>
                </c:pt>
                <c:pt idx="7991">
                  <c:v>0</c:v>
                </c:pt>
                <c:pt idx="7992">
                  <c:v>0</c:v>
                </c:pt>
                <c:pt idx="7993">
                  <c:v>0</c:v>
                </c:pt>
                <c:pt idx="7994">
                  <c:v>0</c:v>
                </c:pt>
                <c:pt idx="7995">
                  <c:v>0</c:v>
                </c:pt>
                <c:pt idx="7996">
                  <c:v>0</c:v>
                </c:pt>
                <c:pt idx="7997">
                  <c:v>0</c:v>
                </c:pt>
                <c:pt idx="7998">
                  <c:v>0</c:v>
                </c:pt>
                <c:pt idx="7999">
                  <c:v>0</c:v>
                </c:pt>
                <c:pt idx="8000">
                  <c:v>0</c:v>
                </c:pt>
                <c:pt idx="8001">
                  <c:v>0</c:v>
                </c:pt>
                <c:pt idx="8002">
                  <c:v>0</c:v>
                </c:pt>
                <c:pt idx="8003">
                  <c:v>0</c:v>
                </c:pt>
                <c:pt idx="8004">
                  <c:v>0</c:v>
                </c:pt>
                <c:pt idx="8005">
                  <c:v>0</c:v>
                </c:pt>
                <c:pt idx="8006">
                  <c:v>0</c:v>
                </c:pt>
                <c:pt idx="8007">
                  <c:v>3.5942314980000001</c:v>
                </c:pt>
                <c:pt idx="8008">
                  <c:v>0</c:v>
                </c:pt>
                <c:pt idx="8009">
                  <c:v>5.2231492470000003</c:v>
                </c:pt>
                <c:pt idx="8010">
                  <c:v>0</c:v>
                </c:pt>
                <c:pt idx="8011">
                  <c:v>0</c:v>
                </c:pt>
                <c:pt idx="8012">
                  <c:v>0</c:v>
                </c:pt>
                <c:pt idx="8013">
                  <c:v>0</c:v>
                </c:pt>
                <c:pt idx="8014">
                  <c:v>0</c:v>
                </c:pt>
                <c:pt idx="8015">
                  <c:v>0</c:v>
                </c:pt>
                <c:pt idx="8016">
                  <c:v>0</c:v>
                </c:pt>
                <c:pt idx="8017">
                  <c:v>0</c:v>
                </c:pt>
                <c:pt idx="8018">
                  <c:v>0</c:v>
                </c:pt>
                <c:pt idx="8019">
                  <c:v>0</c:v>
                </c:pt>
                <c:pt idx="8020">
                  <c:v>0</c:v>
                </c:pt>
                <c:pt idx="8021">
                  <c:v>0</c:v>
                </c:pt>
                <c:pt idx="8022">
                  <c:v>0</c:v>
                </c:pt>
                <c:pt idx="8023">
                  <c:v>0</c:v>
                </c:pt>
                <c:pt idx="8024">
                  <c:v>0</c:v>
                </c:pt>
                <c:pt idx="8025">
                  <c:v>0</c:v>
                </c:pt>
                <c:pt idx="8026">
                  <c:v>0</c:v>
                </c:pt>
                <c:pt idx="8027">
                  <c:v>0</c:v>
                </c:pt>
                <c:pt idx="8028">
                  <c:v>0</c:v>
                </c:pt>
                <c:pt idx="8029">
                  <c:v>0</c:v>
                </c:pt>
                <c:pt idx="8030">
                  <c:v>0</c:v>
                </c:pt>
                <c:pt idx="8031">
                  <c:v>0</c:v>
                </c:pt>
                <c:pt idx="8032">
                  <c:v>0</c:v>
                </c:pt>
                <c:pt idx="8033">
                  <c:v>0</c:v>
                </c:pt>
                <c:pt idx="8034">
                  <c:v>0</c:v>
                </c:pt>
                <c:pt idx="8035">
                  <c:v>0</c:v>
                </c:pt>
                <c:pt idx="8036">
                  <c:v>0</c:v>
                </c:pt>
                <c:pt idx="8037">
                  <c:v>5.2787870640000003</c:v>
                </c:pt>
                <c:pt idx="8038">
                  <c:v>0</c:v>
                </c:pt>
                <c:pt idx="8039">
                  <c:v>0.30484084299999997</c:v>
                </c:pt>
                <c:pt idx="8040">
                  <c:v>0</c:v>
                </c:pt>
                <c:pt idx="8041">
                  <c:v>0</c:v>
                </c:pt>
                <c:pt idx="8042">
                  <c:v>0</c:v>
                </c:pt>
                <c:pt idx="8043">
                  <c:v>0</c:v>
                </c:pt>
                <c:pt idx="8044">
                  <c:v>0</c:v>
                </c:pt>
                <c:pt idx="8045">
                  <c:v>0</c:v>
                </c:pt>
                <c:pt idx="8046">
                  <c:v>0</c:v>
                </c:pt>
                <c:pt idx="8047">
                  <c:v>0</c:v>
                </c:pt>
                <c:pt idx="8048">
                  <c:v>0</c:v>
                </c:pt>
                <c:pt idx="8049">
                  <c:v>0</c:v>
                </c:pt>
                <c:pt idx="8050">
                  <c:v>0</c:v>
                </c:pt>
                <c:pt idx="8051">
                  <c:v>0</c:v>
                </c:pt>
                <c:pt idx="8052">
                  <c:v>0</c:v>
                </c:pt>
                <c:pt idx="8053">
                  <c:v>0</c:v>
                </c:pt>
                <c:pt idx="8054">
                  <c:v>0</c:v>
                </c:pt>
                <c:pt idx="8055">
                  <c:v>0</c:v>
                </c:pt>
                <c:pt idx="8056">
                  <c:v>0</c:v>
                </c:pt>
                <c:pt idx="8057">
                  <c:v>0</c:v>
                </c:pt>
                <c:pt idx="8058">
                  <c:v>0</c:v>
                </c:pt>
                <c:pt idx="8059">
                  <c:v>0</c:v>
                </c:pt>
                <c:pt idx="8060">
                  <c:v>0</c:v>
                </c:pt>
                <c:pt idx="8061">
                  <c:v>0</c:v>
                </c:pt>
                <c:pt idx="8062">
                  <c:v>0</c:v>
                </c:pt>
                <c:pt idx="8063">
                  <c:v>0</c:v>
                </c:pt>
                <c:pt idx="8064">
                  <c:v>0</c:v>
                </c:pt>
                <c:pt idx="8065">
                  <c:v>0</c:v>
                </c:pt>
                <c:pt idx="8066">
                  <c:v>0</c:v>
                </c:pt>
                <c:pt idx="8067">
                  <c:v>0</c:v>
                </c:pt>
                <c:pt idx="8068">
                  <c:v>0</c:v>
                </c:pt>
                <c:pt idx="8069">
                  <c:v>0</c:v>
                </c:pt>
                <c:pt idx="8070">
                  <c:v>0</c:v>
                </c:pt>
                <c:pt idx="8071">
                  <c:v>0</c:v>
                </c:pt>
                <c:pt idx="8072">
                  <c:v>0</c:v>
                </c:pt>
                <c:pt idx="8073">
                  <c:v>0</c:v>
                </c:pt>
                <c:pt idx="8074">
                  <c:v>0</c:v>
                </c:pt>
                <c:pt idx="8075">
                  <c:v>0</c:v>
                </c:pt>
                <c:pt idx="8076">
                  <c:v>0</c:v>
                </c:pt>
                <c:pt idx="8077">
                  <c:v>0</c:v>
                </c:pt>
                <c:pt idx="8078">
                  <c:v>0.386827327</c:v>
                </c:pt>
                <c:pt idx="8079">
                  <c:v>3.6624117680000001</c:v>
                </c:pt>
                <c:pt idx="8080">
                  <c:v>5.6346299999999996</c:v>
                </c:pt>
                <c:pt idx="8081">
                  <c:v>0.41527877600000002</c:v>
                </c:pt>
                <c:pt idx="8082">
                  <c:v>0</c:v>
                </c:pt>
                <c:pt idx="8083">
                  <c:v>0</c:v>
                </c:pt>
                <c:pt idx="8084">
                  <c:v>0</c:v>
                </c:pt>
                <c:pt idx="8085">
                  <c:v>0</c:v>
                </c:pt>
                <c:pt idx="8086">
                  <c:v>0</c:v>
                </c:pt>
                <c:pt idx="8087">
                  <c:v>0</c:v>
                </c:pt>
                <c:pt idx="8088">
                  <c:v>0</c:v>
                </c:pt>
                <c:pt idx="8089">
                  <c:v>0</c:v>
                </c:pt>
                <c:pt idx="8090">
                  <c:v>0</c:v>
                </c:pt>
                <c:pt idx="8091">
                  <c:v>0</c:v>
                </c:pt>
                <c:pt idx="8092">
                  <c:v>0</c:v>
                </c:pt>
                <c:pt idx="8093">
                  <c:v>0</c:v>
                </c:pt>
                <c:pt idx="8094">
                  <c:v>0</c:v>
                </c:pt>
                <c:pt idx="8095">
                  <c:v>0</c:v>
                </c:pt>
                <c:pt idx="8096">
                  <c:v>0</c:v>
                </c:pt>
                <c:pt idx="8097">
                  <c:v>0</c:v>
                </c:pt>
                <c:pt idx="8098">
                  <c:v>0</c:v>
                </c:pt>
                <c:pt idx="8099">
                  <c:v>0</c:v>
                </c:pt>
                <c:pt idx="8100">
                  <c:v>0</c:v>
                </c:pt>
                <c:pt idx="8101">
                  <c:v>0</c:v>
                </c:pt>
                <c:pt idx="8102">
                  <c:v>0</c:v>
                </c:pt>
                <c:pt idx="8103">
                  <c:v>0</c:v>
                </c:pt>
                <c:pt idx="8104">
                  <c:v>0.55188841399999999</c:v>
                </c:pt>
                <c:pt idx="8105">
                  <c:v>10.670669999999999</c:v>
                </c:pt>
                <c:pt idx="8106">
                  <c:v>2.4479816000000001E-2</c:v>
                </c:pt>
                <c:pt idx="8107">
                  <c:v>0</c:v>
                </c:pt>
                <c:pt idx="8108">
                  <c:v>0</c:v>
                </c:pt>
                <c:pt idx="8109">
                  <c:v>0</c:v>
                </c:pt>
                <c:pt idx="8110">
                  <c:v>9.5095799999999997</c:v>
                </c:pt>
                <c:pt idx="8111">
                  <c:v>0</c:v>
                </c:pt>
                <c:pt idx="8112">
                  <c:v>0</c:v>
                </c:pt>
                <c:pt idx="8113">
                  <c:v>0</c:v>
                </c:pt>
                <c:pt idx="8114">
                  <c:v>0</c:v>
                </c:pt>
                <c:pt idx="8115">
                  <c:v>0</c:v>
                </c:pt>
                <c:pt idx="8116">
                  <c:v>0</c:v>
                </c:pt>
                <c:pt idx="8117">
                  <c:v>0</c:v>
                </c:pt>
                <c:pt idx="8118">
                  <c:v>0</c:v>
                </c:pt>
                <c:pt idx="8119">
                  <c:v>0</c:v>
                </c:pt>
                <c:pt idx="8120">
                  <c:v>0</c:v>
                </c:pt>
                <c:pt idx="8121">
                  <c:v>0</c:v>
                </c:pt>
                <c:pt idx="8122">
                  <c:v>0</c:v>
                </c:pt>
                <c:pt idx="8123">
                  <c:v>0</c:v>
                </c:pt>
                <c:pt idx="8124">
                  <c:v>0.93499050699999997</c:v>
                </c:pt>
                <c:pt idx="8125">
                  <c:v>0</c:v>
                </c:pt>
                <c:pt idx="8126">
                  <c:v>0</c:v>
                </c:pt>
                <c:pt idx="8127">
                  <c:v>1.359626029</c:v>
                </c:pt>
                <c:pt idx="8128">
                  <c:v>4.123466809</c:v>
                </c:pt>
                <c:pt idx="8129">
                  <c:v>2.91877604</c:v>
                </c:pt>
                <c:pt idx="8130">
                  <c:v>1.810159525</c:v>
                </c:pt>
                <c:pt idx="8131">
                  <c:v>0</c:v>
                </c:pt>
                <c:pt idx="8132">
                  <c:v>0</c:v>
                </c:pt>
                <c:pt idx="8133">
                  <c:v>0</c:v>
                </c:pt>
                <c:pt idx="8134">
                  <c:v>0</c:v>
                </c:pt>
                <c:pt idx="8135">
                  <c:v>0</c:v>
                </c:pt>
                <c:pt idx="8136">
                  <c:v>0</c:v>
                </c:pt>
                <c:pt idx="8137">
                  <c:v>0</c:v>
                </c:pt>
                <c:pt idx="8138">
                  <c:v>0</c:v>
                </c:pt>
                <c:pt idx="8139">
                  <c:v>0</c:v>
                </c:pt>
                <c:pt idx="8140">
                  <c:v>0.932326875</c:v>
                </c:pt>
                <c:pt idx="8141">
                  <c:v>0</c:v>
                </c:pt>
                <c:pt idx="8142">
                  <c:v>0</c:v>
                </c:pt>
                <c:pt idx="8143">
                  <c:v>0</c:v>
                </c:pt>
                <c:pt idx="8144">
                  <c:v>0</c:v>
                </c:pt>
                <c:pt idx="8145">
                  <c:v>0</c:v>
                </c:pt>
                <c:pt idx="8146">
                  <c:v>0</c:v>
                </c:pt>
                <c:pt idx="8147">
                  <c:v>0</c:v>
                </c:pt>
                <c:pt idx="8148">
                  <c:v>0</c:v>
                </c:pt>
                <c:pt idx="8149">
                  <c:v>0</c:v>
                </c:pt>
                <c:pt idx="8150">
                  <c:v>0</c:v>
                </c:pt>
                <c:pt idx="8151">
                  <c:v>0</c:v>
                </c:pt>
                <c:pt idx="8152">
                  <c:v>0</c:v>
                </c:pt>
                <c:pt idx="8153">
                  <c:v>7.2278006269999997</c:v>
                </c:pt>
                <c:pt idx="8154">
                  <c:v>0</c:v>
                </c:pt>
                <c:pt idx="8155">
                  <c:v>0</c:v>
                </c:pt>
                <c:pt idx="8156">
                  <c:v>0</c:v>
                </c:pt>
                <c:pt idx="8157">
                  <c:v>0</c:v>
                </c:pt>
                <c:pt idx="8158">
                  <c:v>0</c:v>
                </c:pt>
                <c:pt idx="8159">
                  <c:v>0</c:v>
                </c:pt>
                <c:pt idx="8160">
                  <c:v>0</c:v>
                </c:pt>
                <c:pt idx="8161">
                  <c:v>0</c:v>
                </c:pt>
                <c:pt idx="8162">
                  <c:v>0</c:v>
                </c:pt>
                <c:pt idx="8163">
                  <c:v>0</c:v>
                </c:pt>
                <c:pt idx="8164">
                  <c:v>0</c:v>
                </c:pt>
                <c:pt idx="8165">
                  <c:v>0</c:v>
                </c:pt>
                <c:pt idx="8166">
                  <c:v>0</c:v>
                </c:pt>
                <c:pt idx="8167">
                  <c:v>0</c:v>
                </c:pt>
                <c:pt idx="8168">
                  <c:v>0</c:v>
                </c:pt>
                <c:pt idx="8169">
                  <c:v>0</c:v>
                </c:pt>
                <c:pt idx="8170">
                  <c:v>0</c:v>
                </c:pt>
                <c:pt idx="8171">
                  <c:v>0</c:v>
                </c:pt>
                <c:pt idx="8172">
                  <c:v>0</c:v>
                </c:pt>
                <c:pt idx="8173">
                  <c:v>0</c:v>
                </c:pt>
                <c:pt idx="8174">
                  <c:v>0</c:v>
                </c:pt>
                <c:pt idx="8175">
                  <c:v>0</c:v>
                </c:pt>
                <c:pt idx="8176">
                  <c:v>0</c:v>
                </c:pt>
                <c:pt idx="8177">
                  <c:v>0</c:v>
                </c:pt>
                <c:pt idx="8178">
                  <c:v>11.260123</c:v>
                </c:pt>
                <c:pt idx="8179">
                  <c:v>1.3710389059999999</c:v>
                </c:pt>
                <c:pt idx="8180">
                  <c:v>0</c:v>
                </c:pt>
                <c:pt idx="8181">
                  <c:v>0</c:v>
                </c:pt>
                <c:pt idx="8182">
                  <c:v>0</c:v>
                </c:pt>
                <c:pt idx="8183">
                  <c:v>0</c:v>
                </c:pt>
                <c:pt idx="8184">
                  <c:v>0</c:v>
                </c:pt>
                <c:pt idx="8185">
                  <c:v>0</c:v>
                </c:pt>
                <c:pt idx="8186">
                  <c:v>0</c:v>
                </c:pt>
                <c:pt idx="8187">
                  <c:v>0</c:v>
                </c:pt>
                <c:pt idx="8188">
                  <c:v>0</c:v>
                </c:pt>
                <c:pt idx="8189">
                  <c:v>0</c:v>
                </c:pt>
                <c:pt idx="8190">
                  <c:v>0</c:v>
                </c:pt>
                <c:pt idx="8191">
                  <c:v>0</c:v>
                </c:pt>
                <c:pt idx="8192">
                  <c:v>0</c:v>
                </c:pt>
                <c:pt idx="8193">
                  <c:v>0</c:v>
                </c:pt>
                <c:pt idx="8194">
                  <c:v>0</c:v>
                </c:pt>
                <c:pt idx="8195">
                  <c:v>0</c:v>
                </c:pt>
                <c:pt idx="8196">
                  <c:v>0</c:v>
                </c:pt>
                <c:pt idx="8197">
                  <c:v>0</c:v>
                </c:pt>
                <c:pt idx="8198">
                  <c:v>0</c:v>
                </c:pt>
                <c:pt idx="8199">
                  <c:v>0</c:v>
                </c:pt>
                <c:pt idx="8200">
                  <c:v>0</c:v>
                </c:pt>
                <c:pt idx="8201">
                  <c:v>0</c:v>
                </c:pt>
                <c:pt idx="8202">
                  <c:v>0</c:v>
                </c:pt>
                <c:pt idx="8203">
                  <c:v>0</c:v>
                </c:pt>
                <c:pt idx="8204">
                  <c:v>0</c:v>
                </c:pt>
                <c:pt idx="8205">
                  <c:v>9.4204154290000002</c:v>
                </c:pt>
                <c:pt idx="8206">
                  <c:v>0</c:v>
                </c:pt>
                <c:pt idx="8207">
                  <c:v>0</c:v>
                </c:pt>
                <c:pt idx="8208">
                  <c:v>0</c:v>
                </c:pt>
                <c:pt idx="8209">
                  <c:v>0</c:v>
                </c:pt>
                <c:pt idx="8210">
                  <c:v>0</c:v>
                </c:pt>
                <c:pt idx="8211">
                  <c:v>0</c:v>
                </c:pt>
                <c:pt idx="8212">
                  <c:v>0</c:v>
                </c:pt>
                <c:pt idx="8213">
                  <c:v>0</c:v>
                </c:pt>
                <c:pt idx="8214">
                  <c:v>0</c:v>
                </c:pt>
                <c:pt idx="8215">
                  <c:v>0</c:v>
                </c:pt>
                <c:pt idx="8216">
                  <c:v>0</c:v>
                </c:pt>
                <c:pt idx="8217">
                  <c:v>0</c:v>
                </c:pt>
                <c:pt idx="8218">
                  <c:v>0</c:v>
                </c:pt>
                <c:pt idx="8219">
                  <c:v>0</c:v>
                </c:pt>
                <c:pt idx="8220">
                  <c:v>0</c:v>
                </c:pt>
                <c:pt idx="8221">
                  <c:v>0</c:v>
                </c:pt>
                <c:pt idx="8222">
                  <c:v>0</c:v>
                </c:pt>
                <c:pt idx="8223">
                  <c:v>0</c:v>
                </c:pt>
                <c:pt idx="8224">
                  <c:v>0</c:v>
                </c:pt>
                <c:pt idx="8225">
                  <c:v>0</c:v>
                </c:pt>
                <c:pt idx="8226">
                  <c:v>0</c:v>
                </c:pt>
                <c:pt idx="8227">
                  <c:v>0</c:v>
                </c:pt>
                <c:pt idx="8228">
                  <c:v>0</c:v>
                </c:pt>
                <c:pt idx="8229">
                  <c:v>2.8646006270000002</c:v>
                </c:pt>
                <c:pt idx="8230">
                  <c:v>0</c:v>
                </c:pt>
                <c:pt idx="8231">
                  <c:v>0</c:v>
                </c:pt>
                <c:pt idx="8232">
                  <c:v>0</c:v>
                </c:pt>
                <c:pt idx="8233">
                  <c:v>0</c:v>
                </c:pt>
                <c:pt idx="8234">
                  <c:v>0</c:v>
                </c:pt>
                <c:pt idx="8235">
                  <c:v>0</c:v>
                </c:pt>
                <c:pt idx="8236">
                  <c:v>0</c:v>
                </c:pt>
                <c:pt idx="8237">
                  <c:v>0</c:v>
                </c:pt>
                <c:pt idx="8238">
                  <c:v>0</c:v>
                </c:pt>
                <c:pt idx="8239">
                  <c:v>0</c:v>
                </c:pt>
                <c:pt idx="8240">
                  <c:v>0</c:v>
                </c:pt>
                <c:pt idx="8241">
                  <c:v>0</c:v>
                </c:pt>
                <c:pt idx="8242">
                  <c:v>2.5559926879999999</c:v>
                </c:pt>
                <c:pt idx="8243">
                  <c:v>0</c:v>
                </c:pt>
                <c:pt idx="8244">
                  <c:v>0</c:v>
                </c:pt>
                <c:pt idx="8245">
                  <c:v>0</c:v>
                </c:pt>
                <c:pt idx="8246">
                  <c:v>0</c:v>
                </c:pt>
                <c:pt idx="8247">
                  <c:v>0</c:v>
                </c:pt>
                <c:pt idx="8248">
                  <c:v>0</c:v>
                </c:pt>
                <c:pt idx="8249">
                  <c:v>0</c:v>
                </c:pt>
                <c:pt idx="8250">
                  <c:v>0</c:v>
                </c:pt>
                <c:pt idx="8251">
                  <c:v>0</c:v>
                </c:pt>
                <c:pt idx="8252">
                  <c:v>0</c:v>
                </c:pt>
                <c:pt idx="8253">
                  <c:v>0</c:v>
                </c:pt>
                <c:pt idx="8254">
                  <c:v>0</c:v>
                </c:pt>
                <c:pt idx="8255">
                  <c:v>0</c:v>
                </c:pt>
                <c:pt idx="8256">
                  <c:v>0</c:v>
                </c:pt>
                <c:pt idx="8257">
                  <c:v>0</c:v>
                </c:pt>
                <c:pt idx="8258">
                  <c:v>0</c:v>
                </c:pt>
                <c:pt idx="8259">
                  <c:v>0</c:v>
                </c:pt>
                <c:pt idx="8260">
                  <c:v>0</c:v>
                </c:pt>
                <c:pt idx="8261">
                  <c:v>0</c:v>
                </c:pt>
                <c:pt idx="8262">
                  <c:v>0</c:v>
                </c:pt>
                <c:pt idx="8263">
                  <c:v>0</c:v>
                </c:pt>
                <c:pt idx="8264">
                  <c:v>0</c:v>
                </c:pt>
                <c:pt idx="8265">
                  <c:v>0</c:v>
                </c:pt>
                <c:pt idx="8266">
                  <c:v>3.9648810700000001</c:v>
                </c:pt>
                <c:pt idx="8267">
                  <c:v>0</c:v>
                </c:pt>
                <c:pt idx="8268">
                  <c:v>0</c:v>
                </c:pt>
                <c:pt idx="8269">
                  <c:v>0</c:v>
                </c:pt>
                <c:pt idx="8270">
                  <c:v>0</c:v>
                </c:pt>
                <c:pt idx="8271">
                  <c:v>0</c:v>
                </c:pt>
                <c:pt idx="8272">
                  <c:v>0</c:v>
                </c:pt>
                <c:pt idx="8273">
                  <c:v>0</c:v>
                </c:pt>
                <c:pt idx="8274">
                  <c:v>4.0421560400000001</c:v>
                </c:pt>
                <c:pt idx="8275">
                  <c:v>8.5890058689999993</c:v>
                </c:pt>
                <c:pt idx="8276">
                  <c:v>0</c:v>
                </c:pt>
                <c:pt idx="8277">
                  <c:v>0</c:v>
                </c:pt>
                <c:pt idx="8278">
                  <c:v>0</c:v>
                </c:pt>
                <c:pt idx="8279">
                  <c:v>0</c:v>
                </c:pt>
                <c:pt idx="8280">
                  <c:v>0</c:v>
                </c:pt>
                <c:pt idx="8281">
                  <c:v>0</c:v>
                </c:pt>
                <c:pt idx="8282">
                  <c:v>0</c:v>
                </c:pt>
                <c:pt idx="8283">
                  <c:v>1.5303599999999999</c:v>
                </c:pt>
                <c:pt idx="8284">
                  <c:v>1.92753</c:v>
                </c:pt>
                <c:pt idx="8285">
                  <c:v>2.098642361</c:v>
                </c:pt>
                <c:pt idx="8286">
                  <c:v>1.3650734710000001</c:v>
                </c:pt>
                <c:pt idx="8287">
                  <c:v>2.2045190099999998</c:v>
                </c:pt>
                <c:pt idx="8288">
                  <c:v>0</c:v>
                </c:pt>
                <c:pt idx="8289">
                  <c:v>0</c:v>
                </c:pt>
                <c:pt idx="8290">
                  <c:v>0</c:v>
                </c:pt>
                <c:pt idx="8291">
                  <c:v>0</c:v>
                </c:pt>
                <c:pt idx="8292">
                  <c:v>0</c:v>
                </c:pt>
                <c:pt idx="8293">
                  <c:v>0</c:v>
                </c:pt>
                <c:pt idx="8294">
                  <c:v>0</c:v>
                </c:pt>
                <c:pt idx="8295">
                  <c:v>0</c:v>
                </c:pt>
                <c:pt idx="8296">
                  <c:v>7.7562275239999998</c:v>
                </c:pt>
                <c:pt idx="8297">
                  <c:v>3.0783008779999999</c:v>
                </c:pt>
                <c:pt idx="8298">
                  <c:v>0</c:v>
                </c:pt>
                <c:pt idx="8299">
                  <c:v>0</c:v>
                </c:pt>
                <c:pt idx="8300">
                  <c:v>0</c:v>
                </c:pt>
                <c:pt idx="8301">
                  <c:v>0</c:v>
                </c:pt>
                <c:pt idx="8302">
                  <c:v>4.1901819810000003</c:v>
                </c:pt>
                <c:pt idx="8303">
                  <c:v>0</c:v>
                </c:pt>
                <c:pt idx="8304">
                  <c:v>0</c:v>
                </c:pt>
                <c:pt idx="8305">
                  <c:v>0</c:v>
                </c:pt>
                <c:pt idx="8306">
                  <c:v>0</c:v>
                </c:pt>
                <c:pt idx="8307">
                  <c:v>0</c:v>
                </c:pt>
                <c:pt idx="8308">
                  <c:v>0</c:v>
                </c:pt>
                <c:pt idx="8309">
                  <c:v>0</c:v>
                </c:pt>
                <c:pt idx="8310">
                  <c:v>0</c:v>
                </c:pt>
                <c:pt idx="8311">
                  <c:v>4.523597734</c:v>
                </c:pt>
                <c:pt idx="8312">
                  <c:v>1.94714118</c:v>
                </c:pt>
                <c:pt idx="8313">
                  <c:v>0</c:v>
                </c:pt>
                <c:pt idx="8314">
                  <c:v>2.5905918309999998</c:v>
                </c:pt>
                <c:pt idx="8315">
                  <c:v>3.880107239</c:v>
                </c:pt>
                <c:pt idx="8316">
                  <c:v>0</c:v>
                </c:pt>
                <c:pt idx="8317">
                  <c:v>0</c:v>
                </c:pt>
                <c:pt idx="8318">
                  <c:v>0</c:v>
                </c:pt>
                <c:pt idx="8319">
                  <c:v>0</c:v>
                </c:pt>
                <c:pt idx="8320">
                  <c:v>0</c:v>
                </c:pt>
                <c:pt idx="8321">
                  <c:v>4.1969687039999997</c:v>
                </c:pt>
                <c:pt idx="8322">
                  <c:v>3.1977938589999999</c:v>
                </c:pt>
                <c:pt idx="8323">
                  <c:v>0</c:v>
                </c:pt>
                <c:pt idx="8324">
                  <c:v>0</c:v>
                </c:pt>
                <c:pt idx="8325">
                  <c:v>0</c:v>
                </c:pt>
                <c:pt idx="8326">
                  <c:v>0</c:v>
                </c:pt>
                <c:pt idx="8327">
                  <c:v>0</c:v>
                </c:pt>
                <c:pt idx="8328">
                  <c:v>0</c:v>
                </c:pt>
                <c:pt idx="8329">
                  <c:v>0</c:v>
                </c:pt>
                <c:pt idx="8330">
                  <c:v>0</c:v>
                </c:pt>
                <c:pt idx="8331">
                  <c:v>0</c:v>
                </c:pt>
                <c:pt idx="8332">
                  <c:v>0</c:v>
                </c:pt>
                <c:pt idx="8333">
                  <c:v>0</c:v>
                </c:pt>
                <c:pt idx="8334">
                  <c:v>6.7459668749999997</c:v>
                </c:pt>
                <c:pt idx="8335">
                  <c:v>0</c:v>
                </c:pt>
                <c:pt idx="8336">
                  <c:v>0</c:v>
                </c:pt>
                <c:pt idx="8337">
                  <c:v>0</c:v>
                </c:pt>
                <c:pt idx="8338">
                  <c:v>0</c:v>
                </c:pt>
                <c:pt idx="8339">
                  <c:v>0</c:v>
                </c:pt>
                <c:pt idx="8340">
                  <c:v>0</c:v>
                </c:pt>
                <c:pt idx="8341">
                  <c:v>0</c:v>
                </c:pt>
                <c:pt idx="8342">
                  <c:v>0</c:v>
                </c:pt>
                <c:pt idx="8343">
                  <c:v>0</c:v>
                </c:pt>
                <c:pt idx="8344">
                  <c:v>6.185362778</c:v>
                </c:pt>
                <c:pt idx="8345">
                  <c:v>6.4457991259999998</c:v>
                </c:pt>
                <c:pt idx="8346">
                  <c:v>0</c:v>
                </c:pt>
                <c:pt idx="8347">
                  <c:v>0</c:v>
                </c:pt>
                <c:pt idx="8348">
                  <c:v>0</c:v>
                </c:pt>
                <c:pt idx="8349">
                  <c:v>0</c:v>
                </c:pt>
                <c:pt idx="8350">
                  <c:v>0</c:v>
                </c:pt>
                <c:pt idx="8351">
                  <c:v>0</c:v>
                </c:pt>
                <c:pt idx="8352">
                  <c:v>0</c:v>
                </c:pt>
                <c:pt idx="8353">
                  <c:v>1.7869275</c:v>
                </c:pt>
                <c:pt idx="8354">
                  <c:v>0</c:v>
                </c:pt>
                <c:pt idx="8355">
                  <c:v>0</c:v>
                </c:pt>
                <c:pt idx="8356">
                  <c:v>0</c:v>
                </c:pt>
                <c:pt idx="8357">
                  <c:v>0</c:v>
                </c:pt>
                <c:pt idx="8358">
                  <c:v>0</c:v>
                </c:pt>
                <c:pt idx="8359">
                  <c:v>0</c:v>
                </c:pt>
                <c:pt idx="8360">
                  <c:v>0</c:v>
                </c:pt>
                <c:pt idx="8361">
                  <c:v>0</c:v>
                </c:pt>
                <c:pt idx="8362">
                  <c:v>0</c:v>
                </c:pt>
                <c:pt idx="8363">
                  <c:v>0</c:v>
                </c:pt>
                <c:pt idx="8364">
                  <c:v>0</c:v>
                </c:pt>
                <c:pt idx="8365">
                  <c:v>0</c:v>
                </c:pt>
                <c:pt idx="8366">
                  <c:v>0</c:v>
                </c:pt>
                <c:pt idx="8367">
                  <c:v>0</c:v>
                </c:pt>
                <c:pt idx="8368">
                  <c:v>0</c:v>
                </c:pt>
                <c:pt idx="8369">
                  <c:v>0</c:v>
                </c:pt>
                <c:pt idx="8370">
                  <c:v>0</c:v>
                </c:pt>
                <c:pt idx="8371">
                  <c:v>0</c:v>
                </c:pt>
                <c:pt idx="8372">
                  <c:v>0</c:v>
                </c:pt>
                <c:pt idx="8373">
                  <c:v>0</c:v>
                </c:pt>
                <c:pt idx="8374">
                  <c:v>0</c:v>
                </c:pt>
                <c:pt idx="8375">
                  <c:v>0</c:v>
                </c:pt>
                <c:pt idx="8376">
                  <c:v>0</c:v>
                </c:pt>
                <c:pt idx="8377">
                  <c:v>0</c:v>
                </c:pt>
                <c:pt idx="8378">
                  <c:v>0</c:v>
                </c:pt>
                <c:pt idx="8379">
                  <c:v>0</c:v>
                </c:pt>
                <c:pt idx="8380">
                  <c:v>0</c:v>
                </c:pt>
                <c:pt idx="8381">
                  <c:v>0</c:v>
                </c:pt>
                <c:pt idx="8382">
                  <c:v>0</c:v>
                </c:pt>
                <c:pt idx="8383">
                  <c:v>0</c:v>
                </c:pt>
                <c:pt idx="8384">
                  <c:v>0</c:v>
                </c:pt>
                <c:pt idx="8385">
                  <c:v>0</c:v>
                </c:pt>
                <c:pt idx="8386">
                  <c:v>0</c:v>
                </c:pt>
                <c:pt idx="8387">
                  <c:v>0</c:v>
                </c:pt>
                <c:pt idx="8388">
                  <c:v>0</c:v>
                </c:pt>
                <c:pt idx="8389">
                  <c:v>0</c:v>
                </c:pt>
                <c:pt idx="8390">
                  <c:v>0</c:v>
                </c:pt>
                <c:pt idx="8391">
                  <c:v>0</c:v>
                </c:pt>
                <c:pt idx="8392">
                  <c:v>0</c:v>
                </c:pt>
                <c:pt idx="8393">
                  <c:v>0</c:v>
                </c:pt>
                <c:pt idx="8394">
                  <c:v>0</c:v>
                </c:pt>
                <c:pt idx="8395">
                  <c:v>0</c:v>
                </c:pt>
                <c:pt idx="8396">
                  <c:v>0</c:v>
                </c:pt>
                <c:pt idx="8397">
                  <c:v>0</c:v>
                </c:pt>
                <c:pt idx="8398">
                  <c:v>0</c:v>
                </c:pt>
                <c:pt idx="8399">
                  <c:v>0</c:v>
                </c:pt>
                <c:pt idx="8400">
                  <c:v>2.0188575000000002</c:v>
                </c:pt>
                <c:pt idx="8401">
                  <c:v>0</c:v>
                </c:pt>
                <c:pt idx="8402">
                  <c:v>0.82173783099999997</c:v>
                </c:pt>
                <c:pt idx="8403">
                  <c:v>0</c:v>
                </c:pt>
                <c:pt idx="8404">
                  <c:v>0</c:v>
                </c:pt>
                <c:pt idx="8405">
                  <c:v>0</c:v>
                </c:pt>
                <c:pt idx="8406">
                  <c:v>0</c:v>
                </c:pt>
                <c:pt idx="8407">
                  <c:v>0</c:v>
                </c:pt>
                <c:pt idx="8408">
                  <c:v>0</c:v>
                </c:pt>
                <c:pt idx="8409">
                  <c:v>0</c:v>
                </c:pt>
                <c:pt idx="8410">
                  <c:v>0</c:v>
                </c:pt>
                <c:pt idx="8411">
                  <c:v>0</c:v>
                </c:pt>
                <c:pt idx="8412">
                  <c:v>0</c:v>
                </c:pt>
                <c:pt idx="8413">
                  <c:v>0</c:v>
                </c:pt>
                <c:pt idx="8414">
                  <c:v>0</c:v>
                </c:pt>
                <c:pt idx="8415">
                  <c:v>0</c:v>
                </c:pt>
                <c:pt idx="8416">
                  <c:v>0</c:v>
                </c:pt>
                <c:pt idx="8417">
                  <c:v>0</c:v>
                </c:pt>
                <c:pt idx="8418">
                  <c:v>0</c:v>
                </c:pt>
                <c:pt idx="8419">
                  <c:v>0</c:v>
                </c:pt>
                <c:pt idx="8420">
                  <c:v>0</c:v>
                </c:pt>
                <c:pt idx="8421">
                  <c:v>0</c:v>
                </c:pt>
                <c:pt idx="8422">
                  <c:v>0</c:v>
                </c:pt>
                <c:pt idx="8423">
                  <c:v>0</c:v>
                </c:pt>
                <c:pt idx="8424">
                  <c:v>0</c:v>
                </c:pt>
                <c:pt idx="8425">
                  <c:v>0</c:v>
                </c:pt>
                <c:pt idx="8426">
                  <c:v>0</c:v>
                </c:pt>
                <c:pt idx="8427">
                  <c:v>0</c:v>
                </c:pt>
                <c:pt idx="8428">
                  <c:v>0</c:v>
                </c:pt>
                <c:pt idx="8429">
                  <c:v>0</c:v>
                </c:pt>
                <c:pt idx="8430">
                  <c:v>0</c:v>
                </c:pt>
                <c:pt idx="8431">
                  <c:v>0</c:v>
                </c:pt>
                <c:pt idx="8432">
                  <c:v>0</c:v>
                </c:pt>
                <c:pt idx="8433">
                  <c:v>0</c:v>
                </c:pt>
                <c:pt idx="8434">
                  <c:v>0</c:v>
                </c:pt>
                <c:pt idx="8435">
                  <c:v>0</c:v>
                </c:pt>
                <c:pt idx="8436">
                  <c:v>0</c:v>
                </c:pt>
                <c:pt idx="8437">
                  <c:v>0</c:v>
                </c:pt>
                <c:pt idx="8438">
                  <c:v>0</c:v>
                </c:pt>
                <c:pt idx="8439">
                  <c:v>0</c:v>
                </c:pt>
                <c:pt idx="8440">
                  <c:v>0.53153684499999998</c:v>
                </c:pt>
                <c:pt idx="8441">
                  <c:v>3.8456199359999998</c:v>
                </c:pt>
                <c:pt idx="8442">
                  <c:v>6.8688638710000003</c:v>
                </c:pt>
                <c:pt idx="8443">
                  <c:v>0</c:v>
                </c:pt>
                <c:pt idx="8444">
                  <c:v>0</c:v>
                </c:pt>
                <c:pt idx="8445">
                  <c:v>0</c:v>
                </c:pt>
                <c:pt idx="8446">
                  <c:v>0</c:v>
                </c:pt>
                <c:pt idx="8447">
                  <c:v>0</c:v>
                </c:pt>
                <c:pt idx="8448">
                  <c:v>0</c:v>
                </c:pt>
                <c:pt idx="8449">
                  <c:v>0</c:v>
                </c:pt>
                <c:pt idx="8450">
                  <c:v>0.60280973999999998</c:v>
                </c:pt>
                <c:pt idx="8451">
                  <c:v>0</c:v>
                </c:pt>
                <c:pt idx="8452">
                  <c:v>2.4922800000000001</c:v>
                </c:pt>
                <c:pt idx="8453">
                  <c:v>0</c:v>
                </c:pt>
                <c:pt idx="8454">
                  <c:v>0</c:v>
                </c:pt>
                <c:pt idx="8455">
                  <c:v>0</c:v>
                </c:pt>
                <c:pt idx="8456">
                  <c:v>0</c:v>
                </c:pt>
                <c:pt idx="8457">
                  <c:v>0</c:v>
                </c:pt>
                <c:pt idx="8458">
                  <c:v>0</c:v>
                </c:pt>
                <c:pt idx="8459">
                  <c:v>0</c:v>
                </c:pt>
                <c:pt idx="8460">
                  <c:v>0</c:v>
                </c:pt>
                <c:pt idx="8461">
                  <c:v>0</c:v>
                </c:pt>
                <c:pt idx="8462">
                  <c:v>0</c:v>
                </c:pt>
                <c:pt idx="8463">
                  <c:v>0</c:v>
                </c:pt>
                <c:pt idx="8464">
                  <c:v>0</c:v>
                </c:pt>
                <c:pt idx="8465">
                  <c:v>0</c:v>
                </c:pt>
                <c:pt idx="8466">
                  <c:v>0</c:v>
                </c:pt>
                <c:pt idx="8467">
                  <c:v>0</c:v>
                </c:pt>
                <c:pt idx="8468">
                  <c:v>3.6928970639999998</c:v>
                </c:pt>
                <c:pt idx="8469">
                  <c:v>3.7998099359999999</c:v>
                </c:pt>
                <c:pt idx="8470">
                  <c:v>3.9099120429999998</c:v>
                </c:pt>
                <c:pt idx="8471">
                  <c:v>0</c:v>
                </c:pt>
                <c:pt idx="8472">
                  <c:v>0</c:v>
                </c:pt>
                <c:pt idx="8473">
                  <c:v>0</c:v>
                </c:pt>
                <c:pt idx="8474">
                  <c:v>0</c:v>
                </c:pt>
                <c:pt idx="8475">
                  <c:v>0</c:v>
                </c:pt>
                <c:pt idx="8476">
                  <c:v>1.0390902339999999</c:v>
                </c:pt>
                <c:pt idx="8477">
                  <c:v>0</c:v>
                </c:pt>
                <c:pt idx="8478">
                  <c:v>0</c:v>
                </c:pt>
                <c:pt idx="8479">
                  <c:v>0</c:v>
                </c:pt>
                <c:pt idx="8480">
                  <c:v>0</c:v>
                </c:pt>
                <c:pt idx="8481">
                  <c:v>0</c:v>
                </c:pt>
                <c:pt idx="8482">
                  <c:v>0</c:v>
                </c:pt>
                <c:pt idx="8483">
                  <c:v>0</c:v>
                </c:pt>
                <c:pt idx="8484">
                  <c:v>0</c:v>
                </c:pt>
                <c:pt idx="8485">
                  <c:v>0</c:v>
                </c:pt>
                <c:pt idx="8486">
                  <c:v>0</c:v>
                </c:pt>
                <c:pt idx="8487">
                  <c:v>0</c:v>
                </c:pt>
                <c:pt idx="8488">
                  <c:v>0</c:v>
                </c:pt>
                <c:pt idx="8489">
                  <c:v>0</c:v>
                </c:pt>
                <c:pt idx="8490">
                  <c:v>4.0146550799999998</c:v>
                </c:pt>
                <c:pt idx="8491">
                  <c:v>0</c:v>
                </c:pt>
                <c:pt idx="8492">
                  <c:v>5.2384018540000001</c:v>
                </c:pt>
                <c:pt idx="8493">
                  <c:v>4.9145980490000003</c:v>
                </c:pt>
                <c:pt idx="8494">
                  <c:v>0</c:v>
                </c:pt>
                <c:pt idx="8495">
                  <c:v>3.99654</c:v>
                </c:pt>
                <c:pt idx="8496">
                  <c:v>0</c:v>
                </c:pt>
                <c:pt idx="8497">
                  <c:v>0</c:v>
                </c:pt>
                <c:pt idx="8498">
                  <c:v>5.4385428999999999E-2</c:v>
                </c:pt>
                <c:pt idx="8499">
                  <c:v>1.5753768749999999</c:v>
                </c:pt>
                <c:pt idx="8500">
                  <c:v>1.4174100000000001</c:v>
                </c:pt>
                <c:pt idx="8501">
                  <c:v>0</c:v>
                </c:pt>
                <c:pt idx="8502">
                  <c:v>0</c:v>
                </c:pt>
                <c:pt idx="8503">
                  <c:v>1.711215039</c:v>
                </c:pt>
                <c:pt idx="8504">
                  <c:v>0</c:v>
                </c:pt>
                <c:pt idx="8505">
                  <c:v>0</c:v>
                </c:pt>
                <c:pt idx="8506">
                  <c:v>0</c:v>
                </c:pt>
                <c:pt idx="8507">
                  <c:v>0</c:v>
                </c:pt>
                <c:pt idx="8508">
                  <c:v>0</c:v>
                </c:pt>
                <c:pt idx="8509">
                  <c:v>0</c:v>
                </c:pt>
                <c:pt idx="8510">
                  <c:v>0</c:v>
                </c:pt>
                <c:pt idx="8511">
                  <c:v>0</c:v>
                </c:pt>
                <c:pt idx="8512">
                  <c:v>0</c:v>
                </c:pt>
                <c:pt idx="8513">
                  <c:v>5.7923519729999997</c:v>
                </c:pt>
                <c:pt idx="8514">
                  <c:v>6.8388099320000002</c:v>
                </c:pt>
                <c:pt idx="8515">
                  <c:v>0</c:v>
                </c:pt>
                <c:pt idx="8516">
                  <c:v>0</c:v>
                </c:pt>
                <c:pt idx="8517">
                  <c:v>0</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8.7003000000000004</c:v>
                </c:pt>
                <c:pt idx="8537">
                  <c:v>3.930861905</c:v>
                </c:pt>
                <c:pt idx="8538">
                  <c:v>0</c:v>
                </c:pt>
                <c:pt idx="8539">
                  <c:v>0</c:v>
                </c:pt>
                <c:pt idx="8540">
                  <c:v>0</c:v>
                </c:pt>
                <c:pt idx="8541">
                  <c:v>0</c:v>
                </c:pt>
                <c:pt idx="8542">
                  <c:v>3.7867166480000001</c:v>
                </c:pt>
                <c:pt idx="8543">
                  <c:v>4.2270729989999998</c:v>
                </c:pt>
                <c:pt idx="8544">
                  <c:v>1.8614363410000001</c:v>
                </c:pt>
                <c:pt idx="8545">
                  <c:v>0</c:v>
                </c:pt>
                <c:pt idx="8546">
                  <c:v>0</c:v>
                </c:pt>
                <c:pt idx="8547">
                  <c:v>0</c:v>
                </c:pt>
                <c:pt idx="8548">
                  <c:v>0</c:v>
                </c:pt>
                <c:pt idx="8549">
                  <c:v>0</c:v>
                </c:pt>
                <c:pt idx="8550">
                  <c:v>0</c:v>
                </c:pt>
                <c:pt idx="8551">
                  <c:v>0</c:v>
                </c:pt>
                <c:pt idx="8552">
                  <c:v>7.5491148959999999</c:v>
                </c:pt>
                <c:pt idx="8553">
                  <c:v>0</c:v>
                </c:pt>
                <c:pt idx="8554">
                  <c:v>0</c:v>
                </c:pt>
                <c:pt idx="8555">
                  <c:v>0</c:v>
                </c:pt>
                <c:pt idx="8556">
                  <c:v>0</c:v>
                </c:pt>
                <c:pt idx="8557">
                  <c:v>0</c:v>
                </c:pt>
                <c:pt idx="8558">
                  <c:v>0</c:v>
                </c:pt>
                <c:pt idx="8559">
                  <c:v>0</c:v>
                </c:pt>
                <c:pt idx="8560">
                  <c:v>0</c:v>
                </c:pt>
                <c:pt idx="8561">
                  <c:v>0</c:v>
                </c:pt>
                <c:pt idx="8562">
                  <c:v>0</c:v>
                </c:pt>
                <c:pt idx="8563">
                  <c:v>0</c:v>
                </c:pt>
                <c:pt idx="8564">
                  <c:v>0</c:v>
                </c:pt>
                <c:pt idx="8565">
                  <c:v>8.6709418110000005</c:v>
                </c:pt>
                <c:pt idx="8566">
                  <c:v>0</c:v>
                </c:pt>
                <c:pt idx="8567">
                  <c:v>0</c:v>
                </c:pt>
                <c:pt idx="8568">
                  <c:v>0</c:v>
                </c:pt>
                <c:pt idx="8569">
                  <c:v>0</c:v>
                </c:pt>
                <c:pt idx="8570">
                  <c:v>0</c:v>
                </c:pt>
                <c:pt idx="8571">
                  <c:v>0</c:v>
                </c:pt>
                <c:pt idx="8572">
                  <c:v>0</c:v>
                </c:pt>
                <c:pt idx="8573">
                  <c:v>0</c:v>
                </c:pt>
                <c:pt idx="8574">
                  <c:v>0</c:v>
                </c:pt>
                <c:pt idx="8575">
                  <c:v>0</c:v>
                </c:pt>
                <c:pt idx="8576">
                  <c:v>0</c:v>
                </c:pt>
                <c:pt idx="8577">
                  <c:v>0</c:v>
                </c:pt>
                <c:pt idx="8578">
                  <c:v>0</c:v>
                </c:pt>
                <c:pt idx="8579">
                  <c:v>0</c:v>
                </c:pt>
                <c:pt idx="8580">
                  <c:v>0</c:v>
                </c:pt>
                <c:pt idx="8581">
                  <c:v>0</c:v>
                </c:pt>
                <c:pt idx="8582">
                  <c:v>0</c:v>
                </c:pt>
                <c:pt idx="8583">
                  <c:v>0</c:v>
                </c:pt>
                <c:pt idx="8584">
                  <c:v>10.087210649999999</c:v>
                </c:pt>
                <c:pt idx="8585">
                  <c:v>2.5439512560000002</c:v>
                </c:pt>
                <c:pt idx="8586">
                  <c:v>0</c:v>
                </c:pt>
                <c:pt idx="8587">
                  <c:v>0</c:v>
                </c:pt>
                <c:pt idx="8588">
                  <c:v>0</c:v>
                </c:pt>
                <c:pt idx="8589">
                  <c:v>0</c:v>
                </c:pt>
                <c:pt idx="8590">
                  <c:v>0</c:v>
                </c:pt>
                <c:pt idx="8591">
                  <c:v>0</c:v>
                </c:pt>
                <c:pt idx="8592">
                  <c:v>0</c:v>
                </c:pt>
                <c:pt idx="8593">
                  <c:v>0</c:v>
                </c:pt>
                <c:pt idx="8594">
                  <c:v>0</c:v>
                </c:pt>
                <c:pt idx="8595">
                  <c:v>0</c:v>
                </c:pt>
                <c:pt idx="8596">
                  <c:v>0</c:v>
                </c:pt>
                <c:pt idx="8597">
                  <c:v>0</c:v>
                </c:pt>
                <c:pt idx="8598">
                  <c:v>2.5321430789999999</c:v>
                </c:pt>
                <c:pt idx="8599">
                  <c:v>7.280353216</c:v>
                </c:pt>
                <c:pt idx="8600">
                  <c:v>1.53352602</c:v>
                </c:pt>
                <c:pt idx="8601">
                  <c:v>0</c:v>
                </c:pt>
                <c:pt idx="8602">
                  <c:v>0</c:v>
                </c:pt>
                <c:pt idx="8603">
                  <c:v>0</c:v>
                </c:pt>
                <c:pt idx="8604">
                  <c:v>2.7694431270000002</c:v>
                </c:pt>
                <c:pt idx="8605">
                  <c:v>2.5658418319999998</c:v>
                </c:pt>
                <c:pt idx="8606">
                  <c:v>0</c:v>
                </c:pt>
                <c:pt idx="8607">
                  <c:v>0</c:v>
                </c:pt>
                <c:pt idx="8608">
                  <c:v>0</c:v>
                </c:pt>
                <c:pt idx="8609">
                  <c:v>0</c:v>
                </c:pt>
                <c:pt idx="8610">
                  <c:v>0</c:v>
                </c:pt>
                <c:pt idx="8611">
                  <c:v>8.4515281489999996</c:v>
                </c:pt>
                <c:pt idx="8612">
                  <c:v>0</c:v>
                </c:pt>
                <c:pt idx="8613">
                  <c:v>0</c:v>
                </c:pt>
                <c:pt idx="8614">
                  <c:v>3.2762233489999999</c:v>
                </c:pt>
                <c:pt idx="8615">
                  <c:v>0</c:v>
                </c:pt>
                <c:pt idx="8616">
                  <c:v>0</c:v>
                </c:pt>
                <c:pt idx="8617">
                  <c:v>0</c:v>
                </c:pt>
                <c:pt idx="8618">
                  <c:v>0</c:v>
                </c:pt>
                <c:pt idx="8619">
                  <c:v>0</c:v>
                </c:pt>
                <c:pt idx="8620">
                  <c:v>0</c:v>
                </c:pt>
                <c:pt idx="8621">
                  <c:v>0</c:v>
                </c:pt>
                <c:pt idx="8622">
                  <c:v>0</c:v>
                </c:pt>
                <c:pt idx="8623">
                  <c:v>0</c:v>
                </c:pt>
                <c:pt idx="8624">
                  <c:v>0</c:v>
                </c:pt>
                <c:pt idx="8625">
                  <c:v>0</c:v>
                </c:pt>
                <c:pt idx="8626">
                  <c:v>0</c:v>
                </c:pt>
                <c:pt idx="8627">
                  <c:v>3.371006795</c:v>
                </c:pt>
                <c:pt idx="8628">
                  <c:v>0</c:v>
                </c:pt>
                <c:pt idx="8629">
                  <c:v>0</c:v>
                </c:pt>
                <c:pt idx="8630">
                  <c:v>0</c:v>
                </c:pt>
                <c:pt idx="8631">
                  <c:v>1.1206280980000001</c:v>
                </c:pt>
                <c:pt idx="8632">
                  <c:v>6.5320875000000003</c:v>
                </c:pt>
                <c:pt idx="8633">
                  <c:v>3.6233075490000002</c:v>
                </c:pt>
                <c:pt idx="8634">
                  <c:v>0</c:v>
                </c:pt>
                <c:pt idx="8635">
                  <c:v>0</c:v>
                </c:pt>
                <c:pt idx="8636">
                  <c:v>0</c:v>
                </c:pt>
                <c:pt idx="8637">
                  <c:v>0</c:v>
                </c:pt>
                <c:pt idx="8638">
                  <c:v>5.5048421679999997</c:v>
                </c:pt>
                <c:pt idx="8639">
                  <c:v>0</c:v>
                </c:pt>
                <c:pt idx="8640">
                  <c:v>0</c:v>
                </c:pt>
                <c:pt idx="8641">
                  <c:v>0</c:v>
                </c:pt>
                <c:pt idx="8642">
                  <c:v>0</c:v>
                </c:pt>
                <c:pt idx="8643">
                  <c:v>0</c:v>
                </c:pt>
                <c:pt idx="8644">
                  <c:v>0</c:v>
                </c:pt>
                <c:pt idx="8645">
                  <c:v>0</c:v>
                </c:pt>
                <c:pt idx="8646">
                  <c:v>0</c:v>
                </c:pt>
                <c:pt idx="8647">
                  <c:v>3.5752171380000002</c:v>
                </c:pt>
                <c:pt idx="8648">
                  <c:v>0</c:v>
                </c:pt>
                <c:pt idx="8649">
                  <c:v>0</c:v>
                </c:pt>
                <c:pt idx="8650">
                  <c:v>0</c:v>
                </c:pt>
                <c:pt idx="8651">
                  <c:v>0</c:v>
                </c:pt>
                <c:pt idx="8652">
                  <c:v>0</c:v>
                </c:pt>
                <c:pt idx="8653">
                  <c:v>0</c:v>
                </c:pt>
                <c:pt idx="8654">
                  <c:v>0</c:v>
                </c:pt>
                <c:pt idx="8655">
                  <c:v>0</c:v>
                </c:pt>
                <c:pt idx="8656">
                  <c:v>10.047420000000001</c:v>
                </c:pt>
                <c:pt idx="8657">
                  <c:v>0</c:v>
                </c:pt>
                <c:pt idx="8658">
                  <c:v>0</c:v>
                </c:pt>
                <c:pt idx="8659">
                  <c:v>0</c:v>
                </c:pt>
                <c:pt idx="8660">
                  <c:v>6.6759142020000004</c:v>
                </c:pt>
                <c:pt idx="8661">
                  <c:v>0</c:v>
                </c:pt>
                <c:pt idx="8662">
                  <c:v>0</c:v>
                </c:pt>
                <c:pt idx="8663">
                  <c:v>0</c:v>
                </c:pt>
                <c:pt idx="8664">
                  <c:v>0</c:v>
                </c:pt>
                <c:pt idx="8665">
                  <c:v>0.83789986100000002</c:v>
                </c:pt>
                <c:pt idx="8666">
                  <c:v>1.3122618749999999</c:v>
                </c:pt>
                <c:pt idx="8667">
                  <c:v>1.26261</c:v>
                </c:pt>
                <c:pt idx="8668">
                  <c:v>0</c:v>
                </c:pt>
                <c:pt idx="8669">
                  <c:v>1.912498684</c:v>
                </c:pt>
                <c:pt idx="8670">
                  <c:v>2.5134561990000002</c:v>
                </c:pt>
                <c:pt idx="8671">
                  <c:v>0</c:v>
                </c:pt>
                <c:pt idx="8672">
                  <c:v>0</c:v>
                </c:pt>
                <c:pt idx="8673">
                  <c:v>0</c:v>
                </c:pt>
                <c:pt idx="8674">
                  <c:v>0</c:v>
                </c:pt>
                <c:pt idx="8675">
                  <c:v>0</c:v>
                </c:pt>
                <c:pt idx="8676">
                  <c:v>0</c:v>
                </c:pt>
                <c:pt idx="8677">
                  <c:v>0</c:v>
                </c:pt>
                <c:pt idx="8678">
                  <c:v>0</c:v>
                </c:pt>
                <c:pt idx="8679">
                  <c:v>0</c:v>
                </c:pt>
                <c:pt idx="8680">
                  <c:v>0</c:v>
                </c:pt>
                <c:pt idx="8681">
                  <c:v>0</c:v>
                </c:pt>
                <c:pt idx="8682">
                  <c:v>0</c:v>
                </c:pt>
                <c:pt idx="8683">
                  <c:v>0</c:v>
                </c:pt>
                <c:pt idx="8684">
                  <c:v>0</c:v>
                </c:pt>
                <c:pt idx="8685">
                  <c:v>0</c:v>
                </c:pt>
                <c:pt idx="8686">
                  <c:v>0.20663684500000001</c:v>
                </c:pt>
                <c:pt idx="8687">
                  <c:v>0</c:v>
                </c:pt>
                <c:pt idx="8688">
                  <c:v>0</c:v>
                </c:pt>
                <c:pt idx="8689">
                  <c:v>0</c:v>
                </c:pt>
                <c:pt idx="8690">
                  <c:v>0</c:v>
                </c:pt>
                <c:pt idx="8691">
                  <c:v>0</c:v>
                </c:pt>
                <c:pt idx="8692">
                  <c:v>0</c:v>
                </c:pt>
                <c:pt idx="8693">
                  <c:v>0</c:v>
                </c:pt>
                <c:pt idx="8694">
                  <c:v>0</c:v>
                </c:pt>
                <c:pt idx="8695">
                  <c:v>0</c:v>
                </c:pt>
                <c:pt idx="8696">
                  <c:v>0</c:v>
                </c:pt>
                <c:pt idx="8697">
                  <c:v>0</c:v>
                </c:pt>
                <c:pt idx="8698">
                  <c:v>0</c:v>
                </c:pt>
                <c:pt idx="8699">
                  <c:v>0</c:v>
                </c:pt>
                <c:pt idx="8700">
                  <c:v>0</c:v>
                </c:pt>
                <c:pt idx="8701">
                  <c:v>0</c:v>
                </c:pt>
                <c:pt idx="8702">
                  <c:v>0</c:v>
                </c:pt>
                <c:pt idx="8703">
                  <c:v>4.1287780490000001</c:v>
                </c:pt>
                <c:pt idx="8704">
                  <c:v>6.9699263409999999</c:v>
                </c:pt>
                <c:pt idx="8705">
                  <c:v>0.41317096800000003</c:v>
                </c:pt>
                <c:pt idx="8706">
                  <c:v>0</c:v>
                </c:pt>
                <c:pt idx="8707">
                  <c:v>0</c:v>
                </c:pt>
                <c:pt idx="8708">
                  <c:v>0</c:v>
                </c:pt>
                <c:pt idx="8709">
                  <c:v>0</c:v>
                </c:pt>
                <c:pt idx="8710">
                  <c:v>0</c:v>
                </c:pt>
                <c:pt idx="8711">
                  <c:v>0</c:v>
                </c:pt>
                <c:pt idx="8712">
                  <c:v>0</c:v>
                </c:pt>
                <c:pt idx="8713">
                  <c:v>0</c:v>
                </c:pt>
                <c:pt idx="8714">
                  <c:v>0</c:v>
                </c:pt>
                <c:pt idx="8715">
                  <c:v>0</c:v>
                </c:pt>
                <c:pt idx="8716">
                  <c:v>0</c:v>
                </c:pt>
                <c:pt idx="8717">
                  <c:v>0</c:v>
                </c:pt>
                <c:pt idx="8718">
                  <c:v>1.9388027779999999</c:v>
                </c:pt>
                <c:pt idx="8719">
                  <c:v>0</c:v>
                </c:pt>
                <c:pt idx="8720">
                  <c:v>0</c:v>
                </c:pt>
                <c:pt idx="8721">
                  <c:v>0</c:v>
                </c:pt>
                <c:pt idx="8722">
                  <c:v>0</c:v>
                </c:pt>
                <c:pt idx="8723">
                  <c:v>0</c:v>
                </c:pt>
                <c:pt idx="8724">
                  <c:v>0</c:v>
                </c:pt>
                <c:pt idx="8725">
                  <c:v>0</c:v>
                </c:pt>
                <c:pt idx="8726">
                  <c:v>0</c:v>
                </c:pt>
                <c:pt idx="8727">
                  <c:v>0</c:v>
                </c:pt>
                <c:pt idx="8728">
                  <c:v>8.7333883780000008</c:v>
                </c:pt>
                <c:pt idx="8729">
                  <c:v>3.897773527</c:v>
                </c:pt>
                <c:pt idx="8730">
                  <c:v>0</c:v>
                </c:pt>
                <c:pt idx="8731">
                  <c:v>0</c:v>
                </c:pt>
                <c:pt idx="8732">
                  <c:v>0</c:v>
                </c:pt>
                <c:pt idx="8733">
                  <c:v>0</c:v>
                </c:pt>
                <c:pt idx="8734">
                  <c:v>0</c:v>
                </c:pt>
                <c:pt idx="8735">
                  <c:v>0</c:v>
                </c:pt>
                <c:pt idx="8736">
                  <c:v>0</c:v>
                </c:pt>
                <c:pt idx="8737">
                  <c:v>0</c:v>
                </c:pt>
                <c:pt idx="8738">
                  <c:v>0</c:v>
                </c:pt>
                <c:pt idx="8739">
                  <c:v>0</c:v>
                </c:pt>
                <c:pt idx="8740">
                  <c:v>0</c:v>
                </c:pt>
                <c:pt idx="8741">
                  <c:v>0</c:v>
                </c:pt>
                <c:pt idx="8742">
                  <c:v>0.78791664800000005</c:v>
                </c:pt>
                <c:pt idx="8743">
                  <c:v>6.7102199999999996</c:v>
                </c:pt>
                <c:pt idx="8744">
                  <c:v>0</c:v>
                </c:pt>
                <c:pt idx="8745">
                  <c:v>0</c:v>
                </c:pt>
                <c:pt idx="8746">
                  <c:v>0</c:v>
                </c:pt>
                <c:pt idx="8747">
                  <c:v>0</c:v>
                </c:pt>
                <c:pt idx="8748">
                  <c:v>0</c:v>
                </c:pt>
                <c:pt idx="8749">
                  <c:v>0</c:v>
                </c:pt>
                <c:pt idx="8750">
                  <c:v>0</c:v>
                </c:pt>
                <c:pt idx="8751">
                  <c:v>0</c:v>
                </c:pt>
                <c:pt idx="8752">
                  <c:v>0</c:v>
                </c:pt>
                <c:pt idx="8753">
                  <c:v>0</c:v>
                </c:pt>
                <c:pt idx="8754">
                  <c:v>0</c:v>
                </c:pt>
                <c:pt idx="8755">
                  <c:v>0</c:v>
                </c:pt>
                <c:pt idx="8756">
                  <c:v>9.4883508429999992</c:v>
                </c:pt>
                <c:pt idx="8757">
                  <c:v>3.1428110619999998</c:v>
                </c:pt>
                <c:pt idx="8758">
                  <c:v>0</c:v>
                </c:pt>
                <c:pt idx="8759">
                  <c:v>0</c:v>
                </c:pt>
              </c:numCache>
            </c:numRef>
          </c:val>
          <c:extLst>
            <c:ext xmlns:c16="http://schemas.microsoft.com/office/drawing/2014/chart" uri="{C3380CC4-5D6E-409C-BE32-E72D297353CC}">
              <c16:uniqueId val="{00000001-21EE-42CD-A79F-77F51D6988B4}"/>
            </c:ext>
          </c:extLst>
        </c:ser>
        <c:dLbls>
          <c:showLegendKey val="0"/>
          <c:showVal val="0"/>
          <c:showCatName val="0"/>
          <c:showSerName val="0"/>
          <c:showPercent val="0"/>
          <c:showBubbleSize val="0"/>
        </c:dLbls>
        <c:gapWidth val="219"/>
        <c:overlap val="-27"/>
        <c:axId val="124272159"/>
        <c:axId val="124272639"/>
      </c:barChart>
      <c:catAx>
        <c:axId val="12427215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Time (hours)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24272639"/>
        <c:crosses val="autoZero"/>
        <c:auto val="1"/>
        <c:lblAlgn val="ctr"/>
        <c:lblOffset val="100"/>
        <c:noMultiLvlLbl val="0"/>
      </c:catAx>
      <c:valAx>
        <c:axId val="12427263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CA">
                    <a:latin typeface="Times New Roman" panose="02020603050405020304" pitchFamily="18" charset="0"/>
                    <a:cs typeface="Times New Roman" panose="02020603050405020304" pitchFamily="18" charset="0"/>
                  </a:rPr>
                  <a:t>Power (kW)</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242721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31">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6.xml><?xml version="1.0" encoding="utf-8"?>
<cs:chartStyle xmlns:cs="http://schemas.microsoft.com/office/drawing/2012/chartStyle" xmlns:a="http://schemas.openxmlformats.org/drawingml/2006/main" id="231">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31">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10.xml><?xml version="1.0" encoding="utf-8"?>
<cs:chartStyle xmlns:cs="http://schemas.microsoft.com/office/drawing/2012/chartStyle" xmlns:a="http://schemas.openxmlformats.org/drawingml/2006/main" id="246">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spPr>
      <a:ln w="9525" cap="rnd">
        <a:solidFill>
          <a:schemeClr val="dk1">
            <a:lumMod val="20000"/>
            <a:lumOff val="80000"/>
          </a:schemeClr>
        </a:solidFill>
        <a:round/>
      </a:ln>
    </cs:spPr>
    <cs:defRPr sz="900" kern="120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effectRef idx="1"/>
    <cs:fontRef idx="minor">
      <a:schemeClr val="dk1"/>
    </cs:fontRef>
    <cs:spPr>
      <a:ln w="9525" cap="flat" cmpd="sng" algn="ctr">
        <a:solidFill>
          <a:schemeClr val="phClr">
            <a:alpha val="70000"/>
          </a:schemeClr>
        </a:solidFill>
        <a:prstDash val="sysDot"/>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rnd">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rnd">
        <a:solidFill>
          <a:schemeClr val="dk1">
            <a:lumMod val="65000"/>
            <a:lumOff val="35000"/>
          </a:schemeClr>
        </a:solidFill>
        <a:round/>
      </a:ln>
    </cs:spPr>
  </cs:downBar>
  <cs:dropLine>
    <cs:lnRef idx="0"/>
    <cs:fillRef idx="0"/>
    <cs:effectRef idx="0"/>
    <cs:fontRef idx="minor">
      <a:schemeClr val="dk1"/>
    </cs:fontRef>
    <cs:spPr>
      <a:ln w="9525" cap="rnd">
        <a:solidFill>
          <a:schemeClr val="dk1">
            <a:lumMod val="35000"/>
            <a:lumOff val="65000"/>
          </a:schemeClr>
        </a:solidFill>
        <a:round/>
      </a:ln>
    </cs:spPr>
  </cs:dropLine>
  <cs:errorBar>
    <cs:lnRef idx="0"/>
    <cs:fillRef idx="0"/>
    <cs:effectRef idx="0"/>
    <cs:fontRef idx="minor">
      <a:schemeClr val="dk1"/>
    </cs:fontRef>
    <cs:spPr>
      <a:ln w="9525" cap="rnd">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rnd">
        <a:solidFill>
          <a:schemeClr val="dk1">
            <a:lumMod val="35000"/>
            <a:lumOff val="65000"/>
          </a:schemeClr>
        </a:solidFill>
        <a:round/>
      </a:ln>
    </cs:spPr>
  </cs:hiLoLine>
  <cs:leaderLine>
    <cs:lnRef idx="0"/>
    <cs:fillRef idx="0"/>
    <cs:effectRef idx="0"/>
    <cs:fontRef idx="minor">
      <a:schemeClr val="dk1"/>
    </cs:fontRef>
    <cs:spPr>
      <a:ln w="9525" cap="rnd">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spc="0" baseline="0"/>
  </cs:legend>
  <cs:plotArea>
    <cs:lnRef idx="0"/>
    <cs:fillRef idx="0"/>
    <cs:effectRef idx="0"/>
    <cs:fontRef idx="minor">
      <a:schemeClr val="dk1"/>
    </cs:fontRef>
    <cs:spPr>
      <a:gradFill>
        <a:gsLst>
          <a:gs pos="100000">
            <a:schemeClr val="lt1">
              <a:lumMod val="95000"/>
            </a:schemeClr>
          </a:gs>
          <a:gs pos="0">
            <a:schemeClr val="lt1">
              <a:alpha val="0"/>
            </a:schemeClr>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rnd">
        <a:solidFill>
          <a:schemeClr val="dk1">
            <a:lumMod val="20000"/>
            <a:lumOff val="80000"/>
          </a:schemeClr>
        </a:solidFill>
        <a:round/>
      </a:ln>
    </cs:spPr>
    <cs:defRPr sz="900" kern="1200"/>
  </cs:seriesAxis>
  <cs:seriesLine>
    <cs:lnRef idx="0"/>
    <cs:fillRef idx="0"/>
    <cs:effectRef idx="0"/>
    <cs:fontRef idx="minor">
      <a:schemeClr val="dk1"/>
    </cs:fontRef>
    <cs:spPr>
      <a:ln w="9525" cap="rnd">
        <a:solidFill>
          <a:schemeClr val="dk1">
            <a:lumMod val="35000"/>
            <a:lumOff val="65000"/>
          </a:schemeClr>
        </a:solidFill>
        <a:round/>
      </a:ln>
    </cs:spPr>
  </cs:seriesLine>
  <cs:title>
    <cs:lnRef idx="0"/>
    <cs:fillRef idx="0"/>
    <cs:effectRef idx="0"/>
    <cs:fontRef idx="minor">
      <a:schemeClr val="dk1">
        <a:lumMod val="50000"/>
        <a:lumOff val="50000"/>
      </a:schemeClr>
    </cs:fontRef>
    <cs:defRPr sz="1400"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cs:spPr>
  </cs:upBar>
  <cs:valueAxis>
    <cs:lnRef idx="0"/>
    <cs:fillRef idx="0"/>
    <cs:effectRef idx="0"/>
    <cs:fontRef idx="minor">
      <a:schemeClr val="dk1">
        <a:lumMod val="65000"/>
        <a:lumOff val="35000"/>
      </a:schemeClr>
    </cs:fontRef>
    <cs:spPr>
      <a:ln w="9525" cap="rnd">
        <a:solidFill>
          <a:schemeClr val="dk1">
            <a:lumMod val="25000"/>
            <a:lumOff val="75000"/>
          </a:schemeClr>
        </a:solidFill>
        <a:round/>
      </a:ln>
    </cs:spPr>
    <cs:defRPr sz="900" kern="1200" spc="0" baseline="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46">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spPr>
      <a:ln w="9525" cap="rnd">
        <a:solidFill>
          <a:schemeClr val="dk1">
            <a:lumMod val="20000"/>
            <a:lumOff val="80000"/>
          </a:schemeClr>
        </a:solidFill>
        <a:round/>
      </a:ln>
    </cs:spPr>
    <cs:defRPr sz="900" kern="120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effectRef idx="1"/>
    <cs:fontRef idx="minor">
      <a:schemeClr val="dk1"/>
    </cs:fontRef>
    <cs:spPr>
      <a:ln w="9525" cap="flat" cmpd="sng" algn="ctr">
        <a:solidFill>
          <a:schemeClr val="phClr">
            <a:alpha val="70000"/>
          </a:schemeClr>
        </a:solidFill>
        <a:prstDash val="sysDot"/>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rnd">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rnd">
        <a:solidFill>
          <a:schemeClr val="dk1">
            <a:lumMod val="65000"/>
            <a:lumOff val="35000"/>
          </a:schemeClr>
        </a:solidFill>
        <a:round/>
      </a:ln>
    </cs:spPr>
  </cs:downBar>
  <cs:dropLine>
    <cs:lnRef idx="0"/>
    <cs:fillRef idx="0"/>
    <cs:effectRef idx="0"/>
    <cs:fontRef idx="minor">
      <a:schemeClr val="dk1"/>
    </cs:fontRef>
    <cs:spPr>
      <a:ln w="9525" cap="rnd">
        <a:solidFill>
          <a:schemeClr val="dk1">
            <a:lumMod val="35000"/>
            <a:lumOff val="65000"/>
          </a:schemeClr>
        </a:solidFill>
        <a:round/>
      </a:ln>
    </cs:spPr>
  </cs:dropLine>
  <cs:errorBar>
    <cs:lnRef idx="0"/>
    <cs:fillRef idx="0"/>
    <cs:effectRef idx="0"/>
    <cs:fontRef idx="minor">
      <a:schemeClr val="dk1"/>
    </cs:fontRef>
    <cs:spPr>
      <a:ln w="9525" cap="rnd">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rnd">
        <a:solidFill>
          <a:schemeClr val="dk1">
            <a:lumMod val="35000"/>
            <a:lumOff val="65000"/>
          </a:schemeClr>
        </a:solidFill>
        <a:round/>
      </a:ln>
    </cs:spPr>
  </cs:hiLoLine>
  <cs:leaderLine>
    <cs:lnRef idx="0"/>
    <cs:fillRef idx="0"/>
    <cs:effectRef idx="0"/>
    <cs:fontRef idx="minor">
      <a:schemeClr val="dk1"/>
    </cs:fontRef>
    <cs:spPr>
      <a:ln w="9525" cap="rnd">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spc="0" baseline="0"/>
  </cs:legend>
  <cs:plotArea>
    <cs:lnRef idx="0"/>
    <cs:fillRef idx="0"/>
    <cs:effectRef idx="0"/>
    <cs:fontRef idx="minor">
      <a:schemeClr val="dk1"/>
    </cs:fontRef>
    <cs:spPr>
      <a:gradFill>
        <a:gsLst>
          <a:gs pos="100000">
            <a:schemeClr val="lt1">
              <a:lumMod val="95000"/>
            </a:schemeClr>
          </a:gs>
          <a:gs pos="0">
            <a:schemeClr val="lt1">
              <a:alpha val="0"/>
            </a:schemeClr>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rnd">
        <a:solidFill>
          <a:schemeClr val="dk1">
            <a:lumMod val="20000"/>
            <a:lumOff val="80000"/>
          </a:schemeClr>
        </a:solidFill>
        <a:round/>
      </a:ln>
    </cs:spPr>
    <cs:defRPr sz="900" kern="1200"/>
  </cs:seriesAxis>
  <cs:seriesLine>
    <cs:lnRef idx="0"/>
    <cs:fillRef idx="0"/>
    <cs:effectRef idx="0"/>
    <cs:fontRef idx="minor">
      <a:schemeClr val="dk1"/>
    </cs:fontRef>
    <cs:spPr>
      <a:ln w="9525" cap="rnd">
        <a:solidFill>
          <a:schemeClr val="dk1">
            <a:lumMod val="35000"/>
            <a:lumOff val="65000"/>
          </a:schemeClr>
        </a:solidFill>
        <a:round/>
      </a:ln>
    </cs:spPr>
  </cs:seriesLine>
  <cs:title>
    <cs:lnRef idx="0"/>
    <cs:fillRef idx="0"/>
    <cs:effectRef idx="0"/>
    <cs:fontRef idx="minor">
      <a:schemeClr val="dk1">
        <a:lumMod val="50000"/>
        <a:lumOff val="50000"/>
      </a:schemeClr>
    </cs:fontRef>
    <cs:defRPr sz="1400"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cs:spPr>
  </cs:upBar>
  <cs:valueAxis>
    <cs:lnRef idx="0"/>
    <cs:fillRef idx="0"/>
    <cs:effectRef idx="0"/>
    <cs:fontRef idx="minor">
      <a:schemeClr val="dk1">
        <a:lumMod val="65000"/>
        <a:lumOff val="35000"/>
      </a:schemeClr>
    </cs:fontRef>
    <cs:spPr>
      <a:ln w="9525" cap="rnd">
        <a:solidFill>
          <a:schemeClr val="dk1">
            <a:lumMod val="25000"/>
            <a:lumOff val="75000"/>
          </a:schemeClr>
        </a:solidFill>
        <a:round/>
      </a:ln>
    </cs:spPr>
    <cs:defRPr sz="900" kern="1200" spc="0" baseline="0"/>
  </cs:valueAxis>
  <cs:wall>
    <cs:lnRef idx="0"/>
    <cs:fillRef idx="0"/>
    <cs:effectRef idx="0"/>
    <cs:fontRef idx="minor">
      <a:schemeClr val="dk1"/>
    </cs:fontRef>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49D1C3-EA23-4B06-A358-480C240EA9C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0D6AC64-0011-4EB1-8E1B-3D34E6203DE9}">
      <dgm:prSet/>
      <dgm:spPr/>
      <dgm:t>
        <a:bodyPr/>
        <a:lstStyle/>
        <a:p>
          <a:pPr>
            <a:lnSpc>
              <a:spcPct val="100000"/>
            </a:lnSpc>
          </a:pPr>
          <a:r>
            <a:rPr lang="en-CA" dirty="0">
              <a:solidFill>
                <a:schemeClr val="tx1"/>
              </a:solidFill>
              <a:latin typeface="Calibri" panose="020F0502020204030204" pitchFamily="34" charset="0"/>
              <a:ea typeface="Calibri" panose="020F0502020204030204" pitchFamily="34" charset="0"/>
              <a:cs typeface="Calibri" panose="020F0502020204030204" pitchFamily="34" charset="0"/>
            </a:rPr>
            <a:t>Introduction to renewable energy sources</a:t>
          </a:r>
          <a:endParaRPr 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dgm:t>
    </dgm:pt>
    <dgm:pt modelId="{C78A9B56-D116-4292-AD2C-EB8201E0E2BC}" type="parTrans" cxnId="{FC74BA00-087E-4F82-BCAE-45FF5EF85592}">
      <dgm:prSet/>
      <dgm:spPr/>
      <dgm:t>
        <a:bodyPr/>
        <a:lstStyle/>
        <a:p>
          <a:endParaRPr lang="en-US"/>
        </a:p>
      </dgm:t>
    </dgm:pt>
    <dgm:pt modelId="{106D1F58-74D7-44AC-B24C-F5D64B8C3FA0}" type="sibTrans" cxnId="{FC74BA00-087E-4F82-BCAE-45FF5EF85592}">
      <dgm:prSet/>
      <dgm:spPr/>
      <dgm:t>
        <a:bodyPr/>
        <a:lstStyle/>
        <a:p>
          <a:endParaRPr lang="en-US"/>
        </a:p>
      </dgm:t>
    </dgm:pt>
    <dgm:pt modelId="{A8D57E77-3B09-4D57-86E6-609C28FF383F}">
      <dgm:prSet/>
      <dgm:spPr/>
      <dgm:t>
        <a:bodyPr/>
        <a:lstStyle/>
        <a:p>
          <a:pPr>
            <a:lnSpc>
              <a:spcPct val="100000"/>
            </a:lnSpc>
          </a:pPr>
          <a:r>
            <a:rPr lang="en-CA" dirty="0">
              <a:latin typeface="Calibri" panose="020F0502020204030204" pitchFamily="34" charset="0"/>
              <a:ea typeface="Calibri" panose="020F0502020204030204" pitchFamily="34" charset="0"/>
              <a:cs typeface="Calibri" panose="020F0502020204030204" pitchFamily="34" charset="0"/>
            </a:rPr>
            <a:t>Proposed System Design</a:t>
          </a:r>
          <a:endParaRPr lang="en-US" dirty="0">
            <a:latin typeface="Calibri" panose="020F0502020204030204" pitchFamily="34" charset="0"/>
            <a:ea typeface="Calibri" panose="020F0502020204030204" pitchFamily="34" charset="0"/>
            <a:cs typeface="Calibri" panose="020F0502020204030204" pitchFamily="34" charset="0"/>
          </a:endParaRPr>
        </a:p>
      </dgm:t>
    </dgm:pt>
    <dgm:pt modelId="{6C707929-122D-44EF-BE28-4DBD7EBC1DC6}" type="parTrans" cxnId="{6E82795A-4EBB-4E1E-BBFE-3A1CFED58C2B}">
      <dgm:prSet/>
      <dgm:spPr/>
      <dgm:t>
        <a:bodyPr/>
        <a:lstStyle/>
        <a:p>
          <a:endParaRPr lang="en-US"/>
        </a:p>
      </dgm:t>
    </dgm:pt>
    <dgm:pt modelId="{73936DDB-1E5A-4BCE-8971-B71CBF8B27BA}" type="sibTrans" cxnId="{6E82795A-4EBB-4E1E-BBFE-3A1CFED58C2B}">
      <dgm:prSet/>
      <dgm:spPr/>
      <dgm:t>
        <a:bodyPr/>
        <a:lstStyle/>
        <a:p>
          <a:endParaRPr lang="en-US"/>
        </a:p>
      </dgm:t>
    </dgm:pt>
    <dgm:pt modelId="{DC41D6C5-C0D5-4E51-B732-8166E74A2BCE}">
      <dgm:prSet/>
      <dgm:spPr/>
      <dgm:t>
        <a:bodyPr/>
        <a:lstStyle/>
        <a:p>
          <a:pPr>
            <a:lnSpc>
              <a:spcPct val="100000"/>
            </a:lnSpc>
          </a:pPr>
          <a:r>
            <a:rPr lang="en-CA" dirty="0">
              <a:latin typeface="Calibri" panose="020F0502020204030204" pitchFamily="34" charset="0"/>
              <a:ea typeface="Calibri" panose="020F0502020204030204" pitchFamily="34" charset="0"/>
              <a:cs typeface="Calibri" panose="020F0502020204030204" pitchFamily="34" charset="0"/>
            </a:rPr>
            <a:t>System Modeling and Optimization Objectives</a:t>
          </a:r>
          <a:endParaRPr lang="en-US" dirty="0">
            <a:latin typeface="Calibri" panose="020F0502020204030204" pitchFamily="34" charset="0"/>
            <a:ea typeface="Calibri" panose="020F0502020204030204" pitchFamily="34" charset="0"/>
            <a:cs typeface="Calibri" panose="020F0502020204030204" pitchFamily="34" charset="0"/>
          </a:endParaRPr>
        </a:p>
      </dgm:t>
    </dgm:pt>
    <dgm:pt modelId="{7207ADCF-EE0F-4F65-8B7B-30B40D2F27A4}" type="parTrans" cxnId="{12795E23-9E13-496D-92EA-87EE16129411}">
      <dgm:prSet/>
      <dgm:spPr/>
      <dgm:t>
        <a:bodyPr/>
        <a:lstStyle/>
        <a:p>
          <a:endParaRPr lang="en-US"/>
        </a:p>
      </dgm:t>
    </dgm:pt>
    <dgm:pt modelId="{A420409A-4C49-4CD0-8FFD-46AA0C9CCA01}" type="sibTrans" cxnId="{12795E23-9E13-496D-92EA-87EE16129411}">
      <dgm:prSet/>
      <dgm:spPr/>
      <dgm:t>
        <a:bodyPr/>
        <a:lstStyle/>
        <a:p>
          <a:endParaRPr lang="en-US"/>
        </a:p>
      </dgm:t>
    </dgm:pt>
    <dgm:pt modelId="{5525A197-18B7-47C5-AF8B-A31CB55A2B8D}">
      <dgm:prSet/>
      <dgm:spPr/>
      <dgm:t>
        <a:bodyPr/>
        <a:lstStyle/>
        <a:p>
          <a:pPr>
            <a:lnSpc>
              <a:spcPct val="100000"/>
            </a:lnSpc>
          </a:pPr>
          <a:r>
            <a:rPr lang="en-CA" dirty="0">
              <a:latin typeface="Calibri" panose="020F0502020204030204" pitchFamily="34" charset="0"/>
              <a:ea typeface="Calibri" panose="020F0502020204030204" pitchFamily="34" charset="0"/>
              <a:cs typeface="Calibri" panose="020F0502020204030204" pitchFamily="34" charset="0"/>
            </a:rPr>
            <a:t>Optimization Methods</a:t>
          </a:r>
          <a:endParaRPr lang="en-US" dirty="0">
            <a:latin typeface="Calibri" panose="020F0502020204030204" pitchFamily="34" charset="0"/>
            <a:ea typeface="Calibri" panose="020F0502020204030204" pitchFamily="34" charset="0"/>
            <a:cs typeface="Calibri" panose="020F0502020204030204" pitchFamily="34" charset="0"/>
          </a:endParaRPr>
        </a:p>
      </dgm:t>
    </dgm:pt>
    <dgm:pt modelId="{27DC4998-8A44-4C85-8C34-BEBC21FB84E4}" type="parTrans" cxnId="{0FD794B3-DC1E-44E1-A4D6-A7837CD20AA9}">
      <dgm:prSet/>
      <dgm:spPr/>
      <dgm:t>
        <a:bodyPr/>
        <a:lstStyle/>
        <a:p>
          <a:endParaRPr lang="en-US"/>
        </a:p>
      </dgm:t>
    </dgm:pt>
    <dgm:pt modelId="{F260C63D-DA75-401B-979B-D3695418E2A1}" type="sibTrans" cxnId="{0FD794B3-DC1E-44E1-A4D6-A7837CD20AA9}">
      <dgm:prSet/>
      <dgm:spPr/>
      <dgm:t>
        <a:bodyPr/>
        <a:lstStyle/>
        <a:p>
          <a:endParaRPr lang="en-US"/>
        </a:p>
      </dgm:t>
    </dgm:pt>
    <dgm:pt modelId="{31C3249D-42F0-4BE1-85E5-702FE9EA293A}">
      <dgm:prSet/>
      <dgm:spPr/>
      <dgm:t>
        <a:bodyPr/>
        <a:lstStyle/>
        <a:p>
          <a:pPr>
            <a:lnSpc>
              <a:spcPct val="100000"/>
            </a:lnSpc>
          </a:pPr>
          <a:r>
            <a:rPr lang="en-CA" dirty="0">
              <a:latin typeface="Calibri" panose="020F0502020204030204" pitchFamily="34" charset="0"/>
              <a:ea typeface="Calibri" panose="020F0502020204030204" pitchFamily="34" charset="0"/>
              <a:cs typeface="Calibri" panose="020F0502020204030204" pitchFamily="34" charset="0"/>
            </a:rPr>
            <a:t>Results and Discussion</a:t>
          </a:r>
          <a:endParaRPr lang="en-US" dirty="0">
            <a:latin typeface="Calibri" panose="020F0502020204030204" pitchFamily="34" charset="0"/>
            <a:ea typeface="Calibri" panose="020F0502020204030204" pitchFamily="34" charset="0"/>
            <a:cs typeface="Calibri" panose="020F0502020204030204" pitchFamily="34" charset="0"/>
          </a:endParaRPr>
        </a:p>
      </dgm:t>
    </dgm:pt>
    <dgm:pt modelId="{09DA8622-077F-439E-88DA-7B00473FB68D}" type="parTrans" cxnId="{317EC241-7BB8-4F24-BA6C-967C86FD696D}">
      <dgm:prSet/>
      <dgm:spPr/>
      <dgm:t>
        <a:bodyPr/>
        <a:lstStyle/>
        <a:p>
          <a:endParaRPr lang="en-US"/>
        </a:p>
      </dgm:t>
    </dgm:pt>
    <dgm:pt modelId="{EB3C1DC0-814B-4EB7-B577-6A7D4674B688}" type="sibTrans" cxnId="{317EC241-7BB8-4F24-BA6C-967C86FD696D}">
      <dgm:prSet/>
      <dgm:spPr/>
      <dgm:t>
        <a:bodyPr/>
        <a:lstStyle/>
        <a:p>
          <a:endParaRPr lang="en-US"/>
        </a:p>
      </dgm:t>
    </dgm:pt>
    <dgm:pt modelId="{288FF434-99DF-47FE-94E0-B6C7293D863F}">
      <dgm:prSet/>
      <dgm:spPr/>
      <dgm:t>
        <a:bodyPr/>
        <a:lstStyle/>
        <a:p>
          <a:pPr>
            <a:lnSpc>
              <a:spcPct val="100000"/>
            </a:lnSpc>
          </a:pPr>
          <a:r>
            <a:rPr lang="en-CA" dirty="0">
              <a:latin typeface="Calibri" panose="020F0502020204030204" pitchFamily="34" charset="0"/>
              <a:ea typeface="Calibri" panose="020F0502020204030204" pitchFamily="34" charset="0"/>
              <a:cs typeface="Calibri" panose="020F0502020204030204" pitchFamily="34" charset="0"/>
            </a:rPr>
            <a:t>Conclusion and Future Work</a:t>
          </a:r>
          <a:endParaRPr lang="en-US" dirty="0">
            <a:latin typeface="Calibri" panose="020F0502020204030204" pitchFamily="34" charset="0"/>
            <a:ea typeface="Calibri" panose="020F0502020204030204" pitchFamily="34" charset="0"/>
            <a:cs typeface="Calibri" panose="020F0502020204030204" pitchFamily="34" charset="0"/>
          </a:endParaRPr>
        </a:p>
      </dgm:t>
    </dgm:pt>
    <dgm:pt modelId="{294605C6-8F9D-4F14-ADAB-CA44CA984653}" type="parTrans" cxnId="{9962AFC1-E5BC-4C1C-8592-7AC8CEA36A88}">
      <dgm:prSet/>
      <dgm:spPr/>
      <dgm:t>
        <a:bodyPr/>
        <a:lstStyle/>
        <a:p>
          <a:endParaRPr lang="en-US"/>
        </a:p>
      </dgm:t>
    </dgm:pt>
    <dgm:pt modelId="{48806A05-D7B6-4E82-8958-AFE6136D4BC3}" type="sibTrans" cxnId="{9962AFC1-E5BC-4C1C-8592-7AC8CEA36A88}">
      <dgm:prSet/>
      <dgm:spPr/>
      <dgm:t>
        <a:bodyPr/>
        <a:lstStyle/>
        <a:p>
          <a:endParaRPr lang="en-US"/>
        </a:p>
      </dgm:t>
    </dgm:pt>
    <dgm:pt modelId="{74F6D8AE-4D11-48D9-A7BB-64AA939CD89A}" type="pres">
      <dgm:prSet presAssocID="{E949D1C3-EA23-4B06-A358-480C240EA9C4}" presName="root" presStyleCnt="0">
        <dgm:presLayoutVars>
          <dgm:dir/>
          <dgm:resizeHandles val="exact"/>
        </dgm:presLayoutVars>
      </dgm:prSet>
      <dgm:spPr/>
    </dgm:pt>
    <dgm:pt modelId="{2B63E271-1782-40A2-8801-D2ABCD47A818}" type="pres">
      <dgm:prSet presAssocID="{D0D6AC64-0011-4EB1-8E1B-3D34E6203DE9}" presName="compNode" presStyleCnt="0"/>
      <dgm:spPr/>
    </dgm:pt>
    <dgm:pt modelId="{511C4E31-67E7-45E0-9D7C-9EDD5ABB996D}" type="pres">
      <dgm:prSet presAssocID="{D0D6AC64-0011-4EB1-8E1B-3D34E6203DE9}" presName="bgRect" presStyleLbl="bgShp" presStyleIdx="0" presStyleCnt="6"/>
      <dgm:spPr/>
    </dgm:pt>
    <dgm:pt modelId="{57CD6C27-1975-46B4-B132-125A95C35108}" type="pres">
      <dgm:prSet presAssocID="{D0D6AC64-0011-4EB1-8E1B-3D34E6203DE9}"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un"/>
        </a:ext>
      </dgm:extLst>
    </dgm:pt>
    <dgm:pt modelId="{F5CC0950-215D-4BB0-A53D-7C994C607339}" type="pres">
      <dgm:prSet presAssocID="{D0D6AC64-0011-4EB1-8E1B-3D34E6203DE9}" presName="spaceRect" presStyleCnt="0"/>
      <dgm:spPr/>
    </dgm:pt>
    <dgm:pt modelId="{FA0D8B30-442F-4279-92A5-A257C5191149}" type="pres">
      <dgm:prSet presAssocID="{D0D6AC64-0011-4EB1-8E1B-3D34E6203DE9}" presName="parTx" presStyleLbl="revTx" presStyleIdx="0" presStyleCnt="6">
        <dgm:presLayoutVars>
          <dgm:chMax val="0"/>
          <dgm:chPref val="0"/>
        </dgm:presLayoutVars>
      </dgm:prSet>
      <dgm:spPr/>
    </dgm:pt>
    <dgm:pt modelId="{D27874F9-9888-4DD6-8C02-4288A7AB3B68}" type="pres">
      <dgm:prSet presAssocID="{106D1F58-74D7-44AC-B24C-F5D64B8C3FA0}" presName="sibTrans" presStyleCnt="0"/>
      <dgm:spPr/>
    </dgm:pt>
    <dgm:pt modelId="{36538064-FE20-4FEA-9F68-5BF80B1CFF14}" type="pres">
      <dgm:prSet presAssocID="{A8D57E77-3B09-4D57-86E6-609C28FF383F}" presName="compNode" presStyleCnt="0"/>
      <dgm:spPr/>
    </dgm:pt>
    <dgm:pt modelId="{D7E286DE-A186-4135-A61E-CDEE3431A36C}" type="pres">
      <dgm:prSet presAssocID="{A8D57E77-3B09-4D57-86E6-609C28FF383F}" presName="bgRect" presStyleLbl="bgShp" presStyleIdx="1" presStyleCnt="6"/>
      <dgm:spPr/>
    </dgm:pt>
    <dgm:pt modelId="{73C3E5D8-D41B-43E1-9FB1-9FB35F4A414E}" type="pres">
      <dgm:prSet presAssocID="{A8D57E77-3B09-4D57-86E6-609C28FF383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mputer"/>
        </a:ext>
      </dgm:extLst>
    </dgm:pt>
    <dgm:pt modelId="{50AEF4E9-BA4E-4DB6-B29B-ED964650C97E}" type="pres">
      <dgm:prSet presAssocID="{A8D57E77-3B09-4D57-86E6-609C28FF383F}" presName="spaceRect" presStyleCnt="0"/>
      <dgm:spPr/>
    </dgm:pt>
    <dgm:pt modelId="{6E075A21-5E4C-45CD-86C1-5F935D83D3A4}" type="pres">
      <dgm:prSet presAssocID="{A8D57E77-3B09-4D57-86E6-609C28FF383F}" presName="parTx" presStyleLbl="revTx" presStyleIdx="1" presStyleCnt="6">
        <dgm:presLayoutVars>
          <dgm:chMax val="0"/>
          <dgm:chPref val="0"/>
        </dgm:presLayoutVars>
      </dgm:prSet>
      <dgm:spPr/>
    </dgm:pt>
    <dgm:pt modelId="{97147839-F1FA-4F2C-B7A3-2E88D21983B8}" type="pres">
      <dgm:prSet presAssocID="{73936DDB-1E5A-4BCE-8971-B71CBF8B27BA}" presName="sibTrans" presStyleCnt="0"/>
      <dgm:spPr/>
    </dgm:pt>
    <dgm:pt modelId="{771CFF27-3099-45B6-AD25-A482EC7AB38B}" type="pres">
      <dgm:prSet presAssocID="{DC41D6C5-C0D5-4E51-B732-8166E74A2BCE}" presName="compNode" presStyleCnt="0"/>
      <dgm:spPr/>
    </dgm:pt>
    <dgm:pt modelId="{603B081F-C619-45FD-9526-3EA4A8AA886F}" type="pres">
      <dgm:prSet presAssocID="{DC41D6C5-C0D5-4E51-B732-8166E74A2BCE}" presName="bgRect" presStyleLbl="bgShp" presStyleIdx="2" presStyleCnt="6"/>
      <dgm:spPr/>
    </dgm:pt>
    <dgm:pt modelId="{1F71714C-1D27-407C-8A3D-5FDED1CCBD08}" type="pres">
      <dgm:prSet presAssocID="{DC41D6C5-C0D5-4E51-B732-8166E74A2BCE}"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783A6C94-B7B9-4F7B-A304-7C9DBFDC793A}" type="pres">
      <dgm:prSet presAssocID="{DC41D6C5-C0D5-4E51-B732-8166E74A2BCE}" presName="spaceRect" presStyleCnt="0"/>
      <dgm:spPr/>
    </dgm:pt>
    <dgm:pt modelId="{24DEAC10-BEC5-4D24-A46F-D340A2E2AFDF}" type="pres">
      <dgm:prSet presAssocID="{DC41D6C5-C0D5-4E51-B732-8166E74A2BCE}" presName="parTx" presStyleLbl="revTx" presStyleIdx="2" presStyleCnt="6">
        <dgm:presLayoutVars>
          <dgm:chMax val="0"/>
          <dgm:chPref val="0"/>
        </dgm:presLayoutVars>
      </dgm:prSet>
      <dgm:spPr/>
    </dgm:pt>
    <dgm:pt modelId="{34B25157-DA31-45D5-A756-7A7CF9D6925D}" type="pres">
      <dgm:prSet presAssocID="{A420409A-4C49-4CD0-8FFD-46AA0C9CCA01}" presName="sibTrans" presStyleCnt="0"/>
      <dgm:spPr/>
    </dgm:pt>
    <dgm:pt modelId="{9197C868-3DED-4B82-8AFF-E59B7353B8A0}" type="pres">
      <dgm:prSet presAssocID="{5525A197-18B7-47C5-AF8B-A31CB55A2B8D}" presName="compNode" presStyleCnt="0"/>
      <dgm:spPr/>
    </dgm:pt>
    <dgm:pt modelId="{C677296E-247F-48C8-816B-48B495FEBDA0}" type="pres">
      <dgm:prSet presAssocID="{5525A197-18B7-47C5-AF8B-A31CB55A2B8D}" presName="bgRect" presStyleLbl="bgShp" presStyleIdx="3" presStyleCnt="6"/>
      <dgm:spPr/>
    </dgm:pt>
    <dgm:pt modelId="{F35D4267-BB26-4081-8754-5D4D6C841888}" type="pres">
      <dgm:prSet presAssocID="{5525A197-18B7-47C5-AF8B-A31CB55A2B8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mark"/>
        </a:ext>
      </dgm:extLst>
    </dgm:pt>
    <dgm:pt modelId="{B94E1011-1431-4AA7-8FDD-D73A5F96301C}" type="pres">
      <dgm:prSet presAssocID="{5525A197-18B7-47C5-AF8B-A31CB55A2B8D}" presName="spaceRect" presStyleCnt="0"/>
      <dgm:spPr/>
    </dgm:pt>
    <dgm:pt modelId="{2127EBB9-A2D6-4394-BFEC-57BEE514B38D}" type="pres">
      <dgm:prSet presAssocID="{5525A197-18B7-47C5-AF8B-A31CB55A2B8D}" presName="parTx" presStyleLbl="revTx" presStyleIdx="3" presStyleCnt="6">
        <dgm:presLayoutVars>
          <dgm:chMax val="0"/>
          <dgm:chPref val="0"/>
        </dgm:presLayoutVars>
      </dgm:prSet>
      <dgm:spPr/>
    </dgm:pt>
    <dgm:pt modelId="{4F800B86-2824-4BDB-B7D0-646710AE5CB3}" type="pres">
      <dgm:prSet presAssocID="{F260C63D-DA75-401B-979B-D3695418E2A1}" presName="sibTrans" presStyleCnt="0"/>
      <dgm:spPr/>
    </dgm:pt>
    <dgm:pt modelId="{6C0DC933-CFF9-49B6-8136-D9E47E857DFC}" type="pres">
      <dgm:prSet presAssocID="{31C3249D-42F0-4BE1-85E5-702FE9EA293A}" presName="compNode" presStyleCnt="0"/>
      <dgm:spPr/>
    </dgm:pt>
    <dgm:pt modelId="{9F808665-15DF-4C55-AE9A-C5407DB74CF3}" type="pres">
      <dgm:prSet presAssocID="{31C3249D-42F0-4BE1-85E5-702FE9EA293A}" presName="bgRect" presStyleLbl="bgShp" presStyleIdx="4" presStyleCnt="6"/>
      <dgm:spPr/>
    </dgm:pt>
    <dgm:pt modelId="{78861B8E-06C4-45BB-B0DB-8FFC914ABA01}" type="pres">
      <dgm:prSet presAssocID="{31C3249D-42F0-4BE1-85E5-702FE9EA293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ar chart"/>
        </a:ext>
      </dgm:extLst>
    </dgm:pt>
    <dgm:pt modelId="{853E3093-AA44-42A6-BAA3-D7A199EFF63A}" type="pres">
      <dgm:prSet presAssocID="{31C3249D-42F0-4BE1-85E5-702FE9EA293A}" presName="spaceRect" presStyleCnt="0"/>
      <dgm:spPr/>
    </dgm:pt>
    <dgm:pt modelId="{4391A0B6-6002-479A-8892-19AA9B0BA62B}" type="pres">
      <dgm:prSet presAssocID="{31C3249D-42F0-4BE1-85E5-702FE9EA293A}" presName="parTx" presStyleLbl="revTx" presStyleIdx="4" presStyleCnt="6">
        <dgm:presLayoutVars>
          <dgm:chMax val="0"/>
          <dgm:chPref val="0"/>
        </dgm:presLayoutVars>
      </dgm:prSet>
      <dgm:spPr/>
    </dgm:pt>
    <dgm:pt modelId="{C9412FA6-8FC8-4690-8AD8-EA9F27D5641A}" type="pres">
      <dgm:prSet presAssocID="{EB3C1DC0-814B-4EB7-B577-6A7D4674B688}" presName="sibTrans" presStyleCnt="0"/>
      <dgm:spPr/>
    </dgm:pt>
    <dgm:pt modelId="{987A1FB3-53B0-4F5A-A52F-87EC713D0211}" type="pres">
      <dgm:prSet presAssocID="{288FF434-99DF-47FE-94E0-B6C7293D863F}" presName="compNode" presStyleCnt="0"/>
      <dgm:spPr/>
    </dgm:pt>
    <dgm:pt modelId="{8D541D16-55EB-40CE-92BD-ECE3A813B871}" type="pres">
      <dgm:prSet presAssocID="{288FF434-99DF-47FE-94E0-B6C7293D863F}" presName="bgRect" presStyleLbl="bgShp" presStyleIdx="5" presStyleCnt="6"/>
      <dgm:spPr/>
    </dgm:pt>
    <dgm:pt modelId="{C8526E07-7AA8-4BAF-91A2-C237378277EB}" type="pres">
      <dgm:prSet presAssocID="{288FF434-99DF-47FE-94E0-B6C7293D863F}"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Handshake"/>
        </a:ext>
      </dgm:extLst>
    </dgm:pt>
    <dgm:pt modelId="{7C5AB09E-2F86-43F8-9539-1789258EB79C}" type="pres">
      <dgm:prSet presAssocID="{288FF434-99DF-47FE-94E0-B6C7293D863F}" presName="spaceRect" presStyleCnt="0"/>
      <dgm:spPr/>
    </dgm:pt>
    <dgm:pt modelId="{FDE6B57A-D77B-44B5-92D0-EBA5431C44AC}" type="pres">
      <dgm:prSet presAssocID="{288FF434-99DF-47FE-94E0-B6C7293D863F}" presName="parTx" presStyleLbl="revTx" presStyleIdx="5" presStyleCnt="6">
        <dgm:presLayoutVars>
          <dgm:chMax val="0"/>
          <dgm:chPref val="0"/>
        </dgm:presLayoutVars>
      </dgm:prSet>
      <dgm:spPr/>
    </dgm:pt>
  </dgm:ptLst>
  <dgm:cxnLst>
    <dgm:cxn modelId="{FC74BA00-087E-4F82-BCAE-45FF5EF85592}" srcId="{E949D1C3-EA23-4B06-A358-480C240EA9C4}" destId="{D0D6AC64-0011-4EB1-8E1B-3D34E6203DE9}" srcOrd="0" destOrd="0" parTransId="{C78A9B56-D116-4292-AD2C-EB8201E0E2BC}" sibTransId="{106D1F58-74D7-44AC-B24C-F5D64B8C3FA0}"/>
    <dgm:cxn modelId="{E57F000E-3D3B-423B-A944-8FDF39A2BC7B}" type="presOf" srcId="{31C3249D-42F0-4BE1-85E5-702FE9EA293A}" destId="{4391A0B6-6002-479A-8892-19AA9B0BA62B}" srcOrd="0" destOrd="0" presId="urn:microsoft.com/office/officeart/2018/2/layout/IconVerticalSolidList"/>
    <dgm:cxn modelId="{12795E23-9E13-496D-92EA-87EE16129411}" srcId="{E949D1C3-EA23-4B06-A358-480C240EA9C4}" destId="{DC41D6C5-C0D5-4E51-B732-8166E74A2BCE}" srcOrd="2" destOrd="0" parTransId="{7207ADCF-EE0F-4F65-8B7B-30B40D2F27A4}" sibTransId="{A420409A-4C49-4CD0-8FFD-46AA0C9CCA01}"/>
    <dgm:cxn modelId="{B4C91135-78E3-4649-804F-7FEDF3CA0C0F}" type="presOf" srcId="{D0D6AC64-0011-4EB1-8E1B-3D34E6203DE9}" destId="{FA0D8B30-442F-4279-92A5-A257C5191149}" srcOrd="0" destOrd="0" presId="urn:microsoft.com/office/officeart/2018/2/layout/IconVerticalSolidList"/>
    <dgm:cxn modelId="{E72FC93E-C379-42CE-A1A0-AEFEB49EF368}" type="presOf" srcId="{DC41D6C5-C0D5-4E51-B732-8166E74A2BCE}" destId="{24DEAC10-BEC5-4D24-A46F-D340A2E2AFDF}" srcOrd="0" destOrd="0" presId="urn:microsoft.com/office/officeart/2018/2/layout/IconVerticalSolidList"/>
    <dgm:cxn modelId="{317EC241-7BB8-4F24-BA6C-967C86FD696D}" srcId="{E949D1C3-EA23-4B06-A358-480C240EA9C4}" destId="{31C3249D-42F0-4BE1-85E5-702FE9EA293A}" srcOrd="4" destOrd="0" parTransId="{09DA8622-077F-439E-88DA-7B00473FB68D}" sibTransId="{EB3C1DC0-814B-4EB7-B577-6A7D4674B688}"/>
    <dgm:cxn modelId="{338D066F-C692-4342-B292-CCBD054A6ECF}" type="presOf" srcId="{5525A197-18B7-47C5-AF8B-A31CB55A2B8D}" destId="{2127EBB9-A2D6-4394-BFEC-57BEE514B38D}" srcOrd="0" destOrd="0" presId="urn:microsoft.com/office/officeart/2018/2/layout/IconVerticalSolidList"/>
    <dgm:cxn modelId="{0E171478-BFF7-42FA-A1C1-C1378A343A13}" type="presOf" srcId="{E949D1C3-EA23-4B06-A358-480C240EA9C4}" destId="{74F6D8AE-4D11-48D9-A7BB-64AA939CD89A}" srcOrd="0" destOrd="0" presId="urn:microsoft.com/office/officeart/2018/2/layout/IconVerticalSolidList"/>
    <dgm:cxn modelId="{6E82795A-4EBB-4E1E-BBFE-3A1CFED58C2B}" srcId="{E949D1C3-EA23-4B06-A358-480C240EA9C4}" destId="{A8D57E77-3B09-4D57-86E6-609C28FF383F}" srcOrd="1" destOrd="0" parTransId="{6C707929-122D-44EF-BE28-4DBD7EBC1DC6}" sibTransId="{73936DDB-1E5A-4BCE-8971-B71CBF8B27BA}"/>
    <dgm:cxn modelId="{0FD794B3-DC1E-44E1-A4D6-A7837CD20AA9}" srcId="{E949D1C3-EA23-4B06-A358-480C240EA9C4}" destId="{5525A197-18B7-47C5-AF8B-A31CB55A2B8D}" srcOrd="3" destOrd="0" parTransId="{27DC4998-8A44-4C85-8C34-BEBC21FB84E4}" sibTransId="{F260C63D-DA75-401B-979B-D3695418E2A1}"/>
    <dgm:cxn modelId="{9962AFC1-E5BC-4C1C-8592-7AC8CEA36A88}" srcId="{E949D1C3-EA23-4B06-A358-480C240EA9C4}" destId="{288FF434-99DF-47FE-94E0-B6C7293D863F}" srcOrd="5" destOrd="0" parTransId="{294605C6-8F9D-4F14-ADAB-CA44CA984653}" sibTransId="{48806A05-D7B6-4E82-8958-AFE6136D4BC3}"/>
    <dgm:cxn modelId="{FE2D10D1-7300-43BA-8A49-90943141F75C}" type="presOf" srcId="{288FF434-99DF-47FE-94E0-B6C7293D863F}" destId="{FDE6B57A-D77B-44B5-92D0-EBA5431C44AC}" srcOrd="0" destOrd="0" presId="urn:microsoft.com/office/officeart/2018/2/layout/IconVerticalSolidList"/>
    <dgm:cxn modelId="{8212ABD6-0640-4B7E-A24C-3ABCD36B7AFC}" type="presOf" srcId="{A8D57E77-3B09-4D57-86E6-609C28FF383F}" destId="{6E075A21-5E4C-45CD-86C1-5F935D83D3A4}" srcOrd="0" destOrd="0" presId="urn:microsoft.com/office/officeart/2018/2/layout/IconVerticalSolidList"/>
    <dgm:cxn modelId="{1F25F592-1526-48ED-852E-94905331D53D}" type="presParOf" srcId="{74F6D8AE-4D11-48D9-A7BB-64AA939CD89A}" destId="{2B63E271-1782-40A2-8801-D2ABCD47A818}" srcOrd="0" destOrd="0" presId="urn:microsoft.com/office/officeart/2018/2/layout/IconVerticalSolidList"/>
    <dgm:cxn modelId="{042DEF64-6D28-450F-953C-639295007D73}" type="presParOf" srcId="{2B63E271-1782-40A2-8801-D2ABCD47A818}" destId="{511C4E31-67E7-45E0-9D7C-9EDD5ABB996D}" srcOrd="0" destOrd="0" presId="urn:microsoft.com/office/officeart/2018/2/layout/IconVerticalSolidList"/>
    <dgm:cxn modelId="{7D2D87DD-14F0-4DA4-8559-B4CD1971AB77}" type="presParOf" srcId="{2B63E271-1782-40A2-8801-D2ABCD47A818}" destId="{57CD6C27-1975-46B4-B132-125A95C35108}" srcOrd="1" destOrd="0" presId="urn:microsoft.com/office/officeart/2018/2/layout/IconVerticalSolidList"/>
    <dgm:cxn modelId="{A8989CDD-9146-4AA2-9282-EA3C94CBA68A}" type="presParOf" srcId="{2B63E271-1782-40A2-8801-D2ABCD47A818}" destId="{F5CC0950-215D-4BB0-A53D-7C994C607339}" srcOrd="2" destOrd="0" presId="urn:microsoft.com/office/officeart/2018/2/layout/IconVerticalSolidList"/>
    <dgm:cxn modelId="{83A9F729-C994-44F4-86AB-ED2CAC91F74F}" type="presParOf" srcId="{2B63E271-1782-40A2-8801-D2ABCD47A818}" destId="{FA0D8B30-442F-4279-92A5-A257C5191149}" srcOrd="3" destOrd="0" presId="urn:microsoft.com/office/officeart/2018/2/layout/IconVerticalSolidList"/>
    <dgm:cxn modelId="{4188E09C-809A-4411-A1A6-A7BCB2E474EE}" type="presParOf" srcId="{74F6D8AE-4D11-48D9-A7BB-64AA939CD89A}" destId="{D27874F9-9888-4DD6-8C02-4288A7AB3B68}" srcOrd="1" destOrd="0" presId="urn:microsoft.com/office/officeart/2018/2/layout/IconVerticalSolidList"/>
    <dgm:cxn modelId="{7AE139B9-ECD8-4BFF-8766-B35539D0E4C8}" type="presParOf" srcId="{74F6D8AE-4D11-48D9-A7BB-64AA939CD89A}" destId="{36538064-FE20-4FEA-9F68-5BF80B1CFF14}" srcOrd="2" destOrd="0" presId="urn:microsoft.com/office/officeart/2018/2/layout/IconVerticalSolidList"/>
    <dgm:cxn modelId="{B8A86469-2F3E-4D9A-9DDD-A5A8AE63270E}" type="presParOf" srcId="{36538064-FE20-4FEA-9F68-5BF80B1CFF14}" destId="{D7E286DE-A186-4135-A61E-CDEE3431A36C}" srcOrd="0" destOrd="0" presId="urn:microsoft.com/office/officeart/2018/2/layout/IconVerticalSolidList"/>
    <dgm:cxn modelId="{70CDD77F-B750-49B4-ABD6-F74369599C0B}" type="presParOf" srcId="{36538064-FE20-4FEA-9F68-5BF80B1CFF14}" destId="{73C3E5D8-D41B-43E1-9FB1-9FB35F4A414E}" srcOrd="1" destOrd="0" presId="urn:microsoft.com/office/officeart/2018/2/layout/IconVerticalSolidList"/>
    <dgm:cxn modelId="{CAA0EBE7-8028-43E2-8CF2-932E9082A79D}" type="presParOf" srcId="{36538064-FE20-4FEA-9F68-5BF80B1CFF14}" destId="{50AEF4E9-BA4E-4DB6-B29B-ED964650C97E}" srcOrd="2" destOrd="0" presId="urn:microsoft.com/office/officeart/2018/2/layout/IconVerticalSolidList"/>
    <dgm:cxn modelId="{78FE1581-484C-4356-A803-00D80F13952A}" type="presParOf" srcId="{36538064-FE20-4FEA-9F68-5BF80B1CFF14}" destId="{6E075A21-5E4C-45CD-86C1-5F935D83D3A4}" srcOrd="3" destOrd="0" presId="urn:microsoft.com/office/officeart/2018/2/layout/IconVerticalSolidList"/>
    <dgm:cxn modelId="{D207D9FB-A4BB-4893-AA8B-04AD143FCD90}" type="presParOf" srcId="{74F6D8AE-4D11-48D9-A7BB-64AA939CD89A}" destId="{97147839-F1FA-4F2C-B7A3-2E88D21983B8}" srcOrd="3" destOrd="0" presId="urn:microsoft.com/office/officeart/2018/2/layout/IconVerticalSolidList"/>
    <dgm:cxn modelId="{63454080-210D-4AF9-9C58-169F12DE5A0D}" type="presParOf" srcId="{74F6D8AE-4D11-48D9-A7BB-64AA939CD89A}" destId="{771CFF27-3099-45B6-AD25-A482EC7AB38B}" srcOrd="4" destOrd="0" presId="urn:microsoft.com/office/officeart/2018/2/layout/IconVerticalSolidList"/>
    <dgm:cxn modelId="{283AD4FB-37DE-41E4-9E07-142C30BFB16E}" type="presParOf" srcId="{771CFF27-3099-45B6-AD25-A482EC7AB38B}" destId="{603B081F-C619-45FD-9526-3EA4A8AA886F}" srcOrd="0" destOrd="0" presId="urn:microsoft.com/office/officeart/2018/2/layout/IconVerticalSolidList"/>
    <dgm:cxn modelId="{327B1E08-A5BE-4077-B837-A1856BF24837}" type="presParOf" srcId="{771CFF27-3099-45B6-AD25-A482EC7AB38B}" destId="{1F71714C-1D27-407C-8A3D-5FDED1CCBD08}" srcOrd="1" destOrd="0" presId="urn:microsoft.com/office/officeart/2018/2/layout/IconVerticalSolidList"/>
    <dgm:cxn modelId="{0D755702-871A-44DF-95C0-49C2C46FB6C4}" type="presParOf" srcId="{771CFF27-3099-45B6-AD25-A482EC7AB38B}" destId="{783A6C94-B7B9-4F7B-A304-7C9DBFDC793A}" srcOrd="2" destOrd="0" presId="urn:microsoft.com/office/officeart/2018/2/layout/IconVerticalSolidList"/>
    <dgm:cxn modelId="{884D0A43-383D-4774-99F7-2C8156E01351}" type="presParOf" srcId="{771CFF27-3099-45B6-AD25-A482EC7AB38B}" destId="{24DEAC10-BEC5-4D24-A46F-D340A2E2AFDF}" srcOrd="3" destOrd="0" presId="urn:microsoft.com/office/officeart/2018/2/layout/IconVerticalSolidList"/>
    <dgm:cxn modelId="{AB5065BF-0755-4FBA-9061-E59B3472E1A8}" type="presParOf" srcId="{74F6D8AE-4D11-48D9-A7BB-64AA939CD89A}" destId="{34B25157-DA31-45D5-A756-7A7CF9D6925D}" srcOrd="5" destOrd="0" presId="urn:microsoft.com/office/officeart/2018/2/layout/IconVerticalSolidList"/>
    <dgm:cxn modelId="{1D95CB1D-D8F8-4486-AC9F-4F9BC7A08218}" type="presParOf" srcId="{74F6D8AE-4D11-48D9-A7BB-64AA939CD89A}" destId="{9197C868-3DED-4B82-8AFF-E59B7353B8A0}" srcOrd="6" destOrd="0" presId="urn:microsoft.com/office/officeart/2018/2/layout/IconVerticalSolidList"/>
    <dgm:cxn modelId="{A6BB23DB-5769-471F-BA67-18F6B78C1B29}" type="presParOf" srcId="{9197C868-3DED-4B82-8AFF-E59B7353B8A0}" destId="{C677296E-247F-48C8-816B-48B495FEBDA0}" srcOrd="0" destOrd="0" presId="urn:microsoft.com/office/officeart/2018/2/layout/IconVerticalSolidList"/>
    <dgm:cxn modelId="{EF28BF10-96CC-42C7-A40D-6BD9BC71C170}" type="presParOf" srcId="{9197C868-3DED-4B82-8AFF-E59B7353B8A0}" destId="{F35D4267-BB26-4081-8754-5D4D6C841888}" srcOrd="1" destOrd="0" presId="urn:microsoft.com/office/officeart/2018/2/layout/IconVerticalSolidList"/>
    <dgm:cxn modelId="{DD56B6D3-3C82-4A43-91CD-B27096457A92}" type="presParOf" srcId="{9197C868-3DED-4B82-8AFF-E59B7353B8A0}" destId="{B94E1011-1431-4AA7-8FDD-D73A5F96301C}" srcOrd="2" destOrd="0" presId="urn:microsoft.com/office/officeart/2018/2/layout/IconVerticalSolidList"/>
    <dgm:cxn modelId="{02B6C10D-029B-4114-A6A2-645AD81C21E1}" type="presParOf" srcId="{9197C868-3DED-4B82-8AFF-E59B7353B8A0}" destId="{2127EBB9-A2D6-4394-BFEC-57BEE514B38D}" srcOrd="3" destOrd="0" presId="urn:microsoft.com/office/officeart/2018/2/layout/IconVerticalSolidList"/>
    <dgm:cxn modelId="{08672E63-101F-4FF1-B98D-4CC7698B04F7}" type="presParOf" srcId="{74F6D8AE-4D11-48D9-A7BB-64AA939CD89A}" destId="{4F800B86-2824-4BDB-B7D0-646710AE5CB3}" srcOrd="7" destOrd="0" presId="urn:microsoft.com/office/officeart/2018/2/layout/IconVerticalSolidList"/>
    <dgm:cxn modelId="{00AAB250-2AA9-4458-B119-F88E33A0F0CE}" type="presParOf" srcId="{74F6D8AE-4D11-48D9-A7BB-64AA939CD89A}" destId="{6C0DC933-CFF9-49B6-8136-D9E47E857DFC}" srcOrd="8" destOrd="0" presId="urn:microsoft.com/office/officeart/2018/2/layout/IconVerticalSolidList"/>
    <dgm:cxn modelId="{932B7458-5A4C-4A23-AF55-9F1921988CA3}" type="presParOf" srcId="{6C0DC933-CFF9-49B6-8136-D9E47E857DFC}" destId="{9F808665-15DF-4C55-AE9A-C5407DB74CF3}" srcOrd="0" destOrd="0" presId="urn:microsoft.com/office/officeart/2018/2/layout/IconVerticalSolidList"/>
    <dgm:cxn modelId="{A86658A4-66AD-4281-871B-630DA147EA69}" type="presParOf" srcId="{6C0DC933-CFF9-49B6-8136-D9E47E857DFC}" destId="{78861B8E-06C4-45BB-B0DB-8FFC914ABA01}" srcOrd="1" destOrd="0" presId="urn:microsoft.com/office/officeart/2018/2/layout/IconVerticalSolidList"/>
    <dgm:cxn modelId="{6BF23E04-DA0E-4183-9170-B96ACA1296AF}" type="presParOf" srcId="{6C0DC933-CFF9-49B6-8136-D9E47E857DFC}" destId="{853E3093-AA44-42A6-BAA3-D7A199EFF63A}" srcOrd="2" destOrd="0" presId="urn:microsoft.com/office/officeart/2018/2/layout/IconVerticalSolidList"/>
    <dgm:cxn modelId="{69B073B0-BFEE-4916-89BB-1B3AA73451B5}" type="presParOf" srcId="{6C0DC933-CFF9-49B6-8136-D9E47E857DFC}" destId="{4391A0B6-6002-479A-8892-19AA9B0BA62B}" srcOrd="3" destOrd="0" presId="urn:microsoft.com/office/officeart/2018/2/layout/IconVerticalSolidList"/>
    <dgm:cxn modelId="{07994573-18C8-48E2-B873-18EE35E9FB40}" type="presParOf" srcId="{74F6D8AE-4D11-48D9-A7BB-64AA939CD89A}" destId="{C9412FA6-8FC8-4690-8AD8-EA9F27D5641A}" srcOrd="9" destOrd="0" presId="urn:microsoft.com/office/officeart/2018/2/layout/IconVerticalSolidList"/>
    <dgm:cxn modelId="{8262F866-4AA1-4B66-9AA4-6B56ABC7F11E}" type="presParOf" srcId="{74F6D8AE-4D11-48D9-A7BB-64AA939CD89A}" destId="{987A1FB3-53B0-4F5A-A52F-87EC713D0211}" srcOrd="10" destOrd="0" presId="urn:microsoft.com/office/officeart/2018/2/layout/IconVerticalSolidList"/>
    <dgm:cxn modelId="{200B93C5-801C-4C15-841A-B710CE50EAAF}" type="presParOf" srcId="{987A1FB3-53B0-4F5A-A52F-87EC713D0211}" destId="{8D541D16-55EB-40CE-92BD-ECE3A813B871}" srcOrd="0" destOrd="0" presId="urn:microsoft.com/office/officeart/2018/2/layout/IconVerticalSolidList"/>
    <dgm:cxn modelId="{53C80A23-B151-43DC-AF6D-07ACAF486E68}" type="presParOf" srcId="{987A1FB3-53B0-4F5A-A52F-87EC713D0211}" destId="{C8526E07-7AA8-4BAF-91A2-C237378277EB}" srcOrd="1" destOrd="0" presId="urn:microsoft.com/office/officeart/2018/2/layout/IconVerticalSolidList"/>
    <dgm:cxn modelId="{A3900E3E-6E18-4D78-9112-75C27BFE9337}" type="presParOf" srcId="{987A1FB3-53B0-4F5A-A52F-87EC713D0211}" destId="{7C5AB09E-2F86-43F8-9539-1789258EB79C}" srcOrd="2" destOrd="0" presId="urn:microsoft.com/office/officeart/2018/2/layout/IconVerticalSolidList"/>
    <dgm:cxn modelId="{0771F435-153D-4692-A918-AE9DE1A12FD9}" type="presParOf" srcId="{987A1FB3-53B0-4F5A-A52F-87EC713D0211}" destId="{FDE6B57A-D77B-44B5-92D0-EBA5431C44A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1C4E31-67E7-45E0-9D7C-9EDD5ABB996D}">
      <dsp:nvSpPr>
        <dsp:cNvPr id="0" name=""/>
        <dsp:cNvSpPr/>
      </dsp:nvSpPr>
      <dsp:spPr>
        <a:xfrm>
          <a:off x="0" y="1255"/>
          <a:ext cx="8596668" cy="5349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CD6C27-1975-46B4-B132-125A95C35108}">
      <dsp:nvSpPr>
        <dsp:cNvPr id="0" name=""/>
        <dsp:cNvSpPr/>
      </dsp:nvSpPr>
      <dsp:spPr>
        <a:xfrm>
          <a:off x="161817" y="121615"/>
          <a:ext cx="294213" cy="2942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0D8B30-442F-4279-92A5-A257C5191149}">
      <dsp:nvSpPr>
        <dsp:cNvPr id="0" name=""/>
        <dsp:cNvSpPr/>
      </dsp:nvSpPr>
      <dsp:spPr>
        <a:xfrm>
          <a:off x="617847" y="1255"/>
          <a:ext cx="7978820" cy="534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614" tIns="56614" rIns="56614" bIns="56614" numCol="1" spcCol="1270" anchor="ctr" anchorCtr="0">
          <a:noAutofit/>
        </a:bodyPr>
        <a:lstStyle/>
        <a:p>
          <a:pPr marL="0" lvl="0" indent="0" algn="l" defTabSz="844550">
            <a:lnSpc>
              <a:spcPct val="100000"/>
            </a:lnSpc>
            <a:spcBef>
              <a:spcPct val="0"/>
            </a:spcBef>
            <a:spcAft>
              <a:spcPct val="35000"/>
            </a:spcAft>
            <a:buNone/>
          </a:pPr>
          <a:r>
            <a:rPr lang="en-CA" sz="1900" kern="1200" dirty="0">
              <a:solidFill>
                <a:schemeClr val="tx1"/>
              </a:solidFill>
              <a:latin typeface="Calibri" panose="020F0502020204030204" pitchFamily="34" charset="0"/>
              <a:ea typeface="Calibri" panose="020F0502020204030204" pitchFamily="34" charset="0"/>
              <a:cs typeface="Calibri" panose="020F0502020204030204" pitchFamily="34" charset="0"/>
            </a:rPr>
            <a:t>Introduction to renewable energy sources</a:t>
          </a:r>
          <a:endParaRPr lang="en-US" sz="1900"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dsp:txBody>
      <dsp:txXfrm>
        <a:off x="617847" y="1255"/>
        <a:ext cx="7978820" cy="534932"/>
      </dsp:txXfrm>
    </dsp:sp>
    <dsp:sp modelId="{D7E286DE-A186-4135-A61E-CDEE3431A36C}">
      <dsp:nvSpPr>
        <dsp:cNvPr id="0" name=""/>
        <dsp:cNvSpPr/>
      </dsp:nvSpPr>
      <dsp:spPr>
        <a:xfrm>
          <a:off x="0" y="669921"/>
          <a:ext cx="8596668" cy="5349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C3E5D8-D41B-43E1-9FB1-9FB35F4A414E}">
      <dsp:nvSpPr>
        <dsp:cNvPr id="0" name=""/>
        <dsp:cNvSpPr/>
      </dsp:nvSpPr>
      <dsp:spPr>
        <a:xfrm>
          <a:off x="161817" y="790281"/>
          <a:ext cx="294213" cy="2942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075A21-5E4C-45CD-86C1-5F935D83D3A4}">
      <dsp:nvSpPr>
        <dsp:cNvPr id="0" name=""/>
        <dsp:cNvSpPr/>
      </dsp:nvSpPr>
      <dsp:spPr>
        <a:xfrm>
          <a:off x="617847" y="669921"/>
          <a:ext cx="7978820" cy="534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614" tIns="56614" rIns="56614" bIns="56614" numCol="1" spcCol="1270" anchor="ctr" anchorCtr="0">
          <a:noAutofit/>
        </a:bodyPr>
        <a:lstStyle/>
        <a:p>
          <a:pPr marL="0" lvl="0" indent="0" algn="l" defTabSz="844550">
            <a:lnSpc>
              <a:spcPct val="100000"/>
            </a:lnSpc>
            <a:spcBef>
              <a:spcPct val="0"/>
            </a:spcBef>
            <a:spcAft>
              <a:spcPct val="35000"/>
            </a:spcAft>
            <a:buNone/>
          </a:pPr>
          <a:r>
            <a:rPr lang="en-CA" sz="1900" kern="1200" dirty="0">
              <a:latin typeface="Calibri" panose="020F0502020204030204" pitchFamily="34" charset="0"/>
              <a:ea typeface="Calibri" panose="020F0502020204030204" pitchFamily="34" charset="0"/>
              <a:cs typeface="Calibri" panose="020F0502020204030204" pitchFamily="34" charset="0"/>
            </a:rPr>
            <a:t>Proposed System Design</a:t>
          </a:r>
          <a:endParaRPr lang="en-US" sz="1900" kern="1200" dirty="0">
            <a:latin typeface="Calibri" panose="020F0502020204030204" pitchFamily="34" charset="0"/>
            <a:ea typeface="Calibri" panose="020F0502020204030204" pitchFamily="34" charset="0"/>
            <a:cs typeface="Calibri" panose="020F0502020204030204" pitchFamily="34" charset="0"/>
          </a:endParaRPr>
        </a:p>
      </dsp:txBody>
      <dsp:txXfrm>
        <a:off x="617847" y="669921"/>
        <a:ext cx="7978820" cy="534932"/>
      </dsp:txXfrm>
    </dsp:sp>
    <dsp:sp modelId="{603B081F-C619-45FD-9526-3EA4A8AA886F}">
      <dsp:nvSpPr>
        <dsp:cNvPr id="0" name=""/>
        <dsp:cNvSpPr/>
      </dsp:nvSpPr>
      <dsp:spPr>
        <a:xfrm>
          <a:off x="0" y="1338587"/>
          <a:ext cx="8596668" cy="5349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71714C-1D27-407C-8A3D-5FDED1CCBD08}">
      <dsp:nvSpPr>
        <dsp:cNvPr id="0" name=""/>
        <dsp:cNvSpPr/>
      </dsp:nvSpPr>
      <dsp:spPr>
        <a:xfrm>
          <a:off x="161817" y="1458947"/>
          <a:ext cx="294213" cy="2942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DEAC10-BEC5-4D24-A46F-D340A2E2AFDF}">
      <dsp:nvSpPr>
        <dsp:cNvPr id="0" name=""/>
        <dsp:cNvSpPr/>
      </dsp:nvSpPr>
      <dsp:spPr>
        <a:xfrm>
          <a:off x="617847" y="1338587"/>
          <a:ext cx="7978820" cy="534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614" tIns="56614" rIns="56614" bIns="56614" numCol="1" spcCol="1270" anchor="ctr" anchorCtr="0">
          <a:noAutofit/>
        </a:bodyPr>
        <a:lstStyle/>
        <a:p>
          <a:pPr marL="0" lvl="0" indent="0" algn="l" defTabSz="844550">
            <a:lnSpc>
              <a:spcPct val="100000"/>
            </a:lnSpc>
            <a:spcBef>
              <a:spcPct val="0"/>
            </a:spcBef>
            <a:spcAft>
              <a:spcPct val="35000"/>
            </a:spcAft>
            <a:buNone/>
          </a:pPr>
          <a:r>
            <a:rPr lang="en-CA" sz="1900" kern="1200" dirty="0">
              <a:latin typeface="Calibri" panose="020F0502020204030204" pitchFamily="34" charset="0"/>
              <a:ea typeface="Calibri" panose="020F0502020204030204" pitchFamily="34" charset="0"/>
              <a:cs typeface="Calibri" panose="020F0502020204030204" pitchFamily="34" charset="0"/>
            </a:rPr>
            <a:t>System Modeling and Optimization Objectives</a:t>
          </a:r>
          <a:endParaRPr lang="en-US" sz="1900" kern="1200" dirty="0">
            <a:latin typeface="Calibri" panose="020F0502020204030204" pitchFamily="34" charset="0"/>
            <a:ea typeface="Calibri" panose="020F0502020204030204" pitchFamily="34" charset="0"/>
            <a:cs typeface="Calibri" panose="020F0502020204030204" pitchFamily="34" charset="0"/>
          </a:endParaRPr>
        </a:p>
      </dsp:txBody>
      <dsp:txXfrm>
        <a:off x="617847" y="1338587"/>
        <a:ext cx="7978820" cy="534932"/>
      </dsp:txXfrm>
    </dsp:sp>
    <dsp:sp modelId="{C677296E-247F-48C8-816B-48B495FEBDA0}">
      <dsp:nvSpPr>
        <dsp:cNvPr id="0" name=""/>
        <dsp:cNvSpPr/>
      </dsp:nvSpPr>
      <dsp:spPr>
        <a:xfrm>
          <a:off x="0" y="2007253"/>
          <a:ext cx="8596668" cy="5349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5D4267-BB26-4081-8754-5D4D6C841888}">
      <dsp:nvSpPr>
        <dsp:cNvPr id="0" name=""/>
        <dsp:cNvSpPr/>
      </dsp:nvSpPr>
      <dsp:spPr>
        <a:xfrm>
          <a:off x="161817" y="2127613"/>
          <a:ext cx="294213" cy="2942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27EBB9-A2D6-4394-BFEC-57BEE514B38D}">
      <dsp:nvSpPr>
        <dsp:cNvPr id="0" name=""/>
        <dsp:cNvSpPr/>
      </dsp:nvSpPr>
      <dsp:spPr>
        <a:xfrm>
          <a:off x="617847" y="2007253"/>
          <a:ext cx="7978820" cy="534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614" tIns="56614" rIns="56614" bIns="56614" numCol="1" spcCol="1270" anchor="ctr" anchorCtr="0">
          <a:noAutofit/>
        </a:bodyPr>
        <a:lstStyle/>
        <a:p>
          <a:pPr marL="0" lvl="0" indent="0" algn="l" defTabSz="844550">
            <a:lnSpc>
              <a:spcPct val="100000"/>
            </a:lnSpc>
            <a:spcBef>
              <a:spcPct val="0"/>
            </a:spcBef>
            <a:spcAft>
              <a:spcPct val="35000"/>
            </a:spcAft>
            <a:buNone/>
          </a:pPr>
          <a:r>
            <a:rPr lang="en-CA" sz="1900" kern="1200" dirty="0">
              <a:latin typeface="Calibri" panose="020F0502020204030204" pitchFamily="34" charset="0"/>
              <a:ea typeface="Calibri" panose="020F0502020204030204" pitchFamily="34" charset="0"/>
              <a:cs typeface="Calibri" panose="020F0502020204030204" pitchFamily="34" charset="0"/>
            </a:rPr>
            <a:t>Optimization Methods</a:t>
          </a:r>
          <a:endParaRPr lang="en-US" sz="1900" kern="1200" dirty="0">
            <a:latin typeface="Calibri" panose="020F0502020204030204" pitchFamily="34" charset="0"/>
            <a:ea typeface="Calibri" panose="020F0502020204030204" pitchFamily="34" charset="0"/>
            <a:cs typeface="Calibri" panose="020F0502020204030204" pitchFamily="34" charset="0"/>
          </a:endParaRPr>
        </a:p>
      </dsp:txBody>
      <dsp:txXfrm>
        <a:off x="617847" y="2007253"/>
        <a:ext cx="7978820" cy="534932"/>
      </dsp:txXfrm>
    </dsp:sp>
    <dsp:sp modelId="{9F808665-15DF-4C55-AE9A-C5407DB74CF3}">
      <dsp:nvSpPr>
        <dsp:cNvPr id="0" name=""/>
        <dsp:cNvSpPr/>
      </dsp:nvSpPr>
      <dsp:spPr>
        <a:xfrm>
          <a:off x="0" y="2675919"/>
          <a:ext cx="8596668" cy="5349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861B8E-06C4-45BB-B0DB-8FFC914ABA01}">
      <dsp:nvSpPr>
        <dsp:cNvPr id="0" name=""/>
        <dsp:cNvSpPr/>
      </dsp:nvSpPr>
      <dsp:spPr>
        <a:xfrm>
          <a:off x="161817" y="2796279"/>
          <a:ext cx="294213" cy="29421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91A0B6-6002-479A-8892-19AA9B0BA62B}">
      <dsp:nvSpPr>
        <dsp:cNvPr id="0" name=""/>
        <dsp:cNvSpPr/>
      </dsp:nvSpPr>
      <dsp:spPr>
        <a:xfrm>
          <a:off x="617847" y="2675919"/>
          <a:ext cx="7978820" cy="534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614" tIns="56614" rIns="56614" bIns="56614" numCol="1" spcCol="1270" anchor="ctr" anchorCtr="0">
          <a:noAutofit/>
        </a:bodyPr>
        <a:lstStyle/>
        <a:p>
          <a:pPr marL="0" lvl="0" indent="0" algn="l" defTabSz="844550">
            <a:lnSpc>
              <a:spcPct val="100000"/>
            </a:lnSpc>
            <a:spcBef>
              <a:spcPct val="0"/>
            </a:spcBef>
            <a:spcAft>
              <a:spcPct val="35000"/>
            </a:spcAft>
            <a:buNone/>
          </a:pPr>
          <a:r>
            <a:rPr lang="en-CA" sz="1900" kern="1200" dirty="0">
              <a:latin typeface="Calibri" panose="020F0502020204030204" pitchFamily="34" charset="0"/>
              <a:ea typeface="Calibri" panose="020F0502020204030204" pitchFamily="34" charset="0"/>
              <a:cs typeface="Calibri" panose="020F0502020204030204" pitchFamily="34" charset="0"/>
            </a:rPr>
            <a:t>Results and Discussion</a:t>
          </a:r>
          <a:endParaRPr lang="en-US" sz="1900" kern="1200" dirty="0">
            <a:latin typeface="Calibri" panose="020F0502020204030204" pitchFamily="34" charset="0"/>
            <a:ea typeface="Calibri" panose="020F0502020204030204" pitchFamily="34" charset="0"/>
            <a:cs typeface="Calibri" panose="020F0502020204030204" pitchFamily="34" charset="0"/>
          </a:endParaRPr>
        </a:p>
      </dsp:txBody>
      <dsp:txXfrm>
        <a:off x="617847" y="2675919"/>
        <a:ext cx="7978820" cy="534932"/>
      </dsp:txXfrm>
    </dsp:sp>
    <dsp:sp modelId="{8D541D16-55EB-40CE-92BD-ECE3A813B871}">
      <dsp:nvSpPr>
        <dsp:cNvPr id="0" name=""/>
        <dsp:cNvSpPr/>
      </dsp:nvSpPr>
      <dsp:spPr>
        <a:xfrm>
          <a:off x="0" y="3344585"/>
          <a:ext cx="8596668" cy="5349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526E07-7AA8-4BAF-91A2-C237378277EB}">
      <dsp:nvSpPr>
        <dsp:cNvPr id="0" name=""/>
        <dsp:cNvSpPr/>
      </dsp:nvSpPr>
      <dsp:spPr>
        <a:xfrm>
          <a:off x="161817" y="3464945"/>
          <a:ext cx="294213" cy="29421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E6B57A-D77B-44B5-92D0-EBA5431C44AC}">
      <dsp:nvSpPr>
        <dsp:cNvPr id="0" name=""/>
        <dsp:cNvSpPr/>
      </dsp:nvSpPr>
      <dsp:spPr>
        <a:xfrm>
          <a:off x="617847" y="3344585"/>
          <a:ext cx="7978820" cy="5349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614" tIns="56614" rIns="56614" bIns="56614" numCol="1" spcCol="1270" anchor="ctr" anchorCtr="0">
          <a:noAutofit/>
        </a:bodyPr>
        <a:lstStyle/>
        <a:p>
          <a:pPr marL="0" lvl="0" indent="0" algn="l" defTabSz="844550">
            <a:lnSpc>
              <a:spcPct val="100000"/>
            </a:lnSpc>
            <a:spcBef>
              <a:spcPct val="0"/>
            </a:spcBef>
            <a:spcAft>
              <a:spcPct val="35000"/>
            </a:spcAft>
            <a:buNone/>
          </a:pPr>
          <a:r>
            <a:rPr lang="en-CA" sz="1900" kern="1200" dirty="0">
              <a:latin typeface="Calibri" panose="020F0502020204030204" pitchFamily="34" charset="0"/>
              <a:ea typeface="Calibri" panose="020F0502020204030204" pitchFamily="34" charset="0"/>
              <a:cs typeface="Calibri" panose="020F0502020204030204" pitchFamily="34" charset="0"/>
            </a:rPr>
            <a:t>Conclusion and Future Work</a:t>
          </a:r>
          <a:endParaRPr lang="en-US" sz="1900" kern="1200" dirty="0">
            <a:latin typeface="Calibri" panose="020F0502020204030204" pitchFamily="34" charset="0"/>
            <a:ea typeface="Calibri" panose="020F0502020204030204" pitchFamily="34" charset="0"/>
            <a:cs typeface="Calibri" panose="020F0502020204030204" pitchFamily="34" charset="0"/>
          </a:endParaRPr>
        </a:p>
      </dsp:txBody>
      <dsp:txXfrm>
        <a:off x="617847" y="3344585"/>
        <a:ext cx="7978820" cy="53493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47591E-6D85-4F5B-A533-07C2F4A88A4D}" type="datetimeFigureOut">
              <a:rPr lang="en-CA" smtClean="0"/>
              <a:t>2025-03-11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2B19DE-95FD-409D-B770-AD2B0C852DA1}" type="slidenum">
              <a:rPr lang="en-CA" smtClean="0"/>
              <a:t>‹#›</a:t>
            </a:fld>
            <a:endParaRPr lang="en-CA"/>
          </a:p>
        </p:txBody>
      </p:sp>
    </p:spTree>
    <p:extLst>
      <p:ext uri="{BB962C8B-B14F-4D97-AF65-F5344CB8AC3E}">
        <p14:creationId xmlns:p14="http://schemas.microsoft.com/office/powerpoint/2010/main" val="4146369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effectLst/>
                <a:latin typeface="Times New Roman" panose="02020603050405020304" pitchFamily="18" charset="0"/>
                <a:ea typeface="Times New Roman" panose="02020603050405020304" pitchFamily="18" charset="0"/>
              </a:rPr>
              <a:t>For stepping toward more sustainability it is important to use other available resources such as tidal energy. </a:t>
            </a:r>
            <a:endParaRPr lang="en-CA" dirty="0"/>
          </a:p>
        </p:txBody>
      </p:sp>
      <p:sp>
        <p:nvSpPr>
          <p:cNvPr id="4" name="Slide Number Placeholder 3"/>
          <p:cNvSpPr>
            <a:spLocks noGrp="1"/>
          </p:cNvSpPr>
          <p:nvPr>
            <p:ph type="sldNum" sz="quarter" idx="5"/>
          </p:nvPr>
        </p:nvSpPr>
        <p:spPr/>
        <p:txBody>
          <a:bodyPr/>
          <a:lstStyle/>
          <a:p>
            <a:fld id="{382B19DE-95FD-409D-B770-AD2B0C852DA1}" type="slidenum">
              <a:rPr lang="en-CA" smtClean="0"/>
              <a:t>4</a:t>
            </a:fld>
            <a:endParaRPr lang="en-CA"/>
          </a:p>
        </p:txBody>
      </p:sp>
    </p:spTree>
    <p:extLst>
      <p:ext uri="{BB962C8B-B14F-4D97-AF65-F5344CB8AC3E}">
        <p14:creationId xmlns:p14="http://schemas.microsoft.com/office/powerpoint/2010/main" val="2112154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Times New Roman" panose="02020603050405020304" pitchFamily="18" charset="0"/>
              </a:rPr>
              <a:t>BESS balance supply and demand by storing excess energy for later use, and it is necessary to use them to optimize various aspects such as capacity, cost, and power quality of the system.</a:t>
            </a:r>
            <a:endParaRPr lang="en-CA" dirty="0"/>
          </a:p>
        </p:txBody>
      </p:sp>
      <p:sp>
        <p:nvSpPr>
          <p:cNvPr id="4" name="Slide Number Placeholder 3"/>
          <p:cNvSpPr>
            <a:spLocks noGrp="1"/>
          </p:cNvSpPr>
          <p:nvPr>
            <p:ph type="sldNum" sz="quarter" idx="5"/>
          </p:nvPr>
        </p:nvSpPr>
        <p:spPr/>
        <p:txBody>
          <a:bodyPr/>
          <a:lstStyle/>
          <a:p>
            <a:fld id="{382B19DE-95FD-409D-B770-AD2B0C852DA1}" type="slidenum">
              <a:rPr lang="en-CA" smtClean="0"/>
              <a:t>6</a:t>
            </a:fld>
            <a:endParaRPr lang="en-CA"/>
          </a:p>
        </p:txBody>
      </p:sp>
    </p:spTree>
    <p:extLst>
      <p:ext uri="{BB962C8B-B14F-4D97-AF65-F5344CB8AC3E}">
        <p14:creationId xmlns:p14="http://schemas.microsoft.com/office/powerpoint/2010/main" val="2127660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82B19DE-95FD-409D-B770-AD2B0C852DA1}" type="slidenum">
              <a:rPr lang="en-CA" smtClean="0"/>
              <a:t>14</a:t>
            </a:fld>
            <a:endParaRPr lang="en-CA"/>
          </a:p>
        </p:txBody>
      </p:sp>
    </p:spTree>
    <p:extLst>
      <p:ext uri="{BB962C8B-B14F-4D97-AF65-F5344CB8AC3E}">
        <p14:creationId xmlns:p14="http://schemas.microsoft.com/office/powerpoint/2010/main" val="3438684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82B19DE-95FD-409D-B770-AD2B0C852DA1}" type="slidenum">
              <a:rPr lang="en-CA" smtClean="0"/>
              <a:t>18</a:t>
            </a:fld>
            <a:endParaRPr lang="en-CA"/>
          </a:p>
        </p:txBody>
      </p:sp>
    </p:spTree>
    <p:extLst>
      <p:ext uri="{BB962C8B-B14F-4D97-AF65-F5344CB8AC3E}">
        <p14:creationId xmlns:p14="http://schemas.microsoft.com/office/powerpoint/2010/main" val="95562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82B19DE-95FD-409D-B770-AD2B0C852DA1}" type="slidenum">
              <a:rPr lang="en-CA" smtClean="0"/>
              <a:t>27</a:t>
            </a:fld>
            <a:endParaRPr lang="en-CA"/>
          </a:p>
        </p:txBody>
      </p:sp>
    </p:spTree>
    <p:extLst>
      <p:ext uri="{BB962C8B-B14F-4D97-AF65-F5344CB8AC3E}">
        <p14:creationId xmlns:p14="http://schemas.microsoft.com/office/powerpoint/2010/main" val="1166711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li-ion batteries have a broader range of SOC (0.05 to 0.8) compared to lead acid batteries (0.4 to 0.8). an initial charge of 50% is used for the batteries. Additionally, as a cell ages maximum SOC decreases. Thus, what represents a full charge (100% SOC) in a new cell would only translate to approximately 75% to 80% SOC in an older cell. Maintaining a maximum SOC of 80% in a battery is often recommended to significantly extend its lifespan by minimizing stress on the battery cells.</a:t>
            </a:r>
            <a:endParaRPr lang="en-CA" sz="1800" dirty="0">
              <a:effectLst/>
              <a:latin typeface="Times New Roman" panose="02020603050405020304" pitchFamily="18" charset="0"/>
              <a:ea typeface="Times New Roman" panose="02020603050405020304" pitchFamily="18" charset="0"/>
            </a:endParaRPr>
          </a:p>
          <a:p>
            <a:endParaRPr lang="en-CA" dirty="0"/>
          </a:p>
        </p:txBody>
      </p:sp>
      <p:sp>
        <p:nvSpPr>
          <p:cNvPr id="4" name="Slide Number Placeholder 3"/>
          <p:cNvSpPr>
            <a:spLocks noGrp="1"/>
          </p:cNvSpPr>
          <p:nvPr>
            <p:ph type="sldNum" sz="quarter" idx="5"/>
          </p:nvPr>
        </p:nvSpPr>
        <p:spPr/>
        <p:txBody>
          <a:bodyPr/>
          <a:lstStyle/>
          <a:p>
            <a:fld id="{382B19DE-95FD-409D-B770-AD2B0C852DA1}" type="slidenum">
              <a:rPr lang="en-CA" smtClean="0"/>
              <a:t>32</a:t>
            </a:fld>
            <a:endParaRPr lang="en-CA"/>
          </a:p>
        </p:txBody>
      </p:sp>
    </p:spTree>
    <p:extLst>
      <p:ext uri="{BB962C8B-B14F-4D97-AF65-F5344CB8AC3E}">
        <p14:creationId xmlns:p14="http://schemas.microsoft.com/office/powerpoint/2010/main" val="2473345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048198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704924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45834-53BD-4C8F-B791-CD5378F4150E}"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170085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E45834-53BD-4C8F-B791-CD5378F4150E}"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916689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E45834-53BD-4C8F-B791-CD5378F4150E}" type="datetimeFigureOut">
              <a:rPr lang="en-US" smtClean="0"/>
              <a:t>3/11/2025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231770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E45834-53BD-4C8F-B791-CD5378F4150E}" type="datetimeFigureOut">
              <a:rPr lang="en-US" smtClean="0"/>
              <a:t>3/11/2025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92480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E45834-53BD-4C8F-B791-CD5378F4150E}" type="datetimeFigureOut">
              <a:rPr lang="en-US" smtClean="0"/>
              <a:t>3/11/2025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51693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1E45834-53BD-4C8F-B791-CD5378F4150E}"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012957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1E45834-53BD-4C8F-B791-CD5378F4150E}" type="datetimeFigureOut">
              <a:rPr lang="en-US" smtClean="0"/>
              <a:t>3/11/2025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935673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603789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E45834-53BD-4C8F-B791-CD5378F4150E}" type="datetimeFigureOut">
              <a:rPr lang="en-US" smtClean="0"/>
              <a:t>3/11/2025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78691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5834-53BD-4C8F-B791-CD5378F4150E}" type="datetimeFigureOut">
              <a:rPr lang="en-US" smtClean="0"/>
              <a:t>3/11/2025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9D7796-F675-488F-AC46-C88938C80352}" type="slidenum">
              <a:rPr lang="en-US" smtClean="0"/>
              <a:t>‹#›</a:t>
            </a:fld>
            <a:endParaRPr lang="en-US"/>
          </a:p>
        </p:txBody>
      </p:sp>
    </p:spTree>
    <p:extLst>
      <p:ext uri="{BB962C8B-B14F-4D97-AF65-F5344CB8AC3E}">
        <p14:creationId xmlns:p14="http://schemas.microsoft.com/office/powerpoint/2010/main" val="4197454740"/>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www.cde.ual.es/en/renewable-energy-in-europe/"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3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51CFC0-7053-9B1C-1E16-8C82A4B77A9E}"/>
              </a:ext>
            </a:extLst>
          </p:cNvPr>
          <p:cNvPicPr>
            <a:picLocks noChangeAspect="1"/>
          </p:cNvPicPr>
          <p:nvPr/>
        </p:nvPicPr>
        <p:blipFill>
          <a:blip r:embed="rId2">
            <a:alphaModFix/>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rcRect l="1728" r="-1" b="-1"/>
          <a:stretch/>
        </p:blipFill>
        <p:spPr>
          <a:xfrm>
            <a:off x="20" y="10"/>
            <a:ext cx="12191980" cy="6857990"/>
          </a:xfrm>
          <a:prstGeom prst="rect">
            <a:avLst/>
          </a:prstGeom>
        </p:spPr>
      </p:pic>
      <p:sp>
        <p:nvSpPr>
          <p:cNvPr id="2" name="Title 1">
            <a:extLst>
              <a:ext uri="{FF2B5EF4-FFF2-40B4-BE49-F238E27FC236}">
                <a16:creationId xmlns:a16="http://schemas.microsoft.com/office/drawing/2014/main" id="{043FD95B-197D-B0E9-7557-37A7F061942E}"/>
              </a:ext>
            </a:extLst>
          </p:cNvPr>
          <p:cNvSpPr>
            <a:spLocks noGrp="1"/>
          </p:cNvSpPr>
          <p:nvPr>
            <p:ph type="ctrTitle"/>
          </p:nvPr>
        </p:nvSpPr>
        <p:spPr>
          <a:xfrm>
            <a:off x="1667898" y="1820509"/>
            <a:ext cx="8856203" cy="2579642"/>
          </a:xfrm>
          <a:effectLst>
            <a:outerShdw blurRad="50800" dist="38100" dir="5400000" algn="t" rotWithShape="0">
              <a:prstClr val="black">
                <a:alpha val="40000"/>
              </a:prstClr>
            </a:outerShdw>
          </a:effectLst>
        </p:spPr>
        <p:txBody>
          <a:bodyPr anchor="t">
            <a:normAutofit/>
          </a:bodyPr>
          <a:lstStyle/>
          <a:p>
            <a:pPr algn="ctr"/>
            <a:r>
              <a:rPr lang="en-US" sz="3800" b="1" kern="2400" dirty="0">
                <a:solidFill>
                  <a:srgbClr val="FFFFFF"/>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OPTIMIZED RENEWABLE ENERGY INTEGRATION: ADVANCED MODELING, CONTROL AND DESIGN OF A STANDALONE MICROGRID</a:t>
            </a:r>
            <a:endParaRPr lang="en-CA" sz="3800" b="1" dirty="0">
              <a:solidFill>
                <a:srgbClr val="FFFFFF"/>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C18B2032-DB32-70EE-62D7-FB2C0E65E217}"/>
              </a:ext>
            </a:extLst>
          </p:cNvPr>
          <p:cNvSpPr>
            <a:spLocks noGrp="1"/>
          </p:cNvSpPr>
          <p:nvPr>
            <p:ph type="subTitle" idx="1"/>
          </p:nvPr>
        </p:nvSpPr>
        <p:spPr>
          <a:xfrm>
            <a:off x="1836075" y="4567792"/>
            <a:ext cx="8519850" cy="1022953"/>
          </a:xfrm>
          <a:effectLst>
            <a:outerShdw blurRad="50800" dist="38100" dir="5400000" algn="t" rotWithShape="0">
              <a:prstClr val="black">
                <a:alpha val="40000"/>
              </a:prstClr>
            </a:outerShdw>
          </a:effectLst>
        </p:spPr>
        <p:txBody>
          <a:bodyPr anchor="b">
            <a:normAutofit fontScale="85000" lnSpcReduction="20000"/>
          </a:bodyPr>
          <a:lstStyle/>
          <a:p>
            <a:pPr algn="ctr">
              <a:lnSpc>
                <a:spcPct val="110000"/>
              </a:lnSpc>
              <a:spcBef>
                <a:spcPct val="0"/>
              </a:spcBef>
              <a:spcAft>
                <a:spcPts val="600"/>
              </a:spcAft>
              <a:buClrTx/>
              <a:buSzTx/>
              <a:defRPr/>
            </a:pPr>
            <a:r>
              <a:rPr lang="en-US" sz="1400" b="1" kern="2400" dirty="0">
                <a:solidFill>
                  <a:srgbClr val="FFFFFF"/>
                </a:solidFill>
                <a:latin typeface="Calibri" panose="020F0502020204030204" pitchFamily="34" charset="0"/>
                <a:ea typeface="Calibri" panose="020F0502020204030204" pitchFamily="34" charset="0"/>
                <a:cs typeface="Calibri" panose="020F0502020204030204" pitchFamily="34" charset="0"/>
              </a:rPr>
              <a:t>Shiva Talebi</a:t>
            </a:r>
          </a:p>
          <a:p>
            <a:pPr algn="ctr">
              <a:lnSpc>
                <a:spcPct val="110000"/>
              </a:lnSpc>
              <a:spcBef>
                <a:spcPct val="0"/>
              </a:spcBef>
              <a:spcAft>
                <a:spcPts val="600"/>
              </a:spcAft>
              <a:buClrTx/>
              <a:buSzTx/>
              <a:defRPr/>
            </a:pPr>
            <a:r>
              <a:rPr lang="en-US" sz="1400" b="1" kern="2400" dirty="0">
                <a:solidFill>
                  <a:srgbClr val="FFFFFF"/>
                </a:solidFill>
                <a:latin typeface="Calibri" panose="020F0502020204030204" pitchFamily="34" charset="0"/>
                <a:ea typeface="Calibri" panose="020F0502020204030204" pitchFamily="34" charset="0"/>
                <a:cs typeface="Calibri" panose="020F0502020204030204" pitchFamily="34" charset="0"/>
              </a:rPr>
              <a:t>Department of Electrical and Computer Engineering</a:t>
            </a:r>
          </a:p>
          <a:p>
            <a:pPr algn="ctr">
              <a:lnSpc>
                <a:spcPct val="110000"/>
              </a:lnSpc>
              <a:spcBef>
                <a:spcPct val="0"/>
              </a:spcBef>
              <a:spcAft>
                <a:spcPts val="600"/>
              </a:spcAft>
              <a:buClrTx/>
              <a:buSzTx/>
              <a:defRPr/>
            </a:pPr>
            <a:r>
              <a:rPr lang="en-US" sz="1400" b="1" kern="2400" dirty="0">
                <a:solidFill>
                  <a:srgbClr val="FFFFFF"/>
                </a:solidFill>
                <a:latin typeface="Calibri" panose="020F0502020204030204" pitchFamily="34" charset="0"/>
                <a:ea typeface="Calibri" panose="020F0502020204030204" pitchFamily="34" charset="0"/>
                <a:cs typeface="Calibri" panose="020F0502020204030204" pitchFamily="34" charset="0"/>
              </a:rPr>
              <a:t>Supervisor: Dr. Hamed H. Aly</a:t>
            </a:r>
          </a:p>
          <a:p>
            <a:pPr algn="ctr">
              <a:lnSpc>
                <a:spcPct val="110000"/>
              </a:lnSpc>
              <a:spcBef>
                <a:spcPct val="0"/>
              </a:spcBef>
              <a:spcAft>
                <a:spcPts val="600"/>
              </a:spcAft>
              <a:buClrTx/>
              <a:buSzTx/>
              <a:defRPr/>
            </a:pPr>
            <a:r>
              <a:rPr lang="en-CA" sz="1400" b="1" kern="2400" dirty="0">
                <a:solidFill>
                  <a:srgbClr val="FFFFFF"/>
                </a:solidFill>
                <a:latin typeface="Calibri" panose="020F0502020204030204" pitchFamily="34" charset="0"/>
                <a:ea typeface="Calibri" panose="020F0502020204030204" pitchFamily="34" charset="0"/>
                <a:cs typeface="Calibri" panose="020F0502020204030204" pitchFamily="34" charset="0"/>
              </a:rPr>
              <a:t>Committee Members: Dr. Ya-Jun Pan and Dr. </a:t>
            </a:r>
            <a:r>
              <a:rPr lang="en-CA" sz="1400" b="1" kern="2400" dirty="0" err="1">
                <a:solidFill>
                  <a:srgbClr val="FFFFFF"/>
                </a:solidFill>
                <a:latin typeface="Calibri" panose="020F0502020204030204" pitchFamily="34" charset="0"/>
                <a:ea typeface="Calibri" panose="020F0502020204030204" pitchFamily="34" charset="0"/>
                <a:cs typeface="Calibri" panose="020F0502020204030204" pitchFamily="34" charset="0"/>
              </a:rPr>
              <a:t>Ezz</a:t>
            </a:r>
            <a:r>
              <a:rPr lang="en-CA" sz="1400" b="1" kern="2400" dirty="0">
                <a:solidFill>
                  <a:srgbClr val="FFFFFF"/>
                </a:solidFill>
                <a:latin typeface="Calibri" panose="020F0502020204030204" pitchFamily="34" charset="0"/>
                <a:ea typeface="Calibri" panose="020F0502020204030204" pitchFamily="34" charset="0"/>
                <a:cs typeface="Calibri" panose="020F0502020204030204" pitchFamily="34" charset="0"/>
              </a:rPr>
              <a:t> El-</a:t>
            </a:r>
            <a:r>
              <a:rPr lang="en-CA" sz="1400" b="1" kern="2400" dirty="0" err="1">
                <a:solidFill>
                  <a:srgbClr val="FFFFFF"/>
                </a:solidFill>
                <a:latin typeface="Calibri" panose="020F0502020204030204" pitchFamily="34" charset="0"/>
                <a:ea typeface="Calibri" panose="020F0502020204030204" pitchFamily="34" charset="0"/>
                <a:cs typeface="Calibri" panose="020F0502020204030204" pitchFamily="34" charset="0"/>
              </a:rPr>
              <a:t>Masry</a:t>
            </a:r>
            <a:endParaRPr lang="en-CA" sz="1400" b="1" kern="2400"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0312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1C368-8CD5-E5C1-D28A-FCEA85CD00A3}"/>
              </a:ext>
            </a:extLst>
          </p:cNvPr>
          <p:cNvSpPr>
            <a:spLocks noGrp="1"/>
          </p:cNvSpPr>
          <p:nvPr>
            <p:ph type="title"/>
          </p:nvPr>
        </p:nvSpPr>
        <p:spPr>
          <a:xfrm>
            <a:off x="677335" y="685801"/>
            <a:ext cx="8596668" cy="1320800"/>
          </a:xfrm>
        </p:spPr>
        <p:txBody>
          <a:bodyPr/>
          <a:lstStyle/>
          <a:p>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Outline</a:t>
            </a:r>
            <a:endParaRPr lang="en-CA"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Content Placeholder 2">
            <a:extLst>
              <a:ext uri="{FF2B5EF4-FFF2-40B4-BE49-F238E27FC236}">
                <a16:creationId xmlns:a16="http://schemas.microsoft.com/office/drawing/2014/main" id="{11ED7208-5394-649D-75D5-0ED8522FDFBF}"/>
              </a:ext>
            </a:extLst>
          </p:cNvPr>
          <p:cNvGraphicFramePr>
            <a:graphicFrameLocks noGrp="1"/>
          </p:cNvGraphicFramePr>
          <p:nvPr>
            <p:ph idx="1"/>
            <p:extLst>
              <p:ext uri="{D42A27DB-BD31-4B8C-83A1-F6EECF244321}">
                <p14:modId xmlns:p14="http://schemas.microsoft.com/office/powerpoint/2010/main" val="3391217981"/>
              </p:ext>
            </p:extLst>
          </p:nvPr>
        </p:nvGraphicFramePr>
        <p:xfrm>
          <a:off x="677335" y="1712914"/>
          <a:ext cx="8596668" cy="38807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6783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C21A0-8157-57D9-CACF-B2D51CD18392}"/>
              </a:ext>
            </a:extLst>
          </p:cNvPr>
          <p:cNvSpPr>
            <a:spLocks noGrp="1"/>
          </p:cNvSpPr>
          <p:nvPr>
            <p:ph type="title"/>
          </p:nvPr>
        </p:nvSpPr>
        <p:spPr>
          <a:xfrm>
            <a:off x="1624380" y="619126"/>
            <a:ext cx="9524998" cy="1152525"/>
          </a:xfrm>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Transition to Renewable Energy Sources</a:t>
            </a:r>
            <a:endParaRPr lang="en-CA"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CCDB58FA-A0FD-C8A7-1840-725D3FBD0EFA}"/>
              </a:ext>
            </a:extLst>
          </p:cNvPr>
          <p:cNvSpPr>
            <a:spLocks noGrp="1" noChangeArrowheads="1"/>
          </p:cNvSpPr>
          <p:nvPr>
            <p:ph idx="1"/>
          </p:nvPr>
        </p:nvSpPr>
        <p:spPr bwMode="auto">
          <a:xfrm>
            <a:off x="1435711" y="1715293"/>
            <a:ext cx="4358053" cy="459581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L="0" indent="0" defTabSz="914400" eaLnBrk="0" fontAlgn="base" hangingPunct="0">
              <a:lnSpc>
                <a:spcPct val="90000"/>
              </a:lnSpc>
              <a:spcBef>
                <a:spcPct val="0"/>
              </a:spcBef>
              <a:spcAft>
                <a:spcPts val="600"/>
              </a:spcAft>
              <a:buClrTx/>
              <a:buSzTx/>
              <a:buNone/>
            </a:pPr>
            <a:r>
              <a:rPr lang="en-US" alt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Challenges of Fossil Fuels</a:t>
            </a:r>
            <a:r>
              <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eaLnBrk="0" fontAlgn="base" hangingPunct="0">
              <a:lnSpc>
                <a:spcPct val="90000"/>
              </a:lnSpc>
              <a:spcBef>
                <a:spcPct val="0"/>
              </a:spcBef>
              <a:spcAft>
                <a:spcPts val="600"/>
              </a:spcAft>
              <a:buFont typeface="Arial" panose="020B0604020202020204" pitchFamily="34" charset="0"/>
              <a:buChar char="•"/>
            </a:pPr>
            <a:r>
              <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Harmful environmental impact (e.g., CO2 emissions).</a:t>
            </a:r>
          </a:p>
          <a:p>
            <a:pPr eaLnBrk="0" fontAlgn="base" hangingPunct="0">
              <a:lnSpc>
                <a:spcPct val="90000"/>
              </a:lnSpc>
              <a:spcBef>
                <a:spcPct val="0"/>
              </a:spcBef>
              <a:spcAft>
                <a:spcPts val="600"/>
              </a:spcAft>
              <a:buFont typeface="Arial" panose="020B0604020202020204" pitchFamily="34" charset="0"/>
              <a:buChar char="•"/>
            </a:pPr>
            <a:r>
              <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Non-renewable and finite resources.</a:t>
            </a:r>
          </a:p>
          <a:p>
            <a:pPr marL="0" indent="0" eaLnBrk="0" fontAlgn="base" hangingPunct="0">
              <a:lnSpc>
                <a:spcPct val="90000"/>
              </a:lnSpc>
              <a:spcBef>
                <a:spcPct val="0"/>
              </a:spcBef>
              <a:spcAft>
                <a:spcPts val="600"/>
              </a:spcAft>
              <a:buNone/>
            </a:pPr>
            <a:endPar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defTabSz="914400" eaLnBrk="0" fontAlgn="base" hangingPunct="0">
              <a:lnSpc>
                <a:spcPct val="90000"/>
              </a:lnSpc>
              <a:spcBef>
                <a:spcPct val="0"/>
              </a:spcBef>
              <a:spcAft>
                <a:spcPts val="600"/>
              </a:spcAft>
              <a:buClrTx/>
              <a:buSzTx/>
              <a:buNone/>
            </a:pPr>
            <a:r>
              <a:rPr lang="en-US" alt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Shift to Renewable Energy Sources (RESs)</a:t>
            </a:r>
            <a:r>
              <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eaLnBrk="0" fontAlgn="base" hangingPunct="0">
              <a:lnSpc>
                <a:spcPct val="90000"/>
              </a:lnSpc>
              <a:spcBef>
                <a:spcPct val="0"/>
              </a:spcBef>
              <a:spcAft>
                <a:spcPts val="600"/>
              </a:spcAft>
              <a:buFont typeface="Arial" panose="020B0604020202020204" pitchFamily="34" charset="0"/>
              <a:buChar char="•"/>
            </a:pPr>
            <a:r>
              <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Clean and reliable alternative.</a:t>
            </a:r>
          </a:p>
          <a:p>
            <a:pPr eaLnBrk="0" fontAlgn="base" hangingPunct="0">
              <a:lnSpc>
                <a:spcPct val="90000"/>
              </a:lnSpc>
              <a:spcBef>
                <a:spcPct val="0"/>
              </a:spcBef>
              <a:spcAft>
                <a:spcPts val="600"/>
              </a:spcAft>
              <a:buFont typeface="Arial" panose="020B0604020202020204" pitchFamily="34" charset="0"/>
              <a:buChar char="•"/>
            </a:pPr>
            <a:r>
              <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Essential for modern microgrids due to climate change concerns.</a:t>
            </a:r>
          </a:p>
          <a:p>
            <a:pPr marL="0" indent="0" eaLnBrk="0" fontAlgn="base" hangingPunct="0">
              <a:lnSpc>
                <a:spcPct val="90000"/>
              </a:lnSpc>
              <a:spcBef>
                <a:spcPct val="0"/>
              </a:spcBef>
              <a:spcAft>
                <a:spcPts val="600"/>
              </a:spcAft>
              <a:buNone/>
            </a:pPr>
            <a:endPar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defTabSz="914400" eaLnBrk="0" fontAlgn="base" hangingPunct="0">
              <a:lnSpc>
                <a:spcPct val="90000"/>
              </a:lnSpc>
              <a:spcBef>
                <a:spcPct val="0"/>
              </a:spcBef>
              <a:spcAft>
                <a:spcPts val="600"/>
              </a:spcAft>
              <a:buClrTx/>
              <a:buSzTx/>
              <a:buNone/>
            </a:pPr>
            <a:r>
              <a:rPr lang="en-US" alt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Challenges with RESs</a:t>
            </a:r>
            <a:r>
              <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eaLnBrk="0" fontAlgn="base" hangingPunct="0">
              <a:lnSpc>
                <a:spcPct val="90000"/>
              </a:lnSpc>
              <a:spcBef>
                <a:spcPct val="0"/>
              </a:spcBef>
              <a:spcAft>
                <a:spcPts val="600"/>
              </a:spcAft>
              <a:buFont typeface="Arial" panose="020B0604020202020204" pitchFamily="34" charset="0"/>
              <a:buChar char="•"/>
            </a:pPr>
            <a:r>
              <a:rPr lang="en-US" alt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Intermittency (e.g., solar and wind depend on weather and meteorological data).</a:t>
            </a:r>
          </a:p>
        </p:txBody>
      </p:sp>
      <p:sp>
        <p:nvSpPr>
          <p:cNvPr id="7" name="TextBox 6">
            <a:extLst>
              <a:ext uri="{FF2B5EF4-FFF2-40B4-BE49-F238E27FC236}">
                <a16:creationId xmlns:a16="http://schemas.microsoft.com/office/drawing/2014/main" id="{D264BD8F-2BC8-E4DD-61C7-8C9C944496F7}"/>
              </a:ext>
            </a:extLst>
          </p:cNvPr>
          <p:cNvSpPr txBox="1"/>
          <p:nvPr/>
        </p:nvSpPr>
        <p:spPr>
          <a:xfrm>
            <a:off x="6386878" y="1967063"/>
            <a:ext cx="5124450" cy="2923877"/>
          </a:xfrm>
          <a:prstGeom prst="rect">
            <a:avLst/>
          </a:prstGeom>
          <a:noFill/>
        </p:spPr>
        <p:txBody>
          <a:bodyPr wrap="square">
            <a:spAutoFit/>
          </a:bodyPr>
          <a:lstStyle/>
          <a:p>
            <a:pPr defTabSz="914400" eaLnBrk="0" fontAlgn="base" hangingPunct="0">
              <a:lnSpc>
                <a:spcPct val="90000"/>
              </a:lnSpc>
              <a:spcBef>
                <a:spcPct val="0"/>
              </a:spcBef>
              <a:spcAft>
                <a:spcPts val="600"/>
              </a:spcAft>
            </a:pPr>
            <a:r>
              <a:rPr lang="en-US" altLang="en-US" sz="1600" b="1" dirty="0">
                <a:latin typeface="Calibri" panose="020F0502020204030204" pitchFamily="34" charset="0"/>
                <a:ea typeface="Calibri" panose="020F0502020204030204" pitchFamily="34" charset="0"/>
                <a:cs typeface="Calibri" panose="020F0502020204030204" pitchFamily="34" charset="0"/>
              </a:rPr>
              <a:t>Need for proper energy management:</a:t>
            </a:r>
          </a:p>
          <a:p>
            <a:pPr marL="342900" indent="-342900" eaLnBrk="0" fontAlgn="base" hangingPunct="0">
              <a:lnSpc>
                <a:spcPct val="90000"/>
              </a:lnSpc>
              <a:spcBef>
                <a:spcPct val="0"/>
              </a:spcBef>
              <a:spcAft>
                <a:spcPts val="600"/>
              </a:spcAft>
              <a:buClr>
                <a:schemeClr val="accent1"/>
              </a:buClr>
              <a:buSzPct val="8000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Incorporate energy storage systems.</a:t>
            </a:r>
          </a:p>
          <a:p>
            <a:pPr marL="342900" indent="-342900" eaLnBrk="0" fontAlgn="base" hangingPunct="0">
              <a:lnSpc>
                <a:spcPct val="90000"/>
              </a:lnSpc>
              <a:spcBef>
                <a:spcPct val="0"/>
              </a:spcBef>
              <a:spcAft>
                <a:spcPts val="600"/>
              </a:spcAft>
              <a:buClr>
                <a:schemeClr val="accent1"/>
              </a:buClr>
              <a:buSzPct val="8000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Optimize </a:t>
            </a:r>
            <a:r>
              <a:rPr lang="en-US" altLang="en-US" sz="1600" dirty="0">
                <a:latin typeface="Times New Roman" panose="02020603050405020304" pitchFamily="18" charset="0"/>
                <a:ea typeface="Calibri" panose="020F0502020204030204" pitchFamily="34" charset="0"/>
                <a:cs typeface="Times New Roman" panose="02020603050405020304" pitchFamily="18" charset="0"/>
              </a:rPr>
              <a:t>hybrid</a:t>
            </a:r>
            <a:r>
              <a:rPr lang="en-US" altLang="en-US" sz="1600" dirty="0">
                <a:latin typeface="Calibri" panose="020F0502020204030204" pitchFamily="34" charset="0"/>
                <a:ea typeface="Calibri" panose="020F0502020204030204" pitchFamily="34" charset="0"/>
                <a:cs typeface="Calibri" panose="020F0502020204030204" pitchFamily="34" charset="0"/>
              </a:rPr>
              <a:t> RESS combinations in the grid for efficiency.</a:t>
            </a:r>
          </a:p>
          <a:p>
            <a:pPr eaLnBrk="0" fontAlgn="base" hangingPunct="0">
              <a:lnSpc>
                <a:spcPct val="90000"/>
              </a:lnSpc>
              <a:spcBef>
                <a:spcPct val="0"/>
              </a:spcBef>
              <a:spcAft>
                <a:spcPts val="600"/>
              </a:spcAft>
              <a:buClr>
                <a:schemeClr val="accent1"/>
              </a:buClr>
              <a:buSzPct val="80000"/>
            </a:pPr>
            <a:endParaRPr lang="en-US" altLang="en-US" sz="1600" dirty="0">
              <a:latin typeface="Calibri" panose="020F0502020204030204" pitchFamily="34" charset="0"/>
              <a:ea typeface="Calibri" panose="020F0502020204030204" pitchFamily="34" charset="0"/>
              <a:cs typeface="Calibri" panose="020F0502020204030204" pitchFamily="34" charset="0"/>
            </a:endParaRPr>
          </a:p>
          <a:p>
            <a:pPr defTabSz="914400" eaLnBrk="0" fontAlgn="base" hangingPunct="0">
              <a:lnSpc>
                <a:spcPct val="90000"/>
              </a:lnSpc>
              <a:spcBef>
                <a:spcPct val="0"/>
              </a:spcBef>
              <a:spcAft>
                <a:spcPts val="600"/>
              </a:spcAft>
            </a:pPr>
            <a:r>
              <a:rPr lang="en-US" altLang="en-US" sz="1600" b="1" dirty="0">
                <a:latin typeface="Calibri" panose="020F0502020204030204" pitchFamily="34" charset="0"/>
                <a:ea typeface="Calibri" panose="020F0502020204030204" pitchFamily="34" charset="0"/>
                <a:cs typeface="Calibri" panose="020F0502020204030204" pitchFamily="34" charset="0"/>
              </a:rPr>
              <a:t>Aspects of Optimization:</a:t>
            </a:r>
          </a:p>
          <a:p>
            <a:pPr marL="342900" indent="-342900" eaLnBrk="0" fontAlgn="base" hangingPunct="0">
              <a:lnSpc>
                <a:spcPct val="90000"/>
              </a:lnSpc>
              <a:spcBef>
                <a:spcPct val="0"/>
              </a:spcBef>
              <a:spcAft>
                <a:spcPts val="600"/>
              </a:spcAft>
              <a:buClr>
                <a:schemeClr val="accent1"/>
              </a:buClr>
              <a:buSzPct val="8000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Reduce total system cost.</a:t>
            </a:r>
          </a:p>
          <a:p>
            <a:pPr marL="342900" indent="-342900" eaLnBrk="0" fontAlgn="base" hangingPunct="0">
              <a:lnSpc>
                <a:spcPct val="90000"/>
              </a:lnSpc>
              <a:spcBef>
                <a:spcPct val="0"/>
              </a:spcBef>
              <a:spcAft>
                <a:spcPts val="600"/>
              </a:spcAft>
              <a:buClr>
                <a:schemeClr val="accent1"/>
              </a:buClr>
              <a:buSzPct val="8000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Enhance reliability.</a:t>
            </a:r>
          </a:p>
          <a:p>
            <a:pPr marL="342900" indent="-342900" eaLnBrk="0" fontAlgn="base" hangingPunct="0">
              <a:lnSpc>
                <a:spcPct val="90000"/>
              </a:lnSpc>
              <a:spcBef>
                <a:spcPct val="0"/>
              </a:spcBef>
              <a:spcAft>
                <a:spcPts val="600"/>
              </a:spcAft>
              <a:buClr>
                <a:schemeClr val="accent1"/>
              </a:buClr>
              <a:buSzPct val="8000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Maximize renewable integration.</a:t>
            </a:r>
          </a:p>
          <a:p>
            <a:pPr marL="342900" indent="-342900" eaLnBrk="0" fontAlgn="base" hangingPunct="0">
              <a:lnSpc>
                <a:spcPct val="90000"/>
              </a:lnSpc>
              <a:spcBef>
                <a:spcPct val="0"/>
              </a:spcBef>
              <a:spcAft>
                <a:spcPts val="600"/>
              </a:spcAft>
              <a:buClr>
                <a:schemeClr val="accent1"/>
              </a:buClr>
              <a:buSzPct val="80000"/>
              <a:buFont typeface="Arial" panose="020B0604020202020204" pitchFamily="34" charset="0"/>
              <a:buChar char="•"/>
            </a:pPr>
            <a:r>
              <a:rPr lang="en-US" altLang="en-US" sz="1600" dirty="0">
                <a:latin typeface="Calibri" panose="020F0502020204030204" pitchFamily="34" charset="0"/>
                <a:ea typeface="Calibri" panose="020F0502020204030204" pitchFamily="34" charset="0"/>
                <a:cs typeface="Calibri" panose="020F0502020204030204" pitchFamily="34" charset="0"/>
              </a:rPr>
              <a:t>Minimize pollution emissions.</a:t>
            </a:r>
          </a:p>
        </p:txBody>
      </p:sp>
    </p:spTree>
    <p:extLst>
      <p:ext uri="{BB962C8B-B14F-4D97-AF65-F5344CB8AC3E}">
        <p14:creationId xmlns:p14="http://schemas.microsoft.com/office/powerpoint/2010/main" val="4119653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988F8-2822-96ED-BEF3-A134CDEE0E9A}"/>
              </a:ext>
            </a:extLst>
          </p:cNvPr>
          <p:cNvSpPr>
            <a:spLocks noGrp="1"/>
          </p:cNvSpPr>
          <p:nvPr>
            <p:ph type="title"/>
          </p:nvPr>
        </p:nvSpPr>
        <p:spPr/>
        <p:txBody>
          <a:bodyPr>
            <a:normAutofit/>
          </a:bodyPr>
          <a:lstStyle/>
          <a:p>
            <a:pPr algn="ctr"/>
            <a:r>
              <a:rPr lang="en-US" sz="2800" b="1" dirty="0">
                <a:solidFill>
                  <a:schemeClr val="tx1"/>
                </a:solidFill>
                <a:effectLst/>
                <a:latin typeface="Times New Roman" panose="02020603050405020304" pitchFamily="18" charset="0"/>
                <a:ea typeface="Times New Roman" panose="02020603050405020304" pitchFamily="18" charset="0"/>
              </a:rPr>
              <a:t>Available renewable energy sources in Nova Scotia</a:t>
            </a:r>
            <a:endParaRPr lang="en-CA" sz="2800" b="1" dirty="0">
              <a:solidFill>
                <a:schemeClr val="tx1"/>
              </a:solidFill>
            </a:endParaRPr>
          </a:p>
        </p:txBody>
      </p:sp>
      <p:pic>
        <p:nvPicPr>
          <p:cNvPr id="4" name="Content Placeholder 3" descr="A diagram of a circle with text&#10;&#10;Description automatically generated with medium confidence">
            <a:extLst>
              <a:ext uri="{FF2B5EF4-FFF2-40B4-BE49-F238E27FC236}">
                <a16:creationId xmlns:a16="http://schemas.microsoft.com/office/drawing/2014/main" id="{F11A022D-0BE6-49CE-9718-0C6914310AF7}"/>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t="20109" b="3533"/>
          <a:stretch/>
        </p:blipFill>
        <p:spPr bwMode="auto">
          <a:xfrm>
            <a:off x="1610836" y="1770391"/>
            <a:ext cx="4565187" cy="3485885"/>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EF6D954A-DA29-58F9-E8B7-A53162A232AA}"/>
              </a:ext>
            </a:extLst>
          </p:cNvPr>
          <p:cNvSpPr txBox="1"/>
          <p:nvPr/>
        </p:nvSpPr>
        <p:spPr>
          <a:xfrm>
            <a:off x="7023993" y="2136338"/>
            <a:ext cx="3871496" cy="2585323"/>
          </a:xfrm>
          <a:prstGeom prst="rect">
            <a:avLst/>
          </a:prstGeom>
          <a:noFill/>
        </p:spPr>
        <p:txBody>
          <a:bodyPr wrap="square" rtlCol="0">
            <a:spAutoFit/>
          </a:bodyPr>
          <a:lstStyle/>
          <a:p>
            <a:pPr marL="285750" indent="-285750">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Common RESS: Solar, wind and biomass </a:t>
            </a:r>
          </a:p>
          <a:p>
            <a:pPr marL="285750" indent="-285750">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Uncommon RESS: Tidal energy </a:t>
            </a:r>
          </a:p>
          <a:p>
            <a:pPr marL="285750" indent="-285750">
              <a:buFont typeface="Arial" panose="020B0604020202020204" pitchFamily="34" charset="0"/>
              <a:buChar char="•"/>
            </a:pPr>
            <a:endParaRPr lang="en-US" dirty="0">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ea typeface="Times New Roman" panose="02020603050405020304" pitchFamily="18" charset="0"/>
              </a:rPr>
              <a:t>H</a:t>
            </a:r>
            <a:r>
              <a:rPr lang="en-US" sz="1800" dirty="0">
                <a:effectLst/>
                <a:latin typeface="Times New Roman" panose="02020603050405020304" pitchFamily="18" charset="0"/>
                <a:ea typeface="Times New Roman" panose="02020603050405020304" pitchFamily="18" charset="0"/>
              </a:rPr>
              <a:t>as advantages over other renewables because:</a:t>
            </a:r>
          </a:p>
          <a:p>
            <a:pPr marL="285750" indent="-285750">
              <a:buFont typeface="Arial" panose="020B0604020202020204" pitchFamily="34" charset="0"/>
              <a:buChar char="•"/>
            </a:pPr>
            <a:endParaRPr lang="en-US" sz="1800" dirty="0">
              <a:effectLst/>
              <a:latin typeface="Times New Roman" panose="02020603050405020304" pitchFamily="18" charset="0"/>
              <a:ea typeface="Times New Roman" panose="02020603050405020304" pitchFamily="18" charset="0"/>
            </a:endParaRPr>
          </a:p>
          <a:p>
            <a:pPr marL="342900" indent="-342900">
              <a:buFont typeface="+mj-lt"/>
              <a:buAutoNum type="arabicPeriod"/>
            </a:pPr>
            <a:r>
              <a:rPr lang="en-US" sz="1800" dirty="0">
                <a:effectLst/>
                <a:latin typeface="Times New Roman" panose="02020603050405020304" pitchFamily="18" charset="0"/>
                <a:ea typeface="Times New Roman" panose="02020603050405020304" pitchFamily="18" charset="0"/>
              </a:rPr>
              <a:t>High power density </a:t>
            </a:r>
          </a:p>
          <a:p>
            <a:pPr marL="342900" indent="-342900">
              <a:buFont typeface="+mj-lt"/>
              <a:buAutoNum type="arabicPeriod"/>
            </a:pPr>
            <a:r>
              <a:rPr lang="en-US" sz="1800" dirty="0">
                <a:effectLst/>
                <a:latin typeface="Times New Roman" panose="02020603050405020304" pitchFamily="18" charset="0"/>
                <a:ea typeface="Times New Roman" panose="02020603050405020304" pitchFamily="18" charset="0"/>
              </a:rPr>
              <a:t>more predictability of tidal currents. </a:t>
            </a:r>
            <a:endParaRPr lang="en-CA" dirty="0"/>
          </a:p>
        </p:txBody>
      </p:sp>
      <p:sp>
        <p:nvSpPr>
          <p:cNvPr id="7" name="TextBox 6">
            <a:extLst>
              <a:ext uri="{FF2B5EF4-FFF2-40B4-BE49-F238E27FC236}">
                <a16:creationId xmlns:a16="http://schemas.microsoft.com/office/drawing/2014/main" id="{75AF592B-F2F9-CA3C-450B-3C233641E20C}"/>
              </a:ext>
            </a:extLst>
          </p:cNvPr>
          <p:cNvSpPr txBox="1"/>
          <p:nvPr/>
        </p:nvSpPr>
        <p:spPr>
          <a:xfrm>
            <a:off x="1485900" y="5271283"/>
            <a:ext cx="6096000" cy="276999"/>
          </a:xfrm>
          <a:prstGeom prst="rect">
            <a:avLst/>
          </a:prstGeom>
          <a:noFill/>
        </p:spPr>
        <p:txBody>
          <a:bodyPr wrap="square">
            <a:spAutoFit/>
          </a:bodyPr>
          <a:lstStyle/>
          <a:p>
            <a:r>
              <a:rPr lang="en-US" sz="1200" i="1" dirty="0">
                <a:effectLst/>
                <a:latin typeface="Times New Roman" panose="02020603050405020304" pitchFamily="18" charset="0"/>
                <a:ea typeface="Times New Roman" panose="02020603050405020304" pitchFamily="18" charset="0"/>
              </a:rPr>
              <a:t>Figure 1 – Energy sources used to produce electricity in Nova Scotia, 2024 </a:t>
            </a:r>
            <a:endParaRPr lang="en-CA" sz="1200" dirty="0"/>
          </a:p>
        </p:txBody>
      </p:sp>
    </p:spTree>
    <p:extLst>
      <p:ext uri="{BB962C8B-B14F-4D97-AF65-F5344CB8AC3E}">
        <p14:creationId xmlns:p14="http://schemas.microsoft.com/office/powerpoint/2010/main" val="3623914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D3E79-9100-C8AE-6496-B99790954306}"/>
              </a:ext>
            </a:extLst>
          </p:cNvPr>
          <p:cNvSpPr>
            <a:spLocks noGrp="1"/>
          </p:cNvSpPr>
          <p:nvPr>
            <p:ph type="title"/>
          </p:nvPr>
        </p:nvSpPr>
        <p:spPr>
          <a:xfrm>
            <a:off x="838200" y="146050"/>
            <a:ext cx="10515600" cy="1325563"/>
          </a:xfrm>
        </p:spPr>
        <p:txBody>
          <a:bodyPr>
            <a:normAutofit/>
          </a:bodyPr>
          <a:lstStyle/>
          <a:p>
            <a:pPr algn="ctr"/>
            <a:r>
              <a:rPr lang="en-US" sz="2800" b="1" dirty="0">
                <a:solidFill>
                  <a:schemeClr val="tx1"/>
                </a:solidFill>
                <a:effectLst/>
                <a:latin typeface="Times New Roman" panose="02020603050405020304" pitchFamily="18" charset="0"/>
                <a:ea typeface="Times New Roman" panose="02020603050405020304" pitchFamily="18" charset="0"/>
              </a:rPr>
              <a:t>Battery Energy Storage System Technologies</a:t>
            </a:r>
            <a:endParaRPr lang="en-CA" sz="2800" b="1" dirty="0">
              <a:solidFill>
                <a:schemeClr val="tx1"/>
              </a:solidFill>
            </a:endParaRPr>
          </a:p>
        </p:txBody>
      </p:sp>
      <p:sp>
        <p:nvSpPr>
          <p:cNvPr id="3" name="Content Placeholder 2">
            <a:extLst>
              <a:ext uri="{FF2B5EF4-FFF2-40B4-BE49-F238E27FC236}">
                <a16:creationId xmlns:a16="http://schemas.microsoft.com/office/drawing/2014/main" id="{2F600E8A-8825-9F6F-8679-25329C0A605A}"/>
              </a:ext>
            </a:extLst>
          </p:cNvPr>
          <p:cNvSpPr>
            <a:spLocks noGrp="1"/>
          </p:cNvSpPr>
          <p:nvPr>
            <p:ph idx="1"/>
          </p:nvPr>
        </p:nvSpPr>
        <p:spPr>
          <a:xfrm>
            <a:off x="1648885" y="1185112"/>
            <a:ext cx="8226033" cy="5202988"/>
          </a:xfrm>
        </p:spPr>
        <p:txBody>
          <a:bodyPr>
            <a:noAutofit/>
          </a:bodyPr>
          <a:lstStyle/>
          <a:p>
            <a:pPr marL="0" indent="0">
              <a:spcAft>
                <a:spcPts val="600"/>
              </a:spcAft>
              <a:buNone/>
            </a:pPr>
            <a:r>
              <a:rPr lang="en-US" sz="1600" dirty="0">
                <a:effectLst/>
                <a:latin typeface="Times New Roman" panose="02020603050405020304" pitchFamily="18" charset="0"/>
                <a:ea typeface="Times New Roman" panose="02020603050405020304" pitchFamily="18" charset="0"/>
              </a:rPr>
              <a:t>The most used batteries : lead acid and  lithium-ion (Li-ion)</a:t>
            </a:r>
          </a:p>
          <a:p>
            <a:pPr marL="0" indent="0">
              <a:buNone/>
            </a:pPr>
            <a:r>
              <a:rPr lang="en-US" b="1" dirty="0">
                <a:effectLst/>
                <a:latin typeface="Times New Roman" panose="02020603050405020304" pitchFamily="18" charset="0"/>
                <a:ea typeface="Times New Roman" panose="02020603050405020304" pitchFamily="18" charset="0"/>
              </a:rPr>
              <a:t>Lead acid:</a:t>
            </a:r>
          </a:p>
          <a:p>
            <a:pPr>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rPr>
              <a:t>Modest battery efficiency (70 – 90 %) </a:t>
            </a:r>
          </a:p>
          <a:p>
            <a:pPr>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rPr>
              <a:t>5 – 15 years expected lifetime. </a:t>
            </a:r>
          </a:p>
          <a:p>
            <a:pPr>
              <a:spcAft>
                <a:spcPts val="600"/>
              </a:spcAft>
              <a:buFont typeface="Arial" panose="020B0604020202020204" pitchFamily="34" charset="0"/>
              <a:buChar char="•"/>
            </a:pPr>
            <a:r>
              <a:rPr lang="en-US" sz="1600" i="1" dirty="0">
                <a:effectLst/>
                <a:latin typeface="Times New Roman" panose="02020603050405020304" pitchFamily="18" charset="0"/>
                <a:ea typeface="Times New Roman" panose="02020603050405020304" pitchFamily="18" charset="0"/>
              </a:rPr>
              <a:t>Disadvantages:</a:t>
            </a:r>
            <a:r>
              <a:rPr lang="en-US" sz="1600" dirty="0">
                <a:effectLst/>
                <a:latin typeface="Times New Roman" panose="02020603050405020304" pitchFamily="18" charset="0"/>
                <a:ea typeface="Times New Roman" panose="02020603050405020304" pitchFamily="18" charset="0"/>
              </a:rPr>
              <a:t> Low energy density and restricted cycling ability</a:t>
            </a:r>
            <a:endParaRPr lang="en-US" sz="1600" dirty="0">
              <a:latin typeface="Times New Roman" panose="02020603050405020304" pitchFamily="18" charset="0"/>
            </a:endParaRPr>
          </a:p>
          <a:p>
            <a:pPr marL="0" indent="0">
              <a:buNone/>
            </a:pPr>
            <a:r>
              <a:rPr lang="en-US" b="1" dirty="0">
                <a:effectLst/>
                <a:latin typeface="Times New Roman" panose="02020603050405020304" pitchFamily="18" charset="0"/>
                <a:ea typeface="Times New Roman" panose="02020603050405020304" pitchFamily="18" charset="0"/>
              </a:rPr>
              <a:t>Lithium-ion</a:t>
            </a:r>
          </a:p>
          <a:p>
            <a:pPr>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rPr>
              <a:t>High energy density, </a:t>
            </a:r>
          </a:p>
          <a:p>
            <a:pPr>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rPr>
              <a:t>High efficiency (85-98 %)</a:t>
            </a:r>
          </a:p>
          <a:p>
            <a:pPr>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rPr>
              <a:t>Expected lifetime of 5 to 15 years</a:t>
            </a:r>
          </a:p>
          <a:p>
            <a:pPr>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rPr>
              <a:t>Low self-discharge rate</a:t>
            </a:r>
          </a:p>
          <a:p>
            <a:pPr>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rPr>
              <a:t>Highly portable</a:t>
            </a:r>
          </a:p>
          <a:p>
            <a:pPr>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rPr>
              <a:t>Fast response time.</a:t>
            </a:r>
          </a:p>
          <a:p>
            <a:pPr>
              <a:buFont typeface="Arial" panose="020B0604020202020204" pitchFamily="34" charset="0"/>
              <a:buChar char="•"/>
            </a:pPr>
            <a:r>
              <a:rPr lang="en-US" sz="1600" i="1" dirty="0">
                <a:effectLst/>
                <a:latin typeface="Times New Roman" panose="02020603050405020304" pitchFamily="18" charset="0"/>
                <a:ea typeface="Times New Roman" panose="02020603050405020304" pitchFamily="18" charset="0"/>
              </a:rPr>
              <a:t>Disadvantages: </a:t>
            </a:r>
            <a:r>
              <a:rPr lang="en-US" sz="1600" dirty="0">
                <a:effectLst/>
                <a:latin typeface="Times New Roman" panose="02020603050405020304" pitchFamily="18" charset="0"/>
                <a:ea typeface="Times New Roman" panose="02020603050405020304" pitchFamily="18" charset="0"/>
              </a:rPr>
              <a:t>High cost and the safety issues due to overheat</a:t>
            </a:r>
            <a:endParaRPr lang="en-CA" sz="1600" dirty="0"/>
          </a:p>
        </p:txBody>
      </p:sp>
    </p:spTree>
    <p:extLst>
      <p:ext uri="{BB962C8B-B14F-4D97-AF65-F5344CB8AC3E}">
        <p14:creationId xmlns:p14="http://schemas.microsoft.com/office/powerpoint/2010/main" val="1900321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D7B7F-B858-BEF4-DDD1-33CA02D50335}"/>
              </a:ext>
            </a:extLst>
          </p:cNvPr>
          <p:cNvSpPr>
            <a:spLocks noGrp="1"/>
          </p:cNvSpPr>
          <p:nvPr>
            <p:ph type="title"/>
          </p:nvPr>
        </p:nvSpPr>
        <p:spPr>
          <a:xfrm>
            <a:off x="1167600" y="146050"/>
            <a:ext cx="10515600" cy="1325563"/>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Battery Degradation</a:t>
            </a:r>
            <a:endParaRPr lang="en-CA"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E0E816-AE18-8FE9-264D-663054ABF08B}"/>
              </a:ext>
            </a:extLst>
          </p:cNvPr>
          <p:cNvSpPr>
            <a:spLocks noGrp="1"/>
          </p:cNvSpPr>
          <p:nvPr>
            <p:ph idx="1"/>
          </p:nvPr>
        </p:nvSpPr>
        <p:spPr>
          <a:xfrm>
            <a:off x="1167600" y="1553413"/>
            <a:ext cx="4491393" cy="5070641"/>
          </a:xfrm>
        </p:spPr>
        <p:txBody>
          <a:bodyPr>
            <a:normAutofit/>
          </a:bodyPr>
          <a:lstStyle/>
          <a:p>
            <a:pPr marL="0" marR="0" algn="just">
              <a:spcAft>
                <a:spcPts val="600"/>
              </a:spcAft>
              <a:buNone/>
            </a:pPr>
            <a:r>
              <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Charging and discharging the batteries leads to degradation, which can cause an increase in battery cell resistance, capacity loss, and safety matters.</a:t>
            </a:r>
          </a:p>
          <a:p>
            <a:pPr marL="0" marR="0" algn="just">
              <a:spcAft>
                <a:spcPts val="600"/>
              </a:spcAft>
              <a:buNone/>
            </a:pPr>
            <a:r>
              <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Common external stress factors: </a:t>
            </a:r>
            <a:endParaRPr lang="en-CA"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buFont typeface="Arial" panose="020B0604020202020204" pitchFamily="34" charset="0"/>
              <a:buChar char="•"/>
            </a:pPr>
            <a:r>
              <a:rPr lang="en-CA" sz="1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depth of discharge (DOD)</a:t>
            </a:r>
          </a:p>
          <a:p>
            <a:pPr marL="342900" marR="0" lvl="0" indent="-342900" algn="just">
              <a:buFont typeface="Arial" panose="020B0604020202020204" pitchFamily="34" charset="0"/>
              <a:buChar char="•"/>
            </a:pPr>
            <a:r>
              <a:rPr lang="en-CA" sz="1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circulated current throughout the BESS</a:t>
            </a:r>
          </a:p>
          <a:p>
            <a:pPr marL="342900" marR="0" lvl="0" indent="-342900" algn="just">
              <a:buFont typeface="Arial" panose="020B0604020202020204" pitchFamily="34" charset="0"/>
              <a:buChar char="•"/>
            </a:pPr>
            <a:r>
              <a:rPr lang="en-CA" sz="1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ambient temperature of the cells </a:t>
            </a:r>
          </a:p>
          <a:p>
            <a:pPr marL="342900" marR="0" lvl="0" indent="-342900" algn="just">
              <a:buFont typeface="Arial" panose="020B0604020202020204" pitchFamily="34" charset="0"/>
              <a:buChar char="•"/>
            </a:pPr>
            <a:r>
              <a:rPr lang="en-CA" sz="1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state of charge (SOC)</a:t>
            </a:r>
          </a:p>
          <a:p>
            <a:pPr marL="342900" marR="0" lvl="0" indent="-342900" algn="just">
              <a:buFont typeface="Arial" panose="020B0604020202020204" pitchFamily="34" charset="0"/>
              <a:buChar char="•"/>
            </a:pPr>
            <a:endParaRPr lang="en-CA" sz="1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buNone/>
            </a:pPr>
            <a:r>
              <a:rPr lang="en-US" sz="1600" spc="-1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Treating degradation as an economic factor is more reasonable for consumer-level applications</a:t>
            </a:r>
            <a:r>
              <a:rPr lang="en-US" sz="1600" spc="-1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600" spc="-1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where cost efficiency is essential. </a:t>
            </a:r>
            <a:endParaRPr lang="en-CA" sz="1600" spc="-10" dirty="0">
              <a:solidFill>
                <a:schemeClr val="tx1"/>
              </a:solidFill>
              <a:effectLst/>
              <a:latin typeface="Times New Roman" panose="02020603050405020304" pitchFamily="18" charset="0"/>
              <a:ea typeface="Times New Roman" panose="02020603050405020304" pitchFamily="18" charset="0"/>
              <a:cs typeface="TimesLTStd-Roman"/>
            </a:endParaRPr>
          </a:p>
          <a:p>
            <a:pPr marL="342900" marR="0" lvl="0" indent="-342900" algn="just">
              <a:buFont typeface="Arial" panose="020B0604020202020204" pitchFamily="34" charset="0"/>
              <a:buChar char="•"/>
            </a:pPr>
            <a:endParaRPr lang="en-CA" sz="16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descr="A diagram of aging awareness method&#10;&#10;Description automatically generated">
            <a:extLst>
              <a:ext uri="{FF2B5EF4-FFF2-40B4-BE49-F238E27FC236}">
                <a16:creationId xmlns:a16="http://schemas.microsoft.com/office/drawing/2014/main" id="{4455B57A-D331-84E6-8FCB-1130394D01E2}"/>
              </a:ext>
            </a:extLst>
          </p:cNvPr>
          <p:cNvPicPr>
            <a:picLocks noChangeAspect="1"/>
          </p:cNvPicPr>
          <p:nvPr/>
        </p:nvPicPr>
        <p:blipFill>
          <a:blip r:embed="rId3"/>
          <a:stretch>
            <a:fillRect/>
          </a:stretch>
        </p:blipFill>
        <p:spPr>
          <a:xfrm>
            <a:off x="6335268" y="1324813"/>
            <a:ext cx="4787347" cy="4133483"/>
          </a:xfrm>
          <a:prstGeom prst="rect">
            <a:avLst/>
          </a:prstGeom>
        </p:spPr>
      </p:pic>
      <p:sp>
        <p:nvSpPr>
          <p:cNvPr id="8" name="TextBox 7">
            <a:extLst>
              <a:ext uri="{FF2B5EF4-FFF2-40B4-BE49-F238E27FC236}">
                <a16:creationId xmlns:a16="http://schemas.microsoft.com/office/drawing/2014/main" id="{512F0EB2-A55E-19C7-A2B1-4E7370B46477}"/>
              </a:ext>
            </a:extLst>
          </p:cNvPr>
          <p:cNvSpPr txBox="1"/>
          <p:nvPr/>
        </p:nvSpPr>
        <p:spPr>
          <a:xfrm>
            <a:off x="5680941" y="5438408"/>
            <a:ext cx="6096000" cy="276999"/>
          </a:xfrm>
          <a:prstGeom prst="rect">
            <a:avLst/>
          </a:prstGeom>
          <a:noFill/>
        </p:spPr>
        <p:txBody>
          <a:bodyPr wrap="square">
            <a:spAutoFit/>
          </a:bodyPr>
          <a:lstStyle/>
          <a:p>
            <a:pPr marL="0" marR="0" algn="ctr">
              <a:spcAft>
                <a:spcPts val="1200"/>
              </a:spcAft>
            </a:pPr>
            <a:r>
              <a:rPr lang="en-US" sz="1200" i="1" dirty="0">
                <a:latin typeface="Times New Roman" panose="02020603050405020304" pitchFamily="18" charset="0"/>
              </a:rPr>
              <a:t>Figure 2 – Battery degradation approaches</a:t>
            </a:r>
            <a:endParaRPr lang="en-CA" sz="1200" i="1" dirty="0">
              <a:latin typeface="Times New Roman" panose="02020603050405020304" pitchFamily="18" charset="0"/>
            </a:endParaRPr>
          </a:p>
        </p:txBody>
      </p:sp>
    </p:spTree>
    <p:extLst>
      <p:ext uri="{BB962C8B-B14F-4D97-AF65-F5344CB8AC3E}">
        <p14:creationId xmlns:p14="http://schemas.microsoft.com/office/powerpoint/2010/main" val="758397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D88D8-78FE-51B2-295C-B58315AADF3C}"/>
              </a:ext>
            </a:extLst>
          </p:cNvPr>
          <p:cNvSpPr>
            <a:spLocks noGrp="1"/>
          </p:cNvSpPr>
          <p:nvPr>
            <p:ph type="title"/>
          </p:nvPr>
        </p:nvSpPr>
        <p:spPr>
          <a:xfrm>
            <a:off x="838200" y="193675"/>
            <a:ext cx="10515600" cy="1325563"/>
          </a:xfrm>
        </p:spPr>
        <p:txBody>
          <a:bodyPr>
            <a:normAutofit/>
          </a:bodyPr>
          <a:lstStyle/>
          <a:p>
            <a:pPr algn="ctr"/>
            <a:r>
              <a:rPr lang="en-US" sz="2800" b="1" dirty="0">
                <a:solidFill>
                  <a:schemeClr val="tx1"/>
                </a:solidFill>
                <a:effectLst/>
                <a:latin typeface="Times New Roman" panose="02020603050405020304" pitchFamily="18" charset="0"/>
                <a:ea typeface="Times New Roman" panose="02020603050405020304" pitchFamily="18" charset="0"/>
              </a:rPr>
              <a:t>Optimization Methods in Literature</a:t>
            </a:r>
            <a:endParaRPr lang="en-CA" sz="2800" b="1" dirty="0">
              <a:solidFill>
                <a:schemeClr val="tx1"/>
              </a:solidFill>
            </a:endParaRPr>
          </a:p>
        </p:txBody>
      </p:sp>
      <p:sp>
        <p:nvSpPr>
          <p:cNvPr id="3" name="Content Placeholder 2">
            <a:extLst>
              <a:ext uri="{FF2B5EF4-FFF2-40B4-BE49-F238E27FC236}">
                <a16:creationId xmlns:a16="http://schemas.microsoft.com/office/drawing/2014/main" id="{3F7398B6-5F8D-ACA5-7C49-9600136C34BE}"/>
              </a:ext>
            </a:extLst>
          </p:cNvPr>
          <p:cNvSpPr>
            <a:spLocks noGrp="1"/>
          </p:cNvSpPr>
          <p:nvPr>
            <p:ph idx="1"/>
          </p:nvPr>
        </p:nvSpPr>
        <p:spPr>
          <a:xfrm>
            <a:off x="1172105" y="1248948"/>
            <a:ext cx="9847790" cy="4875628"/>
          </a:xfrm>
        </p:spPr>
        <p:txBody>
          <a:bodyPr>
            <a:noAutofit/>
          </a:bodyPr>
          <a:lstStyle/>
          <a:p>
            <a:pPr marL="0" marR="0" algn="just">
              <a:spcBef>
                <a:spcPts val="600"/>
              </a:spcBef>
              <a:spcAft>
                <a:spcPts val="600"/>
              </a:spcAft>
              <a:buNone/>
            </a:pPr>
            <a:r>
              <a:rPr lang="en-US" sz="1600" b="1" spc="-10" dirty="0">
                <a:effectLst/>
                <a:latin typeface="Times New Roman" panose="02020603050405020304" pitchFamily="18" charset="0"/>
                <a:ea typeface="Times New Roman" panose="02020603050405020304" pitchFamily="18" charset="0"/>
                <a:cs typeface="Times New Roman" panose="02020603050405020304" pitchFamily="18" charset="0"/>
              </a:rPr>
              <a:t>Probabilistic method: </a:t>
            </a:r>
          </a:p>
          <a:p>
            <a:pPr marL="0" algn="just">
              <a:spcBef>
                <a:spcPts val="600"/>
              </a:spcBef>
              <a:spcAft>
                <a:spcPts val="600"/>
              </a:spcAft>
              <a:buFont typeface="Arial" panose="020B0604020202020204" pitchFamily="34" charset="0"/>
              <a:buChar char="•"/>
            </a:pPr>
            <a:r>
              <a:rPr lang="en-US" sz="1600" spc="-10" dirty="0">
                <a:effectLst/>
                <a:latin typeface="Times New Roman" panose="02020603050405020304" pitchFamily="18" charset="0"/>
                <a:ea typeface="Times New Roman" panose="02020603050405020304" pitchFamily="18" charset="0"/>
                <a:cs typeface="Times New Roman" panose="02020603050405020304" pitchFamily="18" charset="0"/>
              </a:rPr>
              <a:t>Uses probability to explore the solution space. </a:t>
            </a:r>
          </a:p>
          <a:p>
            <a:pPr marL="0" algn="just">
              <a:spcBef>
                <a:spcPts val="600"/>
              </a:spcBef>
              <a:spcAft>
                <a:spcPts val="600"/>
              </a:spcAft>
              <a:buFont typeface="Arial" panose="020B0604020202020204" pitchFamily="34" charset="0"/>
              <a:buChar char="•"/>
            </a:pPr>
            <a:r>
              <a:rPr lang="en-US" sz="1600" spc="-10" dirty="0">
                <a:latin typeface="Times New Roman" panose="02020603050405020304" pitchFamily="18" charset="0"/>
                <a:ea typeface="Times New Roman" panose="02020603050405020304" pitchFamily="18" charset="0"/>
                <a:cs typeface="Times New Roman" panose="02020603050405020304" pitchFamily="18" charset="0"/>
              </a:rPr>
              <a:t>G</a:t>
            </a:r>
            <a:r>
              <a:rPr lang="en-US" sz="1600" spc="-10" dirty="0">
                <a:effectLst/>
                <a:latin typeface="Times New Roman" panose="02020603050405020304" pitchFamily="18" charset="0"/>
                <a:ea typeface="Times New Roman" panose="02020603050405020304" pitchFamily="18" charset="0"/>
                <a:cs typeface="Times New Roman" panose="02020603050405020304" pitchFamily="18" charset="0"/>
              </a:rPr>
              <a:t>enerally suitable for larger search spaces but need many converge iterations.</a:t>
            </a:r>
          </a:p>
          <a:p>
            <a:pPr marL="0" algn="just">
              <a:spcBef>
                <a:spcPts val="600"/>
              </a:spcBef>
              <a:spcAft>
                <a:spcPts val="600"/>
              </a:spcAft>
              <a:buFont typeface="Arial" panose="020B0604020202020204" pitchFamily="34" charset="0"/>
              <a:buChar char="•"/>
            </a:pPr>
            <a:r>
              <a:rPr lang="en-US" sz="1600" spc="-10" dirty="0">
                <a:effectLst/>
                <a:latin typeface="Times New Roman" panose="02020603050405020304" pitchFamily="18" charset="0"/>
                <a:ea typeface="Times New Roman" panose="02020603050405020304" pitchFamily="18" charset="0"/>
                <a:cs typeface="Times New Roman" panose="02020603050405020304" pitchFamily="18" charset="0"/>
              </a:rPr>
              <a:t>Can only be used in a system with only one or two components.</a:t>
            </a:r>
            <a:endParaRPr lang="en-CA" sz="1600" dirty="0">
              <a:effectLst/>
              <a:latin typeface="Times New Roman" panose="02020603050405020304" pitchFamily="18" charset="0"/>
              <a:ea typeface="Times New Roman" panose="02020603050405020304" pitchFamily="18" charset="0"/>
            </a:endParaRPr>
          </a:p>
          <a:p>
            <a:pPr marL="0" marR="0" algn="just">
              <a:spcBef>
                <a:spcPts val="600"/>
              </a:spcBef>
              <a:spcAft>
                <a:spcPts val="600"/>
              </a:spcAft>
              <a:buNone/>
            </a:pPr>
            <a:r>
              <a:rPr lang="en-US" sz="1600" b="1" spc="-10" dirty="0">
                <a:effectLst/>
                <a:latin typeface="Times New Roman" panose="02020603050405020304" pitchFamily="18" charset="0"/>
                <a:ea typeface="Times New Roman" panose="02020603050405020304" pitchFamily="18" charset="0"/>
                <a:cs typeface="Times New Roman" panose="02020603050405020304" pitchFamily="18" charset="0"/>
              </a:rPr>
              <a:t>Mathematical-based method:</a:t>
            </a:r>
          </a:p>
          <a:p>
            <a:pPr marL="0" marR="0" algn="just">
              <a:spcBef>
                <a:spcPts val="600"/>
              </a:spcBef>
              <a:spcAft>
                <a:spcPts val="600"/>
              </a:spcAft>
              <a:buFont typeface="Arial" panose="020B0604020202020204" pitchFamily="34" charset="0"/>
              <a:buChar char="•"/>
            </a:pPr>
            <a:r>
              <a:rPr lang="en-US" sz="1600" spc="-10" dirty="0">
                <a:effectLst/>
                <a:latin typeface="Times New Roman" panose="02020603050405020304" pitchFamily="18" charset="0"/>
                <a:ea typeface="Times New Roman" panose="02020603050405020304" pitchFamily="18" charset="0"/>
                <a:cs typeface="Times New Roman" panose="02020603050405020304" pitchFamily="18" charset="0"/>
              </a:rPr>
              <a:t>Uses mathematical models to solve the optimization problem </a:t>
            </a:r>
          </a:p>
          <a:p>
            <a:pPr marL="0" marR="0" algn="just">
              <a:spcBef>
                <a:spcPts val="600"/>
              </a:spcBef>
              <a:spcAft>
                <a:spcPts val="600"/>
              </a:spcAft>
              <a:buFont typeface="Arial" panose="020B0604020202020204" pitchFamily="34" charset="0"/>
              <a:buChar char="•"/>
            </a:pPr>
            <a:r>
              <a:rPr lang="en-US" sz="1600" spc="-10" dirty="0">
                <a:effectLst/>
                <a:latin typeface="Times New Roman" panose="02020603050405020304" pitchFamily="18" charset="0"/>
                <a:ea typeface="Times New Roman" panose="02020603050405020304" pitchFamily="18" charset="0"/>
                <a:cs typeface="Times New Roman" panose="02020603050405020304" pitchFamily="18" charset="0"/>
              </a:rPr>
              <a:t>Highly accurate for linear problems but do not fit with non-linear or mixed-integer problems</a:t>
            </a:r>
          </a:p>
          <a:p>
            <a:pPr marL="0" marR="0" algn="just">
              <a:spcBef>
                <a:spcPts val="600"/>
              </a:spcBef>
              <a:spcAft>
                <a:spcPts val="600"/>
              </a:spcAft>
              <a:buNone/>
            </a:pPr>
            <a:r>
              <a:rPr lang="en-US" sz="1600" b="1" spc="-10" dirty="0">
                <a:effectLst/>
                <a:latin typeface="Times New Roman" panose="02020603050405020304" pitchFamily="18" charset="0"/>
                <a:ea typeface="Times New Roman" panose="02020603050405020304" pitchFamily="18" charset="0"/>
                <a:cs typeface="Times New Roman" panose="02020603050405020304" pitchFamily="18" charset="0"/>
              </a:rPr>
              <a:t>Heuristic method:</a:t>
            </a:r>
          </a:p>
          <a:p>
            <a:pPr marL="0" marR="0" algn="just">
              <a:spcBef>
                <a:spcPts val="600"/>
              </a:spcBef>
              <a:spcAft>
                <a:spcPts val="600"/>
              </a:spcAft>
              <a:buFont typeface="Arial" panose="020B0604020202020204" pitchFamily="34" charset="0"/>
              <a:buChar char="•"/>
            </a:pPr>
            <a:r>
              <a:rPr lang="en-US" sz="1600" spc="-10" dirty="0">
                <a:effectLst/>
                <a:latin typeface="Times New Roman" panose="02020603050405020304" pitchFamily="18" charset="0"/>
                <a:ea typeface="Times New Roman" panose="02020603050405020304" pitchFamily="18" charset="0"/>
                <a:cs typeface="Times New Roman" panose="02020603050405020304" pitchFamily="18" charset="0"/>
              </a:rPr>
              <a:t>Well-structured for solving complex and non-linear problems without requiring extra information about gradients and differentiable components.</a:t>
            </a:r>
            <a:endParaRPr lang="en-CA" sz="1600" dirty="0">
              <a:effectLst/>
              <a:latin typeface="Times New Roman" panose="02020603050405020304" pitchFamily="18" charset="0"/>
              <a:ea typeface="Times New Roman" panose="02020603050405020304" pitchFamily="18" charset="0"/>
            </a:endParaRPr>
          </a:p>
          <a:p>
            <a:pPr>
              <a:spcBef>
                <a:spcPts val="600"/>
              </a:spcBef>
              <a:buNone/>
            </a:pPr>
            <a:r>
              <a:rPr lang="en-US" sz="1600" b="1" spc="-10" dirty="0">
                <a:effectLst/>
                <a:latin typeface="Times New Roman" panose="02020603050405020304" pitchFamily="18" charset="0"/>
                <a:ea typeface="Times New Roman" panose="02020603050405020304" pitchFamily="18" charset="0"/>
              </a:rPr>
              <a:t>Hybrid method:</a:t>
            </a:r>
          </a:p>
          <a:p>
            <a:pPr>
              <a:spcBef>
                <a:spcPts val="600"/>
              </a:spcBef>
              <a:buFont typeface="Arial" panose="020B0604020202020204" pitchFamily="34" charset="0"/>
              <a:buChar char="•"/>
            </a:pPr>
            <a:r>
              <a:rPr lang="en-US" sz="1600" spc="-10" dirty="0">
                <a:latin typeface="Times New Roman" panose="02020603050405020304" pitchFamily="18" charset="0"/>
                <a:ea typeface="Times New Roman" panose="02020603050405020304" pitchFamily="18" charset="0"/>
              </a:rPr>
              <a:t>S</a:t>
            </a:r>
            <a:r>
              <a:rPr lang="en-US" sz="1600" spc="-10" dirty="0">
                <a:effectLst/>
                <a:latin typeface="Times New Roman" panose="02020603050405020304" pitchFamily="18" charset="0"/>
                <a:ea typeface="Times New Roman" panose="02020603050405020304" pitchFamily="18" charset="0"/>
              </a:rPr>
              <a:t>uperior to other methods </a:t>
            </a:r>
          </a:p>
          <a:p>
            <a:pPr>
              <a:spcBef>
                <a:spcPts val="600"/>
              </a:spcBef>
              <a:buFont typeface="Arial" panose="020B0604020202020204" pitchFamily="34" charset="0"/>
              <a:buChar char="•"/>
            </a:pPr>
            <a:r>
              <a:rPr lang="en-US" sz="1600" spc="-10" dirty="0">
                <a:effectLst/>
                <a:latin typeface="Times New Roman" panose="02020603050405020304" pitchFamily="18" charset="0"/>
                <a:ea typeface="Times New Roman" panose="02020603050405020304" pitchFamily="18" charset="0"/>
              </a:rPr>
              <a:t>Combines two or more optimization techniques to increase the strength of those algorithms and improve the accuracy and convergence speed</a:t>
            </a:r>
            <a:endParaRPr lang="en-CA" sz="1600" dirty="0"/>
          </a:p>
        </p:txBody>
      </p:sp>
    </p:spTree>
    <p:extLst>
      <p:ext uri="{BB962C8B-B14F-4D97-AF65-F5344CB8AC3E}">
        <p14:creationId xmlns:p14="http://schemas.microsoft.com/office/powerpoint/2010/main" val="1348494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4C8CE-C435-A9E3-0B15-B067DE84CAF7}"/>
              </a:ext>
            </a:extLst>
          </p:cNvPr>
          <p:cNvSpPr>
            <a:spLocks noGrp="1"/>
          </p:cNvSpPr>
          <p:nvPr>
            <p:ph type="title"/>
          </p:nvPr>
        </p:nvSpPr>
        <p:spPr>
          <a:xfrm>
            <a:off x="9277350" y="2445352"/>
            <a:ext cx="2486025" cy="2310194"/>
          </a:xfrm>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Comparison with Literature</a:t>
            </a:r>
            <a:endParaRPr lang="en-CA"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688E3825-41C7-1900-26C2-86C67388D0E0}"/>
              </a:ext>
            </a:extLst>
          </p:cNvPr>
          <p:cNvGraphicFramePr>
            <a:graphicFrameLocks noGrp="1"/>
          </p:cNvGraphicFramePr>
          <p:nvPr>
            <p:extLst>
              <p:ext uri="{D42A27DB-BD31-4B8C-83A1-F6EECF244321}">
                <p14:modId xmlns:p14="http://schemas.microsoft.com/office/powerpoint/2010/main" val="3100715924"/>
              </p:ext>
            </p:extLst>
          </p:nvPr>
        </p:nvGraphicFramePr>
        <p:xfrm>
          <a:off x="796754" y="385327"/>
          <a:ext cx="8242470" cy="6087346"/>
        </p:xfrm>
        <a:graphic>
          <a:graphicData uri="http://schemas.openxmlformats.org/drawingml/2006/table">
            <a:tbl>
              <a:tblPr firstRow="1" bandRow="1">
                <a:tableStyleId>{5C22544A-7EE6-4342-B048-85BDC9FD1C3A}</a:tableStyleId>
              </a:tblPr>
              <a:tblGrid>
                <a:gridCol w="1165396">
                  <a:extLst>
                    <a:ext uri="{9D8B030D-6E8A-4147-A177-3AD203B41FA5}">
                      <a16:colId xmlns:a16="http://schemas.microsoft.com/office/drawing/2014/main" val="1793974005"/>
                    </a:ext>
                  </a:extLst>
                </a:gridCol>
                <a:gridCol w="1465913">
                  <a:extLst>
                    <a:ext uri="{9D8B030D-6E8A-4147-A177-3AD203B41FA5}">
                      <a16:colId xmlns:a16="http://schemas.microsoft.com/office/drawing/2014/main" val="761013179"/>
                    </a:ext>
                  </a:extLst>
                </a:gridCol>
                <a:gridCol w="1077262">
                  <a:extLst>
                    <a:ext uri="{9D8B030D-6E8A-4147-A177-3AD203B41FA5}">
                      <a16:colId xmlns:a16="http://schemas.microsoft.com/office/drawing/2014/main" val="3738217230"/>
                    </a:ext>
                  </a:extLst>
                </a:gridCol>
                <a:gridCol w="863871">
                  <a:extLst>
                    <a:ext uri="{9D8B030D-6E8A-4147-A177-3AD203B41FA5}">
                      <a16:colId xmlns:a16="http://schemas.microsoft.com/office/drawing/2014/main" val="2123606230"/>
                    </a:ext>
                  </a:extLst>
                </a:gridCol>
                <a:gridCol w="1708194">
                  <a:extLst>
                    <a:ext uri="{9D8B030D-6E8A-4147-A177-3AD203B41FA5}">
                      <a16:colId xmlns:a16="http://schemas.microsoft.com/office/drawing/2014/main" val="1423188292"/>
                    </a:ext>
                  </a:extLst>
                </a:gridCol>
                <a:gridCol w="1961834">
                  <a:extLst>
                    <a:ext uri="{9D8B030D-6E8A-4147-A177-3AD203B41FA5}">
                      <a16:colId xmlns:a16="http://schemas.microsoft.com/office/drawing/2014/main" val="4235883465"/>
                    </a:ext>
                  </a:extLst>
                </a:gridCol>
              </a:tblGrid>
              <a:tr h="190810">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Author</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gn="ctr">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Grid Components</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gn="ctr">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Method</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Objectives</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gn="ctr">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Summary</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gn="ctr">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Research gaps</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extLst>
                  <a:ext uri="{0D108BD9-81ED-4DB2-BD59-A6C34878D82A}">
                    <a16:rowId xmlns:a16="http://schemas.microsoft.com/office/drawing/2014/main" val="3285099736"/>
                  </a:ext>
                </a:extLst>
              </a:tr>
              <a:tr h="1019623">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 Emad et al [2]</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PV/Wind/Battery</a:t>
                      </a:r>
                    </a:p>
                  </a:txBody>
                  <a:tcPr marL="55270" marR="55270" marT="27635" marB="27635" anchor="ctr"/>
                </a:tc>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GWO</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Cost, LPSP</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Strong focus on techno-economic optimization, addressing cost and reliability.</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Comprehensive evaluation of LPSP thresholds</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Battery degradation is not addressed</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Standalone/non-hybrid algorithms used</a:t>
                      </a:r>
                    </a:p>
                  </a:txBody>
                  <a:tcPr marL="55270" marR="55270" marT="27635" marB="27635" anchor="ctr"/>
                </a:tc>
                <a:extLst>
                  <a:ext uri="{0D108BD9-81ED-4DB2-BD59-A6C34878D82A}">
                    <a16:rowId xmlns:a16="http://schemas.microsoft.com/office/drawing/2014/main" val="1781521890"/>
                  </a:ext>
                </a:extLst>
              </a:tr>
              <a:tr h="1019623">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 S. Javed et al [3]</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PV/Wind/Battery </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FA/PSO/GA/ACO</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Cost</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Deep analysis of multiple heuristic algorithms.</a:t>
                      </a:r>
                    </a:p>
                    <a:p>
                      <a:pPr marL="0" marR="0">
                        <a:lnSpc>
                          <a:spcPct val="107000"/>
                        </a:lnSpc>
                        <a:spcAft>
                          <a:spcPts val="800"/>
                        </a:spcAft>
                      </a:pP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Inclusion of Pumped Hydro Storage (PHS) as an innovative energy storage option.</a:t>
                      </a:r>
                    </a:p>
                  </a:txBody>
                  <a:tcPr marL="55270" marR="55270" marT="27635" marB="27635" anchor="ctr"/>
                </a:tc>
                <a:tc>
                  <a:txBody>
                    <a:bodyPr/>
                    <a:lstStyle/>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Battery degradation is not addressed</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Standalone/non-hybrid algorithms used</a:t>
                      </a:r>
                    </a:p>
                  </a:txBody>
                  <a:tcPr marL="55270" marR="55270" marT="27635" marB="27635" anchor="ctr"/>
                </a:tc>
                <a:extLst>
                  <a:ext uri="{0D108BD9-81ED-4DB2-BD59-A6C34878D82A}">
                    <a16:rowId xmlns:a16="http://schemas.microsoft.com/office/drawing/2014/main" val="3811410403"/>
                  </a:ext>
                </a:extLst>
              </a:tr>
              <a:tr h="1350688">
                <a:tc>
                  <a:txBody>
                    <a:bodyPr/>
                    <a:lstStyle/>
                    <a:p>
                      <a:pPr marL="0" marR="0">
                        <a:lnSpc>
                          <a:spcPct val="107000"/>
                        </a:lnSpc>
                        <a:spcAft>
                          <a:spcPts val="800"/>
                        </a:spcAft>
                      </a:pPr>
                      <a:r>
                        <a:rPr lang="en-US" sz="10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Ntube</a:t>
                      </a: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et al [4]</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PV/Battery</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MILP and Monte Carlo</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Cost, total energy imported</a:t>
                      </a:r>
                    </a:p>
                  </a:txBody>
                  <a:tcPr marL="5757" marR="5757" marT="5757" marB="0" anchor="ctr"/>
                </a:tc>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Uses a traditional Mixed Integer Linear Programming (MILP) approach, and a detailed Monte Carlo-based sensitivity analysis for better scenario evaluation.</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-Focuses solely on PV systems</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Battery degradation is not addressed</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Reliability (LPSP) is not mentioned</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Methods used are not well suited for non-linear problems.</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extLst>
                  <a:ext uri="{0D108BD9-81ED-4DB2-BD59-A6C34878D82A}">
                    <a16:rowId xmlns:a16="http://schemas.microsoft.com/office/drawing/2014/main" val="3680575609"/>
                  </a:ext>
                </a:extLst>
              </a:tr>
              <a:tr h="1019623">
                <a:tc>
                  <a:txBody>
                    <a:bodyPr/>
                    <a:lstStyle/>
                    <a:p>
                      <a:pPr marL="0" marR="0">
                        <a:lnSpc>
                          <a:spcPct val="107000"/>
                        </a:lnSpc>
                        <a:spcAft>
                          <a:spcPts val="800"/>
                        </a:spcAft>
                      </a:pPr>
                      <a:r>
                        <a:rPr lang="en-CA" sz="10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Ayotunde</a:t>
                      </a: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 Adeyemo et al [5]</a:t>
                      </a:r>
                    </a:p>
                  </a:txBody>
                  <a:tcPr marL="5757" marR="5757" marT="5757" marB="0" anchor="ctr"/>
                </a:tc>
                <a:tc>
                  <a:txBody>
                    <a:bodyPr/>
                    <a:lstStyle/>
                    <a:p>
                      <a:pPr marL="0" marR="0">
                        <a:lnSpc>
                          <a:spcPct val="107000"/>
                        </a:lnSpc>
                        <a:spcAft>
                          <a:spcPts val="800"/>
                        </a:spcAft>
                      </a:pP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PV/Hydrogen/battery</a:t>
                      </a:r>
                    </a:p>
                  </a:txBody>
                  <a:tcPr marL="5757" marR="5757" marT="5757" marB="0" anchor="ctr"/>
                </a:tc>
                <a:tc>
                  <a:txBody>
                    <a:bodyPr/>
                    <a:lstStyle/>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NSGAII</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Cost, LPSP and potential energy waste probability</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-Economic and technical analysis.</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 in-house simplified degradation model was used to evaluate the capacity loss.</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Not using a hybrid algorithm which offers better exploration and convergence.</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Does not integrate reliability metrics (LPSP) with degradation impacts. </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extLst>
                  <a:ext uri="{0D108BD9-81ED-4DB2-BD59-A6C34878D82A}">
                    <a16:rowId xmlns:a16="http://schemas.microsoft.com/office/drawing/2014/main" val="1576050654"/>
                  </a:ext>
                </a:extLst>
              </a:tr>
              <a:tr h="1111458">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 Khare et al [6]</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PV/Tidal/battery system</a:t>
                      </a:r>
                    </a:p>
                  </a:txBody>
                  <a:tcPr marL="5757" marR="5757" marT="5757" marB="0" anchor="ctr"/>
                </a:tc>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Chaotic Particle Swarm Optimization and Cuckoo Optimization</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757" marR="5757" marT="5757" marB="0" anchor="ctr"/>
                </a:tc>
                <a:tc>
                  <a:txBody>
                    <a:bodyPr/>
                    <a:lstStyle/>
                    <a:p>
                      <a:pPr marL="0" marR="0">
                        <a:lnSpc>
                          <a:spcPct val="107000"/>
                        </a:lnSpc>
                        <a:spcAft>
                          <a:spcPts val="800"/>
                        </a:spcAft>
                      </a:pPr>
                      <a:r>
                        <a:rPr lang="en-US"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Cost</a:t>
                      </a:r>
                      <a:endParaRPr lang="en-CA" sz="10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tc>
                  <a:txBody>
                    <a:bodyPr/>
                    <a:lstStyle/>
                    <a:p>
                      <a:pPr marL="0" marR="0">
                        <a:lnSpc>
                          <a:spcPct val="107000"/>
                        </a:lnSpc>
                        <a:spcAft>
                          <a:spcPts val="800"/>
                        </a:spcAft>
                      </a:pP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Focus on Solar-Tidal Integration to minimize the costs</a:t>
                      </a:r>
                    </a:p>
                  </a:txBody>
                  <a:tcPr marL="55270" marR="55270" marT="27635" marB="27635" anchor="ctr"/>
                </a:tc>
                <a:tc>
                  <a:txBody>
                    <a:bodyPr/>
                    <a:lstStyle/>
                    <a:p>
                      <a:pPr marL="0" marR="0">
                        <a:lnSpc>
                          <a:spcPct val="107000"/>
                        </a:lnSpc>
                        <a:spcAft>
                          <a:spcPts val="800"/>
                        </a:spcAft>
                      </a:pP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Battery degradation is not addressed</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pP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Standalone/non-hybrid algorithms used</a:t>
                      </a:r>
                    </a:p>
                    <a:p>
                      <a:pPr marL="0" marR="0">
                        <a:lnSpc>
                          <a:spcPct val="107000"/>
                        </a:lnSpc>
                        <a:spcAft>
                          <a:spcPts val="800"/>
                        </a:spcAft>
                      </a:pPr>
                      <a:r>
                        <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Reliability of the system (LPSP) is not mentioned</a:t>
                      </a:r>
                      <a:endParaRPr lang="en-CA"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55270" marR="55270" marT="27635" marB="27635" anchor="ctr"/>
                </a:tc>
                <a:extLst>
                  <a:ext uri="{0D108BD9-81ED-4DB2-BD59-A6C34878D82A}">
                    <a16:rowId xmlns:a16="http://schemas.microsoft.com/office/drawing/2014/main" val="496815897"/>
                  </a:ext>
                </a:extLst>
              </a:tr>
            </a:tbl>
          </a:graphicData>
        </a:graphic>
      </p:graphicFrame>
      <p:sp>
        <p:nvSpPr>
          <p:cNvPr id="4" name="TextBox 3">
            <a:extLst>
              <a:ext uri="{FF2B5EF4-FFF2-40B4-BE49-F238E27FC236}">
                <a16:creationId xmlns:a16="http://schemas.microsoft.com/office/drawing/2014/main" id="{79AA0EE0-F633-3D56-1142-AF9F7583CA4C}"/>
              </a:ext>
            </a:extLst>
          </p:cNvPr>
          <p:cNvSpPr txBox="1"/>
          <p:nvPr/>
        </p:nvSpPr>
        <p:spPr>
          <a:xfrm>
            <a:off x="796754" y="108328"/>
            <a:ext cx="6096000"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rPr>
              <a:t>Table 1 - Comparative study of methods used in literature</a:t>
            </a:r>
            <a:endParaRPr lang="en-CA" sz="1200" i="1" dirty="0">
              <a:latin typeface="Times New Roman" panose="02020603050405020304" pitchFamily="18" charset="0"/>
            </a:endParaRPr>
          </a:p>
        </p:txBody>
      </p:sp>
    </p:spTree>
    <p:extLst>
      <p:ext uri="{BB962C8B-B14F-4D97-AF65-F5344CB8AC3E}">
        <p14:creationId xmlns:p14="http://schemas.microsoft.com/office/powerpoint/2010/main" val="3585502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1C7FD-4B5C-D354-9DA4-CDFD8920D5FE}"/>
              </a:ext>
            </a:extLst>
          </p:cNvPr>
          <p:cNvSpPr>
            <a:spLocks noGrp="1"/>
          </p:cNvSpPr>
          <p:nvPr>
            <p:ph type="title"/>
          </p:nvPr>
        </p:nvSpPr>
        <p:spPr>
          <a:xfrm>
            <a:off x="838200" y="222250"/>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Research Gaps</a:t>
            </a:r>
            <a:endParaRPr lang="en-CA"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94173A-18A7-2F46-9C93-74D91DF30A2C}"/>
              </a:ext>
            </a:extLst>
          </p:cNvPr>
          <p:cNvSpPr>
            <a:spLocks noGrp="1"/>
          </p:cNvSpPr>
          <p:nvPr>
            <p:ph idx="1"/>
          </p:nvPr>
        </p:nvSpPr>
        <p:spPr>
          <a:xfrm>
            <a:off x="1230207" y="1171893"/>
            <a:ext cx="9731585" cy="5009831"/>
          </a:xfrm>
        </p:spPr>
        <p:txBody>
          <a:bodyPr>
            <a:noAutofit/>
          </a:bodyPr>
          <a:lstStyle/>
          <a:p>
            <a:pPr marL="0" marR="0" algn="just">
              <a:spcBef>
                <a:spcPts val="600"/>
              </a:spcBef>
              <a:spcAft>
                <a:spcPts val="600"/>
              </a:spcAft>
              <a:buNone/>
            </a:pPr>
            <a:r>
              <a:rPr lang="en-CA" sz="1600" b="1" dirty="0">
                <a:effectLst/>
                <a:latin typeface="Times New Roman" panose="02020603050405020304" pitchFamily="18" charset="0"/>
                <a:ea typeface="Times New Roman" panose="02020603050405020304" pitchFamily="18" charset="0"/>
              </a:rPr>
              <a:t>Battery degradation:</a:t>
            </a:r>
          </a:p>
          <a:p>
            <a:pPr marL="342900" marR="0" lvl="0" indent="-342900" algn="just">
              <a:spcBef>
                <a:spcPts val="600"/>
              </a:spcBef>
              <a:spcAft>
                <a:spcPts val="600"/>
              </a:spcAft>
              <a:buSzPts val="1000"/>
              <a:buFont typeface="Symbol" panose="05050102010706020507" pitchFamily="18" charset="2"/>
              <a:buChar char=""/>
              <a:tabLst>
                <a:tab pos="457200" algn="l"/>
              </a:tabLst>
            </a:pPr>
            <a:r>
              <a:rPr lang="en-CA" sz="1600" b="1" kern="0" dirty="0">
                <a:effectLst/>
                <a:latin typeface="Times New Roman" panose="02020603050405020304" pitchFamily="18" charset="0"/>
                <a:ea typeface="Times New Roman" panose="02020603050405020304" pitchFamily="18" charset="0"/>
                <a:cs typeface="Arial" panose="020B0604020202020204" pitchFamily="34" charset="0"/>
              </a:rPr>
              <a:t>Complexity in Modeling </a:t>
            </a:r>
            <a:endParaRPr lang="en-CA" sz="1600" kern="100" dirty="0">
              <a:effectLst/>
              <a:latin typeface="Calibri" panose="020F0502020204030204" pitchFamily="34" charset="0"/>
              <a:ea typeface="Calibri" panose="020F0502020204030204" pitchFamily="34" charset="0"/>
              <a:cs typeface="Arial" panose="020B0604020202020204" pitchFamily="34" charset="0"/>
            </a:endParaRPr>
          </a:p>
          <a:p>
            <a:pPr marL="0" marR="0" algn="just">
              <a:spcBef>
                <a:spcPts val="600"/>
              </a:spcBef>
              <a:spcAft>
                <a:spcPts val="600"/>
              </a:spcAft>
              <a:buNone/>
            </a:pPr>
            <a:r>
              <a:rPr lang="en-CA" sz="1600" dirty="0">
                <a:effectLst/>
                <a:latin typeface="Times New Roman" panose="02020603050405020304" pitchFamily="18" charset="0"/>
                <a:ea typeface="Times New Roman" panose="02020603050405020304" pitchFamily="18" charset="0"/>
              </a:rPr>
              <a:t>Multiple internal and external factors influence battery degradation, (DOD, SOC, etc.) and cannot be modeled directly.</a:t>
            </a:r>
          </a:p>
          <a:p>
            <a:pPr marL="342900" marR="0" lvl="0" indent="-342900" algn="just">
              <a:spcBef>
                <a:spcPts val="600"/>
              </a:spcBef>
              <a:spcAft>
                <a:spcPts val="600"/>
              </a:spcAft>
              <a:buSzPts val="1000"/>
              <a:buFont typeface="Symbol" panose="05050102010706020507" pitchFamily="18" charset="2"/>
              <a:buChar char=""/>
              <a:tabLst>
                <a:tab pos="457200" algn="l"/>
              </a:tabLst>
            </a:pPr>
            <a:r>
              <a:rPr lang="en-CA" sz="1600" b="1" kern="0" dirty="0">
                <a:effectLst/>
                <a:latin typeface="Times New Roman" panose="02020603050405020304" pitchFamily="18" charset="0"/>
                <a:ea typeface="Times New Roman" panose="02020603050405020304" pitchFamily="18" charset="0"/>
                <a:cs typeface="Arial" panose="020B0604020202020204" pitchFamily="34" charset="0"/>
              </a:rPr>
              <a:t>Computational limitations</a:t>
            </a:r>
            <a:endParaRPr lang="en-CA" sz="1600" kern="100" dirty="0">
              <a:effectLst/>
              <a:latin typeface="Calibri" panose="020F0502020204030204" pitchFamily="34" charset="0"/>
              <a:ea typeface="Calibri" panose="020F0502020204030204" pitchFamily="34" charset="0"/>
              <a:cs typeface="Arial" panose="020B0604020202020204" pitchFamily="34" charset="0"/>
            </a:endParaRPr>
          </a:p>
          <a:p>
            <a:pPr marL="0" marR="0" algn="just">
              <a:spcBef>
                <a:spcPts val="600"/>
              </a:spcBef>
              <a:spcAft>
                <a:spcPts val="600"/>
              </a:spcAft>
              <a:buNone/>
            </a:pPr>
            <a:r>
              <a:rPr lang="en-CA" sz="1600" dirty="0">
                <a:effectLst/>
                <a:latin typeface="Times New Roman" panose="02020603050405020304" pitchFamily="18" charset="0"/>
                <a:ea typeface="Times New Roman" panose="02020603050405020304" pitchFamily="18" charset="0"/>
              </a:rPr>
              <a:t>In traditional optimization methods, it is challenging to express battery degradation because of its non-linear behavior. </a:t>
            </a:r>
          </a:p>
          <a:p>
            <a:pPr marL="0" marR="0" algn="just">
              <a:spcBef>
                <a:spcPts val="600"/>
              </a:spcBef>
              <a:spcAft>
                <a:spcPts val="600"/>
              </a:spcAft>
              <a:buNone/>
            </a:pPr>
            <a:r>
              <a:rPr lang="en-CA" sz="1600" b="1" kern="0" dirty="0">
                <a:effectLst/>
                <a:latin typeface="Times New Roman" panose="02020603050405020304" pitchFamily="18" charset="0"/>
                <a:ea typeface="Times New Roman" panose="02020603050405020304" pitchFamily="18" charset="0"/>
                <a:cs typeface="Arial" panose="020B0604020202020204" pitchFamily="34" charset="0"/>
              </a:rPr>
              <a:t>Different battery technologies</a:t>
            </a:r>
            <a:endParaRPr lang="en-CA" sz="1600" kern="100" dirty="0">
              <a:effectLst/>
              <a:latin typeface="Calibri" panose="020F0502020204030204" pitchFamily="34" charset="0"/>
              <a:ea typeface="Calibri" panose="020F0502020204030204" pitchFamily="34" charset="0"/>
              <a:cs typeface="Arial" panose="020B0604020202020204" pitchFamily="34" charset="0"/>
            </a:endParaRPr>
          </a:p>
          <a:p>
            <a:pPr marL="0" marR="0" algn="just">
              <a:spcBef>
                <a:spcPts val="600"/>
              </a:spcBef>
              <a:spcAft>
                <a:spcPts val="600"/>
              </a:spcAft>
              <a:buNone/>
            </a:pPr>
            <a:r>
              <a:rPr lang="en-CA" sz="1600" dirty="0">
                <a:effectLst/>
                <a:latin typeface="Times New Roman" panose="02020603050405020304" pitchFamily="18" charset="0"/>
                <a:ea typeface="Times New Roman" panose="02020603050405020304" pitchFamily="18" charset="0"/>
              </a:rPr>
              <a:t>Battery degradation can be different in various battery technologies. </a:t>
            </a:r>
          </a:p>
          <a:p>
            <a:pPr marL="0" marR="0" algn="just">
              <a:spcBef>
                <a:spcPts val="600"/>
              </a:spcBef>
              <a:spcAft>
                <a:spcPts val="600"/>
              </a:spcAft>
              <a:buNone/>
            </a:pPr>
            <a:r>
              <a:rPr lang="en-CA" sz="1600" b="1" dirty="0">
                <a:effectLst/>
                <a:latin typeface="Times New Roman" panose="02020603050405020304" pitchFamily="18" charset="0"/>
                <a:ea typeface="Times New Roman" panose="02020603050405020304" pitchFamily="18" charset="0"/>
              </a:rPr>
              <a:t>Tidal Energy:</a:t>
            </a:r>
          </a:p>
          <a:p>
            <a:pPr marL="342900" marR="0" lvl="0" indent="-342900" algn="just">
              <a:spcBef>
                <a:spcPts val="600"/>
              </a:spcBef>
              <a:spcAft>
                <a:spcPts val="600"/>
              </a:spcAft>
              <a:buFont typeface="+mj-lt"/>
              <a:buAutoNum type="arabicPeriod"/>
              <a:tabLst>
                <a:tab pos="457200" algn="l"/>
              </a:tabLst>
            </a:pPr>
            <a:r>
              <a:rPr lang="en-CA" sz="1600" dirty="0">
                <a:effectLst/>
                <a:latin typeface="Times New Roman" panose="02020603050405020304" pitchFamily="18" charset="0"/>
                <a:ea typeface="Times New Roman" panose="02020603050405020304" pitchFamily="18" charset="0"/>
              </a:rPr>
              <a:t>Tidal energy is only viable in coastal and high-current regions.</a:t>
            </a:r>
          </a:p>
          <a:p>
            <a:pPr marL="342900" marR="0" lvl="0" indent="-342900" algn="just">
              <a:spcBef>
                <a:spcPts val="600"/>
              </a:spcBef>
              <a:spcAft>
                <a:spcPts val="600"/>
              </a:spcAft>
              <a:buFont typeface="+mj-lt"/>
              <a:buAutoNum type="arabicPeriod"/>
              <a:tabLst>
                <a:tab pos="457200" algn="l"/>
              </a:tabLst>
            </a:pPr>
            <a:r>
              <a:rPr lang="en-CA" sz="1600" dirty="0">
                <a:effectLst/>
                <a:latin typeface="Times New Roman" panose="02020603050405020304" pitchFamily="18" charset="0"/>
                <a:ea typeface="Times New Roman" panose="02020603050405020304" pitchFamily="18" charset="0"/>
              </a:rPr>
              <a:t>Accurate tidal resource prediction requires consideration of tidal cycles, seasonal variations, and water depth, which adds complexity to optimization models.</a:t>
            </a:r>
          </a:p>
          <a:p>
            <a:pPr marL="342900" marR="0" lvl="0" indent="-342900" algn="just">
              <a:spcBef>
                <a:spcPts val="600"/>
              </a:spcBef>
              <a:spcAft>
                <a:spcPts val="600"/>
              </a:spcAft>
              <a:buFont typeface="+mj-lt"/>
              <a:buAutoNum type="arabicPeriod"/>
              <a:tabLst>
                <a:tab pos="457200" algn="l"/>
              </a:tabLst>
            </a:pPr>
            <a:r>
              <a:rPr lang="en-CA" sz="1600" dirty="0">
                <a:effectLst/>
                <a:latin typeface="Times New Roman" panose="02020603050405020304" pitchFamily="18" charset="0"/>
                <a:ea typeface="Times New Roman" panose="02020603050405020304" pitchFamily="18" charset="0"/>
              </a:rPr>
              <a:t>Tidal turbines are new technologies, with </a:t>
            </a:r>
            <a:r>
              <a:rPr lang="en-CA" sz="1600" u="sng" dirty="0">
                <a:effectLst/>
                <a:latin typeface="Times New Roman" panose="02020603050405020304" pitchFamily="18" charset="0"/>
                <a:ea typeface="Times New Roman" panose="02020603050405020304" pitchFamily="18" charset="0"/>
              </a:rPr>
              <a:t>fewer commercially available models and limited real-world data </a:t>
            </a:r>
            <a:r>
              <a:rPr lang="en-CA" sz="1600" dirty="0">
                <a:effectLst/>
                <a:latin typeface="Times New Roman" panose="02020603050405020304" pitchFamily="18" charset="0"/>
                <a:ea typeface="Times New Roman" panose="02020603050405020304" pitchFamily="18" charset="0"/>
              </a:rPr>
              <a:t>for cost and performance analysis.</a:t>
            </a:r>
          </a:p>
        </p:txBody>
      </p:sp>
    </p:spTree>
    <p:extLst>
      <p:ext uri="{BB962C8B-B14F-4D97-AF65-F5344CB8AC3E}">
        <p14:creationId xmlns:p14="http://schemas.microsoft.com/office/powerpoint/2010/main" val="3765212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E3DE5-728B-7120-0276-5942EDED50AF}"/>
              </a:ext>
            </a:extLst>
          </p:cNvPr>
          <p:cNvSpPr>
            <a:spLocks noGrp="1"/>
          </p:cNvSpPr>
          <p:nvPr>
            <p:ph type="title"/>
          </p:nvPr>
        </p:nvSpPr>
        <p:spPr>
          <a:xfrm>
            <a:off x="1797666" y="534990"/>
            <a:ext cx="8596668" cy="1320800"/>
          </a:xfrm>
        </p:spPr>
        <p:txBody>
          <a:bodyPr anchor="t">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Proposed System Design</a:t>
            </a:r>
            <a:endParaRPr lang="en-CA"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1">
            <a:extLst>
              <a:ext uri="{FF2B5EF4-FFF2-40B4-BE49-F238E27FC236}">
                <a16:creationId xmlns:a16="http://schemas.microsoft.com/office/drawing/2014/main" id="{E6EF7399-BE05-1611-372C-3D115F286D65}"/>
              </a:ext>
            </a:extLst>
          </p:cNvPr>
          <p:cNvSpPr>
            <a:spLocks noGrp="1" noChangeArrowheads="1"/>
          </p:cNvSpPr>
          <p:nvPr>
            <p:ph idx="1"/>
          </p:nvPr>
        </p:nvSpPr>
        <p:spPr bwMode="auto">
          <a:xfrm>
            <a:off x="6096000" y="2359928"/>
            <a:ext cx="5090161" cy="276383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indent="0" defTabSz="914400" eaLnBrk="0" fontAlgn="base" hangingPunct="0">
              <a:lnSpc>
                <a:spcPct val="90000"/>
              </a:lnSpc>
              <a:spcBef>
                <a:spcPct val="0"/>
              </a:spcBef>
              <a:spcAft>
                <a:spcPts val="600"/>
              </a:spcAft>
              <a:buClrTx/>
              <a:buSzTx/>
              <a:buNone/>
            </a:pPr>
            <a:r>
              <a:rPr lang="en-US" alt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Renewable Energy Sources</a:t>
            </a:r>
            <a:r>
              <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defTabSz="914400" eaLnBrk="0" fontAlgn="base" hangingPunct="0">
              <a:lnSpc>
                <a:spcPct val="90000"/>
              </a:lnSpc>
              <a:spcBef>
                <a:spcPct val="0"/>
              </a:spcBef>
              <a:spcAft>
                <a:spcPts val="600"/>
              </a:spcAft>
              <a:buClrTx/>
              <a:buSzTx/>
            </a:pPr>
            <a:r>
              <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Solar, wind, and tidal energy systems modeled with meteorological and operational parameters.</a:t>
            </a:r>
          </a:p>
          <a:p>
            <a:pPr marL="0" indent="0" defTabSz="914400" eaLnBrk="0" fontAlgn="base" hangingPunct="0">
              <a:lnSpc>
                <a:spcPct val="90000"/>
              </a:lnSpc>
              <a:spcBef>
                <a:spcPct val="0"/>
              </a:spcBef>
              <a:spcAft>
                <a:spcPts val="600"/>
              </a:spcAft>
              <a:buClrTx/>
              <a:buSzTx/>
              <a:buNone/>
            </a:pPr>
            <a:endPar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defTabSz="914400" eaLnBrk="0" fontAlgn="base" hangingPunct="0">
              <a:lnSpc>
                <a:spcPct val="90000"/>
              </a:lnSpc>
              <a:spcBef>
                <a:spcPct val="0"/>
              </a:spcBef>
              <a:spcAft>
                <a:spcPts val="600"/>
              </a:spcAft>
              <a:buClrTx/>
              <a:buSzTx/>
              <a:buNone/>
            </a:pPr>
            <a:r>
              <a:rPr lang="en-US" alt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Battery Energy Storage System (BESS)</a:t>
            </a:r>
            <a:r>
              <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defTabSz="914400" eaLnBrk="0" fontAlgn="base" hangingPunct="0">
              <a:lnSpc>
                <a:spcPct val="90000"/>
              </a:lnSpc>
              <a:spcBef>
                <a:spcPct val="0"/>
              </a:spcBef>
              <a:spcAft>
                <a:spcPts val="600"/>
              </a:spcAft>
              <a:buClrTx/>
              <a:buSzTx/>
            </a:pPr>
            <a:r>
              <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Balances supply and demand through efficient charging and discharging.</a:t>
            </a:r>
          </a:p>
          <a:p>
            <a:pPr marL="0" indent="0" defTabSz="914400" eaLnBrk="0" fontAlgn="base" hangingPunct="0">
              <a:lnSpc>
                <a:spcPct val="90000"/>
              </a:lnSpc>
              <a:spcBef>
                <a:spcPct val="0"/>
              </a:spcBef>
              <a:spcAft>
                <a:spcPts val="600"/>
              </a:spcAft>
              <a:buClrTx/>
              <a:buSzTx/>
              <a:buNone/>
            </a:pPr>
            <a:endPar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defTabSz="914400" eaLnBrk="0" fontAlgn="base" hangingPunct="0">
              <a:lnSpc>
                <a:spcPct val="90000"/>
              </a:lnSpc>
              <a:spcBef>
                <a:spcPct val="0"/>
              </a:spcBef>
              <a:spcAft>
                <a:spcPts val="600"/>
              </a:spcAft>
              <a:buClrTx/>
              <a:buSzTx/>
              <a:buNone/>
            </a:pPr>
            <a:r>
              <a:rPr lang="en-US" alt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Optimization Objectives</a:t>
            </a:r>
            <a:r>
              <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defTabSz="914400" eaLnBrk="0" fontAlgn="base" hangingPunct="0">
              <a:lnSpc>
                <a:spcPct val="90000"/>
              </a:lnSpc>
              <a:spcBef>
                <a:spcPct val="0"/>
              </a:spcBef>
              <a:spcAft>
                <a:spcPts val="600"/>
              </a:spcAft>
              <a:buClrTx/>
              <a:buSzTx/>
            </a:pPr>
            <a:r>
              <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Cost-reduction and reliability leading to efficient renewable integration.</a:t>
            </a:r>
          </a:p>
        </p:txBody>
      </p:sp>
      <p:pic>
        <p:nvPicPr>
          <p:cNvPr id="5" name="Picture 4" descr="A diagram of a house&#10;&#10;Description automatically generated">
            <a:extLst>
              <a:ext uri="{FF2B5EF4-FFF2-40B4-BE49-F238E27FC236}">
                <a16:creationId xmlns:a16="http://schemas.microsoft.com/office/drawing/2014/main" id="{88CD3D32-A43A-DB2F-95D2-E0B23D52D39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0873" y="1383981"/>
            <a:ext cx="4210476" cy="2357865"/>
          </a:xfrm>
          <a:prstGeom prst="rect">
            <a:avLst/>
          </a:prstGeom>
        </p:spPr>
      </p:pic>
      <p:sp>
        <p:nvSpPr>
          <p:cNvPr id="7" name="TextBox 6">
            <a:extLst>
              <a:ext uri="{FF2B5EF4-FFF2-40B4-BE49-F238E27FC236}">
                <a16:creationId xmlns:a16="http://schemas.microsoft.com/office/drawing/2014/main" id="{F9A4327D-493A-9909-14D8-A309E405DE65}"/>
              </a:ext>
            </a:extLst>
          </p:cNvPr>
          <p:cNvSpPr txBox="1"/>
          <p:nvPr/>
        </p:nvSpPr>
        <p:spPr>
          <a:xfrm>
            <a:off x="1543967" y="3741846"/>
            <a:ext cx="3824287"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US" sz="1200" i="1" dirty="0">
                <a:latin typeface="Times New Roman" panose="02020603050405020304" pitchFamily="18" charset="0"/>
                <a:ea typeface="Calibri" panose="020F0502020204030204" pitchFamily="34" charset="0"/>
                <a:cs typeface="Times New Roman" panose="02020603050405020304" pitchFamily="18" charset="0"/>
              </a:rPr>
              <a:t>3 -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Standalone PV/WT/Tidal/BESS configuration</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981BCE11-4432-4398-BF40-BD9CE6340072}"/>
              </a:ext>
            </a:extLst>
          </p:cNvPr>
          <p:cNvSpPr>
            <a:spLocks noChangeArrowheads="1"/>
          </p:cNvSpPr>
          <p:nvPr/>
        </p:nvSpPr>
        <p:spPr bwMode="auto">
          <a:xfrm>
            <a:off x="1797666" y="374184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pic>
        <p:nvPicPr>
          <p:cNvPr id="9217" name="Picture 1" descr="A map with a location pin&#10;&#10;Description automatically generated">
            <a:extLst>
              <a:ext uri="{FF2B5EF4-FFF2-40B4-BE49-F238E27FC236}">
                <a16:creationId xmlns:a16="http://schemas.microsoft.com/office/drawing/2014/main" id="{76611CF5-C435-EF30-725B-9F71A6CC2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666" y="4237186"/>
            <a:ext cx="3028950" cy="18478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3405DF1-1CA9-D550-DC74-43421AA5BA75}"/>
              </a:ext>
            </a:extLst>
          </p:cNvPr>
          <p:cNvSpPr txBox="1"/>
          <p:nvPr/>
        </p:nvSpPr>
        <p:spPr>
          <a:xfrm>
            <a:off x="-41946" y="6099711"/>
            <a:ext cx="6996112" cy="276999"/>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a:t>
            </a:r>
            <a:r>
              <a:rPr kumimoji="0" lang="en-US" altLang="en-US" sz="1200" b="0" i="1" u="none" strike="noStrike" cap="none" normalizeH="0" baseline="0" dirty="0" bmk="">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igure </a:t>
            </a:r>
            <a:r>
              <a:rPr kumimoji="0" lang="en-US" altLang="en-US" sz="1200" b="0" i="1" u="none" strike="noStrike" cap="none" normalizeH="0" baseline="0" dirty="0" bmk="_Toc191335634">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 </a:t>
            </a:r>
            <a:r>
              <a:rPr kumimoji="0" lang="en-US" altLang="en-US" sz="1200" b="0" i="1" u="none" strike="noStrike" cap="none" normalizeH="0" baseline="0" dirty="0" bmk="_Toc191335634">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t>
            </a:r>
            <a:r>
              <a:rPr kumimoji="0" lang="en-US" altLang="en-US" sz="1200" b="0" i="1" u="none" strike="noStrike" cap="none" normalizeH="0" baseline="0" dirty="0" bmk="_Toc191335634">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Location of the case study</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62293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992C08-278D-80AD-A328-8C1680A4358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1011361-A83A-CA3E-4C01-82B8B803B07C}"/>
              </a:ext>
            </a:extLst>
          </p:cNvPr>
          <p:cNvSpPr>
            <a:spLocks noGrp="1"/>
          </p:cNvSpPr>
          <p:nvPr>
            <p:ph type="title"/>
          </p:nvPr>
        </p:nvSpPr>
        <p:spPr>
          <a:xfrm>
            <a:off x="1797666" y="266861"/>
            <a:ext cx="8596668" cy="1320800"/>
          </a:xfrm>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Modeling of Photovoltaic Panels</a:t>
            </a:r>
            <a:endParaRPr lang="en-CA"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Content Placeholder 2">
                <a:extLst>
                  <a:ext uri="{FF2B5EF4-FFF2-40B4-BE49-F238E27FC236}">
                    <a16:creationId xmlns:a16="http://schemas.microsoft.com/office/drawing/2014/main" id="{93BCF6F0-4416-F248-4A66-682AD59CA1BE}"/>
                  </a:ext>
                </a:extLst>
              </p:cNvPr>
              <p:cNvSpPr>
                <a:spLocks noGrp="1"/>
              </p:cNvSpPr>
              <p:nvPr>
                <p:ph idx="1"/>
              </p:nvPr>
            </p:nvSpPr>
            <p:spPr>
              <a:xfrm>
                <a:off x="1071567" y="1452016"/>
                <a:ext cx="5024433" cy="1976984"/>
              </a:xfrm>
            </p:spPr>
            <p:txBody>
              <a:bodyPr>
                <a:noAutofit/>
              </a:bodyPr>
              <a:lstStyle/>
              <a:p>
                <a:pPr marL="0" indent="0">
                  <a:buNone/>
                </a:pP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Solar Energy Model:</a:t>
                </a:r>
              </a:p>
              <a:p>
                <a:pPr>
                  <a:buFont typeface="Arial" panose="020B0604020202020204" pitchFamily="34" charset="0"/>
                  <a:buChar char="•"/>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Power output is calculated using solar irradiance and temperature data.</a:t>
                </a:r>
              </a:p>
              <a:p>
                <a:pPr marL="0" indent="0">
                  <a:buNone/>
                </a:pPr>
                <a14:m>
                  <m:oMathPara xmlns:m="http://schemas.openxmlformats.org/officeDocument/2006/math">
                    <m:oMathParaPr>
                      <m:jc m:val="centerGroup"/>
                    </m:oMathParaPr>
                    <m:oMath xmlns:m="http://schemas.openxmlformats.org/officeDocument/2006/math">
                      <m:sSub>
                        <m:sSubPr>
                          <m:ctrlPr>
                            <a:rPr lang="en-CA" sz="1400" i="1" smtClean="0">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𝑃</m:t>
                          </m:r>
                        </m:e>
                        <m:sub>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𝑝𝑣</m:t>
                          </m:r>
                        </m:sub>
                      </m:sSub>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m:t>
                      </m:r>
                      <m:sSub>
                        <m:sSub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𝑃</m:t>
                          </m:r>
                        </m:e>
                        <m:sub>
                          <m:sSub>
                            <m:sSub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𝑝𝑣</m:t>
                              </m:r>
                            </m:e>
                            <m:sub>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𝑟𝑎𝑡𝑒𝑑</m:t>
                              </m:r>
                            </m:sub>
                          </m:sSub>
                        </m:sub>
                      </m:sSub>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m:t>
                      </m:r>
                      <m:f>
                        <m:f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fPr>
                        <m:num>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𝐺</m:t>
                          </m:r>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𝑡</m:t>
                          </m:r>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m:t>
                          </m:r>
                        </m:num>
                        <m:den>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1000</m:t>
                          </m:r>
                        </m:den>
                      </m:f>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m:t>
                      </m:r>
                      <m:sSub>
                        <m:sSub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𝜂</m:t>
                          </m:r>
                        </m:e>
                        <m:sub>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𝑃𝑉</m:t>
                          </m:r>
                        </m:sub>
                      </m:sSub>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×[1−</m:t>
                      </m:r>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𝛼</m:t>
                      </m:r>
                      <m:d>
                        <m:d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dPr>
                        <m:e>
                          <m:sSub>
                            <m:sSub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𝑇</m:t>
                              </m:r>
                            </m:e>
                            <m:sub>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𝐶</m:t>
                              </m:r>
                            </m:sub>
                          </m:sSub>
                          <m:d>
                            <m:d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dPr>
                            <m:e>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𝑡</m:t>
                              </m:r>
                            </m:e>
                          </m:d>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m:t>
                          </m:r>
                          <m:sSub>
                            <m:sSub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𝑇</m:t>
                              </m:r>
                            </m:e>
                            <m:sub>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𝑆𝑇𝐶</m:t>
                              </m:r>
                            </m:sub>
                          </m:sSub>
                        </m:e>
                      </m:d>
                      <m:r>
                        <a:rPr lang="en-US" sz="1400">
                          <a:solidFill>
                            <a:schemeClr val="tx1"/>
                          </a:solidFill>
                          <a:latin typeface="Cambria Math" panose="02040503050406030204" pitchFamily="18" charset="0"/>
                          <a:ea typeface="Calibri" panose="020F0502020204030204" pitchFamily="34" charset="0"/>
                          <a:cs typeface="Calibri" panose="020F0502020204030204" pitchFamily="34" charset="0"/>
                        </a:rPr>
                        <m:t>]</m:t>
                      </m:r>
                    </m:oMath>
                  </m:oMathPara>
                </a14:m>
                <a:endPar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𝑇</m:t>
                          </m:r>
                        </m:e>
                        <m:sub>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𝐶</m:t>
                          </m:r>
                        </m:sub>
                      </m:sSub>
                      <m:d>
                        <m:d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dPr>
                        <m:e>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𝑡</m:t>
                          </m:r>
                        </m:e>
                      </m:d>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m:t>
                      </m:r>
                      <m:sSub>
                        <m:sSub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𝑇</m:t>
                          </m:r>
                        </m:e>
                        <m:sub>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𝑎</m:t>
                          </m:r>
                        </m:sub>
                      </m:sSub>
                      <m:d>
                        <m:d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dPr>
                        <m:e>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𝑡</m:t>
                          </m:r>
                        </m:e>
                      </m:d>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m:t>
                      </m:r>
                      <m:f>
                        <m:fPr>
                          <m:ctrlPr>
                            <a:rPr lang="en-CA" sz="1400" i="1">
                              <a:solidFill>
                                <a:schemeClr val="tx1"/>
                              </a:solidFill>
                              <a:latin typeface="Cambria Math" panose="02040503050406030204" pitchFamily="18" charset="0"/>
                              <a:ea typeface="Calibri" panose="020F0502020204030204" pitchFamily="34" charset="0"/>
                              <a:cs typeface="Calibri" panose="020F0502020204030204" pitchFamily="34" charset="0"/>
                            </a:rPr>
                          </m:ctrlPr>
                        </m:fPr>
                        <m:num>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𝑁𝑂𝐶𝑇</m:t>
                          </m:r>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−20</m:t>
                          </m:r>
                        </m:num>
                        <m:den>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800</m:t>
                          </m:r>
                        </m:den>
                      </m:f>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𝐺</m:t>
                      </m:r>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𝑡</m:t>
                      </m:r>
                      <m:r>
                        <a:rPr lang="en-US" sz="1400" i="1">
                          <a:solidFill>
                            <a:schemeClr val="tx1"/>
                          </a:solidFill>
                          <a:latin typeface="Cambria Math" panose="02040503050406030204" pitchFamily="18" charset="0"/>
                          <a:ea typeface="Calibri" panose="020F0502020204030204" pitchFamily="34" charset="0"/>
                          <a:cs typeface="Calibri" panose="020F0502020204030204" pitchFamily="34" charset="0"/>
                        </a:rPr>
                        <m:t>)</m:t>
                      </m:r>
                    </m:oMath>
                  </m:oMathPara>
                </a14:m>
                <a:endParaRPr lang="en-US" sz="1400"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9" name="Content Placeholder 2">
                <a:extLst>
                  <a:ext uri="{FF2B5EF4-FFF2-40B4-BE49-F238E27FC236}">
                    <a16:creationId xmlns:a16="http://schemas.microsoft.com/office/drawing/2014/main" id="{93BCF6F0-4416-F248-4A66-682AD59CA1BE}"/>
                  </a:ext>
                </a:extLst>
              </p:cNvPr>
              <p:cNvSpPr>
                <a:spLocks noGrp="1" noRot="1" noChangeAspect="1" noMove="1" noResize="1" noEditPoints="1" noAdjustHandles="1" noChangeArrowheads="1" noChangeShapeType="1" noTextEdit="1"/>
              </p:cNvSpPr>
              <p:nvPr>
                <p:ph idx="1"/>
              </p:nvPr>
            </p:nvSpPr>
            <p:spPr>
              <a:xfrm>
                <a:off x="1071567" y="1452016"/>
                <a:ext cx="5024433" cy="1976984"/>
              </a:xfrm>
              <a:blipFill>
                <a:blip r:embed="rId2"/>
                <a:stretch>
                  <a:fillRect l="-364" t="-1538"/>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36CCC1D-563C-F8D6-5910-8EEC8A7F4E43}"/>
                  </a:ext>
                </a:extLst>
              </p:cNvPr>
              <p:cNvSpPr txBox="1"/>
              <p:nvPr/>
            </p:nvSpPr>
            <p:spPr>
              <a:xfrm>
                <a:off x="1071567" y="3429000"/>
                <a:ext cx="3293513" cy="2374689"/>
              </a:xfrm>
              <a:prstGeom prst="rect">
                <a:avLst/>
              </a:prstGeom>
              <a:noFill/>
            </p:spPr>
            <p:txBody>
              <a:bodyPr wrap="square">
                <a:spAutoFit/>
              </a:bodyPr>
              <a:lstStyle/>
              <a:p>
                <a:pPr marL="0" marR="0" algn="just">
                  <a:spcAft>
                    <a:spcPts val="600"/>
                  </a:spcAft>
                </a:pPr>
                <a14:m>
                  <m:oMath xmlns:m="http://schemas.openxmlformats.org/officeDocument/2006/math">
                    <m:sSub>
                      <m:sSubPr>
                        <m:ctrlPr>
                          <a:rPr lang="en-CA" sz="1400" i="1" spc="-5" smtClean="0">
                            <a:solidFill>
                              <a:schemeClr val="tx1"/>
                            </a:solidFill>
                            <a:effectLst/>
                            <a:latin typeface="Cambria Math" panose="02040503050406030204" pitchFamily="18" charset="0"/>
                            <a:ea typeface="SimSun" panose="02010600030101010101" pitchFamily="2" charset="-122"/>
                          </a:rPr>
                        </m:ctrlPr>
                      </m:sSubPr>
                      <m:e>
                        <m:r>
                          <a:rPr lang="x-none" sz="1400" i="1" spc="-5">
                            <a:solidFill>
                              <a:schemeClr val="tx1"/>
                            </a:solidFill>
                            <a:effectLst/>
                            <a:latin typeface="Cambria Math" panose="02040503050406030204" pitchFamily="18" charset="0"/>
                            <a:ea typeface="SimSun" panose="02010600030101010101" pitchFamily="2" charset="-122"/>
                          </a:rPr>
                          <m:t>𝑃</m:t>
                        </m:r>
                      </m:e>
                      <m:sub>
                        <m:sSub>
                          <m:sSubPr>
                            <m:ctrlPr>
                              <a:rPr lang="en-CA" sz="1400" i="1" spc="-5">
                                <a:solidFill>
                                  <a:schemeClr val="tx1"/>
                                </a:solidFill>
                                <a:effectLst/>
                                <a:latin typeface="Cambria Math" panose="02040503050406030204" pitchFamily="18" charset="0"/>
                                <a:ea typeface="SimSun" panose="02010600030101010101" pitchFamily="2" charset="-122"/>
                              </a:rPr>
                            </m:ctrlPr>
                          </m:sSubPr>
                          <m:e>
                            <m:r>
                              <a:rPr lang="x-none" sz="1400" i="1" spc="-5">
                                <a:solidFill>
                                  <a:schemeClr val="tx1"/>
                                </a:solidFill>
                                <a:effectLst/>
                                <a:latin typeface="Cambria Math" panose="02040503050406030204" pitchFamily="18" charset="0"/>
                                <a:ea typeface="SimSun" panose="02010600030101010101" pitchFamily="2" charset="-122"/>
                              </a:rPr>
                              <m:t>𝑝𝑣</m:t>
                            </m:r>
                          </m:e>
                          <m:sub>
                            <m:r>
                              <a:rPr lang="x-none" sz="1400" i="1" spc="-5">
                                <a:solidFill>
                                  <a:schemeClr val="tx1"/>
                                </a:solidFill>
                                <a:effectLst/>
                                <a:latin typeface="Cambria Math" panose="02040503050406030204" pitchFamily="18" charset="0"/>
                                <a:ea typeface="SimSun" panose="02010600030101010101" pitchFamily="2" charset="-122"/>
                              </a:rPr>
                              <m:t>𝑟𝑎𝑡𝑒𝑑</m:t>
                            </m:r>
                          </m:sub>
                        </m:sSub>
                      </m:sub>
                    </m:sSub>
                    <m:r>
                      <a:rPr lang="en-US" sz="1400" b="0" i="1" spc="-5" smtClean="0">
                        <a:solidFill>
                          <a:schemeClr val="tx1"/>
                        </a:solidFill>
                        <a:effectLst/>
                        <a:latin typeface="Cambria Math" panose="02040503050406030204" pitchFamily="18" charset="0"/>
                        <a:ea typeface="SimSun" panose="02010600030101010101" pitchFamily="2" charset="-122"/>
                      </a:rPr>
                      <m:t>: </m:t>
                    </m:r>
                  </m:oMath>
                </a14:m>
                <a:r>
                  <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a:t>
                </a:r>
                <a:r>
                  <a:rPr lang="x-none"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ated power of PV</a:t>
                </a:r>
                <a:endPar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r>
                      <a:rPr lang="x-none" sz="1400" i="1" spc="-5">
                        <a:solidFill>
                          <a:schemeClr val="tx1"/>
                        </a:solidFill>
                        <a:effectLst/>
                        <a:latin typeface="Cambria Math" panose="02040503050406030204" pitchFamily="18" charset="0"/>
                        <a:ea typeface="SimSun" panose="02010600030101010101" pitchFamily="2" charset="-122"/>
                      </a:rPr>
                      <m:t>𝐺</m:t>
                    </m:r>
                    <m:d>
                      <m:dPr>
                        <m:ctrlPr>
                          <a:rPr lang="x-none" sz="1400" i="1" spc="-5">
                            <a:solidFill>
                              <a:schemeClr val="tx1"/>
                            </a:solidFill>
                            <a:effectLst/>
                            <a:latin typeface="Cambria Math" panose="02040503050406030204" pitchFamily="18" charset="0"/>
                            <a:ea typeface="SimSun" panose="02010600030101010101" pitchFamily="2" charset="-122"/>
                          </a:rPr>
                        </m:ctrlPr>
                      </m:dPr>
                      <m:e>
                        <m:r>
                          <a:rPr lang="x-none" sz="1400" i="1" spc="-5">
                            <a:solidFill>
                              <a:schemeClr val="tx1"/>
                            </a:solidFill>
                            <a:effectLst/>
                            <a:latin typeface="Cambria Math" panose="02040503050406030204" pitchFamily="18" charset="0"/>
                            <a:ea typeface="SimSun" panose="02010600030101010101" pitchFamily="2" charset="-122"/>
                          </a:rPr>
                          <m:t>𝑡</m:t>
                        </m:r>
                      </m:e>
                    </m:d>
                    <m:r>
                      <a:rPr lang="en-US" sz="1400" b="0" i="0" spc="-5" smtClean="0">
                        <a:solidFill>
                          <a:schemeClr val="tx1"/>
                        </a:solidFill>
                        <a:effectLst/>
                        <a:latin typeface="Cambria Math" panose="02040503050406030204" pitchFamily="18" charset="0"/>
                        <a:ea typeface="SimSun" panose="02010600030101010101" pitchFamily="2" charset="-122"/>
                      </a:rPr>
                      <m:t>: </m:t>
                    </m:r>
                  </m:oMath>
                </a14:m>
                <a:r>
                  <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a:t>
                </a:r>
                <a:r>
                  <a:rPr lang="x-none"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olar irradiation</a:t>
                </a:r>
                <a:endPar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solidFill>
                              <a:schemeClr val="tx1"/>
                            </a:solidFill>
                            <a:effectLst/>
                            <a:latin typeface="Cambria Math" panose="02040503050406030204" pitchFamily="18" charset="0"/>
                            <a:ea typeface="SimSun" panose="02010600030101010101" pitchFamily="2" charset="-122"/>
                          </a:rPr>
                        </m:ctrlPr>
                      </m:sSubPr>
                      <m:e>
                        <m:r>
                          <a:rPr lang="x-none" sz="1400" i="1" spc="-5">
                            <a:solidFill>
                              <a:schemeClr val="tx1"/>
                            </a:solidFill>
                            <a:effectLst/>
                            <a:latin typeface="Cambria Math" panose="02040503050406030204" pitchFamily="18" charset="0"/>
                            <a:ea typeface="SimSun" panose="02010600030101010101" pitchFamily="2" charset="-122"/>
                          </a:rPr>
                          <m:t>𝜂</m:t>
                        </m:r>
                      </m:e>
                      <m:sub>
                        <m:r>
                          <a:rPr lang="x-none" sz="1400" i="1" spc="-5">
                            <a:solidFill>
                              <a:schemeClr val="tx1"/>
                            </a:solidFill>
                            <a:effectLst/>
                            <a:latin typeface="Cambria Math" panose="02040503050406030204" pitchFamily="18" charset="0"/>
                            <a:ea typeface="SimSun" panose="02010600030101010101" pitchFamily="2" charset="-122"/>
                          </a:rPr>
                          <m:t>𝑃𝑉</m:t>
                        </m:r>
                      </m:sub>
                    </m:sSub>
                    <m:r>
                      <a:rPr lang="en-US" sz="1400" b="0" i="0" spc="-5" smtClean="0">
                        <a:solidFill>
                          <a:schemeClr val="tx1"/>
                        </a:solidFill>
                        <a:effectLst/>
                        <a:latin typeface="Cambria Math" panose="02040503050406030204" pitchFamily="18" charset="0"/>
                        <a:ea typeface="SimSun" panose="02010600030101010101" pitchFamily="2" charset="-122"/>
                      </a:rPr>
                      <m:t>: </m:t>
                    </m:r>
                  </m:oMath>
                </a14:m>
                <a:r>
                  <a:rPr lang="x-none"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PV module efficiency</a:t>
                </a:r>
                <a:endParaRPr lang="en-US" sz="1400" i="1"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solidFill>
                              <a:schemeClr val="tx1"/>
                            </a:solidFill>
                            <a:effectLst/>
                            <a:latin typeface="Cambria Math" panose="02040503050406030204" pitchFamily="18" charset="0"/>
                            <a:ea typeface="SimSun" panose="02010600030101010101" pitchFamily="2" charset="-122"/>
                          </a:rPr>
                        </m:ctrlPr>
                      </m:sSubPr>
                      <m:e>
                        <m:r>
                          <a:rPr lang="x-none" sz="1400" i="1" spc="-5">
                            <a:solidFill>
                              <a:schemeClr val="tx1"/>
                            </a:solidFill>
                            <a:effectLst/>
                            <a:latin typeface="Cambria Math" panose="02040503050406030204" pitchFamily="18" charset="0"/>
                            <a:ea typeface="SimSun" panose="02010600030101010101" pitchFamily="2" charset="-122"/>
                          </a:rPr>
                          <m:t>𝑇</m:t>
                        </m:r>
                      </m:e>
                      <m:sub>
                        <m:r>
                          <a:rPr lang="x-none" sz="1400" i="1" spc="-5">
                            <a:solidFill>
                              <a:schemeClr val="tx1"/>
                            </a:solidFill>
                            <a:effectLst/>
                            <a:latin typeface="Cambria Math" panose="02040503050406030204" pitchFamily="18" charset="0"/>
                            <a:ea typeface="SimSun" panose="02010600030101010101" pitchFamily="2" charset="-122"/>
                          </a:rPr>
                          <m:t>𝐶</m:t>
                        </m:r>
                      </m:sub>
                    </m:sSub>
                    <m:d>
                      <m:dPr>
                        <m:ctrlPr>
                          <a:rPr lang="en-CA" sz="1400" i="1" spc="-5">
                            <a:solidFill>
                              <a:schemeClr val="tx1"/>
                            </a:solidFill>
                            <a:effectLst/>
                            <a:latin typeface="Cambria Math" panose="02040503050406030204" pitchFamily="18" charset="0"/>
                            <a:ea typeface="SimSun" panose="02010600030101010101" pitchFamily="2" charset="-122"/>
                          </a:rPr>
                        </m:ctrlPr>
                      </m:dPr>
                      <m:e>
                        <m:r>
                          <a:rPr lang="x-none" sz="1400" i="1" spc="-5">
                            <a:solidFill>
                              <a:schemeClr val="tx1"/>
                            </a:solidFill>
                            <a:effectLst/>
                            <a:latin typeface="Cambria Math" panose="02040503050406030204" pitchFamily="18" charset="0"/>
                            <a:ea typeface="SimSun" panose="02010600030101010101" pitchFamily="2" charset="-122"/>
                          </a:rPr>
                          <m:t>𝑡</m:t>
                        </m:r>
                      </m:e>
                    </m:d>
                    <m:r>
                      <a:rPr lang="en-US" sz="1400" b="0" i="0" spc="-5" smtClean="0">
                        <a:solidFill>
                          <a:schemeClr val="tx1"/>
                        </a:solidFill>
                        <a:effectLst/>
                        <a:latin typeface="Cambria Math" panose="02040503050406030204" pitchFamily="18" charset="0"/>
                        <a:ea typeface="SimSun" panose="02010600030101010101" pitchFamily="2" charset="-122"/>
                      </a:rPr>
                      <m:t>: </m:t>
                    </m:r>
                  </m:oMath>
                </a14:m>
                <a:r>
                  <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a:t>
                </a:r>
                <a:r>
                  <a:rPr lang="x-none"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ell temperature </a:t>
                </a:r>
                <a:endPar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solidFill>
                              <a:schemeClr val="tx1"/>
                            </a:solidFill>
                            <a:effectLst/>
                            <a:latin typeface="Cambria Math" panose="02040503050406030204" pitchFamily="18" charset="0"/>
                            <a:ea typeface="SimSun" panose="02010600030101010101" pitchFamily="2" charset="-122"/>
                          </a:rPr>
                        </m:ctrlPr>
                      </m:sSubPr>
                      <m:e>
                        <m:r>
                          <a:rPr lang="x-none" sz="1400" i="1" spc="-5">
                            <a:solidFill>
                              <a:schemeClr val="tx1"/>
                            </a:solidFill>
                            <a:effectLst/>
                            <a:latin typeface="Cambria Math" panose="02040503050406030204" pitchFamily="18" charset="0"/>
                            <a:ea typeface="SimSun" panose="02010600030101010101" pitchFamily="2" charset="-122"/>
                          </a:rPr>
                          <m:t>𝑇</m:t>
                        </m:r>
                      </m:e>
                      <m:sub>
                        <m:r>
                          <a:rPr lang="x-none" sz="1400" i="1" spc="-5">
                            <a:solidFill>
                              <a:schemeClr val="tx1"/>
                            </a:solidFill>
                            <a:effectLst/>
                            <a:latin typeface="Cambria Math" panose="02040503050406030204" pitchFamily="18" charset="0"/>
                            <a:ea typeface="SimSun" panose="02010600030101010101" pitchFamily="2" charset="-122"/>
                          </a:rPr>
                          <m:t>𝑆𝑇𝐶</m:t>
                        </m:r>
                      </m:sub>
                    </m:sSub>
                    <m:r>
                      <a:rPr lang="en-US" sz="1400" b="0" i="1" spc="-5" smtClean="0">
                        <a:solidFill>
                          <a:schemeClr val="tx1"/>
                        </a:solidFill>
                        <a:effectLst/>
                        <a:latin typeface="Cambria Math" panose="02040503050406030204" pitchFamily="18" charset="0"/>
                        <a:ea typeface="SimSun" panose="02010600030101010101" pitchFamily="2" charset="-122"/>
                      </a:rPr>
                      <m:t>:</m:t>
                    </m:r>
                  </m:oMath>
                </a14:m>
                <a:r>
                  <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R</a:t>
                </a:r>
                <a:r>
                  <a:rPr lang="x-none"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eference temperature at 25°</a:t>
                </a:r>
                <a:endPar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r>
                      <a:rPr lang="x-none" sz="1400" i="1" spc="-5">
                        <a:solidFill>
                          <a:schemeClr val="tx1"/>
                        </a:solidFill>
                        <a:effectLst/>
                        <a:latin typeface="Cambria Math" panose="02040503050406030204" pitchFamily="18" charset="0"/>
                        <a:ea typeface="SimSun" panose="02010600030101010101" pitchFamily="2" charset="-122"/>
                      </a:rPr>
                      <m:t>𝛼</m:t>
                    </m:r>
                    <m:r>
                      <a:rPr lang="en-US" sz="1400" b="0" i="0" spc="-5" smtClean="0">
                        <a:solidFill>
                          <a:schemeClr val="tx1"/>
                        </a:solidFill>
                        <a:effectLst/>
                        <a:latin typeface="Cambria Math" panose="02040503050406030204" pitchFamily="18" charset="0"/>
                        <a:ea typeface="SimSun" panose="02010600030101010101" pitchFamily="2" charset="-122"/>
                      </a:rPr>
                      <m:t>: </m:t>
                    </m:r>
                  </m:oMath>
                </a14:m>
                <a:r>
                  <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t>
                </a:r>
                <a:r>
                  <a:rPr lang="x-none"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emperature coefficient </a:t>
                </a:r>
                <a:endPar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a:solidFill>
                              <a:schemeClr val="tx1"/>
                            </a:solidFill>
                            <a:effectLst/>
                            <a:latin typeface="Cambria Math" panose="02040503050406030204" pitchFamily="18" charset="0"/>
                            <a:ea typeface="SimSun" panose="02010600030101010101" pitchFamily="2" charset="-122"/>
                            <a:cs typeface="Symbol" panose="05050102010706020507" pitchFamily="18" charset="2"/>
                          </a:rPr>
                        </m:ctrlPr>
                      </m:sSubPr>
                      <m:e>
                        <m:r>
                          <a:rPr lang="en-US" sz="1400" i="1">
                            <a:solidFill>
                              <a:schemeClr val="tx1"/>
                            </a:solidFill>
                            <a:effectLst/>
                            <a:latin typeface="Cambria Math" panose="02040503050406030204" pitchFamily="18" charset="0"/>
                            <a:ea typeface="SimSun" panose="02010600030101010101" pitchFamily="2" charset="-122"/>
                            <a:cs typeface="Symbol" panose="05050102010706020507" pitchFamily="18" charset="2"/>
                          </a:rPr>
                          <m:t>𝑇</m:t>
                        </m:r>
                      </m:e>
                      <m:sub>
                        <m:r>
                          <a:rPr lang="en-US" sz="1400" i="1">
                            <a:solidFill>
                              <a:schemeClr val="tx1"/>
                            </a:solidFill>
                            <a:effectLst/>
                            <a:latin typeface="Cambria Math" panose="02040503050406030204" pitchFamily="18" charset="0"/>
                            <a:ea typeface="SimSun" panose="02010600030101010101" pitchFamily="2" charset="-122"/>
                            <a:cs typeface="Symbol" panose="05050102010706020507" pitchFamily="18" charset="2"/>
                          </a:rPr>
                          <m:t>𝑎</m:t>
                        </m:r>
                      </m:sub>
                    </m:sSub>
                    <m:d>
                      <m:dPr>
                        <m:ctrlPr>
                          <a:rPr lang="en-CA" sz="1400" i="1">
                            <a:solidFill>
                              <a:schemeClr val="tx1"/>
                            </a:solidFill>
                            <a:effectLst/>
                            <a:latin typeface="Cambria Math" panose="02040503050406030204" pitchFamily="18" charset="0"/>
                            <a:ea typeface="SimSun" panose="02010600030101010101" pitchFamily="2" charset="-122"/>
                            <a:cs typeface="Symbol" panose="05050102010706020507" pitchFamily="18" charset="2"/>
                          </a:rPr>
                        </m:ctrlPr>
                      </m:dPr>
                      <m:e>
                        <m:r>
                          <a:rPr lang="en-US" sz="1400" i="1">
                            <a:solidFill>
                              <a:schemeClr val="tx1"/>
                            </a:solidFill>
                            <a:effectLst/>
                            <a:latin typeface="Cambria Math" panose="02040503050406030204" pitchFamily="18" charset="0"/>
                            <a:ea typeface="SimSun" panose="02010600030101010101" pitchFamily="2" charset="-122"/>
                            <a:cs typeface="Symbol" panose="05050102010706020507" pitchFamily="18" charset="2"/>
                          </a:rPr>
                          <m:t>𝑡</m:t>
                        </m:r>
                      </m:e>
                    </m:d>
                  </m:oMath>
                </a14:m>
                <a:r>
                  <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400" spc="-5"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a:t>
                </a:r>
                <a:r>
                  <a:rPr lang="x-none"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mbient temperature</a:t>
                </a:r>
                <a:endParaRPr lang="en-US" sz="1400" spc="-5"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r>
                      <a:rPr lang="en-US" sz="1400" i="1">
                        <a:solidFill>
                          <a:schemeClr val="tx1"/>
                        </a:solidFill>
                        <a:effectLst/>
                        <a:latin typeface="Cambria Math" panose="02040503050406030204" pitchFamily="18" charset="0"/>
                        <a:ea typeface="SimSun" panose="02010600030101010101" pitchFamily="2" charset="-122"/>
                        <a:cs typeface="Symbol" panose="05050102010706020507" pitchFamily="18" charset="2"/>
                      </a:rPr>
                      <m:t>𝑁𝑂𝐶𝑇</m:t>
                    </m:r>
                    <m:r>
                      <a:rPr lang="en-US" sz="1400" b="0" i="0" smtClean="0">
                        <a:solidFill>
                          <a:schemeClr val="tx1"/>
                        </a:solidFill>
                        <a:effectLst/>
                        <a:latin typeface="Cambria Math" panose="02040503050406030204" pitchFamily="18" charset="0"/>
                        <a:ea typeface="SimSun" panose="02010600030101010101" pitchFamily="2" charset="-122"/>
                        <a:cs typeface="Symbol" panose="05050102010706020507" pitchFamily="18" charset="2"/>
                      </a:rPr>
                      <m:t>: </m:t>
                    </m:r>
                  </m:oMath>
                </a14:m>
                <a:r>
                  <a:rPr lang="en-CA" sz="14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Normal operating cell temperature</a:t>
                </a:r>
                <a:endParaRPr lang="en-CA" sz="1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10" name="TextBox 9">
                <a:extLst>
                  <a:ext uri="{FF2B5EF4-FFF2-40B4-BE49-F238E27FC236}">
                    <a16:creationId xmlns:a16="http://schemas.microsoft.com/office/drawing/2014/main" id="{136CCC1D-563C-F8D6-5910-8EEC8A7F4E43}"/>
                  </a:ext>
                </a:extLst>
              </p:cNvPr>
              <p:cNvSpPr txBox="1">
                <a:spLocks noRot="1" noChangeAspect="1" noMove="1" noResize="1" noEditPoints="1" noAdjustHandles="1" noChangeArrowheads="1" noChangeShapeType="1" noTextEdit="1"/>
              </p:cNvSpPr>
              <p:nvPr/>
            </p:nvSpPr>
            <p:spPr>
              <a:xfrm>
                <a:off x="1071567" y="3429000"/>
                <a:ext cx="3293513" cy="2374689"/>
              </a:xfrm>
              <a:prstGeom prst="rect">
                <a:avLst/>
              </a:prstGeom>
              <a:blipFill>
                <a:blip r:embed="rId3"/>
                <a:stretch>
                  <a:fillRect t="-514" b="-1799"/>
                </a:stretch>
              </a:blipFill>
            </p:spPr>
            <p:txBody>
              <a:bodyPr/>
              <a:lstStyle/>
              <a:p>
                <a:r>
                  <a:rPr lang="en-CA">
                    <a:noFill/>
                  </a:rPr>
                  <a:t> </a:t>
                </a:r>
              </a:p>
            </p:txBody>
          </p:sp>
        </mc:Fallback>
      </mc:AlternateContent>
      <p:pic>
        <p:nvPicPr>
          <p:cNvPr id="11" name="Picture 10" descr="A graph showing the solar irradiated light&#10;&#10;Description automatically generated">
            <a:extLst>
              <a:ext uri="{FF2B5EF4-FFF2-40B4-BE49-F238E27FC236}">
                <a16:creationId xmlns:a16="http://schemas.microsoft.com/office/drawing/2014/main" id="{B950A0B7-1915-404C-D5FD-52A38C08793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22401" y="1326861"/>
            <a:ext cx="3398032" cy="2270783"/>
          </a:xfrm>
          <a:prstGeom prst="rect">
            <a:avLst/>
          </a:prstGeom>
          <a:noFill/>
          <a:ln>
            <a:noFill/>
          </a:ln>
        </p:spPr>
      </p:pic>
      <p:pic>
        <p:nvPicPr>
          <p:cNvPr id="12" name="Picture 11" descr="A graph showing the temperature&#10;&#10;Description automatically generated">
            <a:extLst>
              <a:ext uri="{FF2B5EF4-FFF2-40B4-BE49-F238E27FC236}">
                <a16:creationId xmlns:a16="http://schemas.microsoft.com/office/drawing/2014/main" id="{DBD29CFE-F6D1-7D0A-F49D-4241755AB2D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93691" y="3926392"/>
            <a:ext cx="3557647" cy="2374690"/>
          </a:xfrm>
          <a:prstGeom prst="rect">
            <a:avLst/>
          </a:prstGeom>
          <a:noFill/>
          <a:ln>
            <a:noFill/>
          </a:ln>
        </p:spPr>
      </p:pic>
      <p:sp>
        <p:nvSpPr>
          <p:cNvPr id="3" name="TextBox 2">
            <a:extLst>
              <a:ext uri="{FF2B5EF4-FFF2-40B4-BE49-F238E27FC236}">
                <a16:creationId xmlns:a16="http://schemas.microsoft.com/office/drawing/2014/main" id="{6A0387E1-453F-631C-243F-C4218899A39A}"/>
              </a:ext>
            </a:extLst>
          </p:cNvPr>
          <p:cNvSpPr txBox="1"/>
          <p:nvPr/>
        </p:nvSpPr>
        <p:spPr>
          <a:xfrm>
            <a:off x="8098399" y="3602278"/>
            <a:ext cx="3022034"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US" sz="1200" i="1" dirty="0">
                <a:latin typeface="Times New Roman" panose="02020603050405020304" pitchFamily="18" charset="0"/>
                <a:ea typeface="Calibri" panose="020F0502020204030204" pitchFamily="34" charset="0"/>
                <a:cs typeface="Times New Roman" panose="02020603050405020304" pitchFamily="18" charset="0"/>
              </a:rPr>
              <a:t>5 -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Hourly data of solar irradiance</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769F3EB-D11A-8219-EAD2-2E8436E5FAF7}"/>
              </a:ext>
            </a:extLst>
          </p:cNvPr>
          <p:cNvSpPr txBox="1"/>
          <p:nvPr/>
        </p:nvSpPr>
        <p:spPr>
          <a:xfrm>
            <a:off x="5165213" y="6269849"/>
            <a:ext cx="3181350"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6</a:t>
            </a:r>
            <a:r>
              <a:rPr lang="en-US" sz="1200" i="1" dirty="0">
                <a:latin typeface="Times New Roman" panose="02020603050405020304" pitchFamily="18" charset="0"/>
                <a:ea typeface="Calibri" panose="020F0502020204030204" pitchFamily="34" charset="0"/>
                <a:cs typeface="Times New Roman" panose="02020603050405020304" pitchFamily="18" charset="0"/>
              </a:rPr>
              <a:t> -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Hourly data of ambient temperature</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82709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3D72BF-685A-54A2-03FA-2B54F21D3C2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83C9286-8FB3-4B27-E0CC-B5DF5886F37B}"/>
              </a:ext>
            </a:extLst>
          </p:cNvPr>
          <p:cNvSpPr>
            <a:spLocks noGrp="1"/>
          </p:cNvSpPr>
          <p:nvPr>
            <p:ph type="title"/>
          </p:nvPr>
        </p:nvSpPr>
        <p:spPr>
          <a:xfrm>
            <a:off x="1797666" y="293523"/>
            <a:ext cx="8596668" cy="1320800"/>
          </a:xfrm>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Modeling of Wind and Tidal Turbines</a:t>
            </a:r>
            <a:endParaRPr lang="en-CA"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F7D64457-1E85-5B7F-5F51-48E88A15FE24}"/>
                  </a:ext>
                </a:extLst>
              </p:cNvPr>
              <p:cNvSpPr>
                <a:spLocks noGrp="1"/>
              </p:cNvSpPr>
              <p:nvPr>
                <p:ph idx="1"/>
              </p:nvPr>
            </p:nvSpPr>
            <p:spPr>
              <a:xfrm>
                <a:off x="656509" y="1440609"/>
                <a:ext cx="4904315" cy="4425156"/>
              </a:xfrm>
            </p:spPr>
            <p:txBody>
              <a:bodyPr>
                <a:noAutofit/>
              </a:bodyPr>
              <a:lstStyle/>
              <a:p>
                <a:pPr marL="0" indent="0">
                  <a:buNone/>
                </a:pP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Wind Energy Model:</a:t>
                </a:r>
              </a:p>
              <a:p>
                <a:pPr>
                  <a:buFont typeface="Arial" panose="020B0604020202020204" pitchFamily="34" charset="0"/>
                  <a:buChar char="•"/>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Uses wind speed data and turbine parameters.</a:t>
                </a:r>
              </a:p>
              <a:p>
                <a:pPr marL="0" indent="0">
                  <a:buNone/>
                </a:pPr>
                <a:endPar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CA"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𝑃</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𝑊𝑇</m:t>
                          </m:r>
                        </m:sub>
                      </m:sSub>
                      <m:d>
                        <m:dPr>
                          <m:ctrlPr>
                            <a:rPr lang="en-CA" sz="1400" i="1" spc="-5">
                              <a:solidFill>
                                <a:schemeClr val="tx1"/>
                              </a:solidFill>
                              <a:latin typeface="Cambria Math" panose="02040503050406030204" pitchFamily="18" charset="0"/>
                            </a:rPr>
                          </m:ctrlPr>
                        </m:d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e>
                      </m:d>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d>
                        <m:dPr>
                          <m:begChr m:val="{"/>
                          <m:endChr m:val=""/>
                          <m:ctrlPr>
                            <a:rPr lang="en-CA" sz="1400" i="1" spc="-5">
                              <a:solidFill>
                                <a:schemeClr val="tx1"/>
                              </a:solidFill>
                              <a:latin typeface="Cambria Math" panose="02040503050406030204" pitchFamily="18" charset="0"/>
                            </a:rPr>
                          </m:ctrlPr>
                        </m:dPr>
                        <m:e>
                          <m:m>
                            <m:mPr>
                              <m:mcs>
                                <m:mc>
                                  <m:mcPr>
                                    <m:count m:val="1"/>
                                    <m:mcJc m:val="center"/>
                                  </m:mcPr>
                                </m:mc>
                              </m:mcs>
                              <m:ctrlPr>
                                <a:rPr lang="en-CA" sz="1400" i="1" spc="-5">
                                  <a:solidFill>
                                    <a:schemeClr val="tx1"/>
                                  </a:solidFill>
                                  <a:latin typeface="Cambria Math" panose="02040503050406030204" pitchFamily="18" charset="0"/>
                                </a:rPr>
                              </m:ctrlPr>
                            </m:mPr>
                            <m:mr>
                              <m:e>
                                <m:eqArr>
                                  <m:eqArrPr>
                                    <m:ctrlPr>
                                      <a:rPr lang="en-CA" sz="1400" i="1" spc="-5">
                                        <a:solidFill>
                                          <a:schemeClr val="tx1"/>
                                        </a:solidFill>
                                        <a:latin typeface="Cambria Math" panose="02040503050406030204" pitchFamily="18" charset="0"/>
                                      </a:rPr>
                                    </m:ctrlPr>
                                  </m:eqArrPr>
                                  <m:e>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0,  </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d>
                                      <m:dPr>
                                        <m:ctrlPr>
                                          <a:rPr lang="en-CA" sz="1400" i="1" spc="-5">
                                            <a:solidFill>
                                              <a:schemeClr val="tx1"/>
                                            </a:solidFill>
                                            <a:latin typeface="Cambria Math" panose="02040503050406030204" pitchFamily="18" charset="0"/>
                                          </a:rPr>
                                        </m:ctrlPr>
                                      </m:d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e>
                                    </m:d>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&lt;</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𝑐𝑖</m:t>
                                        </m:r>
                                      </m:sub>
                                    </m:s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𝑜𝑟</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𝑐𝑜</m:t>
                                        </m:r>
                                      </m:sub>
                                    </m:sSub>
                                  </m:e>
                                  <m:e>
                                    <m:sSub>
                                      <m:sSubPr>
                                        <m:ctrlPr>
                                          <a:rPr lang="en-CA" sz="1400" i="1" spc="-5">
                                            <a:solidFill>
                                              <a:schemeClr val="tx1"/>
                                            </a:solidFill>
                                            <a:latin typeface="Cambria Math" panose="02040503050406030204" pitchFamily="18" charset="0"/>
                                          </a:rPr>
                                        </m:ctrlPr>
                                      </m:sSubPr>
                                      <m:e>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𝑃</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𝑊𝑇</m:t>
                                            </m:r>
                                          </m:sub>
                                        </m:sSub>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𝑟</m:t>
                                        </m:r>
                                      </m:sub>
                                    </m:s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d>
                                      <m:dPr>
                                        <m:ctrlPr>
                                          <a:rPr lang="en-CA" sz="1400" i="1" spc="-5">
                                            <a:solidFill>
                                              <a:schemeClr val="tx1"/>
                                            </a:solidFill>
                                            <a:latin typeface="Cambria Math" panose="02040503050406030204" pitchFamily="18" charset="0"/>
                                          </a:rPr>
                                        </m:ctrlPr>
                                      </m:dPr>
                                      <m:e>
                                        <m:f>
                                          <m:fPr>
                                            <m:ctrlPr>
                                              <a:rPr lang="en-CA" sz="1400" i="1" spc="-5">
                                                <a:solidFill>
                                                  <a:schemeClr val="tx1"/>
                                                </a:solidFill>
                                                <a:latin typeface="Cambria Math" panose="02040503050406030204" pitchFamily="18" charset="0"/>
                                              </a:rPr>
                                            </m:ctrlPr>
                                          </m:fPr>
                                          <m:num>
                                            <m:sSup>
                                              <m:sSupPr>
                                                <m:ctrlPr>
                                                  <a:rPr lang="en-CA" sz="1400" i="1" spc="-5">
                                                    <a:solidFill>
                                                      <a:schemeClr val="tx1"/>
                                                    </a:solidFill>
                                                    <a:latin typeface="Cambria Math" panose="02040503050406030204" pitchFamily="18" charset="0"/>
                                                  </a:rPr>
                                                </m:ctrlPr>
                                              </m:sSup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d>
                                                  <m:dPr>
                                                    <m:ctrlPr>
                                                      <a:rPr lang="en-CA" sz="1400" i="1" spc="-5">
                                                        <a:solidFill>
                                                          <a:schemeClr val="tx1"/>
                                                        </a:solidFill>
                                                        <a:latin typeface="Cambria Math" panose="02040503050406030204" pitchFamily="18" charset="0"/>
                                                      </a:rPr>
                                                    </m:ctrlPr>
                                                  </m:d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e>
                                                </m:d>
                                              </m:e>
                                              <m: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2</m:t>
                                                </m:r>
                                              </m:sup>
                                            </m:s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Sup>
                                              <m:sSupPr>
                                                <m:ctrlPr>
                                                  <a:rPr lang="en-CA" sz="1400" i="1" spc="-5">
                                                    <a:solidFill>
                                                      <a:schemeClr val="tx1"/>
                                                    </a:solidFill>
                                                    <a:latin typeface="Cambria Math" panose="02040503050406030204" pitchFamily="18" charset="0"/>
                                                  </a:rPr>
                                                </m:ctrlPr>
                                              </m:sSupPr>
                                              <m:e>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𝑐𝑖</m:t>
                                                    </m:r>
                                                  </m:sub>
                                                </m:sSub>
                                              </m:e>
                                              <m: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2</m:t>
                                                </m:r>
                                              </m:sup>
                                            </m:sSup>
                                          </m:num>
                                          <m:den>
                                            <m:sSup>
                                              <m:sSupPr>
                                                <m:ctrlPr>
                                                  <a:rPr lang="en-CA" sz="1400" i="1" spc="-5">
                                                    <a:solidFill>
                                                      <a:schemeClr val="tx1"/>
                                                    </a:solidFill>
                                                    <a:latin typeface="Cambria Math" panose="02040503050406030204" pitchFamily="18" charset="0"/>
                                                  </a:rPr>
                                                </m:ctrlPr>
                                              </m:sSupPr>
                                              <m:e>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𝑟</m:t>
                                                    </m:r>
                                                  </m:sub>
                                                </m:sSub>
                                              </m:e>
                                              <m: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2</m:t>
                                                </m:r>
                                              </m:sup>
                                            </m:s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Sup>
                                              <m:sSupPr>
                                                <m:ctrlPr>
                                                  <a:rPr lang="en-CA" sz="1400" i="1" spc="-5">
                                                    <a:solidFill>
                                                      <a:schemeClr val="tx1"/>
                                                    </a:solidFill>
                                                    <a:latin typeface="Cambria Math" panose="02040503050406030204" pitchFamily="18" charset="0"/>
                                                  </a:rPr>
                                                </m:ctrlPr>
                                              </m:sSupPr>
                                              <m:e>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𝑐𝑖</m:t>
                                                    </m:r>
                                                  </m:sub>
                                                </m:sSub>
                                              </m:e>
                                              <m: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2</m:t>
                                                </m:r>
                                              </m:sup>
                                            </m:sSup>
                                          </m:den>
                                        </m:f>
                                      </m:e>
                                    </m:d>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𝑐𝑖</m:t>
                                        </m:r>
                                      </m:sub>
                                    </m:sSub>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)&lt;</m:t>
                                    </m:r>
                                    <m:sSub>
                                      <m:sSubPr>
                                        <m:ctrlPr>
                                          <a:rPr lang="en-CA" sz="1400" i="1">
                                            <a:solidFill>
                                              <a:schemeClr val="tx1"/>
                                            </a:solidFill>
                                            <a:latin typeface="Cambria Math" panose="02040503050406030204" pitchFamily="18" charset="0"/>
                                            <a:ea typeface="Times New Roman" panose="02020603050405020304" pitchFamily="18" charset="0"/>
                                          </a:rPr>
                                        </m:ctrlPr>
                                      </m:sSubPr>
                                      <m:e>
                                        <m:r>
                                          <a:rPr lang="en-US" sz="14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𝑉</m:t>
                                        </m:r>
                                      </m:e>
                                      <m:sub>
                                        <m:r>
                                          <a:rPr lang="en-US" sz="14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𝑟</m:t>
                                        </m:r>
                                      </m:sub>
                                    </m:sSub>
                                  </m:e>
                                </m:eqArr>
                              </m:e>
                            </m:mr>
                            <m:mr>
                              <m:e>
                                <m:sSub>
                                  <m:sSubPr>
                                    <m:ctrlPr>
                                      <a:rPr lang="en-CA" sz="1400" i="1" spc="-5">
                                        <a:solidFill>
                                          <a:schemeClr val="tx1"/>
                                        </a:solidFill>
                                        <a:latin typeface="Cambria Math" panose="02040503050406030204" pitchFamily="18" charset="0"/>
                                      </a:rPr>
                                    </m:ctrlPr>
                                  </m:sSubPr>
                                  <m:e>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𝑃</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𝑊𝑇</m:t>
                                        </m:r>
                                      </m:sub>
                                    </m:sSub>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𝑟</m:t>
                                    </m:r>
                                  </m:sub>
                                </m:s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𝑟</m:t>
                                    </m:r>
                                  </m:sub>
                                </m:sSub>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)&lt;</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𝑉</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𝑐𝑜</m:t>
                                    </m:r>
                                  </m:sub>
                                </m:sSub>
                              </m:e>
                            </m:mr>
                            <m:m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e>
                            </m:mr>
                          </m:m>
                        </m:e>
                      </m:d>
                    </m:oMath>
                  </m:oMathPara>
                </a14:m>
                <a:endPar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Tidal Energy Model:</a:t>
                </a:r>
              </a:p>
              <a:p>
                <a:pPr>
                  <a:buFont typeface="Arial" panose="020B0604020202020204" pitchFamily="34" charset="0"/>
                  <a:buChar char="•"/>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High predictability makes it ideal for steady energy production.</a:t>
                </a:r>
              </a:p>
              <a:p>
                <a:pPr>
                  <a:buFont typeface="Arial" panose="020B0604020202020204" pitchFamily="34" charset="0"/>
                  <a:buChar char="•"/>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Depends on water speed.</a:t>
                </a:r>
              </a:p>
              <a:p>
                <a:pPr marL="0" indent="0">
                  <a:buNone/>
                </a:pPr>
                <a:endPar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𝑃</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𝑇𝑇</m:t>
                          </m:r>
                        </m:sub>
                      </m:sSub>
                      <m:d>
                        <m:dPr>
                          <m:ctrlPr>
                            <a:rPr lang="en-CA" sz="1400" i="1" spc="-5">
                              <a:solidFill>
                                <a:schemeClr val="tx1"/>
                              </a:solidFill>
                              <a:latin typeface="Cambria Math" panose="02040503050406030204" pitchFamily="18" charset="0"/>
                            </a:rPr>
                          </m:ctrlPr>
                        </m:d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e>
                      </m:d>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d>
                        <m:dPr>
                          <m:begChr m:val="{"/>
                          <m:endChr m:val=""/>
                          <m:ctrlPr>
                            <a:rPr lang="en-CA" sz="1400" i="1" spc="-5">
                              <a:solidFill>
                                <a:schemeClr val="tx1"/>
                              </a:solidFill>
                              <a:latin typeface="Cambria Math" panose="02040503050406030204" pitchFamily="18" charset="0"/>
                            </a:rPr>
                          </m:ctrlPr>
                        </m:dPr>
                        <m:e>
                          <m:m>
                            <m:mPr>
                              <m:mcs>
                                <m:mc>
                                  <m:mcPr>
                                    <m:count m:val="1"/>
                                    <m:mcJc m:val="center"/>
                                  </m:mcPr>
                                </m:mc>
                              </m:mcs>
                              <m:ctrlPr>
                                <a:rPr lang="en-CA" sz="1400" i="1" spc="-5">
                                  <a:solidFill>
                                    <a:schemeClr val="tx1"/>
                                  </a:solidFill>
                                  <a:latin typeface="Cambria Math" panose="02040503050406030204" pitchFamily="18" charset="0"/>
                                </a:rPr>
                              </m:ctrlPr>
                            </m:mPr>
                            <m:mr>
                              <m:e>
                                <m:eqArr>
                                  <m:eqArrPr>
                                    <m:ctrlPr>
                                      <a:rPr lang="en-CA" sz="1400" i="1" spc="-5">
                                        <a:solidFill>
                                          <a:schemeClr val="tx1"/>
                                        </a:solidFill>
                                        <a:latin typeface="Cambria Math" panose="02040503050406030204" pitchFamily="18" charset="0"/>
                                      </a:rPr>
                                    </m:ctrlPr>
                                  </m:eqArrPr>
                                  <m:e>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0,  </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d>
                                      <m:dPr>
                                        <m:ctrlPr>
                                          <a:rPr lang="en-CA" sz="1400" i="1" spc="-5">
                                            <a:solidFill>
                                              <a:schemeClr val="tx1"/>
                                            </a:solidFill>
                                            <a:latin typeface="Cambria Math" panose="02040503050406030204" pitchFamily="18" charset="0"/>
                                          </a:rPr>
                                        </m:ctrlPr>
                                      </m:d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e>
                                    </m:d>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&lt;</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𝑐𝑖</m:t>
                                        </m:r>
                                      </m:sub>
                                    </m:s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𝑜𝑟</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𝑐𝑜</m:t>
                                        </m:r>
                                      </m:sub>
                                    </m:sSub>
                                  </m:e>
                                  <m:e>
                                    <m:sSub>
                                      <m:sSubPr>
                                        <m:ctrlPr>
                                          <a:rPr lang="en-CA" sz="1400" i="1" spc="-5">
                                            <a:solidFill>
                                              <a:schemeClr val="tx1"/>
                                            </a:solidFill>
                                            <a:latin typeface="Cambria Math" panose="02040503050406030204" pitchFamily="18" charset="0"/>
                                          </a:rPr>
                                        </m:ctrlPr>
                                      </m:sSubPr>
                                      <m:e>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𝑃</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𝑇𝑇</m:t>
                                            </m:r>
                                          </m:sub>
                                        </m:sSub>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𝑟</m:t>
                                        </m:r>
                                      </m:sub>
                                    </m:s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d>
                                      <m:dPr>
                                        <m:ctrlPr>
                                          <a:rPr lang="en-CA" sz="1400" i="1" spc="-5">
                                            <a:solidFill>
                                              <a:schemeClr val="tx1"/>
                                            </a:solidFill>
                                            <a:latin typeface="Cambria Math" panose="02040503050406030204" pitchFamily="18" charset="0"/>
                                          </a:rPr>
                                        </m:ctrlPr>
                                      </m:dPr>
                                      <m:e>
                                        <m:f>
                                          <m:fPr>
                                            <m:ctrlPr>
                                              <a:rPr lang="en-CA" sz="1400" i="1" spc="-5">
                                                <a:solidFill>
                                                  <a:schemeClr val="tx1"/>
                                                </a:solidFill>
                                                <a:latin typeface="Cambria Math" panose="02040503050406030204" pitchFamily="18" charset="0"/>
                                              </a:rPr>
                                            </m:ctrlPr>
                                          </m:fPr>
                                          <m:num>
                                            <m:sSup>
                                              <m:sSupPr>
                                                <m:ctrlPr>
                                                  <a:rPr lang="en-CA" sz="1400" i="1" spc="-5">
                                                    <a:solidFill>
                                                      <a:schemeClr val="tx1"/>
                                                    </a:solidFill>
                                                    <a:latin typeface="Cambria Math" panose="02040503050406030204" pitchFamily="18" charset="0"/>
                                                  </a:rPr>
                                                </m:ctrlPr>
                                              </m:sSup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d>
                                                  <m:dPr>
                                                    <m:ctrlPr>
                                                      <a:rPr lang="en-CA" sz="1400" i="1" spc="-5">
                                                        <a:solidFill>
                                                          <a:schemeClr val="tx1"/>
                                                        </a:solidFill>
                                                        <a:latin typeface="Cambria Math" panose="02040503050406030204" pitchFamily="18" charset="0"/>
                                                      </a:rPr>
                                                    </m:ctrlPr>
                                                  </m:d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e>
                                                </m:d>
                                              </m:e>
                                              <m: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2</m:t>
                                                </m:r>
                                              </m:sup>
                                            </m:s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Sup>
                                              <m:sSupPr>
                                                <m:ctrlPr>
                                                  <a:rPr lang="en-CA" sz="1400" i="1" spc="-5">
                                                    <a:solidFill>
                                                      <a:schemeClr val="tx1"/>
                                                    </a:solidFill>
                                                    <a:latin typeface="Cambria Math" panose="02040503050406030204" pitchFamily="18" charset="0"/>
                                                  </a:rPr>
                                                </m:ctrlPr>
                                              </m:sSupPr>
                                              <m:e>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𝑐𝑖</m:t>
                                                    </m:r>
                                                  </m:sub>
                                                </m:sSub>
                                              </m:e>
                                              <m: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2</m:t>
                                                </m:r>
                                              </m:sup>
                                            </m:sSup>
                                          </m:num>
                                          <m:den>
                                            <m:sSup>
                                              <m:sSupPr>
                                                <m:ctrlPr>
                                                  <a:rPr lang="en-CA" sz="1400" i="1" spc="-5">
                                                    <a:solidFill>
                                                      <a:schemeClr val="tx1"/>
                                                    </a:solidFill>
                                                    <a:latin typeface="Cambria Math" panose="02040503050406030204" pitchFamily="18" charset="0"/>
                                                  </a:rPr>
                                                </m:ctrlPr>
                                              </m:sSupPr>
                                              <m:e>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𝑟</m:t>
                                                    </m:r>
                                                  </m:sub>
                                                </m:sSub>
                                              </m:e>
                                              <m: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2</m:t>
                                                </m:r>
                                              </m:sup>
                                            </m:s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sSup>
                                              <m:sSupPr>
                                                <m:ctrlPr>
                                                  <a:rPr lang="en-CA" sz="1400" i="1" spc="-5">
                                                    <a:solidFill>
                                                      <a:schemeClr val="tx1"/>
                                                    </a:solidFill>
                                                    <a:latin typeface="Cambria Math" panose="02040503050406030204" pitchFamily="18" charset="0"/>
                                                  </a:rPr>
                                                </m:ctrlPr>
                                              </m:sSupPr>
                                              <m:e>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𝑐𝑖</m:t>
                                                    </m:r>
                                                  </m:sub>
                                                </m:sSub>
                                              </m:e>
                                              <m:sup>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2</m:t>
                                                </m:r>
                                              </m:sup>
                                            </m:sSup>
                                          </m:den>
                                        </m:f>
                                      </m:e>
                                    </m:d>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𝑐𝑖</m:t>
                                        </m:r>
                                      </m:sub>
                                    </m:sSub>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)&lt;</m:t>
                                    </m:r>
                                    <m:sSub>
                                      <m:sSubPr>
                                        <m:ctrlPr>
                                          <a:rPr lang="en-CA" sz="1400" i="1">
                                            <a:solidFill>
                                              <a:schemeClr val="tx1"/>
                                            </a:solidFill>
                                            <a:latin typeface="Cambria Math" panose="02040503050406030204" pitchFamily="18" charset="0"/>
                                            <a:ea typeface="Times New Roman" panose="02020603050405020304" pitchFamily="18" charset="0"/>
                                          </a:rPr>
                                        </m:ctrlPr>
                                      </m:sSubPr>
                                      <m:e>
                                        <m:r>
                                          <a:rPr lang="en-US" sz="14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𝑊</m:t>
                                        </m:r>
                                      </m:e>
                                      <m:sub>
                                        <m:r>
                                          <a:rPr lang="en-US" sz="14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𝑟</m:t>
                                        </m:r>
                                      </m:sub>
                                    </m:sSub>
                                  </m:e>
                                </m:eqArr>
                              </m:e>
                            </m:mr>
                            <m:mr>
                              <m:e>
                                <m:sSub>
                                  <m:sSubPr>
                                    <m:ctrlPr>
                                      <a:rPr lang="en-CA" sz="1400" i="1" spc="-5">
                                        <a:solidFill>
                                          <a:schemeClr val="tx1"/>
                                        </a:solidFill>
                                        <a:latin typeface="Cambria Math" panose="02040503050406030204" pitchFamily="18" charset="0"/>
                                      </a:rPr>
                                    </m:ctrlPr>
                                  </m:sSubPr>
                                  <m:e>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𝑃</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𝑇𝑇</m:t>
                                        </m:r>
                                      </m:sub>
                                    </m:sSub>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𝑟</m:t>
                                    </m:r>
                                  </m:sub>
                                </m:s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𝑟</m:t>
                                    </m:r>
                                  </m:sub>
                                </m:sSub>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m:t>
                                </m:r>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𝑡</m:t>
                                </m:r>
                                <m:r>
                                  <a:rPr lang="x-none" sz="1400" spc="-5">
                                    <a:solidFill>
                                      <a:schemeClr val="tx1"/>
                                    </a:solidFill>
                                    <a:latin typeface="Cambria Math" panose="02040503050406030204" pitchFamily="18" charset="0"/>
                                    <a:ea typeface="SimSun" panose="02010600030101010101" pitchFamily="2" charset="-122"/>
                                    <a:cs typeface="Times New Roman" panose="02020603050405020304" pitchFamily="18" charset="0"/>
                                  </a:rPr>
                                  <m:t>)&lt;</m:t>
                                </m:r>
                                <m:sSub>
                                  <m:sSubPr>
                                    <m:ctrlPr>
                                      <a:rPr lang="en-CA" sz="1400" i="1" spc="-5">
                                        <a:solidFill>
                                          <a:schemeClr val="tx1"/>
                                        </a:solidFill>
                                        <a:latin typeface="Cambria Math" panose="02040503050406030204" pitchFamily="18" charset="0"/>
                                      </a:rPr>
                                    </m:ctrlPr>
                                  </m:sSubP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𝑊</m:t>
                                    </m:r>
                                  </m:e>
                                  <m:sub>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𝑐𝑜</m:t>
                                    </m:r>
                                  </m:sub>
                                </m:sSub>
                              </m:e>
                            </m:mr>
                            <m:mr>
                              <m:e>
                                <m:r>
                                  <a:rPr lang="x-none" sz="1400" i="1" spc="-5">
                                    <a:solidFill>
                                      <a:schemeClr val="tx1"/>
                                    </a:solidFill>
                                    <a:latin typeface="Cambria Math" panose="02040503050406030204" pitchFamily="18" charset="0"/>
                                    <a:ea typeface="SimSun" panose="02010600030101010101" pitchFamily="2" charset="-122"/>
                                    <a:cs typeface="Times New Roman" panose="02020603050405020304" pitchFamily="18" charset="0"/>
                                  </a:rPr>
                                  <m:t> </m:t>
                                </m:r>
                              </m:e>
                            </m:mr>
                          </m:m>
                        </m:e>
                      </m:d>
                    </m:oMath>
                  </m:oMathPara>
                </a14:m>
                <a:endParaRPr lang="en-CA" sz="1400" dirty="0">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7" name="Content Placeholder 2">
                <a:extLst>
                  <a:ext uri="{FF2B5EF4-FFF2-40B4-BE49-F238E27FC236}">
                    <a16:creationId xmlns:a16="http://schemas.microsoft.com/office/drawing/2014/main" id="{F7D64457-1E85-5B7F-5F51-48E88A15FE24}"/>
                  </a:ext>
                </a:extLst>
              </p:cNvPr>
              <p:cNvSpPr>
                <a:spLocks noGrp="1" noRot="1" noChangeAspect="1" noMove="1" noResize="1" noEditPoints="1" noAdjustHandles="1" noChangeArrowheads="1" noChangeShapeType="1" noTextEdit="1"/>
              </p:cNvSpPr>
              <p:nvPr>
                <p:ph idx="1"/>
              </p:nvPr>
            </p:nvSpPr>
            <p:spPr>
              <a:xfrm>
                <a:off x="656509" y="1440609"/>
                <a:ext cx="4904315" cy="4425156"/>
              </a:xfrm>
              <a:blipFill>
                <a:blip r:embed="rId2"/>
                <a:stretch>
                  <a:fillRect l="-373" t="-551" b="-8678"/>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2A3E7D20-472C-2FFC-0B5F-8BBA3037ADB7}"/>
                  </a:ext>
                </a:extLst>
              </p:cNvPr>
              <p:cNvSpPr txBox="1"/>
              <p:nvPr/>
            </p:nvSpPr>
            <p:spPr>
              <a:xfrm>
                <a:off x="5430666" y="4258614"/>
                <a:ext cx="2743200" cy="1497205"/>
              </a:xfrm>
              <a:prstGeom prst="rect">
                <a:avLst/>
              </a:prstGeom>
              <a:noFill/>
            </p:spPr>
            <p:txBody>
              <a:bodyPr wrap="square">
                <a:spAutoFit/>
              </a:bodyPr>
              <a:lstStyle/>
              <a:p>
                <a:pPr marL="0" marR="0" algn="just">
                  <a:spcAft>
                    <a:spcPts val="600"/>
                  </a:spcAft>
                </a:pPr>
                <a14:m>
                  <m:oMath xmlns:m="http://schemas.openxmlformats.org/officeDocument/2006/math">
                    <m:r>
                      <a:rPr lang="x-none" sz="1400" i="1" spc="-5" smtClean="0">
                        <a:effectLst/>
                        <a:latin typeface="Cambria Math" panose="02040503050406030204" pitchFamily="18" charset="0"/>
                        <a:ea typeface="SimSun" panose="02010600030101010101" pitchFamily="2" charset="-122"/>
                      </a:rPr>
                      <m:t>𝑊</m:t>
                    </m:r>
                    <m:d>
                      <m:dPr>
                        <m:ctrlPr>
                          <a:rPr lang="x-none" sz="1400" i="1" spc="-5">
                            <a:effectLst/>
                            <a:latin typeface="Cambria Math" panose="02040503050406030204" pitchFamily="18" charset="0"/>
                            <a:ea typeface="SimSun" panose="02010600030101010101" pitchFamily="2" charset="-122"/>
                          </a:rPr>
                        </m:ctrlPr>
                      </m:dPr>
                      <m:e>
                        <m:r>
                          <a:rPr lang="x-none" sz="1400" i="1" spc="-5">
                            <a:effectLst/>
                            <a:latin typeface="Cambria Math" panose="02040503050406030204" pitchFamily="18" charset="0"/>
                            <a:ea typeface="SimSun" panose="02010600030101010101" pitchFamily="2" charset="-122"/>
                          </a:rPr>
                          <m:t>𝑡</m:t>
                        </m:r>
                      </m:e>
                    </m:d>
                    <m:r>
                      <a:rPr lang="en-US" sz="1400" b="0" i="0" spc="-5" smtClean="0">
                        <a:effectLst/>
                        <a:latin typeface="Cambria Math" panose="02040503050406030204" pitchFamily="18" charset="0"/>
                        <a:ea typeface="SimSun" panose="02010600030101010101" pitchFamily="2" charset="-122"/>
                      </a:rPr>
                      <m:t>:</m:t>
                    </m:r>
                  </m:oMath>
                </a14:m>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Water </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speed at time </a:t>
                </a:r>
                <a14:m>
                  <m:oMath xmlns:m="http://schemas.openxmlformats.org/officeDocument/2006/math">
                    <m:r>
                      <a:rPr lang="x-none" sz="1400" i="1" spc="-5">
                        <a:effectLst/>
                        <a:latin typeface="Cambria Math" panose="02040503050406030204" pitchFamily="18" charset="0"/>
                        <a:ea typeface="SimSun" panose="02010600030101010101" pitchFamily="2" charset="-122"/>
                      </a:rPr>
                      <m:t>𝑡</m:t>
                    </m:r>
                  </m:oMath>
                </a14:m>
                <a:endParaRPr lang="en-US" sz="1400" i="1" spc="-5"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effectLst/>
                            <a:latin typeface="Cambria Math" panose="02040503050406030204" pitchFamily="18" charset="0"/>
                            <a:ea typeface="SimSun" panose="02010600030101010101" pitchFamily="2" charset="-122"/>
                          </a:rPr>
                        </m:ctrlPr>
                      </m:sSubPr>
                      <m:e>
                        <m:r>
                          <a:rPr lang="x-none" sz="1400" i="1" spc="-5">
                            <a:effectLst/>
                            <a:latin typeface="Cambria Math" panose="02040503050406030204" pitchFamily="18" charset="0"/>
                            <a:ea typeface="SimSun" panose="02010600030101010101" pitchFamily="2" charset="-122"/>
                          </a:rPr>
                          <m:t>𝑊</m:t>
                        </m:r>
                      </m:e>
                      <m:sub>
                        <m:r>
                          <a:rPr lang="x-none" sz="1400" i="1" spc="-5">
                            <a:effectLst/>
                            <a:latin typeface="Cambria Math" panose="02040503050406030204" pitchFamily="18" charset="0"/>
                            <a:ea typeface="SimSun" panose="02010600030101010101" pitchFamily="2" charset="-122"/>
                          </a:rPr>
                          <m:t>𝑐𝑖</m:t>
                        </m:r>
                      </m:sub>
                    </m:sSub>
                  </m:oMath>
                </a14:m>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spc="-5" dirty="0">
                    <a:latin typeface="Times New Roman" panose="02020603050405020304" pitchFamily="18" charset="0"/>
                    <a:ea typeface="Calibri" panose="020F0502020204030204" pitchFamily="34" charset="0"/>
                    <a:cs typeface="Times New Roman" panose="02020603050405020304" pitchFamily="18" charset="0"/>
                  </a:rPr>
                  <a:t>C</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ut-in water speed </a:t>
                </a:r>
                <a:endParaRPr lang="en-US" sz="1400" spc="-5"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effectLst/>
                            <a:latin typeface="Cambria Math" panose="02040503050406030204" pitchFamily="18" charset="0"/>
                            <a:ea typeface="SimSun" panose="02010600030101010101" pitchFamily="2" charset="-122"/>
                          </a:rPr>
                        </m:ctrlPr>
                      </m:sSubPr>
                      <m:e>
                        <m:r>
                          <a:rPr lang="x-none" sz="1400" i="1" spc="-5">
                            <a:effectLst/>
                            <a:latin typeface="Cambria Math" panose="02040503050406030204" pitchFamily="18" charset="0"/>
                            <a:ea typeface="SimSun" panose="02010600030101010101" pitchFamily="2" charset="-122"/>
                          </a:rPr>
                          <m:t>𝑊</m:t>
                        </m:r>
                      </m:e>
                      <m:sub>
                        <m:r>
                          <a:rPr lang="x-none" sz="1400" i="1" spc="-5">
                            <a:effectLst/>
                            <a:latin typeface="Cambria Math" panose="02040503050406030204" pitchFamily="18" charset="0"/>
                            <a:ea typeface="SimSun" panose="02010600030101010101" pitchFamily="2" charset="-122"/>
                          </a:rPr>
                          <m:t>𝑐𝑜</m:t>
                        </m:r>
                      </m:sub>
                    </m:sSub>
                    <m:r>
                      <a:rPr lang="en-US" sz="1400" b="0" i="0" spc="-5" smtClean="0">
                        <a:effectLst/>
                        <a:latin typeface="Cambria Math" panose="02040503050406030204" pitchFamily="18" charset="0"/>
                        <a:ea typeface="SimSun" panose="02010600030101010101" pitchFamily="2" charset="-122"/>
                      </a:rPr>
                      <m:t>:</m:t>
                    </m:r>
                  </m:oMath>
                </a14:m>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spc="-5" dirty="0">
                    <a:latin typeface="Times New Roman" panose="02020603050405020304" pitchFamily="18" charset="0"/>
                    <a:ea typeface="Calibri" panose="020F0502020204030204" pitchFamily="34" charset="0"/>
                    <a:cs typeface="Times New Roman" panose="02020603050405020304" pitchFamily="18" charset="0"/>
                  </a:rPr>
                  <a:t>C</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ut-out water speed </a:t>
                </a:r>
                <a:endParaRPr lang="en-US" sz="1400" spc="-5"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effectLst/>
                            <a:latin typeface="Cambria Math" panose="02040503050406030204" pitchFamily="18" charset="0"/>
                            <a:ea typeface="SimSun" panose="02010600030101010101" pitchFamily="2" charset="-122"/>
                          </a:rPr>
                        </m:ctrlPr>
                      </m:sSubPr>
                      <m:e>
                        <m:r>
                          <a:rPr lang="x-none" sz="1400" i="1" spc="-5">
                            <a:effectLst/>
                            <a:latin typeface="Cambria Math" panose="02040503050406030204" pitchFamily="18" charset="0"/>
                            <a:ea typeface="SimSun" panose="02010600030101010101" pitchFamily="2" charset="-122"/>
                          </a:rPr>
                          <m:t>𝑊</m:t>
                        </m:r>
                      </m:e>
                      <m:sub>
                        <m:r>
                          <a:rPr lang="x-none" sz="1400" i="1" spc="-5">
                            <a:effectLst/>
                            <a:latin typeface="Cambria Math" panose="02040503050406030204" pitchFamily="18" charset="0"/>
                            <a:ea typeface="SimSun" panose="02010600030101010101" pitchFamily="2" charset="-122"/>
                          </a:rPr>
                          <m:t>𝑟</m:t>
                        </m:r>
                      </m:sub>
                    </m:sSub>
                  </m:oMath>
                </a14:m>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spc="-5" dirty="0">
                    <a:latin typeface="Times New Roman" panose="02020603050405020304" pitchFamily="18" charset="0"/>
                    <a:ea typeface="Calibri" panose="020F0502020204030204" pitchFamily="34" charset="0"/>
                    <a:cs typeface="Times New Roman" panose="02020603050405020304" pitchFamily="18" charset="0"/>
                  </a:rPr>
                  <a:t>R</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ated water speed</a:t>
                </a:r>
                <a:endParaRPr lang="en-US" sz="1400" spc="-5"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effectLst/>
                            <a:latin typeface="Cambria Math" panose="02040503050406030204" pitchFamily="18" charset="0"/>
                            <a:ea typeface="SimSun" panose="02010600030101010101" pitchFamily="2" charset="-122"/>
                          </a:rPr>
                        </m:ctrlPr>
                      </m:sSubPr>
                      <m:e>
                        <m:sSub>
                          <m:sSubPr>
                            <m:ctrlPr>
                              <a:rPr lang="en-CA" sz="1400" i="1" spc="-5">
                                <a:effectLst/>
                                <a:latin typeface="Cambria Math" panose="02040503050406030204" pitchFamily="18" charset="0"/>
                                <a:ea typeface="SimSun" panose="02010600030101010101" pitchFamily="2" charset="-122"/>
                              </a:rPr>
                            </m:ctrlPr>
                          </m:sSubPr>
                          <m:e>
                            <m:r>
                              <a:rPr lang="x-none" sz="1400" i="1" spc="-5">
                                <a:effectLst/>
                                <a:latin typeface="Cambria Math" panose="02040503050406030204" pitchFamily="18" charset="0"/>
                                <a:ea typeface="SimSun" panose="02010600030101010101" pitchFamily="2" charset="-122"/>
                              </a:rPr>
                              <m:t>𝑃</m:t>
                            </m:r>
                          </m:e>
                          <m:sub>
                            <m:r>
                              <a:rPr lang="x-none" sz="1400" i="1" spc="-5">
                                <a:effectLst/>
                                <a:latin typeface="Cambria Math" panose="02040503050406030204" pitchFamily="18" charset="0"/>
                                <a:ea typeface="SimSun" panose="02010600030101010101" pitchFamily="2" charset="-122"/>
                              </a:rPr>
                              <m:t>𝑇𝑇</m:t>
                            </m:r>
                          </m:sub>
                        </m:sSub>
                      </m:e>
                      <m:sub>
                        <m:r>
                          <a:rPr lang="x-none" sz="1400" i="1" spc="-5">
                            <a:effectLst/>
                            <a:latin typeface="Cambria Math" panose="02040503050406030204" pitchFamily="18" charset="0"/>
                            <a:ea typeface="SimSun" panose="02010600030101010101" pitchFamily="2" charset="-122"/>
                          </a:rPr>
                          <m:t>𝑟</m:t>
                        </m:r>
                      </m:sub>
                    </m:sSub>
                    <m:r>
                      <a:rPr lang="en-US" sz="1400" b="0" i="0" spc="-5" smtClean="0">
                        <a:effectLst/>
                        <a:latin typeface="Cambria Math" panose="02040503050406030204" pitchFamily="18" charset="0"/>
                        <a:ea typeface="SimSun" panose="02010600030101010101" pitchFamily="2" charset="-122"/>
                      </a:rPr>
                      <m:t>:</m:t>
                    </m:r>
                    <m:r>
                      <m:rPr>
                        <m:sty m:val="p"/>
                      </m:rPr>
                      <a:rPr lang="en-US" sz="1400" b="0" i="0" spc="-5" smtClean="0">
                        <a:effectLst/>
                        <a:latin typeface="Cambria Math" panose="02040503050406030204" pitchFamily="18" charset="0"/>
                        <a:ea typeface="SimSun" panose="02010600030101010101" pitchFamily="2" charset="-122"/>
                      </a:rPr>
                      <m:t>Ra</m:t>
                    </m:r>
                  </m:oMath>
                </a14:m>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ted power</a:t>
                </a:r>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 of tidal turbine</a:t>
                </a:r>
                <a:endParaRPr lang="en-CA"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13" name="TextBox 12">
                <a:extLst>
                  <a:ext uri="{FF2B5EF4-FFF2-40B4-BE49-F238E27FC236}">
                    <a16:creationId xmlns:a16="http://schemas.microsoft.com/office/drawing/2014/main" id="{2A3E7D20-472C-2FFC-0B5F-8BBA3037ADB7}"/>
                  </a:ext>
                </a:extLst>
              </p:cNvPr>
              <p:cNvSpPr txBox="1">
                <a:spLocks noRot="1" noChangeAspect="1" noMove="1" noResize="1" noEditPoints="1" noAdjustHandles="1" noChangeArrowheads="1" noChangeShapeType="1" noTextEdit="1"/>
              </p:cNvSpPr>
              <p:nvPr/>
            </p:nvSpPr>
            <p:spPr>
              <a:xfrm>
                <a:off x="5430666" y="4258614"/>
                <a:ext cx="2743200" cy="1497205"/>
              </a:xfrm>
              <a:prstGeom prst="rect">
                <a:avLst/>
              </a:prstGeom>
              <a:blipFill>
                <a:blip r:embed="rId3"/>
                <a:stretch>
                  <a:fillRect t="-816" b="-2041"/>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11E671D-A39C-59D3-528A-B1346B446303}"/>
                  </a:ext>
                </a:extLst>
              </p:cNvPr>
              <p:cNvSpPr txBox="1"/>
              <p:nvPr/>
            </p:nvSpPr>
            <p:spPr>
              <a:xfrm>
                <a:off x="5430666" y="1826142"/>
                <a:ext cx="2743200" cy="1497205"/>
              </a:xfrm>
              <a:prstGeom prst="rect">
                <a:avLst/>
              </a:prstGeom>
              <a:noFill/>
            </p:spPr>
            <p:txBody>
              <a:bodyPr wrap="square">
                <a:spAutoFit/>
              </a:bodyPr>
              <a:lstStyle/>
              <a:p>
                <a:pPr marL="0" marR="0" algn="just">
                  <a:spcAft>
                    <a:spcPts val="600"/>
                  </a:spcAft>
                </a:pPr>
                <a14:m>
                  <m:oMath xmlns:m="http://schemas.openxmlformats.org/officeDocument/2006/math">
                    <m:r>
                      <a:rPr lang="en-US" sz="1400" b="0" i="1" spc="-5" smtClean="0">
                        <a:effectLst/>
                        <a:latin typeface="Cambria Math" panose="02040503050406030204" pitchFamily="18" charset="0"/>
                        <a:ea typeface="SimSun" panose="02010600030101010101" pitchFamily="2" charset="-122"/>
                      </a:rPr>
                      <m:t>𝑉</m:t>
                    </m:r>
                    <m:d>
                      <m:dPr>
                        <m:ctrlPr>
                          <a:rPr lang="x-none" sz="1400" i="1" spc="-5">
                            <a:effectLst/>
                            <a:latin typeface="Cambria Math" panose="02040503050406030204" pitchFamily="18" charset="0"/>
                            <a:ea typeface="SimSun" panose="02010600030101010101" pitchFamily="2" charset="-122"/>
                          </a:rPr>
                        </m:ctrlPr>
                      </m:dPr>
                      <m:e>
                        <m:r>
                          <a:rPr lang="x-none" sz="1400" i="1" spc="-5">
                            <a:effectLst/>
                            <a:latin typeface="Cambria Math" panose="02040503050406030204" pitchFamily="18" charset="0"/>
                            <a:ea typeface="SimSun" panose="02010600030101010101" pitchFamily="2" charset="-122"/>
                          </a:rPr>
                          <m:t>𝑡</m:t>
                        </m:r>
                      </m:e>
                    </m:d>
                    <m:r>
                      <a:rPr lang="en-US" sz="1400" b="0" i="0" spc="-5" smtClean="0">
                        <a:effectLst/>
                        <a:latin typeface="Cambria Math" panose="02040503050406030204" pitchFamily="18" charset="0"/>
                        <a:ea typeface="SimSun" panose="02010600030101010101" pitchFamily="2" charset="-122"/>
                      </a:rPr>
                      <m:t>:</m:t>
                    </m:r>
                  </m:oMath>
                </a14:m>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Wind </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speed at time </a:t>
                </a:r>
                <a14:m>
                  <m:oMath xmlns:m="http://schemas.openxmlformats.org/officeDocument/2006/math">
                    <m:r>
                      <a:rPr lang="x-none" sz="1400" i="1" spc="-5">
                        <a:effectLst/>
                        <a:latin typeface="Cambria Math" panose="02040503050406030204" pitchFamily="18" charset="0"/>
                        <a:ea typeface="SimSun" panose="02010600030101010101" pitchFamily="2" charset="-122"/>
                      </a:rPr>
                      <m:t>𝑡</m:t>
                    </m:r>
                  </m:oMath>
                </a14:m>
                <a:endParaRPr lang="en-US" sz="1400" i="1" spc="-5"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effectLst/>
                            <a:latin typeface="Cambria Math" panose="02040503050406030204" pitchFamily="18" charset="0"/>
                            <a:ea typeface="SimSun" panose="02010600030101010101" pitchFamily="2" charset="-122"/>
                          </a:rPr>
                        </m:ctrlPr>
                      </m:sSubPr>
                      <m:e>
                        <m:r>
                          <a:rPr lang="en-US" sz="1400" b="0" i="1" spc="-5" smtClean="0">
                            <a:effectLst/>
                            <a:latin typeface="Cambria Math" panose="02040503050406030204" pitchFamily="18" charset="0"/>
                            <a:ea typeface="SimSun" panose="02010600030101010101" pitchFamily="2" charset="-122"/>
                          </a:rPr>
                          <m:t>𝑉</m:t>
                        </m:r>
                      </m:e>
                      <m:sub>
                        <m:r>
                          <a:rPr lang="x-none" sz="1400" i="1" spc="-5">
                            <a:effectLst/>
                            <a:latin typeface="Cambria Math" panose="02040503050406030204" pitchFamily="18" charset="0"/>
                            <a:ea typeface="SimSun" panose="02010600030101010101" pitchFamily="2" charset="-122"/>
                          </a:rPr>
                          <m:t>𝑐𝑖</m:t>
                        </m:r>
                      </m:sub>
                    </m:sSub>
                  </m:oMath>
                </a14:m>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spc="-5" dirty="0">
                    <a:latin typeface="Times New Roman" panose="02020603050405020304" pitchFamily="18" charset="0"/>
                    <a:ea typeface="Calibri" panose="020F0502020204030204" pitchFamily="34" charset="0"/>
                    <a:cs typeface="Times New Roman" panose="02020603050405020304" pitchFamily="18" charset="0"/>
                  </a:rPr>
                  <a:t>C</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ut-in </a:t>
                </a:r>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wind</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 speed </a:t>
                </a:r>
                <a:endParaRPr lang="en-US" sz="1400" spc="-5"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effectLst/>
                            <a:latin typeface="Cambria Math" panose="02040503050406030204" pitchFamily="18" charset="0"/>
                            <a:ea typeface="SimSun" panose="02010600030101010101" pitchFamily="2" charset="-122"/>
                          </a:rPr>
                        </m:ctrlPr>
                      </m:sSubPr>
                      <m:e>
                        <m:r>
                          <a:rPr lang="en-US" sz="1400" b="0" i="1" spc="-5" smtClean="0">
                            <a:effectLst/>
                            <a:latin typeface="Cambria Math" panose="02040503050406030204" pitchFamily="18" charset="0"/>
                            <a:ea typeface="SimSun" panose="02010600030101010101" pitchFamily="2" charset="-122"/>
                          </a:rPr>
                          <m:t>𝑉</m:t>
                        </m:r>
                      </m:e>
                      <m:sub>
                        <m:r>
                          <a:rPr lang="x-none" sz="1400" i="1" spc="-5">
                            <a:effectLst/>
                            <a:latin typeface="Cambria Math" panose="02040503050406030204" pitchFamily="18" charset="0"/>
                            <a:ea typeface="SimSun" panose="02010600030101010101" pitchFamily="2" charset="-122"/>
                          </a:rPr>
                          <m:t>𝑐𝑜</m:t>
                        </m:r>
                      </m:sub>
                    </m:sSub>
                    <m:r>
                      <a:rPr lang="en-US" sz="1400" b="0" i="0" spc="-5" smtClean="0">
                        <a:effectLst/>
                        <a:latin typeface="Cambria Math" panose="02040503050406030204" pitchFamily="18" charset="0"/>
                        <a:ea typeface="SimSun" panose="02010600030101010101" pitchFamily="2" charset="-122"/>
                      </a:rPr>
                      <m:t>:</m:t>
                    </m:r>
                  </m:oMath>
                </a14:m>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spc="-5" dirty="0">
                    <a:latin typeface="Times New Roman" panose="02020603050405020304" pitchFamily="18" charset="0"/>
                    <a:ea typeface="Calibri" panose="020F0502020204030204" pitchFamily="34" charset="0"/>
                    <a:cs typeface="Times New Roman" panose="02020603050405020304" pitchFamily="18" charset="0"/>
                  </a:rPr>
                  <a:t>C</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ut-out </a:t>
                </a:r>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wind</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 speed </a:t>
                </a:r>
                <a:endParaRPr lang="en-US" sz="1400" spc="-5"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effectLst/>
                            <a:latin typeface="Cambria Math" panose="02040503050406030204" pitchFamily="18" charset="0"/>
                            <a:ea typeface="SimSun" panose="02010600030101010101" pitchFamily="2" charset="-122"/>
                          </a:rPr>
                        </m:ctrlPr>
                      </m:sSubPr>
                      <m:e>
                        <m:r>
                          <a:rPr lang="en-US" sz="1400" b="0" i="1" spc="-5" smtClean="0">
                            <a:effectLst/>
                            <a:latin typeface="Cambria Math" panose="02040503050406030204" pitchFamily="18" charset="0"/>
                            <a:ea typeface="SimSun" panose="02010600030101010101" pitchFamily="2" charset="-122"/>
                          </a:rPr>
                          <m:t>𝑉</m:t>
                        </m:r>
                      </m:e>
                      <m:sub>
                        <m:r>
                          <a:rPr lang="x-none" sz="1400" i="1" spc="-5">
                            <a:effectLst/>
                            <a:latin typeface="Cambria Math" panose="02040503050406030204" pitchFamily="18" charset="0"/>
                            <a:ea typeface="SimSun" panose="02010600030101010101" pitchFamily="2" charset="-122"/>
                          </a:rPr>
                          <m:t>𝑟</m:t>
                        </m:r>
                      </m:sub>
                    </m:sSub>
                  </m:oMath>
                </a14:m>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spc="-5" dirty="0">
                    <a:latin typeface="Times New Roman" panose="02020603050405020304" pitchFamily="18" charset="0"/>
                    <a:ea typeface="Calibri" panose="020F0502020204030204" pitchFamily="34" charset="0"/>
                    <a:cs typeface="Times New Roman" panose="02020603050405020304" pitchFamily="18" charset="0"/>
                  </a:rPr>
                  <a:t>R</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ated </a:t>
                </a:r>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wind</a:t>
                </a:r>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 speed</a:t>
                </a:r>
                <a:endParaRPr lang="en-US" sz="1400" spc="-5"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400" i="1" spc="-5">
                            <a:effectLst/>
                            <a:latin typeface="Cambria Math" panose="02040503050406030204" pitchFamily="18" charset="0"/>
                            <a:ea typeface="SimSun" panose="02010600030101010101" pitchFamily="2" charset="-122"/>
                          </a:rPr>
                        </m:ctrlPr>
                      </m:sSubPr>
                      <m:e>
                        <m:sSub>
                          <m:sSubPr>
                            <m:ctrlPr>
                              <a:rPr lang="en-CA" sz="1400" i="1" spc="-5">
                                <a:effectLst/>
                                <a:latin typeface="Cambria Math" panose="02040503050406030204" pitchFamily="18" charset="0"/>
                                <a:ea typeface="SimSun" panose="02010600030101010101" pitchFamily="2" charset="-122"/>
                              </a:rPr>
                            </m:ctrlPr>
                          </m:sSubPr>
                          <m:e>
                            <m:r>
                              <a:rPr lang="x-none" sz="1400" i="1" spc="-5">
                                <a:effectLst/>
                                <a:latin typeface="Cambria Math" panose="02040503050406030204" pitchFamily="18" charset="0"/>
                                <a:ea typeface="SimSun" panose="02010600030101010101" pitchFamily="2" charset="-122"/>
                              </a:rPr>
                              <m:t>𝑃</m:t>
                            </m:r>
                          </m:e>
                          <m:sub>
                            <m:r>
                              <a:rPr lang="en-US" sz="1400" b="0" i="1" spc="-5" smtClean="0">
                                <a:effectLst/>
                                <a:latin typeface="Cambria Math" panose="02040503050406030204" pitchFamily="18" charset="0"/>
                                <a:ea typeface="SimSun" panose="02010600030101010101" pitchFamily="2" charset="-122"/>
                              </a:rPr>
                              <m:t>𝑊</m:t>
                            </m:r>
                            <m:r>
                              <a:rPr lang="x-none" sz="1400" i="1" spc="-5">
                                <a:effectLst/>
                                <a:latin typeface="Cambria Math" panose="02040503050406030204" pitchFamily="18" charset="0"/>
                                <a:ea typeface="SimSun" panose="02010600030101010101" pitchFamily="2" charset="-122"/>
                              </a:rPr>
                              <m:t>𝑇</m:t>
                            </m:r>
                          </m:sub>
                        </m:sSub>
                      </m:e>
                      <m:sub>
                        <m:r>
                          <a:rPr lang="x-none" sz="1400" i="1" spc="-5">
                            <a:effectLst/>
                            <a:latin typeface="Cambria Math" panose="02040503050406030204" pitchFamily="18" charset="0"/>
                            <a:ea typeface="SimSun" panose="02010600030101010101" pitchFamily="2" charset="-122"/>
                          </a:rPr>
                          <m:t>𝑟</m:t>
                        </m:r>
                      </m:sub>
                    </m:sSub>
                    <m:r>
                      <a:rPr lang="en-US" sz="1400" b="0" i="0" spc="-5" smtClean="0">
                        <a:effectLst/>
                        <a:latin typeface="Cambria Math" panose="02040503050406030204" pitchFamily="18" charset="0"/>
                        <a:ea typeface="SimSun" panose="02010600030101010101" pitchFamily="2" charset="-122"/>
                      </a:rPr>
                      <m:t>:</m:t>
                    </m:r>
                    <m:r>
                      <m:rPr>
                        <m:sty m:val="p"/>
                      </m:rPr>
                      <a:rPr lang="en-US" sz="1400" b="0" i="0" spc="-5" smtClean="0">
                        <a:effectLst/>
                        <a:latin typeface="Cambria Math" panose="02040503050406030204" pitchFamily="18" charset="0"/>
                        <a:ea typeface="SimSun" panose="02010600030101010101" pitchFamily="2" charset="-122"/>
                      </a:rPr>
                      <m:t>Ra</m:t>
                    </m:r>
                  </m:oMath>
                </a14:m>
                <a:r>
                  <a:rPr lang="x-none" sz="1400" spc="-5" dirty="0">
                    <a:effectLst/>
                    <a:latin typeface="Times New Roman" panose="02020603050405020304" pitchFamily="18" charset="0"/>
                    <a:ea typeface="Calibri" panose="020F0502020204030204" pitchFamily="34" charset="0"/>
                    <a:cs typeface="Times New Roman" panose="02020603050405020304" pitchFamily="18" charset="0"/>
                  </a:rPr>
                  <a:t>ted power</a:t>
                </a:r>
                <a:r>
                  <a:rPr lang="en-US" sz="1400" spc="-5" dirty="0">
                    <a:effectLst/>
                    <a:latin typeface="Times New Roman" panose="02020603050405020304" pitchFamily="18" charset="0"/>
                    <a:ea typeface="Calibri" panose="020F0502020204030204" pitchFamily="34" charset="0"/>
                    <a:cs typeface="Times New Roman" panose="02020603050405020304" pitchFamily="18" charset="0"/>
                  </a:rPr>
                  <a:t> of wind turbine</a:t>
                </a:r>
                <a:endParaRPr lang="en-CA"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14" name="TextBox 13">
                <a:extLst>
                  <a:ext uri="{FF2B5EF4-FFF2-40B4-BE49-F238E27FC236}">
                    <a16:creationId xmlns:a16="http://schemas.microsoft.com/office/drawing/2014/main" id="{211E671D-A39C-59D3-528A-B1346B446303}"/>
                  </a:ext>
                </a:extLst>
              </p:cNvPr>
              <p:cNvSpPr txBox="1">
                <a:spLocks noRot="1" noChangeAspect="1" noMove="1" noResize="1" noEditPoints="1" noAdjustHandles="1" noChangeArrowheads="1" noChangeShapeType="1" noTextEdit="1"/>
              </p:cNvSpPr>
              <p:nvPr/>
            </p:nvSpPr>
            <p:spPr>
              <a:xfrm>
                <a:off x="5430666" y="1826142"/>
                <a:ext cx="2743200" cy="1497205"/>
              </a:xfrm>
              <a:prstGeom prst="rect">
                <a:avLst/>
              </a:prstGeom>
              <a:blipFill>
                <a:blip r:embed="rId4"/>
                <a:stretch>
                  <a:fillRect t="-816" b="-2041"/>
                </a:stretch>
              </a:blipFill>
            </p:spPr>
            <p:txBody>
              <a:bodyPr/>
              <a:lstStyle/>
              <a:p>
                <a:r>
                  <a:rPr lang="en-CA">
                    <a:noFill/>
                  </a:rPr>
                  <a:t> </a:t>
                </a:r>
              </a:p>
            </p:txBody>
          </p:sp>
        </mc:Fallback>
      </mc:AlternateContent>
      <p:pic>
        <p:nvPicPr>
          <p:cNvPr id="17" name="Picture 16" descr="A graph showing a wind speed&#10;&#10;Description automatically generated">
            <a:extLst>
              <a:ext uri="{FF2B5EF4-FFF2-40B4-BE49-F238E27FC236}">
                <a16:creationId xmlns:a16="http://schemas.microsoft.com/office/drawing/2014/main" id="{BD950438-86CE-DFD4-4E52-C8F740C8779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393639" y="1440609"/>
            <a:ext cx="3329879" cy="2206695"/>
          </a:xfrm>
          <a:prstGeom prst="rect">
            <a:avLst/>
          </a:prstGeom>
          <a:noFill/>
        </p:spPr>
      </p:pic>
      <p:pic>
        <p:nvPicPr>
          <p:cNvPr id="18" name="Picture 17" descr="A graph showing water speed&#10;&#10;Description automatically generated">
            <a:extLst>
              <a:ext uri="{FF2B5EF4-FFF2-40B4-BE49-F238E27FC236}">
                <a16:creationId xmlns:a16="http://schemas.microsoft.com/office/drawing/2014/main" id="{5864C2EA-1E21-E63E-CC59-01E79BE348C3}"/>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393639" y="3905364"/>
            <a:ext cx="3329879" cy="2203704"/>
          </a:xfrm>
          <a:prstGeom prst="rect">
            <a:avLst/>
          </a:prstGeom>
          <a:noFill/>
          <a:ln>
            <a:solidFill>
              <a:schemeClr val="bg2"/>
            </a:solidFill>
          </a:ln>
        </p:spPr>
      </p:pic>
      <p:sp>
        <p:nvSpPr>
          <p:cNvPr id="3" name="TextBox 2">
            <a:extLst>
              <a:ext uri="{FF2B5EF4-FFF2-40B4-BE49-F238E27FC236}">
                <a16:creationId xmlns:a16="http://schemas.microsoft.com/office/drawing/2014/main" id="{AAC53A41-0767-19B4-BD8F-1045E2746E5D}"/>
              </a:ext>
            </a:extLst>
          </p:cNvPr>
          <p:cNvSpPr txBox="1"/>
          <p:nvPr/>
        </p:nvSpPr>
        <p:spPr>
          <a:xfrm>
            <a:off x="8812295" y="3606271"/>
            <a:ext cx="2492565"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US" sz="1200" i="1" dirty="0">
                <a:latin typeface="Times New Roman" panose="02020603050405020304" pitchFamily="18" charset="0"/>
                <a:ea typeface="Calibri" panose="020F0502020204030204" pitchFamily="34" charset="0"/>
                <a:cs typeface="Times New Roman" panose="02020603050405020304" pitchFamily="18" charset="0"/>
              </a:rPr>
              <a:t>7 -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Hourly data of wind speed</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9B665C47-535C-6ED4-F68B-86EBED31C5A4}"/>
              </a:ext>
            </a:extLst>
          </p:cNvPr>
          <p:cNvSpPr txBox="1"/>
          <p:nvPr/>
        </p:nvSpPr>
        <p:spPr>
          <a:xfrm>
            <a:off x="8804546" y="6068035"/>
            <a:ext cx="2508061"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US" sz="1200" i="1" dirty="0">
                <a:latin typeface="Times New Roman" panose="02020603050405020304" pitchFamily="18" charset="0"/>
                <a:ea typeface="Calibri" panose="020F0502020204030204" pitchFamily="34" charset="0"/>
                <a:cs typeface="Times New Roman" panose="02020603050405020304" pitchFamily="18" charset="0"/>
              </a:rPr>
              <a:t>8 -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Hourly data of water speed</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1919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CC51F-F9EA-33A5-A67C-6C8871E3F863}"/>
              </a:ext>
            </a:extLst>
          </p:cNvPr>
          <p:cNvSpPr>
            <a:spLocks noGrp="1"/>
          </p:cNvSpPr>
          <p:nvPr>
            <p:ph type="title"/>
          </p:nvPr>
        </p:nvSpPr>
        <p:spPr>
          <a:xfrm>
            <a:off x="1797666" y="266507"/>
            <a:ext cx="8596668" cy="1320800"/>
          </a:xfrm>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Modeling of </a:t>
            </a:r>
            <a:r>
              <a:rPr lang="en-CA"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Battery Energy Storage System</a:t>
            </a:r>
          </a:p>
        </p:txBody>
      </p:sp>
      <mc:AlternateContent xmlns:mc="http://schemas.openxmlformats.org/markup-compatibility/2006">
        <mc:Choice xmlns:a14="http://schemas.microsoft.com/office/drawing/2010/main" Requires="a14">
          <p:sp>
            <p:nvSpPr>
              <p:cNvPr id="4" name="Rectangle 1">
                <a:extLst>
                  <a:ext uri="{FF2B5EF4-FFF2-40B4-BE49-F238E27FC236}">
                    <a16:creationId xmlns:a16="http://schemas.microsoft.com/office/drawing/2014/main" id="{C1EEA507-AC1D-7B7A-035C-2F3BA066E9B1}"/>
                  </a:ext>
                </a:extLst>
              </p:cNvPr>
              <p:cNvSpPr>
                <a:spLocks noGrp="1" noChangeArrowheads="1"/>
              </p:cNvSpPr>
              <p:nvPr>
                <p:ph idx="1"/>
              </p:nvPr>
            </p:nvSpPr>
            <p:spPr bwMode="auto">
              <a:xfrm>
                <a:off x="1054064" y="1326675"/>
                <a:ext cx="7692427" cy="19497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fontAlgn="base">
                  <a:lnSpc>
                    <a:spcPct val="100000"/>
                  </a:lnSpc>
                  <a:buNone/>
                  <a:tabLst/>
                </a:pPr>
                <a:r>
                  <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BESS manages energy surplus and deficit through bidirectional power flow.</a:t>
                </a:r>
              </a:p>
              <a:p>
                <a:pPr marR="0" lvl="0" fontAlgn="base">
                  <a:lnSpc>
                    <a:spcPct val="100000"/>
                  </a:lnSpc>
                  <a:buFont typeface="Arial" panose="020B0604020202020204" pitchFamily="34" charset="0"/>
                  <a:buChar char="•"/>
                  <a:tabLst/>
                </a:pPr>
                <a:r>
                  <a:rPr lang="en-US" alt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Charging:</a:t>
                </a:r>
              </a:p>
              <a:p>
                <a:pPr marL="0" marR="0" lvl="0" indent="0" fontAlgn="base">
                  <a:lnSpc>
                    <a:spcPct val="100000"/>
                  </a:lnSpc>
                  <a:buNone/>
                  <a:tabLst/>
                </a:pPr>
                <a14:m>
                  <m:oMathPara xmlns:m="http://schemas.openxmlformats.org/officeDocument/2006/math">
                    <m:oMathParaPr>
                      <m:jc m:val="center"/>
                    </m:oMathParaPr>
                    <m:oMath xmlns:m="http://schemas.openxmlformats.org/officeDocument/2006/math">
                      <m:sSub>
                        <m:sSubPr>
                          <m:ctrlPr>
                            <a:rPr lang="en-CA" sz="1400" i="1" spc="-10" smtClean="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𝐸</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𝐵𝐸𝑆𝑆</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𝐸</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𝐵𝐸𝑆𝑆</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m:t>
                          </m:r>
                          <m:r>
                            <a:rPr lang="en-US" sz="1400" spc="-10">
                              <a:solidFill>
                                <a:schemeClr val="tx1"/>
                              </a:solidFill>
                              <a:effectLst/>
                              <a:latin typeface="Cambria Math" panose="02040503050406030204" pitchFamily="18" charset="0"/>
                              <a:ea typeface="Times New Roman" panose="02020603050405020304" pitchFamily="18" charset="0"/>
                              <a:cs typeface="TimesLTStd-Roman"/>
                            </a:rPr>
                            <m:t>1</m:t>
                          </m:r>
                        </m:e>
                      </m:d>
                      <m:d>
                        <m:dPr>
                          <m:ctrlPr>
                            <a:rPr lang="en-CA" sz="1400" i="1" spc="-10">
                              <a:solidFill>
                                <a:schemeClr val="tx1"/>
                              </a:solidFill>
                              <a:effectLst/>
                              <a:latin typeface="Cambria Math" panose="02040503050406030204" pitchFamily="18" charset="0"/>
                              <a:cs typeface="TimesLTStd-Roman"/>
                            </a:rPr>
                          </m:ctrlPr>
                        </m:dPr>
                        <m:e>
                          <m:r>
                            <a:rPr lang="en-US" sz="1400" spc="-10">
                              <a:solidFill>
                                <a:schemeClr val="tx1"/>
                              </a:solidFill>
                              <a:effectLst/>
                              <a:latin typeface="Cambria Math" panose="02040503050406030204" pitchFamily="18" charset="0"/>
                              <a:ea typeface="Times New Roman" panose="02020603050405020304" pitchFamily="18" charset="0"/>
                              <a:cs typeface="TimesLTStd-Roman"/>
                            </a:rPr>
                            <m:t>1</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𝛽</m:t>
                          </m:r>
                        </m:e>
                      </m:d>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𝑃</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𝑃𝑉</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𝑃</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𝑊𝑇</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𝑃</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𝑇𝑇</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r>
                        <a:rPr lang="en-US" sz="1400" i="1" spc="-10">
                          <a:solidFill>
                            <a:schemeClr val="tx1"/>
                          </a:solidFill>
                          <a:effectLst/>
                          <a:latin typeface="Cambria Math" panose="02040503050406030204" pitchFamily="18" charset="0"/>
                          <a:ea typeface="Times New Roman" panose="02020603050405020304" pitchFamily="18" charset="0"/>
                          <a:cs typeface="TimesLTStd-Roman"/>
                        </a:rPr>
                        <m:t>−</m:t>
                      </m:r>
                      <m:f>
                        <m:fPr>
                          <m:ctrlPr>
                            <a:rPr lang="en-CA" sz="1400" i="1" spc="-10">
                              <a:solidFill>
                                <a:schemeClr val="tx1"/>
                              </a:solidFill>
                              <a:effectLst/>
                              <a:latin typeface="Cambria Math" panose="02040503050406030204" pitchFamily="18" charset="0"/>
                              <a:cs typeface="TimesLTStd-Roman"/>
                            </a:rPr>
                          </m:ctrlPr>
                        </m:fPr>
                        <m:num>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𝑃</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𝑙𝑜𝑎𝑑</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num>
                        <m:den>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𝜂</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𝑖𝑛𝑣</m:t>
                              </m:r>
                            </m:sub>
                          </m:sSub>
                        </m:den>
                      </m:f>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𝜆</m:t>
                          </m:r>
                        </m:e>
                        <m:sub>
                          <m:r>
                            <a:rPr lang="en-US" sz="1400" spc="-10">
                              <a:solidFill>
                                <a:schemeClr val="tx1"/>
                              </a:solidFill>
                              <a:effectLst/>
                              <a:latin typeface="Cambria Math" panose="02040503050406030204" pitchFamily="18" charset="0"/>
                              <a:ea typeface="Times New Roman" panose="02020603050405020304" pitchFamily="18" charset="0"/>
                              <a:cs typeface="TimesLTStd-Roman"/>
                            </a:rPr>
                            <m:t>1</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sSubSup>
                        <m:sSubSupPr>
                          <m:ctrlPr>
                            <a:rPr lang="en-CA" sz="1400" i="1" spc="-10">
                              <a:solidFill>
                                <a:schemeClr val="tx1"/>
                              </a:solidFill>
                              <a:effectLst/>
                              <a:latin typeface="Cambria Math" panose="02040503050406030204" pitchFamily="18" charset="0"/>
                              <a:cs typeface="TimesLTStd-Roman"/>
                            </a:rPr>
                          </m:ctrlPr>
                        </m:sSubSup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𝜂</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𝐵𝐸𝑆𝑆</m:t>
                          </m:r>
                        </m:sub>
                        <m:sup>
                          <m:r>
                            <a:rPr lang="en-US" sz="1400" i="1" spc="-10">
                              <a:solidFill>
                                <a:schemeClr val="tx1"/>
                              </a:solidFill>
                              <a:effectLst/>
                              <a:latin typeface="Cambria Math" panose="02040503050406030204" pitchFamily="18" charset="0"/>
                              <a:ea typeface="Times New Roman" panose="02020603050405020304" pitchFamily="18" charset="0"/>
                              <a:cs typeface="TimesLTStd-Roman"/>
                            </a:rPr>
                            <m:t>𝑐h</m:t>
                          </m:r>
                        </m:sup>
                      </m:sSubSup>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𝛥</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oMath>
                  </m:oMathPara>
                </a14:m>
                <a:endPar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R="0" lvl="0" fontAlgn="base">
                  <a:lnSpc>
                    <a:spcPct val="100000"/>
                  </a:lnSpc>
                  <a:buFont typeface="Arial" panose="020B0604020202020204" pitchFamily="34" charset="0"/>
                  <a:buChar char="•"/>
                  <a:tabLst/>
                </a:pPr>
                <a:r>
                  <a:rPr lang="en-US" alt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Discharging:</a:t>
                </a:r>
              </a:p>
              <a:p>
                <a:pPr marL="0" marR="0" lvl="0" indent="0" algn="ctr" fontAlgn="base">
                  <a:lnSpc>
                    <a:spcPct val="100000"/>
                  </a:lnSpc>
                  <a:buNone/>
                  <a:tabLst/>
                </a:pPr>
                <a14:m>
                  <m:oMath xmlns:m="http://schemas.openxmlformats.org/officeDocument/2006/math">
                    <m:sSub>
                      <m:sSubPr>
                        <m:ctrlPr>
                          <a:rPr lang="en-CA" sz="1400" i="1" spc="-10" smtClean="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𝐸</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𝐵𝐸𝑆𝑆</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𝐸</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𝐵𝐸𝑆𝑆</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m:t>
                        </m:r>
                        <m:r>
                          <a:rPr lang="en-US" sz="1400" spc="-10">
                            <a:solidFill>
                              <a:schemeClr val="tx1"/>
                            </a:solidFill>
                            <a:effectLst/>
                            <a:latin typeface="Cambria Math" panose="02040503050406030204" pitchFamily="18" charset="0"/>
                            <a:ea typeface="Times New Roman" panose="02020603050405020304" pitchFamily="18" charset="0"/>
                            <a:cs typeface="TimesLTStd-Roman"/>
                          </a:rPr>
                          <m:t>1</m:t>
                        </m:r>
                      </m:e>
                    </m:d>
                    <m:d>
                      <m:dPr>
                        <m:ctrlPr>
                          <a:rPr lang="en-CA" sz="1400" i="1" spc="-10">
                            <a:solidFill>
                              <a:schemeClr val="tx1"/>
                            </a:solidFill>
                            <a:effectLst/>
                            <a:latin typeface="Cambria Math" panose="02040503050406030204" pitchFamily="18" charset="0"/>
                            <a:cs typeface="TimesLTStd-Roman"/>
                          </a:rPr>
                        </m:ctrlPr>
                      </m:dPr>
                      <m:e>
                        <m:r>
                          <a:rPr lang="en-US" sz="1400" spc="-10">
                            <a:solidFill>
                              <a:schemeClr val="tx1"/>
                            </a:solidFill>
                            <a:effectLst/>
                            <a:latin typeface="Cambria Math" panose="02040503050406030204" pitchFamily="18" charset="0"/>
                            <a:ea typeface="Times New Roman" panose="02020603050405020304" pitchFamily="18" charset="0"/>
                            <a:cs typeface="TimesLTStd-Roman"/>
                          </a:rPr>
                          <m:t>1</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𝛽</m:t>
                        </m:r>
                      </m:e>
                    </m:d>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f>
                      <m:fPr>
                        <m:ctrlPr>
                          <a:rPr lang="en-CA" sz="1400" i="1" spc="-10">
                            <a:solidFill>
                              <a:schemeClr val="tx1"/>
                            </a:solidFill>
                            <a:effectLst/>
                            <a:latin typeface="Cambria Math" panose="02040503050406030204" pitchFamily="18" charset="0"/>
                            <a:cs typeface="TimesLTStd-Roman"/>
                          </a:rPr>
                        </m:ctrlPr>
                      </m:fPr>
                      <m:num>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𝑃</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𝑙𝑜𝑎𝑑</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num>
                      <m:den>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𝜂</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𝑖𝑛𝑣</m:t>
                            </m:r>
                          </m:sub>
                        </m:sSub>
                      </m:den>
                    </m:f>
                    <m:r>
                      <a:rPr lang="en-US" sz="1400" i="1" spc="-10">
                        <a:solidFill>
                          <a:schemeClr val="tx1"/>
                        </a:solidFill>
                        <a:effectLst/>
                        <a:latin typeface="Cambria Math" panose="02040503050406030204" pitchFamily="18" charset="0"/>
                        <a:ea typeface="Times New Roman" panose="02020603050405020304" pitchFamily="18" charset="0"/>
                        <a:cs typeface="TimesLTStd-Roman"/>
                      </a:rPr>
                      <m:t>−</m:t>
                    </m:r>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𝑃</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𝑃𝑉</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r>
                      <a:rPr lang="en-US" sz="1400" i="1" spc="-10">
                        <a:solidFill>
                          <a:schemeClr val="tx1"/>
                        </a:solidFill>
                        <a:effectLst/>
                        <a:latin typeface="Cambria Math" panose="02040503050406030204" pitchFamily="18" charset="0"/>
                        <a:ea typeface="Times New Roman" panose="02020603050405020304" pitchFamily="18" charset="0"/>
                        <a:cs typeface="TimesLTStd-Roman"/>
                      </a:rPr>
                      <m:t>−</m:t>
                    </m:r>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𝑃</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𝑊𝑇</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r>
                      <a:rPr lang="en-US" sz="1400" i="1" spc="-10">
                        <a:solidFill>
                          <a:schemeClr val="tx1"/>
                        </a:solidFill>
                        <a:effectLst/>
                        <a:latin typeface="Cambria Math" panose="02040503050406030204" pitchFamily="18" charset="0"/>
                        <a:ea typeface="Times New Roman" panose="02020603050405020304" pitchFamily="18" charset="0"/>
                        <a:cs typeface="TimesLTStd-Roman"/>
                      </a:rPr>
                      <m:t>−</m:t>
                    </m:r>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𝑃</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𝑇𝑇</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sSub>
                      <m:sSubPr>
                        <m:ctrlPr>
                          <a:rPr lang="en-CA" sz="1400" i="1" spc="-10">
                            <a:solidFill>
                              <a:schemeClr val="tx1"/>
                            </a:solidFill>
                            <a:effectLst/>
                            <a:latin typeface="Cambria Math" panose="02040503050406030204" pitchFamily="18" charset="0"/>
                            <a:cs typeface="TimesLTStd-Roman"/>
                          </a:rPr>
                        </m:ctrlPr>
                      </m:sSub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𝜆</m:t>
                        </m:r>
                      </m:e>
                      <m:sub>
                        <m:r>
                          <a:rPr lang="en-US" sz="1400" spc="-10">
                            <a:solidFill>
                              <a:schemeClr val="tx1"/>
                            </a:solidFill>
                            <a:effectLst/>
                            <a:latin typeface="Cambria Math" panose="02040503050406030204" pitchFamily="18" charset="0"/>
                            <a:ea typeface="Times New Roman" panose="02020603050405020304" pitchFamily="18" charset="0"/>
                            <a:cs typeface="TimesLTStd-Roman"/>
                          </a:rPr>
                          <m:t>2</m:t>
                        </m:r>
                      </m:sub>
                    </m:sSub>
                    <m:d>
                      <m:dPr>
                        <m:ctrlPr>
                          <a:rPr lang="en-CA" sz="1400" i="1" spc="-10">
                            <a:solidFill>
                              <a:schemeClr val="tx1"/>
                            </a:solidFill>
                            <a:effectLst/>
                            <a:latin typeface="Cambria Math" panose="02040503050406030204" pitchFamily="18" charset="0"/>
                            <a:cs typeface="TimesLTStd-Roman"/>
                          </a:rPr>
                        </m:ctrlPr>
                      </m:dPr>
                      <m:e>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e>
                    </m:d>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𝛥</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𝑡</m:t>
                    </m:r>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sSubSup>
                      <m:sSubSupPr>
                        <m:ctrlPr>
                          <a:rPr lang="en-CA" sz="1400" i="1" spc="-10">
                            <a:solidFill>
                              <a:schemeClr val="tx1"/>
                            </a:solidFill>
                            <a:effectLst/>
                            <a:latin typeface="Cambria Math" panose="02040503050406030204" pitchFamily="18" charset="0"/>
                            <a:cs typeface="TimesLTStd-Roman"/>
                          </a:rPr>
                        </m:ctrlPr>
                      </m:sSubSupPr>
                      <m:e>
                        <m:r>
                          <a:rPr lang="en-US" sz="1400" spc="-10">
                            <a:solidFill>
                              <a:schemeClr val="tx1"/>
                            </a:solidFill>
                            <a:effectLst/>
                            <a:latin typeface="Cambria Math" panose="02040503050406030204" pitchFamily="18" charset="0"/>
                            <a:ea typeface="Times New Roman" panose="02020603050405020304" pitchFamily="18" charset="0"/>
                            <a:cs typeface="TimesLTStd-Roman"/>
                          </a:rPr>
                          <m:t> </m:t>
                        </m:r>
                        <m:r>
                          <a:rPr lang="en-US" sz="1400" i="1" spc="-10">
                            <a:solidFill>
                              <a:schemeClr val="tx1"/>
                            </a:solidFill>
                            <a:effectLst/>
                            <a:latin typeface="Cambria Math" panose="02040503050406030204" pitchFamily="18" charset="0"/>
                            <a:ea typeface="Times New Roman" panose="02020603050405020304" pitchFamily="18" charset="0"/>
                            <a:cs typeface="TimesLTStd-Roman"/>
                          </a:rPr>
                          <m:t>𝜂</m:t>
                        </m:r>
                      </m:e>
                      <m:sub>
                        <m:r>
                          <a:rPr lang="en-US" sz="1400" i="1" spc="-10">
                            <a:solidFill>
                              <a:schemeClr val="tx1"/>
                            </a:solidFill>
                            <a:effectLst/>
                            <a:latin typeface="Cambria Math" panose="02040503050406030204" pitchFamily="18" charset="0"/>
                            <a:ea typeface="Times New Roman" panose="02020603050405020304" pitchFamily="18" charset="0"/>
                            <a:cs typeface="TimesLTStd-Roman"/>
                          </a:rPr>
                          <m:t>𝐵𝐸𝑆𝑆</m:t>
                        </m:r>
                      </m:sub>
                      <m:sup>
                        <m:r>
                          <a:rPr lang="en-US" sz="1400" i="1" spc="-10">
                            <a:solidFill>
                              <a:schemeClr val="tx1"/>
                            </a:solidFill>
                            <a:effectLst/>
                            <a:latin typeface="Cambria Math" panose="02040503050406030204" pitchFamily="18" charset="0"/>
                            <a:ea typeface="Times New Roman" panose="02020603050405020304" pitchFamily="18" charset="0"/>
                            <a:cs typeface="TimesLTStd-Roman"/>
                          </a:rPr>
                          <m:t>𝑑𝑖𝑠</m:t>
                        </m:r>
                      </m:sup>
                    </m:sSubSup>
                    <m:r>
                      <a:rPr lang="en-US" sz="1400" spc="-10">
                        <a:solidFill>
                          <a:schemeClr val="tx1"/>
                        </a:solidFill>
                        <a:effectLst/>
                        <a:latin typeface="Cambria Math" panose="02040503050406030204" pitchFamily="18" charset="0"/>
                        <a:ea typeface="Times New Roman" panose="02020603050405020304" pitchFamily="18" charset="0"/>
                        <a:cs typeface="TimesLTStd-Roman"/>
                      </a:rPr>
                      <m:t>)</m:t>
                    </m:r>
                  </m:oMath>
                </a14:m>
                <a:r>
                  <a:rPr lang="en-US" sz="1400" spc="-1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alt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4" name="Rectangle 1">
                <a:extLst>
                  <a:ext uri="{FF2B5EF4-FFF2-40B4-BE49-F238E27FC236}">
                    <a16:creationId xmlns:a16="http://schemas.microsoft.com/office/drawing/2014/main" id="{C1EEA507-AC1D-7B7A-035C-2F3BA066E9B1}"/>
                  </a:ext>
                </a:extLst>
              </p:cNvPr>
              <p:cNvSpPr>
                <a:spLocks noGrp="1" noRot="1" noChangeAspect="1" noMove="1" noResize="1" noEditPoints="1" noAdjustHandles="1" noChangeArrowheads="1" noChangeShapeType="1" noTextEdit="1"/>
              </p:cNvSpPr>
              <p:nvPr>
                <p:ph idx="1"/>
              </p:nvPr>
            </p:nvSpPr>
            <p:spPr bwMode="auto">
              <a:xfrm>
                <a:off x="1054064" y="1326675"/>
                <a:ext cx="7692427" cy="1949765"/>
              </a:xfrm>
              <a:prstGeom prst="rect">
                <a:avLst/>
              </a:prstGeom>
              <a:blipFill>
                <a:blip r:embed="rId2"/>
                <a:stretch>
                  <a:fillRect l="-23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ACD4A12-C632-39BB-3665-19B28031CBE8}"/>
                  </a:ext>
                </a:extLst>
              </p:cNvPr>
              <p:cNvSpPr txBox="1"/>
              <p:nvPr/>
            </p:nvSpPr>
            <p:spPr>
              <a:xfrm>
                <a:off x="1054064" y="3560265"/>
                <a:ext cx="4138505" cy="2321533"/>
              </a:xfrm>
              <a:prstGeom prst="rect">
                <a:avLst/>
              </a:prstGeom>
              <a:noFill/>
            </p:spPr>
            <p:txBody>
              <a:bodyPr wrap="square">
                <a:spAutoFit/>
              </a:bodyPr>
              <a:lstStyle/>
              <a:p>
                <a:pPr marL="0" marR="0" algn="just">
                  <a:spcAft>
                    <a:spcPts val="600"/>
                  </a:spcAft>
                </a:pPr>
                <a14:m>
                  <m:oMath xmlns:m="http://schemas.openxmlformats.org/officeDocument/2006/math">
                    <m:sSub>
                      <m:sSubPr>
                        <m:ctrlPr>
                          <a:rPr lang="en-CA" sz="1600" i="1" smtClean="0">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𝐸</m:t>
                        </m:r>
                      </m:e>
                      <m:sub>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𝐵𝐸𝑆𝑆</m:t>
                        </m:r>
                      </m:sub>
                    </m:sSub>
                    <m:d>
                      <m:dPr>
                        <m:ctrlPr>
                          <a:rPr lang="en-CA" sz="1600" i="1">
                            <a:solidFill>
                              <a:schemeClr val="tx1"/>
                            </a:solidFill>
                            <a:latin typeface="Cambria Math" panose="02040503050406030204" pitchFamily="18" charset="0"/>
                            <a:ea typeface="Calibri" panose="020F0502020204030204" pitchFamily="34" charset="0"/>
                            <a:cs typeface="Calibri" panose="020F0502020204030204" pitchFamily="34" charset="0"/>
                          </a:rPr>
                        </m:ctrlPr>
                      </m:dPr>
                      <m:e>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𝑡</m:t>
                        </m:r>
                      </m:e>
                    </m:d>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m:t>
                    </m:r>
                    <m:r>
                      <m:rPr>
                        <m:sty m:val="p"/>
                      </m:rP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E</m:t>
                    </m:r>
                  </m:oMath>
                </a14:m>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nergy of the battery at time </a:t>
                </a:r>
                <a14:m>
                  <m:oMath xmlns:m="http://schemas.openxmlformats.org/officeDocument/2006/math">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𝑡</m:t>
                    </m:r>
                  </m:oMath>
                </a14:m>
                <a:endPar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sSub>
                      <m:sSubPr>
                        <m:ctrlPr>
                          <a:rPr lang="en-CA" sz="16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𝐸</m:t>
                        </m:r>
                      </m:e>
                      <m:sub>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𝐵𝐸𝑆𝑆</m:t>
                        </m:r>
                      </m:sub>
                    </m:sSub>
                    <m:d>
                      <m:dPr>
                        <m:ctrlPr>
                          <a:rPr lang="en-CA" sz="1600" i="1">
                            <a:solidFill>
                              <a:schemeClr val="tx1"/>
                            </a:solidFill>
                            <a:latin typeface="Cambria Math" panose="02040503050406030204" pitchFamily="18" charset="0"/>
                            <a:ea typeface="Calibri" panose="020F0502020204030204" pitchFamily="34" charset="0"/>
                            <a:cs typeface="Calibri" panose="020F0502020204030204" pitchFamily="34" charset="0"/>
                          </a:rPr>
                        </m:ctrlPr>
                      </m:dPr>
                      <m:e>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𝑡</m:t>
                        </m:r>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−1</m:t>
                        </m:r>
                      </m:e>
                    </m:d>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m:t>
                    </m:r>
                    <m:r>
                      <m:rPr>
                        <m:sty m:val="p"/>
                      </m:rP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E</m:t>
                    </m:r>
                  </m:oMath>
                </a14:m>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nergy at time </a:t>
                </a:r>
                <a14:m>
                  <m:oMath xmlns:m="http://schemas.openxmlformats.org/officeDocument/2006/math">
                    <m:d>
                      <m:dPr>
                        <m:ctrlPr>
                          <a:rPr lang="en-CA" sz="1600" i="1">
                            <a:solidFill>
                              <a:schemeClr val="tx1"/>
                            </a:solidFill>
                            <a:latin typeface="Cambria Math" panose="02040503050406030204" pitchFamily="18" charset="0"/>
                            <a:ea typeface="Calibri" panose="020F0502020204030204" pitchFamily="34" charset="0"/>
                            <a:cs typeface="Calibri" panose="020F0502020204030204" pitchFamily="34" charset="0"/>
                          </a:rPr>
                        </m:ctrlPr>
                      </m:dPr>
                      <m:e>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𝑡</m:t>
                        </m:r>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−1</m:t>
                        </m:r>
                      </m:e>
                    </m:d>
                  </m:oMath>
                </a14:m>
                <a:endPar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marR="0" algn="just">
                  <a:spcAft>
                    <a:spcPts val="600"/>
                  </a:spcAft>
                </a:pPr>
                <a14:m>
                  <m:oMath xmlns:m="http://schemas.openxmlformats.org/officeDocument/2006/math">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𝛽</m:t>
                    </m:r>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m:t>
                    </m:r>
                    <m:r>
                      <m:rPr>
                        <m:sty m:val="p"/>
                      </m:rP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B</m:t>
                    </m:r>
                  </m:oMath>
                </a14:m>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attery self-discharge rate </a:t>
                </a:r>
              </a:p>
              <a:p>
                <a:pPr marL="0" marR="0" algn="just">
                  <a:spcAft>
                    <a:spcPts val="600"/>
                  </a:spcAft>
                </a:pPr>
                <a14:m>
                  <m:oMath xmlns:m="http://schemas.openxmlformats.org/officeDocument/2006/math">
                    <m:sSub>
                      <m:sSubPr>
                        <m:ctrlPr>
                          <a:rPr lang="en-CA" sz="16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𝑃</m:t>
                        </m:r>
                      </m:e>
                      <m:sub>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𝑙𝑜𝑎𝑑</m:t>
                        </m:r>
                      </m:sub>
                    </m:sSub>
                    <m:d>
                      <m:dPr>
                        <m:ctrlPr>
                          <a:rPr lang="en-CA" sz="1600" i="1">
                            <a:solidFill>
                              <a:schemeClr val="tx1"/>
                            </a:solidFill>
                            <a:latin typeface="Cambria Math" panose="02040503050406030204" pitchFamily="18" charset="0"/>
                            <a:ea typeface="Calibri" panose="020F0502020204030204" pitchFamily="34" charset="0"/>
                            <a:cs typeface="Calibri" panose="020F0502020204030204" pitchFamily="34" charset="0"/>
                          </a:rPr>
                        </m:ctrlPr>
                      </m:dPr>
                      <m:e>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𝑡</m:t>
                        </m:r>
                      </m:e>
                    </m:d>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m:t>
                    </m:r>
                    <m:r>
                      <m:rPr>
                        <m:sty m:val="p"/>
                      </m:rPr>
                      <a:rPr lang="en-US" sz="1600" b="0" i="0" smtClean="0">
                        <a:solidFill>
                          <a:schemeClr val="tx1"/>
                        </a:solidFill>
                        <a:latin typeface="Cambria Math" panose="02040503050406030204" pitchFamily="18" charset="0"/>
                        <a:ea typeface="Calibri" panose="020F0502020204030204" pitchFamily="34" charset="0"/>
                        <a:cs typeface="Calibri" panose="020F0502020204030204" pitchFamily="34" charset="0"/>
                      </a:rPr>
                      <m:t>Load</m:t>
                    </m:r>
                  </m:oMath>
                </a14:m>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demand at time </a:t>
                </a:r>
                <a14:m>
                  <m:oMath xmlns:m="http://schemas.openxmlformats.org/officeDocument/2006/math">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𝑡</m:t>
                    </m:r>
                  </m:oMath>
                </a14:m>
                <a:endPar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600"/>
                  </a:spcAft>
                </a:pPr>
                <a14:m>
                  <m:oMath xmlns:m="http://schemas.openxmlformats.org/officeDocument/2006/math">
                    <m:sSubSup>
                      <m:sSubSupPr>
                        <m:ctrlPr>
                          <a:rPr lang="en-CA" sz="16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SupPr>
                      <m:e>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𝜂</m:t>
                        </m:r>
                      </m:e>
                      <m:sub>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𝐵𝐸𝑆𝑆</m:t>
                        </m:r>
                      </m:sub>
                      <m:sup>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𝑐h</m:t>
                        </m:r>
                      </m:sup>
                    </m:sSubSup>
                  </m:oMath>
                </a14:m>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Charging efficiency</a:t>
                </a:r>
              </a:p>
              <a:p>
                <a:pPr marL="0" marR="0" algn="just">
                  <a:spcAft>
                    <a:spcPts val="600"/>
                  </a:spcAft>
                </a:pPr>
                <a14:m>
                  <m:oMath xmlns:m="http://schemas.openxmlformats.org/officeDocument/2006/math">
                    <m:sSubSup>
                      <m:sSubSupPr>
                        <m:ctrlPr>
                          <a:rPr lang="en-CA" sz="16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SupPr>
                      <m:e>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𝜂</m:t>
                        </m:r>
                      </m:e>
                      <m:sub>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𝐵𝐸𝑆𝑆</m:t>
                        </m:r>
                      </m:sub>
                      <m:sup>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𝑑𝑖𝑠</m:t>
                        </m:r>
                      </m:sup>
                    </m:sSubSup>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m:t>
                    </m:r>
                    <m:r>
                      <m:rPr>
                        <m:sty m:val="p"/>
                      </m:rPr>
                      <a:rPr lang="en-US" sz="1600" b="0" i="0" smtClean="0">
                        <a:solidFill>
                          <a:schemeClr val="tx1"/>
                        </a:solidFill>
                        <a:latin typeface="Cambria Math" panose="02040503050406030204" pitchFamily="18" charset="0"/>
                        <a:ea typeface="Calibri" panose="020F0502020204030204" pitchFamily="34" charset="0"/>
                        <a:cs typeface="Calibri" panose="020F0502020204030204" pitchFamily="34" charset="0"/>
                      </a:rPr>
                      <m:t>D</m:t>
                    </m:r>
                  </m:oMath>
                </a14:m>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ischarging efficiency</a:t>
                </a:r>
              </a:p>
              <a:p>
                <a:pPr marL="0" marR="0" algn="just">
                  <a:spcAft>
                    <a:spcPts val="600"/>
                  </a:spcAft>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en-CA" sz="1600" i="1">
                            <a:solidFill>
                              <a:schemeClr val="tx1"/>
                            </a:solidFill>
                            <a:latin typeface="Cambria Math" panose="02040503050406030204" pitchFamily="18" charset="0"/>
                            <a:ea typeface="Calibri" panose="020F0502020204030204" pitchFamily="34" charset="0"/>
                            <a:cs typeface="Calibri" panose="020F0502020204030204" pitchFamily="34" charset="0"/>
                          </a:rPr>
                        </m:ctrlPr>
                      </m:sSubPr>
                      <m:e>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𝜂</m:t>
                        </m:r>
                      </m:e>
                      <m:sub>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𝑖𝑛𝑣</m:t>
                        </m:r>
                      </m:sub>
                    </m:sSub>
                    <m:r>
                      <a:rPr lang="en-US" sz="1600">
                        <a:solidFill>
                          <a:schemeClr val="tx1"/>
                        </a:solidFill>
                        <a:latin typeface="Cambria Math" panose="02040503050406030204" pitchFamily="18" charset="0"/>
                        <a:ea typeface="Calibri" panose="020F0502020204030204" pitchFamily="34" charset="0"/>
                        <a:cs typeface="Calibri" panose="020F0502020204030204" pitchFamily="34" charset="0"/>
                      </a:rPr>
                      <m:t>: </m:t>
                    </m:r>
                  </m:oMath>
                </a14:m>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Inverter efficiency</a:t>
                </a:r>
              </a:p>
            </p:txBody>
          </p:sp>
        </mc:Choice>
        <mc:Fallback>
          <p:sp>
            <p:nvSpPr>
              <p:cNvPr id="7" name="TextBox 6">
                <a:extLst>
                  <a:ext uri="{FF2B5EF4-FFF2-40B4-BE49-F238E27FC236}">
                    <a16:creationId xmlns:a16="http://schemas.microsoft.com/office/drawing/2014/main" id="{4ACD4A12-C632-39BB-3665-19B28031CBE8}"/>
                  </a:ext>
                </a:extLst>
              </p:cNvPr>
              <p:cNvSpPr txBox="1">
                <a:spLocks noRot="1" noChangeAspect="1" noMove="1" noResize="1" noEditPoints="1" noAdjustHandles="1" noChangeArrowheads="1" noChangeShapeType="1" noTextEdit="1"/>
              </p:cNvSpPr>
              <p:nvPr/>
            </p:nvSpPr>
            <p:spPr>
              <a:xfrm>
                <a:off x="1054064" y="3560265"/>
                <a:ext cx="4138505" cy="2321533"/>
              </a:xfrm>
              <a:prstGeom prst="rect">
                <a:avLst/>
              </a:prstGeom>
              <a:blipFill>
                <a:blip r:embed="rId3"/>
                <a:stretch>
                  <a:fillRect l="-147" t="-787" b="-1837"/>
                </a:stretch>
              </a:blipFill>
            </p:spPr>
            <p:txBody>
              <a:bodyPr/>
              <a:lstStyle/>
              <a:p>
                <a:r>
                  <a:rPr lang="en-CA">
                    <a:noFill/>
                  </a:rPr>
                  <a:t> </a:t>
                </a:r>
              </a:p>
            </p:txBody>
          </p:sp>
        </mc:Fallback>
      </mc:AlternateContent>
      <p:pic>
        <p:nvPicPr>
          <p:cNvPr id="8" name="Picture 7" descr="A blue and white graph&#10;&#10;Description automatically generated">
            <a:extLst>
              <a:ext uri="{FF2B5EF4-FFF2-40B4-BE49-F238E27FC236}">
                <a16:creationId xmlns:a16="http://schemas.microsoft.com/office/drawing/2014/main" id="{796B0343-BD64-D4DA-F22B-8EFD625766C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9433" y="3419279"/>
            <a:ext cx="3894455" cy="2603506"/>
          </a:xfrm>
          <a:prstGeom prst="rect">
            <a:avLst/>
          </a:prstGeom>
          <a:noFill/>
          <a:ln>
            <a:noFill/>
          </a:ln>
        </p:spPr>
      </p:pic>
      <p:sp>
        <p:nvSpPr>
          <p:cNvPr id="5" name="TextBox 4">
            <a:extLst>
              <a:ext uri="{FF2B5EF4-FFF2-40B4-BE49-F238E27FC236}">
                <a16:creationId xmlns:a16="http://schemas.microsoft.com/office/drawing/2014/main" id="{AC084087-E253-FAE5-CE30-76B692DDB48C}"/>
              </a:ext>
            </a:extLst>
          </p:cNvPr>
          <p:cNvSpPr txBox="1"/>
          <p:nvPr/>
        </p:nvSpPr>
        <p:spPr>
          <a:xfrm>
            <a:off x="7629829" y="6022785"/>
            <a:ext cx="2633662"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US" sz="1200" i="1" dirty="0">
                <a:latin typeface="Times New Roman" panose="02020603050405020304" pitchFamily="18" charset="0"/>
                <a:ea typeface="Calibri" panose="020F0502020204030204" pitchFamily="34" charset="0"/>
                <a:cs typeface="Times New Roman" panose="02020603050405020304" pitchFamily="18" charset="0"/>
              </a:rPr>
              <a:t>9 -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Hourly data of load demand</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784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E2899-6679-1C43-B3F3-7A535938E315}"/>
              </a:ext>
            </a:extLst>
          </p:cNvPr>
          <p:cNvSpPr>
            <a:spLocks noGrp="1"/>
          </p:cNvSpPr>
          <p:nvPr>
            <p:ph type="title"/>
          </p:nvPr>
        </p:nvSpPr>
        <p:spPr>
          <a:xfrm>
            <a:off x="1797666" y="295276"/>
            <a:ext cx="8596668" cy="1320800"/>
          </a:xfrm>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Objective Functions</a:t>
            </a:r>
            <a:endParaRPr lang="en-CA"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5340C7F-F79D-6977-FC87-A997FAFFBE43}"/>
                  </a:ext>
                </a:extLst>
              </p:cNvPr>
              <p:cNvSpPr>
                <a:spLocks noGrp="1"/>
              </p:cNvSpPr>
              <p:nvPr>
                <p:ph idx="1"/>
              </p:nvPr>
            </p:nvSpPr>
            <p:spPr>
              <a:xfrm>
                <a:off x="1277409" y="1455739"/>
                <a:ext cx="10181165" cy="5402261"/>
              </a:xfrm>
            </p:spPr>
            <p:txBody>
              <a:bodyPr>
                <a:noAutofit/>
              </a:bodyPr>
              <a:lstStyle/>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Net Present Cost (NPC)</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Annualized cost of components minus salvage value.</a:t>
                </a:r>
              </a:p>
              <a:p>
                <a:pPr>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Includes capital cost, operation &amp; maintenance, and replacement cost.</a:t>
                </a:r>
              </a:p>
              <a:p>
                <a:pPr marL="0" indent="0">
                  <a:buNone/>
                </a:pPr>
                <a:endPar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16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𝑁𝑃𝐶</m:t>
                      </m:r>
                      <m:r>
                        <a:rPr lang="en-US" sz="1600" i="1" smtClean="0">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m:t>
                      </m:r>
                      <m:nary>
                        <m:naryPr>
                          <m:chr m:val="∑"/>
                          <m:limLoc m:val="subSup"/>
                          <m:ctrlPr>
                            <a:rPr lang="en-CA" sz="1600" i="1">
                              <a:solidFill>
                                <a:srgbClr val="000000"/>
                              </a:solidFill>
                              <a:effectLst/>
                              <a:latin typeface="Cambria Math" panose="02040503050406030204" pitchFamily="18" charset="0"/>
                            </a:rPr>
                          </m:ctrlPr>
                        </m:naryPr>
                        <m:sub>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𝑖</m:t>
                          </m:r>
                        </m:sub>
                        <m:sup>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𝑁</m:t>
                          </m:r>
                        </m:sup>
                        <m:e>
                          <m:sSub>
                            <m:sSubPr>
                              <m:ctrlPr>
                                <a:rPr lang="en-CA" sz="1600" i="1">
                                  <a:solidFill>
                                    <a:srgbClr val="000000"/>
                                  </a:solidFill>
                                  <a:effectLst/>
                                  <a:latin typeface="Cambria Math" panose="02040503050406030204" pitchFamily="18" charset="0"/>
                                </a:rPr>
                              </m:ctrlPr>
                            </m:sSubPr>
                            <m:e>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𝐶</m:t>
                              </m:r>
                            </m:e>
                            <m:sub>
                              <m:sSub>
                                <m:sSubPr>
                                  <m:ctrlPr>
                                    <a:rPr lang="en-CA" sz="1600" i="1">
                                      <a:solidFill>
                                        <a:srgbClr val="000000"/>
                                      </a:solidFill>
                                      <a:effectLst/>
                                      <a:latin typeface="Cambria Math" panose="02040503050406030204" pitchFamily="18" charset="0"/>
                                    </a:rPr>
                                  </m:ctrlPr>
                                </m:sSubPr>
                                <m:e>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𝑎𝑛𝑛𝑢𝑎𝑙</m:t>
                                  </m:r>
                                </m:e>
                                <m:sub>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𝑖</m:t>
                                  </m:r>
                                </m:sub>
                              </m:sSub>
                            </m:sub>
                          </m:sSub>
                        </m:e>
                      </m:nary>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A" sz="1600" i="1">
                              <a:solidFill>
                                <a:srgbClr val="000000"/>
                              </a:solidFill>
                              <a:effectLst/>
                              <a:latin typeface="Cambria Math" panose="02040503050406030204" pitchFamily="18" charset="0"/>
                            </a:rPr>
                          </m:ctrlPr>
                        </m:sSubPr>
                        <m:e>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𝑁</m:t>
                          </m:r>
                        </m:e>
                        <m:sub>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𝑖</m:t>
                          </m:r>
                        </m:sub>
                      </m:sSub>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A" sz="1600" i="1">
                              <a:solidFill>
                                <a:srgbClr val="000000"/>
                              </a:solidFill>
                              <a:effectLst/>
                              <a:latin typeface="Cambria Math" panose="02040503050406030204" pitchFamily="18" charset="0"/>
                            </a:rPr>
                          </m:ctrlPr>
                        </m:sSubPr>
                        <m:e>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𝐶</m:t>
                          </m:r>
                        </m:e>
                        <m:sub>
                          <m:r>
                            <a:rPr lang="en-US" sz="1600" i="1">
                              <a:solidFill>
                                <a:srgbClr val="000000"/>
                              </a:solidFill>
                              <a:effectLst/>
                              <a:latin typeface="Cambria Math" panose="02040503050406030204" pitchFamily="18" charset="0"/>
                              <a:ea typeface="SimSun" panose="02010600030101010101" pitchFamily="2" charset="-122"/>
                              <a:cs typeface="Times New Roman" panose="02020603050405020304" pitchFamily="18" charset="0"/>
                            </a:rPr>
                            <m:t>𝑠𝑎𝑙𝑣𝑎𝑔𝑒</m:t>
                          </m:r>
                        </m:sub>
                      </m:sSub>
                    </m:oMath>
                  </m:oMathPara>
                </a14:m>
                <a:endParaRPr lang="en-CA"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Loss of Power Supply Probability (LPSP)</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Represents the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probability of power supply interruption </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or reliability factor in a microgrid.</a:t>
                </a:r>
              </a:p>
              <a:p>
                <a:pPr>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higher LPSP</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742950" lvl="1" indent="-285750">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Indicates increased reliance on backup storage.</a:t>
                </a:r>
              </a:p>
              <a:p>
                <a:pPr marL="742950" lvl="1" indent="-285750">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Thresholds: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0%, 2%, and 5%</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defined for optimization.</a:t>
                </a:r>
              </a:p>
              <a:p>
                <a:pPr marL="742950" lvl="1" indent="-285750">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Calculated as the probability of unmet load relative to the total load demand.</a:t>
                </a:r>
              </a:p>
              <a:p>
                <a:pPr marL="457200" lvl="1" indent="0">
                  <a:buNone/>
                </a:pPr>
                <a:endPar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sz="1600" i="1" smtClean="0">
                          <a:solidFill>
                            <a:schemeClr val="tx1"/>
                          </a:solidFill>
                          <a:effectLst/>
                          <a:latin typeface="Cambria Math" panose="02040503050406030204" pitchFamily="18" charset="0"/>
                          <a:ea typeface="SimSun" panose="02010600030101010101" pitchFamily="2" charset="-122"/>
                          <a:cs typeface="Arial" panose="020B0604020202020204" pitchFamily="34" charset="0"/>
                        </a:rPr>
                        <m:t>𝐿𝑃𝑆𝑃</m:t>
                      </m:r>
                      <m:r>
                        <a:rPr lang="en-US" sz="1600" i="1" smtClean="0">
                          <a:solidFill>
                            <a:schemeClr val="tx1"/>
                          </a:solidFill>
                          <a:effectLst/>
                          <a:latin typeface="Cambria Math" panose="02040503050406030204" pitchFamily="18" charset="0"/>
                          <a:ea typeface="SimSun" panose="02010600030101010101" pitchFamily="2" charset="-122"/>
                          <a:cs typeface="Arial" panose="020B0604020202020204" pitchFamily="34" charset="0"/>
                        </a:rPr>
                        <m:t>=</m:t>
                      </m:r>
                      <m:f>
                        <m:fPr>
                          <m:ctrlPr>
                            <a:rPr lang="en-CA" sz="1600" i="1">
                              <a:solidFill>
                                <a:schemeClr val="tx1"/>
                              </a:solidFill>
                              <a:effectLst/>
                              <a:latin typeface="Cambria Math" panose="02040503050406030204" pitchFamily="18" charset="0"/>
                            </a:rPr>
                          </m:ctrlPr>
                        </m:fPr>
                        <m:num>
                          <m:sSub>
                            <m:sSubPr>
                              <m:ctrlPr>
                                <a:rPr lang="en-CA" sz="1600" i="1">
                                  <a:solidFill>
                                    <a:schemeClr val="tx1"/>
                                  </a:solidFill>
                                  <a:effectLst/>
                                  <a:latin typeface="Cambria Math" panose="02040503050406030204" pitchFamily="18" charset="0"/>
                                </a:rPr>
                              </m:ctrlPr>
                            </m:sSub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𝑃</m:t>
                              </m:r>
                            </m:e>
                            <m:sub>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𝐿𝑜𝑎𝑑</m:t>
                              </m:r>
                            </m:sub>
                          </m:sSub>
                          <m:d>
                            <m:dPr>
                              <m:ctrlPr>
                                <a:rPr lang="en-CA" sz="1600" i="1">
                                  <a:solidFill>
                                    <a:schemeClr val="tx1"/>
                                  </a:solidFill>
                                  <a:effectLst/>
                                  <a:latin typeface="Cambria Math" panose="02040503050406030204" pitchFamily="18" charset="0"/>
                                </a:rPr>
                              </m:ctrlPr>
                            </m:d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e>
                          </m:d>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d>
                            <m:dPr>
                              <m:begChr m:val="["/>
                              <m:endChr m:val="]"/>
                              <m:ctrlPr>
                                <a:rPr lang="en-CA" sz="1600" i="1">
                                  <a:solidFill>
                                    <a:schemeClr val="tx1"/>
                                  </a:solidFill>
                                  <a:effectLst/>
                                  <a:latin typeface="Cambria Math" panose="02040503050406030204" pitchFamily="18" charset="0"/>
                                </a:rPr>
                              </m:ctrlPr>
                            </m:dPr>
                            <m:e>
                              <m:sSub>
                                <m:sSubPr>
                                  <m:ctrlPr>
                                    <a:rPr lang="en-CA" sz="1600" i="1">
                                      <a:solidFill>
                                        <a:schemeClr val="tx1"/>
                                      </a:solidFill>
                                      <a:effectLst/>
                                      <a:latin typeface="Cambria Math" panose="02040503050406030204" pitchFamily="18" charset="0"/>
                                    </a:rPr>
                                  </m:ctrlPr>
                                </m:sSub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𝑃</m:t>
                                  </m:r>
                                </m:e>
                                <m:sub>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𝑃𝑉</m:t>
                                  </m:r>
                                </m:sub>
                              </m:sSub>
                              <m:d>
                                <m:dPr>
                                  <m:ctrlPr>
                                    <a:rPr lang="en-CA" sz="1600" i="1">
                                      <a:solidFill>
                                        <a:schemeClr val="tx1"/>
                                      </a:solidFill>
                                      <a:effectLst/>
                                      <a:latin typeface="Cambria Math" panose="02040503050406030204" pitchFamily="18" charset="0"/>
                                    </a:rPr>
                                  </m:ctrlPr>
                                </m:d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e>
                              </m:d>
                              <m:r>
                                <a:rPr lang="en-US" sz="1600">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A" sz="1600" i="1">
                                      <a:solidFill>
                                        <a:schemeClr val="tx1"/>
                                      </a:solidFill>
                                      <a:effectLst/>
                                      <a:latin typeface="Cambria Math" panose="02040503050406030204" pitchFamily="18" charset="0"/>
                                    </a:rPr>
                                  </m:ctrlPr>
                                </m:sSub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𝑃</m:t>
                                  </m:r>
                                </m:e>
                                <m:sub>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𝑊𝑇</m:t>
                                  </m:r>
                                </m:sub>
                              </m:sSub>
                              <m:d>
                                <m:dPr>
                                  <m:ctrlPr>
                                    <a:rPr lang="en-CA" sz="1600" i="1">
                                      <a:solidFill>
                                        <a:schemeClr val="tx1"/>
                                      </a:solidFill>
                                      <a:effectLst/>
                                      <a:latin typeface="Cambria Math" panose="02040503050406030204" pitchFamily="18" charset="0"/>
                                    </a:rPr>
                                  </m:ctrlPr>
                                </m:d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e>
                              </m:d>
                              <m:r>
                                <a:rPr lang="en-US" sz="1600">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A" sz="1600" i="1">
                                      <a:solidFill>
                                        <a:schemeClr val="tx1"/>
                                      </a:solidFill>
                                      <a:effectLst/>
                                      <a:latin typeface="Cambria Math" panose="02040503050406030204" pitchFamily="18" charset="0"/>
                                    </a:rPr>
                                  </m:ctrlPr>
                                </m:sSub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𝑃</m:t>
                                  </m:r>
                                </m:e>
                                <m:sub>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𝑇𝑇</m:t>
                                  </m:r>
                                </m:sub>
                              </m:sSub>
                              <m:d>
                                <m:dPr>
                                  <m:ctrlPr>
                                    <a:rPr lang="en-CA" sz="1600" i="1">
                                      <a:solidFill>
                                        <a:schemeClr val="tx1"/>
                                      </a:solidFill>
                                      <a:effectLst/>
                                      <a:latin typeface="Cambria Math" panose="02040503050406030204" pitchFamily="18" charset="0"/>
                                    </a:rPr>
                                  </m:ctrlPr>
                                </m:d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e>
                              </m:d>
                              <m:r>
                                <a:rPr lang="en-US" sz="1600">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sSubSup>
                                <m:sSubSupPr>
                                  <m:ctrlPr>
                                    <a:rPr lang="en-CA" sz="1600" i="1">
                                      <a:solidFill>
                                        <a:schemeClr val="tx1"/>
                                      </a:solidFill>
                                      <a:effectLst/>
                                      <a:latin typeface="Cambria Math" panose="02040503050406030204" pitchFamily="18" charset="0"/>
                                    </a:rPr>
                                  </m:ctrlPr>
                                </m:sSubSup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𝑃</m:t>
                                  </m:r>
                                </m:e>
                                <m:sub>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𝐸𝑆𝑆</m:t>
                                  </m:r>
                                </m:sub>
                                <m:sup>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𝑑</m:t>
                                  </m:r>
                                </m:sup>
                              </m:sSubSup>
                              <m:d>
                                <m:dPr>
                                  <m:ctrlPr>
                                    <a:rPr lang="en-CA" sz="1600" i="1">
                                      <a:solidFill>
                                        <a:schemeClr val="tx1"/>
                                      </a:solidFill>
                                      <a:effectLst/>
                                      <a:latin typeface="Cambria Math" panose="02040503050406030204" pitchFamily="18" charset="0"/>
                                    </a:rPr>
                                  </m:ctrlPr>
                                </m:d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e>
                              </m:d>
                            </m:e>
                          </m:d>
                        </m:num>
                        <m:den>
                          <m:nary>
                            <m:naryPr>
                              <m:chr m:val="∑"/>
                              <m:limLoc m:val="undOvr"/>
                              <m:ctrlPr>
                                <a:rPr lang="en-CA" sz="1600" i="1">
                                  <a:solidFill>
                                    <a:schemeClr val="tx1"/>
                                  </a:solidFill>
                                  <a:effectLst/>
                                  <a:latin typeface="Cambria Math" panose="02040503050406030204" pitchFamily="18" charset="0"/>
                                </a:rPr>
                              </m:ctrlPr>
                            </m:naryPr>
                            <m:sub>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r>
                                <a:rPr lang="en-US" sz="1600">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=1</m:t>
                              </m:r>
                            </m:sub>
                            <m:sup>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𝑇</m:t>
                              </m:r>
                            </m:sup>
                            <m:e>
                              <m:sSub>
                                <m:sSubPr>
                                  <m:ctrlPr>
                                    <a:rPr lang="en-CA" sz="1600" i="1">
                                      <a:solidFill>
                                        <a:schemeClr val="tx1"/>
                                      </a:solidFill>
                                      <a:effectLst/>
                                      <a:latin typeface="Cambria Math" panose="02040503050406030204" pitchFamily="18" charset="0"/>
                                    </a:rPr>
                                  </m:ctrlPr>
                                </m:sSubPr>
                                <m:e>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𝑃</m:t>
                                  </m:r>
                                </m:e>
                                <m:sub>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𝑙𝑜𝑎𝑑</m:t>
                                  </m:r>
                                </m:sub>
                              </m:sSub>
                              <m:r>
                                <a:rPr lang="en-US" sz="1600">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r>
                                <a:rPr lang="en-US" sz="1600" i="1">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r>
                                <a:rPr lang="en-US" sz="1600">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e>
                          </m:nary>
                        </m:den>
                      </m:f>
                    </m:oMath>
                  </m:oMathPara>
                </a14:m>
                <a:endPar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85340C7F-F79D-6977-FC87-A997FAFFBE43}"/>
                  </a:ext>
                </a:extLst>
              </p:cNvPr>
              <p:cNvSpPr>
                <a:spLocks noGrp="1" noRot="1" noChangeAspect="1" noMove="1" noResize="1" noEditPoints="1" noAdjustHandles="1" noChangeArrowheads="1" noChangeShapeType="1" noTextEdit="1"/>
              </p:cNvSpPr>
              <p:nvPr>
                <p:ph idx="1"/>
              </p:nvPr>
            </p:nvSpPr>
            <p:spPr>
              <a:xfrm>
                <a:off x="1277409" y="1455739"/>
                <a:ext cx="10181165" cy="5402261"/>
              </a:xfrm>
              <a:blipFill>
                <a:blip r:embed="rId3"/>
                <a:stretch>
                  <a:fillRect l="-359" t="-790"/>
                </a:stretch>
              </a:blipFill>
            </p:spPr>
            <p:txBody>
              <a:bodyPr/>
              <a:lstStyle/>
              <a:p>
                <a:r>
                  <a:rPr lang="en-CA">
                    <a:noFill/>
                  </a:rPr>
                  <a:t> </a:t>
                </a:r>
              </a:p>
            </p:txBody>
          </p:sp>
        </mc:Fallback>
      </mc:AlternateContent>
    </p:spTree>
    <p:extLst>
      <p:ext uri="{BB962C8B-B14F-4D97-AF65-F5344CB8AC3E}">
        <p14:creationId xmlns:p14="http://schemas.microsoft.com/office/powerpoint/2010/main" val="3256707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8A58C-FC21-0015-77D5-C0273BA11762}"/>
              </a:ext>
            </a:extLst>
          </p:cNvPr>
          <p:cNvSpPr>
            <a:spLocks noGrp="1"/>
          </p:cNvSpPr>
          <p:nvPr>
            <p:ph type="title"/>
          </p:nvPr>
        </p:nvSpPr>
        <p:spPr>
          <a:xfrm>
            <a:off x="838200" y="203200"/>
            <a:ext cx="10515600" cy="1325563"/>
          </a:xfrm>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Constraints</a:t>
            </a:r>
            <a:endParaRPr lang="en-CA"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1481E38-B270-9F91-5305-0E280A4C8218}"/>
                  </a:ext>
                </a:extLst>
              </p:cNvPr>
              <p:cNvSpPr>
                <a:spLocks noGrp="1"/>
              </p:cNvSpPr>
              <p:nvPr>
                <p:ph idx="1"/>
              </p:nvPr>
            </p:nvSpPr>
            <p:spPr>
              <a:xfrm>
                <a:off x="924985" y="1249131"/>
                <a:ext cx="10428815" cy="4188287"/>
              </a:xfrm>
            </p:spPr>
            <p:txBody>
              <a:bodyPr>
                <a:noAutofit/>
              </a:bodyPr>
              <a:lstStyle/>
              <a:p>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Number of Components:</a:t>
                </a:r>
              </a:p>
              <a:p>
                <a:pPr marL="0"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Decision variables to be optimized:</a:t>
                </a:r>
              </a:p>
              <a:p>
                <a:pPr marL="0" marR="0" indent="0" algn="ctr">
                  <a:spcBef>
                    <a:spcPts val="600"/>
                  </a:spcBef>
                  <a:spcAft>
                    <a:spcPts val="600"/>
                  </a:spcAft>
                  <a:buNone/>
                </a:pPr>
                <a14:m>
                  <m:oMath xmlns:m="http://schemas.openxmlformats.org/officeDocument/2006/math">
                    <m:sSub>
                      <m:sSubPr>
                        <m:ctrlPr>
                          <a:rPr lang="en-CA" sz="1600" i="1" spc="-5" smtClean="0">
                            <a:solidFill>
                              <a:schemeClr val="tx1"/>
                            </a:solidFill>
                            <a:effectLst/>
                            <a:latin typeface="Cambria Math" panose="02040503050406030204" pitchFamily="18" charset="0"/>
                            <a:ea typeface="SimSun" panose="02010600030101010101" pitchFamily="2" charset="-122"/>
                          </a:rPr>
                        </m:ctrlPr>
                      </m:sSubPr>
                      <m:e>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US" sz="1600" i="1" spc="-5">
                                <a:solidFill>
                                  <a:schemeClr val="tx1"/>
                                </a:solidFill>
                                <a:effectLst/>
                                <a:latin typeface="Cambria Math" panose="02040503050406030204" pitchFamily="18" charset="0"/>
                                <a:ea typeface="SimSun" panose="02010600030101010101" pitchFamily="2" charset="-122"/>
                              </a:rPr>
                              <m:t>𝑁</m:t>
                            </m:r>
                          </m:e>
                          <m:sub>
                            <m:r>
                              <a:rPr lang="en-US" sz="1600" i="1" spc="-5">
                                <a:solidFill>
                                  <a:schemeClr val="tx1"/>
                                </a:solidFill>
                                <a:effectLst/>
                                <a:latin typeface="Cambria Math" panose="02040503050406030204" pitchFamily="18" charset="0"/>
                                <a:ea typeface="SimSun" panose="02010600030101010101" pitchFamily="2" charset="-122"/>
                              </a:rPr>
                              <m:t>𝑃𝑉</m:t>
                            </m:r>
                          </m:sub>
                        </m:sSub>
                      </m:e>
                      <m:sub>
                        <m:r>
                          <a:rPr lang="en-US" sz="1600" i="1" spc="-5">
                            <a:solidFill>
                              <a:schemeClr val="tx1"/>
                            </a:solidFill>
                            <a:effectLst/>
                            <a:latin typeface="Cambria Math" panose="02040503050406030204" pitchFamily="18" charset="0"/>
                            <a:ea typeface="SimSun" panose="02010600030101010101" pitchFamily="2" charset="-122"/>
                          </a:rPr>
                          <m:t>𝑚𝑖𝑛</m:t>
                        </m:r>
                      </m:sub>
                    </m:sSub>
                    <m:r>
                      <a:rPr lang="en-US" sz="1600" i="1" spc="-5">
                        <a:solidFill>
                          <a:schemeClr val="tx1"/>
                        </a:solidFill>
                        <a:effectLst/>
                        <a:latin typeface="Cambria Math" panose="02040503050406030204" pitchFamily="18" charset="0"/>
                        <a:ea typeface="SimSun" panose="02010600030101010101" pitchFamily="2" charset="-122"/>
                      </a:rPr>
                      <m:t>≤</m:t>
                    </m:r>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US" sz="1600" i="1" spc="-5">
                            <a:solidFill>
                              <a:schemeClr val="tx1"/>
                            </a:solidFill>
                            <a:effectLst/>
                            <a:latin typeface="Cambria Math" panose="02040503050406030204" pitchFamily="18" charset="0"/>
                            <a:ea typeface="SimSun" panose="02010600030101010101" pitchFamily="2" charset="-122"/>
                          </a:rPr>
                          <m:t>𝑁</m:t>
                        </m:r>
                      </m:e>
                      <m:sub>
                        <m:r>
                          <a:rPr lang="en-US" sz="1600" i="1" spc="-5">
                            <a:solidFill>
                              <a:schemeClr val="tx1"/>
                            </a:solidFill>
                            <a:effectLst/>
                            <a:latin typeface="Cambria Math" panose="02040503050406030204" pitchFamily="18" charset="0"/>
                            <a:ea typeface="SimSun" panose="02010600030101010101" pitchFamily="2" charset="-122"/>
                          </a:rPr>
                          <m:t>𝑃𝑉</m:t>
                        </m:r>
                      </m:sub>
                    </m:sSub>
                    <m:r>
                      <a:rPr lang="en-US" sz="1600" i="1" spc="-5">
                        <a:solidFill>
                          <a:schemeClr val="tx1"/>
                        </a:solidFill>
                        <a:effectLst/>
                        <a:latin typeface="Cambria Math" panose="02040503050406030204" pitchFamily="18" charset="0"/>
                        <a:ea typeface="SimSun" panose="02010600030101010101" pitchFamily="2" charset="-122"/>
                      </a:rPr>
                      <m:t>≤</m:t>
                    </m:r>
                    <m:sSub>
                      <m:sSubPr>
                        <m:ctrlPr>
                          <a:rPr lang="en-CA" sz="1600" i="1" spc="-5">
                            <a:solidFill>
                              <a:schemeClr val="tx1"/>
                            </a:solidFill>
                            <a:effectLst/>
                            <a:latin typeface="Cambria Math" panose="02040503050406030204" pitchFamily="18" charset="0"/>
                            <a:ea typeface="SimSun" panose="02010600030101010101" pitchFamily="2" charset="-122"/>
                          </a:rPr>
                        </m:ctrlPr>
                      </m:sSubPr>
                      <m:e>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US" sz="1600" i="1" spc="-5">
                                <a:solidFill>
                                  <a:schemeClr val="tx1"/>
                                </a:solidFill>
                                <a:effectLst/>
                                <a:latin typeface="Cambria Math" panose="02040503050406030204" pitchFamily="18" charset="0"/>
                                <a:ea typeface="SimSun" panose="02010600030101010101" pitchFamily="2" charset="-122"/>
                              </a:rPr>
                              <m:t>𝑁</m:t>
                            </m:r>
                          </m:e>
                          <m:sub>
                            <m:r>
                              <a:rPr lang="en-US" sz="1600" i="1" spc="-5">
                                <a:solidFill>
                                  <a:schemeClr val="tx1"/>
                                </a:solidFill>
                                <a:effectLst/>
                                <a:latin typeface="Cambria Math" panose="02040503050406030204" pitchFamily="18" charset="0"/>
                                <a:ea typeface="SimSun" panose="02010600030101010101" pitchFamily="2" charset="-122"/>
                              </a:rPr>
                              <m:t>𝑃𝑉</m:t>
                            </m:r>
                          </m:sub>
                        </m:sSub>
                      </m:e>
                      <m:sub>
                        <m:r>
                          <a:rPr lang="en-US" sz="1600" i="1" spc="-5">
                            <a:solidFill>
                              <a:schemeClr val="tx1"/>
                            </a:solidFill>
                            <a:effectLst/>
                            <a:latin typeface="Cambria Math" panose="02040503050406030204" pitchFamily="18" charset="0"/>
                            <a:ea typeface="SimSun" panose="02010600030101010101" pitchFamily="2" charset="-122"/>
                          </a:rPr>
                          <m:t>𝑚𝑎𝑥</m:t>
                        </m:r>
                      </m:sub>
                    </m:sSub>
                  </m:oMath>
                </a14:m>
                <a:r>
                  <a:rPr lang="en-US" sz="16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0" marR="0" indent="0" algn="ctr">
                  <a:spcBef>
                    <a:spcPts val="600"/>
                  </a:spcBef>
                  <a:spcAft>
                    <a:spcPts val="600"/>
                  </a:spcAft>
                  <a:buNone/>
                </a:pPr>
                <a14:m>
                  <m:oMath xmlns:m="http://schemas.openxmlformats.org/officeDocument/2006/math">
                    <m:sSub>
                      <m:sSubPr>
                        <m:ctrlPr>
                          <a:rPr lang="en-CA" sz="1600" i="1" spc="-5">
                            <a:solidFill>
                              <a:schemeClr val="tx1"/>
                            </a:solidFill>
                            <a:effectLst/>
                            <a:latin typeface="Cambria Math" panose="02040503050406030204" pitchFamily="18" charset="0"/>
                            <a:ea typeface="SimSun" panose="02010600030101010101" pitchFamily="2" charset="-122"/>
                          </a:rPr>
                        </m:ctrlPr>
                      </m:sSubPr>
                      <m:e>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CA" sz="1600" i="1" spc="-5">
                                <a:solidFill>
                                  <a:schemeClr val="tx1"/>
                                </a:solidFill>
                                <a:effectLst/>
                                <a:latin typeface="Cambria Math" panose="02040503050406030204" pitchFamily="18" charset="0"/>
                                <a:ea typeface="SimSun" panose="02010600030101010101" pitchFamily="2" charset="-122"/>
                              </a:rPr>
                              <m:t>𝑁</m:t>
                            </m:r>
                          </m:e>
                          <m:sub>
                            <m:r>
                              <a:rPr lang="en-CA" sz="1600" i="1" spc="-5">
                                <a:solidFill>
                                  <a:schemeClr val="tx1"/>
                                </a:solidFill>
                                <a:effectLst/>
                                <a:latin typeface="Cambria Math" panose="02040503050406030204" pitchFamily="18" charset="0"/>
                                <a:ea typeface="SimSun" panose="02010600030101010101" pitchFamily="2" charset="-122"/>
                              </a:rPr>
                              <m:t>𝑊𝑇</m:t>
                            </m:r>
                          </m:sub>
                        </m:sSub>
                      </m:e>
                      <m:sub>
                        <m:r>
                          <a:rPr lang="en-US" sz="1600" i="1" spc="-5">
                            <a:solidFill>
                              <a:schemeClr val="tx1"/>
                            </a:solidFill>
                            <a:effectLst/>
                            <a:latin typeface="Cambria Math" panose="02040503050406030204" pitchFamily="18" charset="0"/>
                            <a:ea typeface="SimSun" panose="02010600030101010101" pitchFamily="2" charset="-122"/>
                          </a:rPr>
                          <m:t>𝑚𝑖𝑛</m:t>
                        </m:r>
                      </m:sub>
                    </m:sSub>
                    <m:r>
                      <a:rPr lang="en-US" sz="1600" i="1" spc="-5">
                        <a:solidFill>
                          <a:schemeClr val="tx1"/>
                        </a:solidFill>
                        <a:effectLst/>
                        <a:latin typeface="Cambria Math" panose="02040503050406030204" pitchFamily="18" charset="0"/>
                        <a:ea typeface="SimSun" panose="02010600030101010101" pitchFamily="2" charset="-122"/>
                      </a:rPr>
                      <m:t>≤</m:t>
                    </m:r>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CA" sz="1600" i="1" spc="-5">
                            <a:solidFill>
                              <a:schemeClr val="tx1"/>
                            </a:solidFill>
                            <a:effectLst/>
                            <a:latin typeface="Cambria Math" panose="02040503050406030204" pitchFamily="18" charset="0"/>
                            <a:ea typeface="SimSun" panose="02010600030101010101" pitchFamily="2" charset="-122"/>
                          </a:rPr>
                          <m:t>𝑁</m:t>
                        </m:r>
                      </m:e>
                      <m:sub>
                        <m:r>
                          <a:rPr lang="en-CA" sz="1600" i="1" spc="-5">
                            <a:solidFill>
                              <a:schemeClr val="tx1"/>
                            </a:solidFill>
                            <a:effectLst/>
                            <a:latin typeface="Cambria Math" panose="02040503050406030204" pitchFamily="18" charset="0"/>
                            <a:ea typeface="SimSun" panose="02010600030101010101" pitchFamily="2" charset="-122"/>
                          </a:rPr>
                          <m:t>𝑊𝑇</m:t>
                        </m:r>
                      </m:sub>
                    </m:sSub>
                    <m:r>
                      <a:rPr lang="en-US" sz="1600" i="1" spc="-5">
                        <a:solidFill>
                          <a:schemeClr val="tx1"/>
                        </a:solidFill>
                        <a:effectLst/>
                        <a:latin typeface="Cambria Math" panose="02040503050406030204" pitchFamily="18" charset="0"/>
                        <a:ea typeface="SimSun" panose="02010600030101010101" pitchFamily="2" charset="-122"/>
                      </a:rPr>
                      <m:t>≤</m:t>
                    </m:r>
                    <m:sSub>
                      <m:sSubPr>
                        <m:ctrlPr>
                          <a:rPr lang="en-CA" sz="1600" i="1" spc="-5">
                            <a:solidFill>
                              <a:schemeClr val="tx1"/>
                            </a:solidFill>
                            <a:effectLst/>
                            <a:latin typeface="Cambria Math" panose="02040503050406030204" pitchFamily="18" charset="0"/>
                            <a:ea typeface="SimSun" panose="02010600030101010101" pitchFamily="2" charset="-122"/>
                          </a:rPr>
                        </m:ctrlPr>
                      </m:sSubPr>
                      <m:e>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CA" sz="1600" i="1" spc="-5">
                                <a:solidFill>
                                  <a:schemeClr val="tx1"/>
                                </a:solidFill>
                                <a:effectLst/>
                                <a:latin typeface="Cambria Math" panose="02040503050406030204" pitchFamily="18" charset="0"/>
                                <a:ea typeface="SimSun" panose="02010600030101010101" pitchFamily="2" charset="-122"/>
                              </a:rPr>
                              <m:t>𝑁</m:t>
                            </m:r>
                          </m:e>
                          <m:sub>
                            <m:r>
                              <a:rPr lang="en-CA" sz="1600" i="1" spc="-5">
                                <a:solidFill>
                                  <a:schemeClr val="tx1"/>
                                </a:solidFill>
                                <a:effectLst/>
                                <a:latin typeface="Cambria Math" panose="02040503050406030204" pitchFamily="18" charset="0"/>
                                <a:ea typeface="SimSun" panose="02010600030101010101" pitchFamily="2" charset="-122"/>
                              </a:rPr>
                              <m:t>𝑊𝑇</m:t>
                            </m:r>
                          </m:sub>
                        </m:sSub>
                      </m:e>
                      <m:sub>
                        <m:r>
                          <a:rPr lang="en-US" sz="1600" i="1" spc="-5">
                            <a:solidFill>
                              <a:schemeClr val="tx1"/>
                            </a:solidFill>
                            <a:effectLst/>
                            <a:latin typeface="Cambria Math" panose="02040503050406030204" pitchFamily="18" charset="0"/>
                            <a:ea typeface="SimSun" panose="02010600030101010101" pitchFamily="2" charset="-122"/>
                          </a:rPr>
                          <m:t>𝑚𝑎𝑥</m:t>
                        </m:r>
                      </m:sub>
                    </m:sSub>
                  </m:oMath>
                </a14:m>
                <a:r>
                  <a:rPr lang="en-US" sz="16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600" spc="-5"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marR="0" indent="0" algn="ctr">
                  <a:spcBef>
                    <a:spcPts val="600"/>
                  </a:spcBef>
                  <a:spcAft>
                    <a:spcPts val="600"/>
                  </a:spcAft>
                  <a:buNone/>
                </a:pPr>
                <a14:m>
                  <m:oMath xmlns:m="http://schemas.openxmlformats.org/officeDocument/2006/math">
                    <m:sSub>
                      <m:sSubPr>
                        <m:ctrlPr>
                          <a:rPr lang="en-CA" sz="1600" i="1" spc="-5">
                            <a:solidFill>
                              <a:schemeClr val="tx1"/>
                            </a:solidFill>
                            <a:effectLst/>
                            <a:latin typeface="Cambria Math" panose="02040503050406030204" pitchFamily="18" charset="0"/>
                            <a:ea typeface="SimSun" panose="02010600030101010101" pitchFamily="2" charset="-122"/>
                          </a:rPr>
                        </m:ctrlPr>
                      </m:sSubPr>
                      <m:e>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CA" sz="1600" i="1" spc="-5">
                                <a:solidFill>
                                  <a:schemeClr val="tx1"/>
                                </a:solidFill>
                                <a:effectLst/>
                                <a:latin typeface="Cambria Math" panose="02040503050406030204" pitchFamily="18" charset="0"/>
                                <a:ea typeface="SimSun" panose="02010600030101010101" pitchFamily="2" charset="-122"/>
                              </a:rPr>
                              <m:t>𝑁</m:t>
                            </m:r>
                          </m:e>
                          <m:sub>
                            <m:r>
                              <a:rPr lang="en-CA" sz="1600" i="1" spc="-5">
                                <a:solidFill>
                                  <a:schemeClr val="tx1"/>
                                </a:solidFill>
                                <a:effectLst/>
                                <a:latin typeface="Cambria Math" panose="02040503050406030204" pitchFamily="18" charset="0"/>
                                <a:ea typeface="SimSun" panose="02010600030101010101" pitchFamily="2" charset="-122"/>
                              </a:rPr>
                              <m:t>𝑇𝑇</m:t>
                            </m:r>
                          </m:sub>
                        </m:sSub>
                      </m:e>
                      <m:sub>
                        <m:r>
                          <a:rPr lang="en-US" sz="1600" i="1" spc="-5">
                            <a:solidFill>
                              <a:schemeClr val="tx1"/>
                            </a:solidFill>
                            <a:effectLst/>
                            <a:latin typeface="Cambria Math" panose="02040503050406030204" pitchFamily="18" charset="0"/>
                            <a:ea typeface="SimSun" panose="02010600030101010101" pitchFamily="2" charset="-122"/>
                          </a:rPr>
                          <m:t>𝑚𝑖𝑛</m:t>
                        </m:r>
                      </m:sub>
                    </m:sSub>
                    <m:r>
                      <a:rPr lang="en-US" sz="1600" i="1" spc="-5">
                        <a:solidFill>
                          <a:schemeClr val="tx1"/>
                        </a:solidFill>
                        <a:effectLst/>
                        <a:latin typeface="Cambria Math" panose="02040503050406030204" pitchFamily="18" charset="0"/>
                        <a:ea typeface="SimSun" panose="02010600030101010101" pitchFamily="2" charset="-122"/>
                      </a:rPr>
                      <m:t>≤</m:t>
                    </m:r>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CA" sz="1600" i="1" spc="-5">
                            <a:solidFill>
                              <a:schemeClr val="tx1"/>
                            </a:solidFill>
                            <a:effectLst/>
                            <a:latin typeface="Cambria Math" panose="02040503050406030204" pitchFamily="18" charset="0"/>
                            <a:ea typeface="SimSun" panose="02010600030101010101" pitchFamily="2" charset="-122"/>
                          </a:rPr>
                          <m:t>𝑁</m:t>
                        </m:r>
                      </m:e>
                      <m:sub>
                        <m:r>
                          <a:rPr lang="en-CA" sz="1600" i="1" spc="-5">
                            <a:solidFill>
                              <a:schemeClr val="tx1"/>
                            </a:solidFill>
                            <a:effectLst/>
                            <a:latin typeface="Cambria Math" panose="02040503050406030204" pitchFamily="18" charset="0"/>
                            <a:ea typeface="SimSun" panose="02010600030101010101" pitchFamily="2" charset="-122"/>
                          </a:rPr>
                          <m:t>𝑇𝑇</m:t>
                        </m:r>
                      </m:sub>
                    </m:sSub>
                    <m:r>
                      <a:rPr lang="en-US" sz="1600" i="1" spc="-5">
                        <a:solidFill>
                          <a:schemeClr val="tx1"/>
                        </a:solidFill>
                        <a:effectLst/>
                        <a:latin typeface="Cambria Math" panose="02040503050406030204" pitchFamily="18" charset="0"/>
                        <a:ea typeface="SimSun" panose="02010600030101010101" pitchFamily="2" charset="-122"/>
                      </a:rPr>
                      <m:t>≤</m:t>
                    </m:r>
                    <m:sSub>
                      <m:sSubPr>
                        <m:ctrlPr>
                          <a:rPr lang="en-CA" sz="1600" i="1" spc="-5">
                            <a:solidFill>
                              <a:schemeClr val="tx1"/>
                            </a:solidFill>
                            <a:effectLst/>
                            <a:latin typeface="Cambria Math" panose="02040503050406030204" pitchFamily="18" charset="0"/>
                            <a:ea typeface="SimSun" panose="02010600030101010101" pitchFamily="2" charset="-122"/>
                          </a:rPr>
                        </m:ctrlPr>
                      </m:sSubPr>
                      <m:e>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CA" sz="1600" i="1" spc="-5">
                                <a:solidFill>
                                  <a:schemeClr val="tx1"/>
                                </a:solidFill>
                                <a:effectLst/>
                                <a:latin typeface="Cambria Math" panose="02040503050406030204" pitchFamily="18" charset="0"/>
                                <a:ea typeface="SimSun" panose="02010600030101010101" pitchFamily="2" charset="-122"/>
                              </a:rPr>
                              <m:t>𝑁</m:t>
                            </m:r>
                          </m:e>
                          <m:sub>
                            <m:r>
                              <a:rPr lang="en-CA" sz="1600" i="1" spc="-5">
                                <a:solidFill>
                                  <a:schemeClr val="tx1"/>
                                </a:solidFill>
                                <a:effectLst/>
                                <a:latin typeface="Cambria Math" panose="02040503050406030204" pitchFamily="18" charset="0"/>
                                <a:ea typeface="SimSun" panose="02010600030101010101" pitchFamily="2" charset="-122"/>
                              </a:rPr>
                              <m:t>𝑇𝑇</m:t>
                            </m:r>
                          </m:sub>
                        </m:sSub>
                      </m:e>
                      <m:sub>
                        <m:r>
                          <a:rPr lang="en-US" sz="1600" i="1" spc="-5">
                            <a:solidFill>
                              <a:schemeClr val="tx1"/>
                            </a:solidFill>
                            <a:effectLst/>
                            <a:latin typeface="Cambria Math" panose="02040503050406030204" pitchFamily="18" charset="0"/>
                            <a:ea typeface="SimSun" panose="02010600030101010101" pitchFamily="2" charset="-122"/>
                          </a:rPr>
                          <m:t>𝑚𝑎𝑥</m:t>
                        </m:r>
                      </m:sub>
                    </m:sSub>
                  </m:oMath>
                </a14:m>
                <a:r>
                  <a:rPr lang="en-US" sz="16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600" spc="-5"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marR="0" indent="0" algn="ctr">
                  <a:spcBef>
                    <a:spcPts val="600"/>
                  </a:spcBef>
                  <a:spcAft>
                    <a:spcPts val="600"/>
                  </a:spcAft>
                  <a:buNone/>
                </a:pPr>
                <a14:m>
                  <m:oMath xmlns:m="http://schemas.openxmlformats.org/officeDocument/2006/math">
                    <m:sSub>
                      <m:sSubPr>
                        <m:ctrlPr>
                          <a:rPr lang="en-CA" sz="1600" i="1" spc="-5">
                            <a:solidFill>
                              <a:schemeClr val="tx1"/>
                            </a:solidFill>
                            <a:effectLst/>
                            <a:latin typeface="Cambria Math" panose="02040503050406030204" pitchFamily="18" charset="0"/>
                            <a:ea typeface="SimSun" panose="02010600030101010101" pitchFamily="2" charset="-122"/>
                          </a:rPr>
                        </m:ctrlPr>
                      </m:sSubPr>
                      <m:e>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CA" sz="1600" i="1" spc="-5">
                                <a:solidFill>
                                  <a:schemeClr val="tx1"/>
                                </a:solidFill>
                                <a:effectLst/>
                                <a:latin typeface="Cambria Math" panose="02040503050406030204" pitchFamily="18" charset="0"/>
                                <a:ea typeface="SimSun" panose="02010600030101010101" pitchFamily="2" charset="-122"/>
                              </a:rPr>
                              <m:t>𝑁</m:t>
                            </m:r>
                          </m:e>
                          <m:sub>
                            <m:r>
                              <a:rPr lang="en-US" sz="1600" i="1" spc="-5">
                                <a:solidFill>
                                  <a:schemeClr val="tx1"/>
                                </a:solidFill>
                                <a:effectLst/>
                                <a:latin typeface="Cambria Math" panose="02040503050406030204" pitchFamily="18" charset="0"/>
                                <a:ea typeface="SimSun" panose="02010600030101010101" pitchFamily="2" charset="-122"/>
                              </a:rPr>
                              <m:t>𝐵𝐸𝑆𝑆</m:t>
                            </m:r>
                          </m:sub>
                        </m:sSub>
                      </m:e>
                      <m:sub>
                        <m:r>
                          <a:rPr lang="en-US" sz="1600" i="1" spc="-5">
                            <a:solidFill>
                              <a:schemeClr val="tx1"/>
                            </a:solidFill>
                            <a:effectLst/>
                            <a:latin typeface="Cambria Math" panose="02040503050406030204" pitchFamily="18" charset="0"/>
                            <a:ea typeface="SimSun" panose="02010600030101010101" pitchFamily="2" charset="-122"/>
                          </a:rPr>
                          <m:t>𝑚𝑖𝑛</m:t>
                        </m:r>
                      </m:sub>
                    </m:sSub>
                    <m:r>
                      <a:rPr lang="en-US" sz="1600" i="1" spc="-5">
                        <a:solidFill>
                          <a:schemeClr val="tx1"/>
                        </a:solidFill>
                        <a:effectLst/>
                        <a:latin typeface="Cambria Math" panose="02040503050406030204" pitchFamily="18" charset="0"/>
                        <a:ea typeface="SimSun" panose="02010600030101010101" pitchFamily="2" charset="-122"/>
                      </a:rPr>
                      <m:t>≤</m:t>
                    </m:r>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CA" sz="1600" i="1" spc="-5">
                            <a:solidFill>
                              <a:schemeClr val="tx1"/>
                            </a:solidFill>
                            <a:effectLst/>
                            <a:latin typeface="Cambria Math" panose="02040503050406030204" pitchFamily="18" charset="0"/>
                            <a:ea typeface="SimSun" panose="02010600030101010101" pitchFamily="2" charset="-122"/>
                          </a:rPr>
                          <m:t>𝑁</m:t>
                        </m:r>
                      </m:e>
                      <m:sub>
                        <m:r>
                          <a:rPr lang="en-US" sz="1600" i="1" spc="-5">
                            <a:solidFill>
                              <a:schemeClr val="tx1"/>
                            </a:solidFill>
                            <a:effectLst/>
                            <a:latin typeface="Cambria Math" panose="02040503050406030204" pitchFamily="18" charset="0"/>
                            <a:ea typeface="SimSun" panose="02010600030101010101" pitchFamily="2" charset="-122"/>
                          </a:rPr>
                          <m:t>𝐵𝐸𝑆𝑆</m:t>
                        </m:r>
                      </m:sub>
                    </m:sSub>
                    <m:r>
                      <a:rPr lang="en-US" sz="1600" i="1" spc="-5">
                        <a:solidFill>
                          <a:schemeClr val="tx1"/>
                        </a:solidFill>
                        <a:effectLst/>
                        <a:latin typeface="Cambria Math" panose="02040503050406030204" pitchFamily="18" charset="0"/>
                        <a:ea typeface="SimSun" panose="02010600030101010101" pitchFamily="2" charset="-122"/>
                      </a:rPr>
                      <m:t>≤</m:t>
                    </m:r>
                    <m:sSub>
                      <m:sSubPr>
                        <m:ctrlPr>
                          <a:rPr lang="en-CA" sz="1600" i="1" spc="-5">
                            <a:solidFill>
                              <a:schemeClr val="tx1"/>
                            </a:solidFill>
                            <a:effectLst/>
                            <a:latin typeface="Cambria Math" panose="02040503050406030204" pitchFamily="18" charset="0"/>
                            <a:ea typeface="SimSun" panose="02010600030101010101" pitchFamily="2" charset="-122"/>
                          </a:rPr>
                        </m:ctrlPr>
                      </m:sSubPr>
                      <m:e>
                        <m:sSub>
                          <m:sSubPr>
                            <m:ctrlPr>
                              <a:rPr lang="en-CA" sz="1600" i="1" spc="-5">
                                <a:solidFill>
                                  <a:schemeClr val="tx1"/>
                                </a:solidFill>
                                <a:effectLst/>
                                <a:latin typeface="Cambria Math" panose="02040503050406030204" pitchFamily="18" charset="0"/>
                                <a:ea typeface="SimSun" panose="02010600030101010101" pitchFamily="2" charset="-122"/>
                              </a:rPr>
                            </m:ctrlPr>
                          </m:sSubPr>
                          <m:e>
                            <m:r>
                              <a:rPr lang="en-CA" sz="1600" i="1" spc="-5">
                                <a:solidFill>
                                  <a:schemeClr val="tx1"/>
                                </a:solidFill>
                                <a:effectLst/>
                                <a:latin typeface="Cambria Math" panose="02040503050406030204" pitchFamily="18" charset="0"/>
                                <a:ea typeface="SimSun" panose="02010600030101010101" pitchFamily="2" charset="-122"/>
                              </a:rPr>
                              <m:t>𝑁</m:t>
                            </m:r>
                          </m:e>
                          <m:sub>
                            <m:r>
                              <a:rPr lang="en-US" sz="1600" i="1" spc="-5">
                                <a:solidFill>
                                  <a:schemeClr val="tx1"/>
                                </a:solidFill>
                                <a:effectLst/>
                                <a:latin typeface="Cambria Math" panose="02040503050406030204" pitchFamily="18" charset="0"/>
                                <a:ea typeface="SimSun" panose="02010600030101010101" pitchFamily="2" charset="-122"/>
                              </a:rPr>
                              <m:t>𝐵𝐸𝑆𝑆</m:t>
                            </m:r>
                          </m:sub>
                        </m:sSub>
                      </m:e>
                      <m:sub>
                        <m:r>
                          <a:rPr lang="en-US" sz="1600" i="1" spc="-5">
                            <a:solidFill>
                              <a:schemeClr val="tx1"/>
                            </a:solidFill>
                            <a:effectLst/>
                            <a:latin typeface="Cambria Math" panose="02040503050406030204" pitchFamily="18" charset="0"/>
                            <a:ea typeface="SimSun" panose="02010600030101010101" pitchFamily="2" charset="-122"/>
                          </a:rPr>
                          <m:t>𝑚𝑎𝑥</m:t>
                        </m:r>
                      </m:sub>
                    </m:sSub>
                  </m:oMath>
                </a14:m>
                <a:r>
                  <a:rPr lang="en-US" sz="16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algn="just"/>
                <a:r>
                  <a:rPr lang="en-CA"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Battery Degradation Index (BDI):</a:t>
                </a:r>
              </a:p>
              <a:p>
                <a:pPr marL="0" indent="0">
                  <a:buNone/>
                </a:pPr>
                <a:r>
                  <a:rPr lang="en-CA"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SOC Constraint</a:t>
                </a:r>
                <a:r>
                  <a:rPr lang="en-CA"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R="0" algn="just">
                  <a:buFont typeface="Arial" panose="020B0604020202020204" pitchFamily="34" charset="0"/>
                  <a:buChar char="•"/>
                </a:pP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SOC or state-of-charge is the energy that remains in the BESS </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as a percentage of the rated capacity.  </a:t>
                </a:r>
              </a:p>
              <a:p>
                <a:pPr marR="0" algn="just">
                  <a:buFont typeface="Arial" panose="020B0604020202020204" pitchFamily="34" charset="0"/>
                  <a:buChar char="•"/>
                </a:pPr>
                <a:r>
                  <a:rPr lang="x-none" sz="16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By controlling SOC boundaries, battery degradation can be reduced.</a:t>
                </a:r>
                <a:endPar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ctr">
                  <a:buNone/>
                </a:pPr>
                <a14:m>
                  <m:oMath xmlns:m="http://schemas.openxmlformats.org/officeDocument/2006/math">
                    <m:sSub>
                      <m:sSubPr>
                        <m:ctrlPr>
                          <a:rPr lang="en-CA" sz="1600" i="1" spc="-5">
                            <a:solidFill>
                              <a:schemeClr val="tx1"/>
                            </a:solidFill>
                            <a:effectLst/>
                            <a:latin typeface="Cambria Math" panose="02040503050406030204" pitchFamily="18" charset="0"/>
                          </a:rPr>
                        </m:ctrlPr>
                      </m:sSub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𝑆𝑂𝐶</m:t>
                        </m:r>
                      </m:e>
                      <m: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𝑚𝑖𝑛</m:t>
                        </m:r>
                      </m:sub>
                    </m:sSub>
                    <m:r>
                      <a:rPr lang="x-none" sz="1600"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𝑆𝑂𝐶</m:t>
                    </m:r>
                    <m:r>
                      <a:rPr lang="x-none" sz="1600"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r>
                      <a:rPr lang="x-none" sz="1600"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A" sz="1600" i="1" spc="-5">
                            <a:solidFill>
                              <a:schemeClr val="tx1"/>
                            </a:solidFill>
                            <a:effectLst/>
                            <a:latin typeface="Cambria Math" panose="02040503050406030204" pitchFamily="18" charset="0"/>
                          </a:rPr>
                        </m:ctrlPr>
                      </m:sSub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𝑆𝑂𝐶</m:t>
                        </m:r>
                      </m:e>
                      <m: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𝑚𝑎𝑥</m:t>
                        </m:r>
                      </m:sub>
                    </m:sSub>
                  </m:oMath>
                </a14:m>
                <a:r>
                  <a:rPr lang="x-none" sz="16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6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indent="0" algn="just">
                  <a:buNone/>
                </a:pPr>
                <a:r>
                  <a:rPr lang="x-none" sz="16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When the operation occurs outside the limits, a penalty is added to NP</a:t>
                </a:r>
                <a:r>
                  <a:rPr lang="en-US" sz="1600" spc="-5"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a:t>
                </a:r>
                <a:endPar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CA" sz="1600" i="1" spc="-5">
                              <a:solidFill>
                                <a:schemeClr val="tx1"/>
                              </a:solidFill>
                              <a:effectLst/>
                              <a:latin typeface="Cambria Math" panose="02040503050406030204" pitchFamily="18" charset="0"/>
                            </a:rPr>
                          </m:ctrlPr>
                        </m:sSub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𝐵𝐷𝐼</m:t>
                          </m:r>
                        </m:e>
                        <m: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𝑆𝑂𝐶</m:t>
                          </m:r>
                        </m:sub>
                      </m:s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nary>
                        <m:naryPr>
                          <m:chr m:val="∑"/>
                          <m:limLoc m:val="undOvr"/>
                          <m:ctrlPr>
                            <a:rPr lang="en-CA" sz="1600" i="1" spc="-5">
                              <a:solidFill>
                                <a:schemeClr val="tx1"/>
                              </a:solidFill>
                              <a:effectLst/>
                              <a:latin typeface="Cambria Math" panose="02040503050406030204" pitchFamily="18" charset="0"/>
                            </a:rPr>
                          </m:ctrlPr>
                        </m:naryPr>
                        <m: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=1</m:t>
                          </m:r>
                        </m:sub>
                        <m:sup>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𝑇</m:t>
                          </m:r>
                        </m:sup>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A" sz="1600" i="1" spc="-5">
                                  <a:solidFill>
                                    <a:schemeClr val="tx1"/>
                                  </a:solidFill>
                                  <a:effectLst/>
                                  <a:latin typeface="Cambria Math" panose="02040503050406030204" pitchFamily="18" charset="0"/>
                                </a:rPr>
                              </m:ctrlPr>
                            </m:sSub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𝑃</m:t>
                              </m:r>
                            </m:e>
                            <m: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𝑙𝑜𝑤</m:t>
                              </m:r>
                            </m:sub>
                          </m:s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e>
                      </m:nary>
                      <m:d>
                        <m:dPr>
                          <m:ctrlPr>
                            <a:rPr lang="en-CA" sz="1600" i="1" spc="-5">
                              <a:solidFill>
                                <a:schemeClr val="tx1"/>
                              </a:solidFill>
                              <a:effectLst/>
                              <a:latin typeface="Cambria Math" panose="02040503050406030204" pitchFamily="18" charset="0"/>
                            </a:rPr>
                          </m:ctrlPr>
                        </m:d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𝑆𝑂𝐶</m:t>
                          </m:r>
                          <m:d>
                            <m:dPr>
                              <m:ctrlPr>
                                <a:rPr lang="en-CA" sz="1600" i="1" spc="-5">
                                  <a:solidFill>
                                    <a:schemeClr val="tx1"/>
                                  </a:solidFill>
                                  <a:effectLst/>
                                  <a:latin typeface="Cambria Math" panose="02040503050406030204" pitchFamily="18" charset="0"/>
                                </a:rPr>
                              </m:ctrlPr>
                            </m:d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e>
                          </m:d>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&lt;</m:t>
                          </m:r>
                          <m:sSub>
                            <m:sSubPr>
                              <m:ctrlPr>
                                <a:rPr lang="en-CA" sz="1600" i="1" spc="-5">
                                  <a:solidFill>
                                    <a:schemeClr val="tx1"/>
                                  </a:solidFill>
                                  <a:effectLst/>
                                  <a:latin typeface="Cambria Math" panose="02040503050406030204" pitchFamily="18" charset="0"/>
                                </a:rPr>
                              </m:ctrlPr>
                            </m:sSub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𝑆𝑂𝐶</m:t>
                              </m:r>
                            </m:e>
                            <m: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𝑚𝑖𝑛</m:t>
                              </m:r>
                            </m:sub>
                          </m:sSub>
                        </m:e>
                      </m:d>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sSub>
                        <m:sSubPr>
                          <m:ctrlPr>
                            <a:rPr lang="en-CA" sz="1600" i="1" spc="-5">
                              <a:solidFill>
                                <a:schemeClr val="tx1"/>
                              </a:solidFill>
                              <a:effectLst/>
                              <a:latin typeface="Cambria Math" panose="02040503050406030204" pitchFamily="18" charset="0"/>
                            </a:rPr>
                          </m:ctrlPr>
                        </m:sSub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𝑃</m:t>
                          </m:r>
                        </m:e>
                        <m: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h𝑖𝑔h</m:t>
                          </m:r>
                        </m:sub>
                      </m:s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d>
                        <m:dPr>
                          <m:ctrlPr>
                            <a:rPr lang="en-CA" sz="1600" i="1" spc="-5">
                              <a:solidFill>
                                <a:schemeClr val="tx1"/>
                              </a:solidFill>
                              <a:effectLst/>
                              <a:latin typeface="Cambria Math" panose="02040503050406030204" pitchFamily="18" charset="0"/>
                            </a:rPr>
                          </m:ctrlPr>
                        </m:d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𝑆𝑂𝐶</m:t>
                          </m:r>
                          <m:d>
                            <m:dPr>
                              <m:ctrlPr>
                                <a:rPr lang="en-CA" sz="1600" i="1" spc="-5">
                                  <a:solidFill>
                                    <a:schemeClr val="tx1"/>
                                  </a:solidFill>
                                  <a:effectLst/>
                                  <a:latin typeface="Cambria Math" panose="02040503050406030204" pitchFamily="18" charset="0"/>
                                </a:rPr>
                              </m:ctrlPr>
                            </m:d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𝑡</m:t>
                              </m:r>
                            </m:e>
                          </m:d>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&gt;</m:t>
                          </m:r>
                          <m:sSub>
                            <m:sSubPr>
                              <m:ctrlPr>
                                <a:rPr lang="en-CA" sz="1600" i="1" spc="-5">
                                  <a:solidFill>
                                    <a:schemeClr val="tx1"/>
                                  </a:solidFill>
                                  <a:effectLst/>
                                  <a:latin typeface="Cambria Math" panose="02040503050406030204" pitchFamily="18" charset="0"/>
                                </a:rPr>
                              </m:ctrlPr>
                            </m:sSubPr>
                            <m:e>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𝑆𝑂𝐶</m:t>
                              </m:r>
                            </m:e>
                            <m:sub>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𝑚𝑎𝑥</m:t>
                              </m:r>
                            </m:sub>
                          </m:sSub>
                        </m:e>
                      </m:d>
                      <m:r>
                        <a:rPr lang="x-none" sz="1600" i="1" spc="-5">
                          <a:solidFill>
                            <a:schemeClr val="tx1"/>
                          </a:solidFill>
                          <a:effectLst/>
                          <a:latin typeface="Cambria Math" panose="02040503050406030204" pitchFamily="18" charset="0"/>
                          <a:ea typeface="SimSun" panose="02010600030101010101" pitchFamily="2" charset="-122"/>
                          <a:cs typeface="Times New Roman" panose="02020603050405020304" pitchFamily="18" charset="0"/>
                        </a:rPr>
                        <m:t>]</m:t>
                      </m:r>
                    </m:oMath>
                  </m:oMathPara>
                </a14:m>
                <a:endParaRPr lang="en-CA"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51481E38-B270-9F91-5305-0E280A4C8218}"/>
                  </a:ext>
                </a:extLst>
              </p:cNvPr>
              <p:cNvSpPr>
                <a:spLocks noGrp="1" noRot="1" noChangeAspect="1" noMove="1" noResize="1" noEditPoints="1" noAdjustHandles="1" noChangeArrowheads="1" noChangeShapeType="1" noTextEdit="1"/>
              </p:cNvSpPr>
              <p:nvPr>
                <p:ph idx="1"/>
              </p:nvPr>
            </p:nvSpPr>
            <p:spPr>
              <a:xfrm>
                <a:off x="924985" y="1249131"/>
                <a:ext cx="10428815" cy="4188287"/>
              </a:xfrm>
              <a:blipFill>
                <a:blip r:embed="rId2"/>
                <a:stretch>
                  <a:fillRect l="-351" t="-1019" b="-17176"/>
                </a:stretch>
              </a:blipFill>
            </p:spPr>
            <p:txBody>
              <a:bodyPr/>
              <a:lstStyle/>
              <a:p>
                <a:r>
                  <a:rPr lang="en-CA">
                    <a:noFill/>
                  </a:rPr>
                  <a:t> </a:t>
                </a:r>
              </a:p>
            </p:txBody>
          </p:sp>
        </mc:Fallback>
      </mc:AlternateContent>
      <p:sp>
        <p:nvSpPr>
          <p:cNvPr id="5" name="TextBox 4">
            <a:extLst>
              <a:ext uri="{FF2B5EF4-FFF2-40B4-BE49-F238E27FC236}">
                <a16:creationId xmlns:a16="http://schemas.microsoft.com/office/drawing/2014/main" id="{2342BB50-17B0-BDD1-3A8E-CF03A30E868E}"/>
              </a:ext>
            </a:extLst>
          </p:cNvPr>
          <p:cNvSpPr txBox="1"/>
          <p:nvPr/>
        </p:nvSpPr>
        <p:spPr>
          <a:xfrm>
            <a:off x="924984" y="1959885"/>
            <a:ext cx="3018365" cy="1077218"/>
          </a:xfrm>
          <a:prstGeom prst="rect">
            <a:avLst/>
          </a:prstGeom>
          <a:noFill/>
        </p:spPr>
        <p:txBody>
          <a:bodyPr wrap="square">
            <a:spAutoFit/>
          </a:bodyPr>
          <a:lstStyle/>
          <a:p>
            <a:r>
              <a:rPr lang="en-CA" sz="1600" dirty="0">
                <a:effectLst/>
                <a:latin typeface="Times New Roman" panose="02020603050405020304" pitchFamily="18" charset="0"/>
                <a:ea typeface="Times New Roman" panose="02020603050405020304" pitchFamily="18" charset="0"/>
              </a:rPr>
              <a:t>The initial values were selected as 75 PV panels, 5 wind turbines, 2 tidal turbines, and 20 batteries with trial and error.</a:t>
            </a:r>
            <a:endParaRPr lang="en-CA" sz="1600" dirty="0"/>
          </a:p>
        </p:txBody>
      </p:sp>
    </p:spTree>
    <p:extLst>
      <p:ext uri="{BB962C8B-B14F-4D97-AF65-F5344CB8AC3E}">
        <p14:creationId xmlns:p14="http://schemas.microsoft.com/office/powerpoint/2010/main" val="322379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0C643-D117-53A8-C56D-C00C41025290}"/>
              </a:ext>
            </a:extLst>
          </p:cNvPr>
          <p:cNvSpPr>
            <a:spLocks noGrp="1"/>
          </p:cNvSpPr>
          <p:nvPr>
            <p:ph type="title"/>
          </p:nvPr>
        </p:nvSpPr>
        <p:spPr>
          <a:xfrm>
            <a:off x="1959467" y="184942"/>
            <a:ext cx="8596668" cy="1320800"/>
          </a:xfrm>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Energy Management Strategy</a:t>
            </a:r>
            <a:endParaRPr lang="en-CA"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46CF8B-C85E-AB3D-EE55-51DC8B35DBB4}"/>
              </a:ext>
            </a:extLst>
          </p:cNvPr>
          <p:cNvSpPr>
            <a:spLocks noGrp="1"/>
          </p:cNvSpPr>
          <p:nvPr>
            <p:ph idx="1"/>
          </p:nvPr>
        </p:nvSpPr>
        <p:spPr>
          <a:xfrm>
            <a:off x="6372101" y="1505742"/>
            <a:ext cx="4942272" cy="5156990"/>
          </a:xfrm>
        </p:spPr>
        <p:txBody>
          <a:bodyPr>
            <a:normAutofit/>
          </a:bodyPr>
          <a:lstStyle/>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Excess Power Generation</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When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power generated &gt; load demand</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indent="-228600">
              <a:buFont typeface="+mj-lt"/>
              <a:buAutoNum type="arabicPeriod"/>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Excess energy is used to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charge the battery</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until it reaches its maximum capacity.</a:t>
            </a:r>
          </a:p>
          <a:p>
            <a:pPr indent="-228600">
              <a:buFont typeface="+mj-lt"/>
              <a:buAutoNum type="arabicPeriod"/>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Any remaining energy is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dumped</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to avoid overloading.</a:t>
            </a:r>
          </a:p>
          <a:p>
            <a:pPr indent="-228600">
              <a:buFont typeface="+mj-lt"/>
              <a:buAutoNum type="arabicPeriod"/>
            </a:pPr>
            <a:endPar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Deficient Power Generation</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When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power generated &lt; load demand</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indent="-228600">
              <a:buFont typeface="+mj-lt"/>
              <a:buAutoNum type="arabicPeriod"/>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Stored battery energy compensates for the shortfall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discharge</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until the battery reaches its minimum capacity.</a:t>
            </a:r>
          </a:p>
          <a:p>
            <a:pPr indent="-228600">
              <a:buFont typeface="+mj-lt"/>
              <a:buAutoNum type="arabicPeriod"/>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If the battery reaches its lower limit: The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LPSP factor</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is updated to account for unmet load.</a:t>
            </a:r>
          </a:p>
        </p:txBody>
      </p:sp>
      <p:sp>
        <p:nvSpPr>
          <p:cNvPr id="6" name="TextBox 5">
            <a:extLst>
              <a:ext uri="{FF2B5EF4-FFF2-40B4-BE49-F238E27FC236}">
                <a16:creationId xmlns:a16="http://schemas.microsoft.com/office/drawing/2014/main" id="{8E9BE649-FAF4-FB96-6912-713373DDF723}"/>
              </a:ext>
            </a:extLst>
          </p:cNvPr>
          <p:cNvSpPr txBox="1"/>
          <p:nvPr/>
        </p:nvSpPr>
        <p:spPr>
          <a:xfrm>
            <a:off x="1967532" y="5909735"/>
            <a:ext cx="2906415" cy="276999"/>
          </a:xfrm>
          <a:prstGeom prst="rect">
            <a:avLst/>
          </a:prstGeom>
          <a:noFill/>
        </p:spPr>
        <p:txBody>
          <a:bodyPr wrap="square">
            <a:spAutoFit/>
          </a:bodyPr>
          <a:lstStyle/>
          <a:p>
            <a:pPr algn="ct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US" sz="1200" i="1" dirty="0">
                <a:latin typeface="Times New Roman" panose="02020603050405020304" pitchFamily="18" charset="0"/>
                <a:ea typeface="Calibri" panose="020F0502020204030204" pitchFamily="34" charset="0"/>
                <a:cs typeface="Times New Roman" panose="02020603050405020304" pitchFamily="18" charset="0"/>
              </a:rPr>
              <a:t>10 -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Flowchart of sizing strategy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4" descr="A diagram of a computer flowchart&#10;&#10;Description automatically generated">
            <a:extLst>
              <a:ext uri="{FF2B5EF4-FFF2-40B4-BE49-F238E27FC236}">
                <a16:creationId xmlns:a16="http://schemas.microsoft.com/office/drawing/2014/main" id="{BF8FD248-755B-7CE2-4DF7-DDE3B6FF1B99}"/>
              </a:ext>
            </a:extLst>
          </p:cNvPr>
          <p:cNvPicPr>
            <a:picLocks noChangeAspect="1"/>
          </p:cNvPicPr>
          <p:nvPr/>
        </p:nvPicPr>
        <p:blipFill>
          <a:blip r:embed="rId2"/>
          <a:stretch>
            <a:fillRect/>
          </a:stretch>
        </p:blipFill>
        <p:spPr>
          <a:xfrm>
            <a:off x="745480" y="1313452"/>
            <a:ext cx="5350520" cy="4523790"/>
          </a:xfrm>
          <a:prstGeom prst="rect">
            <a:avLst/>
          </a:prstGeom>
        </p:spPr>
      </p:pic>
    </p:spTree>
    <p:extLst>
      <p:ext uri="{BB962C8B-B14F-4D97-AF65-F5344CB8AC3E}">
        <p14:creationId xmlns:p14="http://schemas.microsoft.com/office/powerpoint/2010/main" val="3489249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35F81-789C-67C8-B9A0-BC0B7C3E179D}"/>
              </a:ext>
            </a:extLst>
          </p:cNvPr>
          <p:cNvSpPr>
            <a:spLocks noGrp="1"/>
          </p:cNvSpPr>
          <p:nvPr>
            <p:ph type="title"/>
          </p:nvPr>
        </p:nvSpPr>
        <p:spPr>
          <a:xfrm>
            <a:off x="838200" y="69576"/>
            <a:ext cx="10515600" cy="1325563"/>
          </a:xfrm>
        </p:spPr>
        <p:txBody>
          <a:bodyPr>
            <a:normAutofit/>
          </a:bodyPr>
          <a:lstStyle/>
          <a:p>
            <a:pPr algn="ctr"/>
            <a:r>
              <a:rPr lang="en-US"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Parameter Values</a:t>
            </a:r>
            <a:endParaRPr lang="en-CA"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8E1F1820-C8C7-DE6C-5A83-C53B7B9558BA}"/>
              </a:ext>
            </a:extLst>
          </p:cNvPr>
          <p:cNvGraphicFramePr>
            <a:graphicFrameLocks noGrp="1"/>
          </p:cNvGraphicFramePr>
          <p:nvPr>
            <p:ph idx="1"/>
            <p:extLst>
              <p:ext uri="{D42A27DB-BD31-4B8C-83A1-F6EECF244321}">
                <p14:modId xmlns:p14="http://schemas.microsoft.com/office/powerpoint/2010/main" val="2974061161"/>
              </p:ext>
            </p:extLst>
          </p:nvPr>
        </p:nvGraphicFramePr>
        <p:xfrm>
          <a:off x="1892601" y="1289050"/>
          <a:ext cx="3673475" cy="2373893"/>
        </p:xfrm>
        <a:graphic>
          <a:graphicData uri="http://schemas.openxmlformats.org/drawingml/2006/table">
            <a:tbl>
              <a:tblPr>
                <a:tableStyleId>{5C22544A-7EE6-4342-B048-85BDC9FD1C3A}</a:tableStyleId>
              </a:tblPr>
              <a:tblGrid>
                <a:gridCol w="1154197">
                  <a:extLst>
                    <a:ext uri="{9D8B030D-6E8A-4147-A177-3AD203B41FA5}">
                      <a16:colId xmlns:a16="http://schemas.microsoft.com/office/drawing/2014/main" val="2122181295"/>
                    </a:ext>
                  </a:extLst>
                </a:gridCol>
                <a:gridCol w="748301">
                  <a:extLst>
                    <a:ext uri="{9D8B030D-6E8A-4147-A177-3AD203B41FA5}">
                      <a16:colId xmlns:a16="http://schemas.microsoft.com/office/drawing/2014/main" val="2674870963"/>
                    </a:ext>
                  </a:extLst>
                </a:gridCol>
                <a:gridCol w="1088437">
                  <a:extLst>
                    <a:ext uri="{9D8B030D-6E8A-4147-A177-3AD203B41FA5}">
                      <a16:colId xmlns:a16="http://schemas.microsoft.com/office/drawing/2014/main" val="434833422"/>
                    </a:ext>
                  </a:extLst>
                </a:gridCol>
                <a:gridCol w="682540">
                  <a:extLst>
                    <a:ext uri="{9D8B030D-6E8A-4147-A177-3AD203B41FA5}">
                      <a16:colId xmlns:a16="http://schemas.microsoft.com/office/drawing/2014/main" val="2460755109"/>
                    </a:ext>
                  </a:extLst>
                </a:gridCol>
              </a:tblGrid>
              <a:tr h="264432">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Wind Turbine</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Values</a:t>
                      </a:r>
                      <a:endParaRPr lang="en-CA" sz="11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Tidal Turbine</a:t>
                      </a:r>
                      <a:endParaRPr lang="en-CA" sz="11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Values</a:t>
                      </a:r>
                      <a:endParaRPr lang="en-CA" sz="11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extLst>
                  <a:ext uri="{0D108BD9-81ED-4DB2-BD59-A6C34878D82A}">
                    <a16:rowId xmlns:a16="http://schemas.microsoft.com/office/drawing/2014/main" val="3400473009"/>
                  </a:ext>
                </a:extLst>
              </a:tr>
              <a:tr h="243958">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Rated power</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10 KW</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Rated power</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20 KW</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1928147735"/>
                  </a:ext>
                </a:extLst>
              </a:tr>
              <a:tr h="303161">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Cut in speed </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4 m/s</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Cut in speed </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1 m/s</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2643125548"/>
                  </a:ext>
                </a:extLst>
              </a:tr>
              <a:tr h="25910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Cut out speed</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25 m/s</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Cut out speed</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5 m/s</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2102020663"/>
                  </a:ext>
                </a:extLst>
              </a:tr>
              <a:tr h="243973">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Rated Speed</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12 m/s</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Rated Speed</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3 m/s</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1177300257"/>
                  </a:ext>
                </a:extLst>
              </a:tr>
              <a:tr h="488596">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Capital and replacement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50,000 $</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Capital and replacement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125,000 $</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1990885638"/>
                  </a:ext>
                </a:extLst>
              </a:tr>
              <a:tr h="248325">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O&amp;M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500 $</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O&amp;M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700 $</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3000312602"/>
                  </a:ext>
                </a:extLst>
              </a:tr>
              <a:tr h="308020">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Lifetime</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20 years</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Lifetime</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20 years</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3">
                        <a:lumMod val="20000"/>
                        <a:lumOff val="80000"/>
                      </a:schemeClr>
                    </a:solidFill>
                  </a:tcPr>
                </a:tc>
                <a:extLst>
                  <a:ext uri="{0D108BD9-81ED-4DB2-BD59-A6C34878D82A}">
                    <a16:rowId xmlns:a16="http://schemas.microsoft.com/office/drawing/2014/main" val="2529873459"/>
                  </a:ext>
                </a:extLst>
              </a:tr>
            </a:tbl>
          </a:graphicData>
        </a:graphic>
      </p:graphicFrame>
      <p:graphicFrame>
        <p:nvGraphicFramePr>
          <p:cNvPr id="5" name="Table 4">
            <a:extLst>
              <a:ext uri="{FF2B5EF4-FFF2-40B4-BE49-F238E27FC236}">
                <a16:creationId xmlns:a16="http://schemas.microsoft.com/office/drawing/2014/main" id="{CB837341-4109-7D9A-0396-FE3067635DB6}"/>
              </a:ext>
            </a:extLst>
          </p:cNvPr>
          <p:cNvGraphicFramePr>
            <a:graphicFrameLocks noGrp="1"/>
          </p:cNvGraphicFramePr>
          <p:nvPr>
            <p:extLst>
              <p:ext uri="{D42A27DB-BD31-4B8C-83A1-F6EECF244321}">
                <p14:modId xmlns:p14="http://schemas.microsoft.com/office/powerpoint/2010/main" val="185520581"/>
              </p:ext>
            </p:extLst>
          </p:nvPr>
        </p:nvGraphicFramePr>
        <p:xfrm>
          <a:off x="6071800" y="1289049"/>
          <a:ext cx="4333961" cy="2359568"/>
        </p:xfrm>
        <a:graphic>
          <a:graphicData uri="http://schemas.openxmlformats.org/drawingml/2006/table">
            <a:tbl>
              <a:tblPr>
                <a:tableStyleId>{5C22544A-7EE6-4342-B048-85BDC9FD1C3A}</a:tableStyleId>
              </a:tblPr>
              <a:tblGrid>
                <a:gridCol w="1361720">
                  <a:extLst>
                    <a:ext uri="{9D8B030D-6E8A-4147-A177-3AD203B41FA5}">
                      <a16:colId xmlns:a16="http://schemas.microsoft.com/office/drawing/2014/main" val="1029596249"/>
                    </a:ext>
                  </a:extLst>
                </a:gridCol>
                <a:gridCol w="885519">
                  <a:extLst>
                    <a:ext uri="{9D8B030D-6E8A-4147-A177-3AD203B41FA5}">
                      <a16:colId xmlns:a16="http://schemas.microsoft.com/office/drawing/2014/main" val="3478028750"/>
                    </a:ext>
                  </a:extLst>
                </a:gridCol>
                <a:gridCol w="1361720">
                  <a:extLst>
                    <a:ext uri="{9D8B030D-6E8A-4147-A177-3AD203B41FA5}">
                      <a16:colId xmlns:a16="http://schemas.microsoft.com/office/drawing/2014/main" val="2084813789"/>
                    </a:ext>
                  </a:extLst>
                </a:gridCol>
                <a:gridCol w="725002">
                  <a:extLst>
                    <a:ext uri="{9D8B030D-6E8A-4147-A177-3AD203B41FA5}">
                      <a16:colId xmlns:a16="http://schemas.microsoft.com/office/drawing/2014/main" val="1721570435"/>
                    </a:ext>
                  </a:extLst>
                </a:gridCol>
              </a:tblGrid>
              <a:tr h="278607">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PV panels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Values</a:t>
                      </a:r>
                      <a:endParaRPr lang="en-CA" sz="11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Converter </a:t>
                      </a:r>
                      <a:endParaRPr lang="en-CA" sz="11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Values</a:t>
                      </a:r>
                      <a:endParaRPr lang="en-CA" sz="11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extLst>
                  <a:ext uri="{0D108BD9-81ED-4DB2-BD59-A6C34878D82A}">
                    <a16:rowId xmlns:a16="http://schemas.microsoft.com/office/drawing/2014/main" val="635338515"/>
                  </a:ext>
                </a:extLst>
              </a:tr>
              <a:tr h="28297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Rated Capacity</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4.4 KW</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Relative capacity</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100%</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680662735"/>
                  </a:ext>
                </a:extLst>
              </a:tr>
              <a:tr h="28297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Temp. coefficient</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-0.41</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Inverter efficiency</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95%</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3159107812"/>
                  </a:ext>
                </a:extLst>
              </a:tr>
              <a:tr h="28297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NOCT</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45 °C</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Rectifier efficiency</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95%</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2536512897"/>
                  </a:ext>
                </a:extLst>
              </a:tr>
              <a:tr h="241630">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Efficiency</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17.3%</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Capital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300 $</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2983947205"/>
                  </a:ext>
                </a:extLst>
              </a:tr>
              <a:tr h="424461">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Capital and replacement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3,000 $</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Replacement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300 $</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1277990575"/>
                  </a:ext>
                </a:extLst>
              </a:tr>
              <a:tr h="28297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O&amp;M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10 $</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O&amp;M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1000 $</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176309919"/>
                  </a:ext>
                </a:extLst>
              </a:tr>
              <a:tr h="28297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Lifetime</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25 years</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Lifetime</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60000"/>
                        <a:lumOff val="4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15 years</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accent1">
                        <a:lumMod val="20000"/>
                        <a:lumOff val="80000"/>
                      </a:schemeClr>
                    </a:solidFill>
                  </a:tcPr>
                </a:tc>
                <a:extLst>
                  <a:ext uri="{0D108BD9-81ED-4DB2-BD59-A6C34878D82A}">
                    <a16:rowId xmlns:a16="http://schemas.microsoft.com/office/drawing/2014/main" val="1538446767"/>
                  </a:ext>
                </a:extLst>
              </a:tr>
            </a:tbl>
          </a:graphicData>
        </a:graphic>
      </p:graphicFrame>
      <p:graphicFrame>
        <p:nvGraphicFramePr>
          <p:cNvPr id="6" name="Table 5">
            <a:extLst>
              <a:ext uri="{FF2B5EF4-FFF2-40B4-BE49-F238E27FC236}">
                <a16:creationId xmlns:a16="http://schemas.microsoft.com/office/drawing/2014/main" id="{70E2BD33-5F05-5E91-25FC-F3B1842145EC}"/>
              </a:ext>
            </a:extLst>
          </p:cNvPr>
          <p:cNvGraphicFramePr>
            <a:graphicFrameLocks noGrp="1"/>
          </p:cNvGraphicFramePr>
          <p:nvPr>
            <p:extLst>
              <p:ext uri="{D42A27DB-BD31-4B8C-83A1-F6EECF244321}">
                <p14:modId xmlns:p14="http://schemas.microsoft.com/office/powerpoint/2010/main" val="2466051064"/>
              </p:ext>
            </p:extLst>
          </p:nvPr>
        </p:nvGraphicFramePr>
        <p:xfrm>
          <a:off x="3903313" y="4045143"/>
          <a:ext cx="4087811" cy="2373005"/>
        </p:xfrm>
        <a:graphic>
          <a:graphicData uri="http://schemas.openxmlformats.org/drawingml/2006/table">
            <a:tbl>
              <a:tblPr>
                <a:tableStyleId>{5C22544A-7EE6-4342-B048-85BDC9FD1C3A}</a:tableStyleId>
              </a:tblPr>
              <a:tblGrid>
                <a:gridCol w="1276659">
                  <a:extLst>
                    <a:ext uri="{9D8B030D-6E8A-4147-A177-3AD203B41FA5}">
                      <a16:colId xmlns:a16="http://schemas.microsoft.com/office/drawing/2014/main" val="3205621394"/>
                    </a:ext>
                  </a:extLst>
                </a:gridCol>
                <a:gridCol w="748473">
                  <a:extLst>
                    <a:ext uri="{9D8B030D-6E8A-4147-A177-3AD203B41FA5}">
                      <a16:colId xmlns:a16="http://schemas.microsoft.com/office/drawing/2014/main" val="1880915690"/>
                    </a:ext>
                  </a:extLst>
                </a:gridCol>
                <a:gridCol w="1279162">
                  <a:extLst>
                    <a:ext uri="{9D8B030D-6E8A-4147-A177-3AD203B41FA5}">
                      <a16:colId xmlns:a16="http://schemas.microsoft.com/office/drawing/2014/main" val="3987618084"/>
                    </a:ext>
                  </a:extLst>
                </a:gridCol>
                <a:gridCol w="783517">
                  <a:extLst>
                    <a:ext uri="{9D8B030D-6E8A-4147-A177-3AD203B41FA5}">
                      <a16:colId xmlns:a16="http://schemas.microsoft.com/office/drawing/2014/main" val="2128265846"/>
                    </a:ext>
                  </a:extLst>
                </a:gridCol>
              </a:tblGrid>
              <a:tr h="287339">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BESS I</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Values</a:t>
                      </a:r>
                      <a:endParaRPr lang="en-CA" sz="11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BESS II</a:t>
                      </a:r>
                      <a:endParaRPr lang="en-CA" sz="11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ct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Values</a:t>
                      </a:r>
                      <a:endParaRPr lang="en-CA" sz="1100" b="1" i="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extLst>
                  <a:ext uri="{0D108BD9-81ED-4DB2-BD59-A6C34878D82A}">
                    <a16:rowId xmlns:a16="http://schemas.microsoft.com/office/drawing/2014/main" val="966713079"/>
                  </a:ext>
                </a:extLst>
              </a:tr>
              <a:tr h="24986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Type</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Li-ion</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Type</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Lead acid</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4174222939"/>
                  </a:ext>
                </a:extLst>
              </a:tr>
              <a:tr h="24986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Nominal voltage</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720 V</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Nominal voltage</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8 V</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3160449662"/>
                  </a:ext>
                </a:extLst>
              </a:tr>
              <a:tr h="24986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Nominal capacity</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55.8 kWh</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Nominal capacity</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21.2 kWh</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1321290097"/>
                  </a:ext>
                </a:extLst>
              </a:tr>
              <a:tr h="24986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Maximum capacity</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77.6 Ah</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Maximum capacity</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2650 Ah</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790399198"/>
                  </a:ext>
                </a:extLst>
              </a:tr>
              <a:tr h="24986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Minimum SOC</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5%</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Minimum SOC</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40%</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813104037"/>
                  </a:ext>
                </a:extLst>
              </a:tr>
              <a:tr h="24986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Capital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60,000 $</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Capital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2806 $</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344396719"/>
                  </a:ext>
                </a:extLst>
              </a:tr>
              <a:tr h="249864">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Replacement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36,000 $</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Replacement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2806 $</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583343189"/>
                  </a:ext>
                </a:extLst>
              </a:tr>
              <a:tr h="251202">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O&amp;M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a:effectLst/>
                          <a:latin typeface="Times New Roman" panose="02020603050405020304" pitchFamily="18" charset="0"/>
                          <a:ea typeface="Calibri" panose="020F0502020204030204" pitchFamily="34" charset="0"/>
                          <a:cs typeface="Times New Roman" panose="02020603050405020304" pitchFamily="18" charset="0"/>
                        </a:rPr>
                        <a:t>6000 $</a:t>
                      </a:r>
                      <a:endParaRPr lang="en-CA"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marL="0" marR="0" algn="l"/>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O&amp;M costs</a:t>
                      </a:r>
                      <a:endParaRPr lang="en-CA" sz="11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40000"/>
                        <a:lumOff val="60000"/>
                      </a:schemeClr>
                    </a:solidFill>
                  </a:tcPr>
                </a:tc>
                <a:tc>
                  <a:txBody>
                    <a:bodyPr/>
                    <a:lstStyle/>
                    <a:p>
                      <a:pPr marL="0" marR="0" algn="l"/>
                      <a:r>
                        <a:rPr lang="en-US" sz="1100" dirty="0">
                          <a:effectLst/>
                          <a:latin typeface="Times New Roman" panose="02020603050405020304" pitchFamily="18" charset="0"/>
                          <a:ea typeface="Calibri" panose="020F0502020204030204" pitchFamily="34" charset="0"/>
                          <a:cs typeface="Times New Roman" panose="02020603050405020304" pitchFamily="18" charset="0"/>
                        </a:rPr>
                        <a:t>10 $</a:t>
                      </a:r>
                      <a:endParaRPr lang="en-CA"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3961170130"/>
                  </a:ext>
                </a:extLst>
              </a:tr>
            </a:tbl>
          </a:graphicData>
        </a:graphic>
      </p:graphicFrame>
      <p:sp>
        <p:nvSpPr>
          <p:cNvPr id="8" name="TextBox 7">
            <a:extLst>
              <a:ext uri="{FF2B5EF4-FFF2-40B4-BE49-F238E27FC236}">
                <a16:creationId xmlns:a16="http://schemas.microsoft.com/office/drawing/2014/main" id="{2A9FEE88-2659-1B1A-2EE9-0111DFA6BF9C}"/>
              </a:ext>
            </a:extLst>
          </p:cNvPr>
          <p:cNvSpPr txBox="1"/>
          <p:nvPr/>
        </p:nvSpPr>
        <p:spPr>
          <a:xfrm>
            <a:off x="1892601" y="1031023"/>
            <a:ext cx="3378549"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Table 2 </a:t>
            </a:r>
            <a:r>
              <a:rPr lang="en-US" sz="1200" i="1" dirty="0">
                <a:latin typeface="Times New Roman" panose="02020603050405020304" pitchFamily="18" charset="0"/>
                <a:ea typeface="Calibri" panose="020F0502020204030204" pitchFamily="34" charset="0"/>
                <a:cs typeface="Times New Roman" panose="02020603050405020304" pitchFamily="18" charset="0"/>
              </a:rPr>
              <a:t>- Wind turbine and tidal turbine parameters</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BD72DA40-F775-F48D-6E06-8D182791D65C}"/>
              </a:ext>
            </a:extLst>
          </p:cNvPr>
          <p:cNvSpPr txBox="1"/>
          <p:nvPr/>
        </p:nvSpPr>
        <p:spPr>
          <a:xfrm>
            <a:off x="6096000" y="1031023"/>
            <a:ext cx="3378549"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Table 3 </a:t>
            </a:r>
            <a:r>
              <a:rPr lang="en-US" sz="1200" i="1" dirty="0">
                <a:latin typeface="Times New Roman" panose="02020603050405020304" pitchFamily="18" charset="0"/>
                <a:ea typeface="Calibri" panose="020F0502020204030204" pitchFamily="34" charset="0"/>
                <a:cs typeface="Times New Roman" panose="02020603050405020304" pitchFamily="18" charset="0"/>
              </a:rPr>
              <a:t>- PV panels and converter parameters</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FFFE6082-4EE9-D35D-BCF3-E5955FFF35FB}"/>
              </a:ext>
            </a:extLst>
          </p:cNvPr>
          <p:cNvSpPr txBox="1"/>
          <p:nvPr/>
        </p:nvSpPr>
        <p:spPr>
          <a:xfrm>
            <a:off x="3903313" y="3768144"/>
            <a:ext cx="3629783"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Table 4 </a:t>
            </a:r>
            <a:r>
              <a:rPr lang="en-US" sz="1200" i="1" dirty="0">
                <a:latin typeface="Times New Roman" panose="02020603050405020304" pitchFamily="18" charset="0"/>
                <a:ea typeface="Calibri" panose="020F0502020204030204" pitchFamily="34" charset="0"/>
                <a:cs typeface="Times New Roman" panose="02020603050405020304" pitchFamily="18" charset="0"/>
              </a:rPr>
              <a:t>– Battery energy storage system parameters</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00714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A75A7-1BBB-F126-53AD-17440F1AFDD4}"/>
              </a:ext>
            </a:extLst>
          </p:cNvPr>
          <p:cNvSpPr>
            <a:spLocks noGrp="1"/>
          </p:cNvSpPr>
          <p:nvPr>
            <p:ph type="title"/>
          </p:nvPr>
        </p:nvSpPr>
        <p:spPr>
          <a:xfrm>
            <a:off x="1797666" y="228601"/>
            <a:ext cx="8596668" cy="1320800"/>
          </a:xfrm>
        </p:spPr>
        <p:txBody>
          <a:bodyPr>
            <a:normAutofit/>
          </a:bodyPr>
          <a:lstStyle/>
          <a:p>
            <a:pPr algn="ctr"/>
            <a:r>
              <a:rPr lang="en-US"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Which Method to Use?</a:t>
            </a:r>
            <a:endParaRPr lang="en-CA" sz="2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FBBC1A-020C-88A1-EEFF-588F37AC4FDA}"/>
              </a:ext>
            </a:extLst>
          </p:cNvPr>
          <p:cNvSpPr>
            <a:spLocks noGrp="1"/>
          </p:cNvSpPr>
          <p:nvPr>
            <p:ph idx="1"/>
          </p:nvPr>
        </p:nvSpPr>
        <p:spPr>
          <a:xfrm>
            <a:off x="1118044" y="1202861"/>
            <a:ext cx="9955912" cy="5036014"/>
          </a:xfrm>
        </p:spPr>
        <p:txBody>
          <a:bodyPr>
            <a:noAutofit/>
          </a:bodyPr>
          <a:lstStyle/>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Why Heuristic Methods?:</a:t>
            </a:r>
          </a:p>
          <a:p>
            <a:pPr>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Ideal for solving complex and non-linear problems.</a:t>
            </a:r>
          </a:p>
          <a:p>
            <a:pPr>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Do not require:</a:t>
            </a:r>
          </a:p>
          <a:p>
            <a:pPr lvl="1">
              <a:buFont typeface="Wingdings" panose="05000000000000000000" pitchFamily="2" charset="2"/>
              <a:buChar char="v"/>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Gradient information.</a:t>
            </a:r>
          </a:p>
          <a:p>
            <a:pPr lvl="1">
              <a:buFont typeface="Wingdings" panose="05000000000000000000" pitchFamily="2" charset="2"/>
              <a:buChar char="v"/>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Differentiable components (unlike analytical or mathematical methods).</a:t>
            </a:r>
          </a:p>
          <a:p>
            <a:pPr>
              <a:spcAft>
                <a:spcPts val="1200"/>
              </a:spcAft>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Well-suited for the proposed system, given its complexity and non-linearity.</a:t>
            </a:r>
          </a:p>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Algorithms Used:</a:t>
            </a:r>
          </a:p>
          <a:p>
            <a:pPr marL="0"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Four common heuristic algorithms from the literature were applied to the system:</a:t>
            </a:r>
          </a:p>
          <a:p>
            <a:pPr lvl="1">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Firefly Algorithm (FA)</a:t>
            </a:r>
          </a:p>
          <a:p>
            <a:pPr lvl="1">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Particle Swarm Optimization (PSO)</a:t>
            </a:r>
          </a:p>
          <a:p>
            <a:pPr lvl="1">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Ant Colony Optimization (ACO)</a:t>
            </a:r>
          </a:p>
          <a:p>
            <a:pPr lvl="1">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Genetic Algorithm (GA)</a:t>
            </a:r>
          </a:p>
          <a:p>
            <a:pPr marL="0"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Top two algorithms selected based on:</a:t>
            </a:r>
          </a:p>
          <a:p>
            <a:pPr>
              <a:buFont typeface="Wingdings" panose="05000000000000000000" pitchFamily="2" charset="2"/>
              <a:buChar char="v"/>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Best Objective Function Performance.</a:t>
            </a:r>
          </a:p>
          <a:p>
            <a:pPr>
              <a:buFont typeface="Wingdings" panose="05000000000000000000" pitchFamily="2" charset="2"/>
              <a:buChar char="v"/>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Analytical Data Error Comparison.</a:t>
            </a:r>
          </a:p>
          <a:p>
            <a:pPr marL="742950" lvl="1" indent="-285750">
              <a:buFont typeface="Arial" panose="020B0604020202020204" pitchFamily="34" charset="0"/>
              <a:buChar char="•"/>
            </a:pP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endParaRPr lang="en-CA" sz="16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13756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366BC-B074-BC89-A621-1B1C3E20975F}"/>
              </a:ext>
            </a:extLst>
          </p:cNvPr>
          <p:cNvSpPr>
            <a:spLocks noGrp="1"/>
          </p:cNvSpPr>
          <p:nvPr>
            <p:ph type="title"/>
          </p:nvPr>
        </p:nvSpPr>
        <p:spPr>
          <a:xfrm>
            <a:off x="1103794" y="-30190"/>
            <a:ext cx="8596668" cy="1320800"/>
          </a:xfrm>
        </p:spPr>
        <p:txBody>
          <a:bodyPr>
            <a:normAutofit/>
          </a:bodyPr>
          <a:lstStyle/>
          <a:p>
            <a:r>
              <a:rPr lang="en-US" sz="2400" b="1" dirty="0">
                <a:solidFill>
                  <a:schemeClr val="tx1"/>
                </a:solidFill>
                <a:effectLst/>
                <a:latin typeface="Times New Roman" panose="02020603050405020304" pitchFamily="18" charset="0"/>
                <a:ea typeface="Times New Roman" panose="02020603050405020304" pitchFamily="18" charset="0"/>
              </a:rPr>
              <a:t>Genetic Algorithm (GA)</a:t>
            </a:r>
            <a:endParaRPr lang="en-CA" sz="2400" b="1" dirty="0">
              <a:solidFill>
                <a:schemeClr val="tx1"/>
              </a:solidFill>
            </a:endParaRPr>
          </a:p>
        </p:txBody>
      </p:sp>
      <p:pic>
        <p:nvPicPr>
          <p:cNvPr id="4" name="Content Placeholder 3" descr="A diagram of a process&#10;&#10;Description automatically generated">
            <a:extLst>
              <a:ext uri="{FF2B5EF4-FFF2-40B4-BE49-F238E27FC236}">
                <a16:creationId xmlns:a16="http://schemas.microsoft.com/office/drawing/2014/main" id="{0D4BF93F-E2B2-2DE8-0523-C5BFE653847F}"/>
              </a:ext>
            </a:extLst>
          </p:cNvPr>
          <p:cNvPicPr>
            <a:picLocks noGrp="1" noChangeAspect="1"/>
          </p:cNvPicPr>
          <p:nvPr>
            <p:ph idx="1"/>
          </p:nvPr>
        </p:nvPicPr>
        <p:blipFill rotWithShape="1">
          <a:blip r:embed="rId2"/>
          <a:srcRect l="5910" t="1630" r="18222" b="1243"/>
          <a:stretch/>
        </p:blipFill>
        <p:spPr bwMode="auto">
          <a:xfrm>
            <a:off x="1682799" y="1079205"/>
            <a:ext cx="2343025" cy="5148585"/>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CF790FDB-C802-A2B2-C916-BAEF649CB210}"/>
              </a:ext>
            </a:extLst>
          </p:cNvPr>
          <p:cNvSpPr txBox="1"/>
          <p:nvPr/>
        </p:nvSpPr>
        <p:spPr>
          <a:xfrm>
            <a:off x="4953000" y="775787"/>
            <a:ext cx="6419850" cy="5755422"/>
          </a:xfrm>
          <a:prstGeom prst="rect">
            <a:avLst/>
          </a:prstGeom>
          <a:noFill/>
        </p:spPr>
        <p:txBody>
          <a:bodyPr wrap="square">
            <a:spAutoFit/>
          </a:bodyPr>
          <a:lstStyle/>
          <a:p>
            <a:pPr algn="l" rtl="0">
              <a:spcBef>
                <a:spcPts val="600"/>
              </a:spcBef>
              <a:spcAft>
                <a:spcPts val="600"/>
              </a:spcAft>
              <a:buNone/>
            </a:pPr>
            <a:r>
              <a:rPr lang="en-US" sz="1400" b="1" i="0" dirty="0">
                <a:effectLst/>
                <a:latin typeface="Times New Roman" panose="02020603050405020304" pitchFamily="18" charset="0"/>
                <a:cs typeface="Times New Roman" panose="02020603050405020304" pitchFamily="18" charset="0"/>
              </a:rPr>
              <a:t>Initialization</a:t>
            </a:r>
          </a:p>
          <a:p>
            <a:pPr algn="l" rtl="0">
              <a:spcBef>
                <a:spcPts val="600"/>
              </a:spcBef>
              <a:spcAft>
                <a:spcPts val="600"/>
              </a:spcAft>
              <a:buNone/>
            </a:pPr>
            <a:r>
              <a:rPr lang="en-US" sz="1400" dirty="0">
                <a:latin typeface="Times New Roman" panose="02020603050405020304" pitchFamily="18" charset="0"/>
                <a:cs typeface="Times New Roman" panose="02020603050405020304" pitchFamily="18" charset="0"/>
              </a:rPr>
              <a:t>G</a:t>
            </a:r>
            <a:r>
              <a:rPr lang="en-US" sz="1400" b="0" i="0" u="none" strike="noStrike" dirty="0">
                <a:effectLst/>
                <a:latin typeface="Times New Roman" panose="02020603050405020304" pitchFamily="18" charset="0"/>
                <a:cs typeface="Times New Roman" panose="02020603050405020304" pitchFamily="18" charset="0"/>
              </a:rPr>
              <a:t>enerate an initial population of random individuals. </a:t>
            </a:r>
          </a:p>
          <a:p>
            <a:pPr algn="l" rtl="0">
              <a:spcBef>
                <a:spcPts val="600"/>
              </a:spcBef>
              <a:spcAft>
                <a:spcPts val="600"/>
              </a:spcAft>
              <a:buNone/>
            </a:pPr>
            <a:r>
              <a:rPr lang="en-US" sz="1400" b="1" i="0" dirty="0">
                <a:effectLst/>
                <a:latin typeface="Times New Roman" panose="02020603050405020304" pitchFamily="18" charset="0"/>
                <a:cs typeface="Times New Roman" panose="02020603050405020304" pitchFamily="18" charset="0"/>
              </a:rPr>
              <a:t>Evaluation</a:t>
            </a:r>
          </a:p>
          <a:p>
            <a:pPr algn="l" rtl="0">
              <a:spcBef>
                <a:spcPts val="600"/>
              </a:spcBef>
              <a:spcAft>
                <a:spcPts val="600"/>
              </a:spcAft>
              <a:buNone/>
            </a:pPr>
            <a:r>
              <a:rPr lang="en-US" sz="1400" dirty="0">
                <a:latin typeface="Times New Roman" panose="02020603050405020304" pitchFamily="18" charset="0"/>
                <a:cs typeface="Times New Roman" panose="02020603050405020304" pitchFamily="18" charset="0"/>
              </a:rPr>
              <a:t>C</a:t>
            </a:r>
            <a:r>
              <a:rPr lang="en-US" sz="1400" b="0" i="0" u="none" strike="noStrike" dirty="0">
                <a:effectLst/>
                <a:latin typeface="Times New Roman" panose="02020603050405020304" pitchFamily="18" charset="0"/>
                <a:cs typeface="Times New Roman" panose="02020603050405020304" pitchFamily="18" charset="0"/>
              </a:rPr>
              <a:t>alculate the fitness of each individual in the population to evaluate how good each solution is.</a:t>
            </a:r>
            <a:endParaRPr lang="en-US" sz="1400" b="0" i="0" dirty="0">
              <a:effectLst/>
              <a:latin typeface="Times New Roman" panose="02020603050405020304" pitchFamily="18" charset="0"/>
              <a:cs typeface="Times New Roman" panose="02020603050405020304" pitchFamily="18" charset="0"/>
            </a:endParaRPr>
          </a:p>
          <a:p>
            <a:pPr algn="l" rtl="0">
              <a:spcBef>
                <a:spcPts val="600"/>
              </a:spcBef>
              <a:spcAft>
                <a:spcPts val="600"/>
              </a:spcAft>
              <a:buNone/>
            </a:pPr>
            <a:r>
              <a:rPr lang="en-US" sz="1400" b="1" i="0" dirty="0">
                <a:effectLst/>
                <a:latin typeface="Times New Roman" panose="02020603050405020304" pitchFamily="18" charset="0"/>
                <a:cs typeface="Times New Roman" panose="02020603050405020304" pitchFamily="18" charset="0"/>
              </a:rPr>
              <a:t>Selection</a:t>
            </a:r>
          </a:p>
          <a:p>
            <a:pPr algn="l" rtl="0">
              <a:spcBef>
                <a:spcPts val="600"/>
              </a:spcBef>
              <a:spcAft>
                <a:spcPts val="600"/>
              </a:spcAft>
              <a:buNone/>
            </a:pPr>
            <a:r>
              <a:rPr lang="en-US" sz="1400" b="0" i="0" u="none" strike="noStrike" dirty="0">
                <a:effectLst/>
                <a:latin typeface="Times New Roman" panose="02020603050405020304" pitchFamily="18" charset="0"/>
                <a:cs typeface="Times New Roman" panose="02020603050405020304" pitchFamily="18" charset="0"/>
              </a:rPr>
              <a:t>Select parents for reproduction based on their fitness. </a:t>
            </a:r>
          </a:p>
          <a:p>
            <a:pPr algn="l" rtl="0">
              <a:spcBef>
                <a:spcPts val="600"/>
              </a:spcBef>
              <a:spcAft>
                <a:spcPts val="600"/>
              </a:spcAft>
              <a:buNone/>
            </a:pPr>
            <a:r>
              <a:rPr lang="en-US" sz="1400" b="1" i="0" dirty="0">
                <a:effectLst/>
                <a:latin typeface="Times New Roman" panose="02020603050405020304" pitchFamily="18" charset="0"/>
                <a:cs typeface="Times New Roman" panose="02020603050405020304" pitchFamily="18" charset="0"/>
              </a:rPr>
              <a:t>Crossover</a:t>
            </a:r>
          </a:p>
          <a:p>
            <a:pPr algn="l" rtl="0">
              <a:spcBef>
                <a:spcPts val="600"/>
              </a:spcBef>
              <a:spcAft>
                <a:spcPts val="600"/>
              </a:spcAft>
              <a:buNone/>
            </a:pPr>
            <a:r>
              <a:rPr lang="en-US" sz="1400" b="0" i="0" u="none" strike="noStrike" dirty="0">
                <a:effectLst/>
                <a:latin typeface="Times New Roman" panose="02020603050405020304" pitchFamily="18" charset="0"/>
                <a:cs typeface="Times New Roman" panose="02020603050405020304" pitchFamily="18" charset="0"/>
              </a:rPr>
              <a:t>By combining the genetic material of selected parents, we apply crossover techniques to generate new solutions/offspring.</a:t>
            </a:r>
            <a:endParaRPr lang="en-US" sz="1400" b="0" i="0" dirty="0">
              <a:effectLst/>
              <a:latin typeface="Times New Roman" panose="02020603050405020304" pitchFamily="18" charset="0"/>
              <a:cs typeface="Times New Roman" panose="02020603050405020304" pitchFamily="18" charset="0"/>
            </a:endParaRPr>
          </a:p>
          <a:p>
            <a:pPr algn="l" rtl="0">
              <a:spcBef>
                <a:spcPts val="600"/>
              </a:spcBef>
              <a:spcAft>
                <a:spcPts val="600"/>
              </a:spcAft>
              <a:buNone/>
            </a:pPr>
            <a:r>
              <a:rPr lang="en-US" sz="1400" b="1" i="0" dirty="0">
                <a:effectLst/>
                <a:latin typeface="Times New Roman" panose="02020603050405020304" pitchFamily="18" charset="0"/>
                <a:cs typeface="Times New Roman" panose="02020603050405020304" pitchFamily="18" charset="0"/>
              </a:rPr>
              <a:t>Mutation</a:t>
            </a:r>
          </a:p>
          <a:p>
            <a:pPr algn="l" rtl="0">
              <a:spcBef>
                <a:spcPts val="600"/>
              </a:spcBef>
              <a:spcAft>
                <a:spcPts val="600"/>
              </a:spcAft>
              <a:buNone/>
            </a:pPr>
            <a:r>
              <a:rPr lang="en-US" sz="1400" dirty="0">
                <a:latin typeface="Times New Roman" panose="02020603050405020304" pitchFamily="18" charset="0"/>
                <a:cs typeface="Times New Roman" panose="02020603050405020304" pitchFamily="18" charset="0"/>
              </a:rPr>
              <a:t>I</a:t>
            </a:r>
            <a:r>
              <a:rPr lang="en-US" sz="1400" b="0" i="0" u="none" strike="noStrike" dirty="0">
                <a:effectLst/>
                <a:latin typeface="Times New Roman" panose="02020603050405020304" pitchFamily="18" charset="0"/>
                <a:cs typeface="Times New Roman" panose="02020603050405020304" pitchFamily="18" charset="0"/>
              </a:rPr>
              <a:t>ntroduce random mutations in the offspring to maintain diversity .</a:t>
            </a:r>
            <a:endParaRPr lang="en-US" sz="1400" b="0" i="0" dirty="0">
              <a:effectLst/>
              <a:latin typeface="Times New Roman" panose="02020603050405020304" pitchFamily="18" charset="0"/>
              <a:cs typeface="Times New Roman" panose="02020603050405020304" pitchFamily="18" charset="0"/>
            </a:endParaRPr>
          </a:p>
          <a:p>
            <a:pPr algn="l" rtl="0">
              <a:spcBef>
                <a:spcPts val="600"/>
              </a:spcBef>
              <a:spcAft>
                <a:spcPts val="600"/>
              </a:spcAft>
              <a:buNone/>
            </a:pPr>
            <a:r>
              <a:rPr lang="en-US" sz="1400" b="1" i="0" dirty="0">
                <a:effectLst/>
                <a:latin typeface="Times New Roman" panose="02020603050405020304" pitchFamily="18" charset="0"/>
                <a:cs typeface="Times New Roman" panose="02020603050405020304" pitchFamily="18" charset="0"/>
              </a:rPr>
              <a:t>Replacement</a:t>
            </a:r>
          </a:p>
          <a:p>
            <a:pPr algn="l" rtl="0">
              <a:spcBef>
                <a:spcPts val="600"/>
              </a:spcBef>
              <a:spcAft>
                <a:spcPts val="600"/>
              </a:spcAft>
              <a:buNone/>
            </a:pPr>
            <a:r>
              <a:rPr lang="en-US" sz="1400" b="0" i="0" u="none" strike="noStrike" dirty="0">
                <a:effectLst/>
                <a:latin typeface="Times New Roman" panose="02020603050405020304" pitchFamily="18" charset="0"/>
                <a:cs typeface="Times New Roman" panose="02020603050405020304" pitchFamily="18" charset="0"/>
              </a:rPr>
              <a:t>Some or all the old population with the new offspring get replaced</a:t>
            </a:r>
            <a:r>
              <a:rPr lang="en-US" sz="1400" dirty="0">
                <a:latin typeface="Times New Roman" panose="02020603050405020304" pitchFamily="18" charset="0"/>
                <a:cs typeface="Times New Roman" panose="02020603050405020304" pitchFamily="18" charset="0"/>
              </a:rPr>
              <a:t>.</a:t>
            </a:r>
          </a:p>
          <a:p>
            <a:pPr algn="l" rtl="0">
              <a:spcBef>
                <a:spcPts val="600"/>
              </a:spcBef>
              <a:spcAft>
                <a:spcPts val="600"/>
              </a:spcAft>
              <a:buNone/>
            </a:pPr>
            <a:r>
              <a:rPr lang="en-US" sz="1400" b="1" dirty="0">
                <a:latin typeface="Times New Roman" panose="02020603050405020304" pitchFamily="18" charset="0"/>
                <a:ea typeface="Calibri" panose="020F0502020204030204" pitchFamily="34" charset="0"/>
                <a:cs typeface="Times New Roman" panose="02020603050405020304" pitchFamily="18" charset="0"/>
              </a:rPr>
              <a:t>Stopping Criterion</a:t>
            </a:r>
          </a:p>
          <a:p>
            <a:pPr algn="l" rtl="0">
              <a:spcBef>
                <a:spcPts val="600"/>
              </a:spcBef>
              <a:spcAft>
                <a:spcPts val="600"/>
              </a:spcAft>
              <a:buNone/>
            </a:pPr>
            <a:r>
              <a:rPr lang="en-US" sz="1400" dirty="0">
                <a:latin typeface="Times New Roman" panose="02020603050405020304" pitchFamily="18" charset="0"/>
                <a:ea typeface="Calibri" panose="020F0502020204030204" pitchFamily="34" charset="0"/>
                <a:cs typeface="Times New Roman" panose="02020603050405020304" pitchFamily="18" charset="0"/>
              </a:rPr>
              <a:t>Algorithm stops when the best solution is found or after a set number of iterations.</a:t>
            </a:r>
          </a:p>
        </p:txBody>
      </p:sp>
      <p:sp>
        <p:nvSpPr>
          <p:cNvPr id="8" name="TextBox 7">
            <a:extLst>
              <a:ext uri="{FF2B5EF4-FFF2-40B4-BE49-F238E27FC236}">
                <a16:creationId xmlns:a16="http://schemas.microsoft.com/office/drawing/2014/main" id="{ECAA58C8-FB59-1174-2B88-82AE60E0AC4C}"/>
              </a:ext>
            </a:extLst>
          </p:cNvPr>
          <p:cNvSpPr txBox="1"/>
          <p:nvPr/>
        </p:nvSpPr>
        <p:spPr>
          <a:xfrm>
            <a:off x="-193689" y="6227790"/>
            <a:ext cx="6096000" cy="276999"/>
          </a:xfrm>
          <a:prstGeom prst="rect">
            <a:avLst/>
          </a:prstGeom>
          <a:noFill/>
        </p:spPr>
        <p:txBody>
          <a:bodyPr wrap="square">
            <a:spAutoFit/>
          </a:bodyPr>
          <a:lstStyle/>
          <a:p>
            <a:pPr marL="0" marR="0" algn="ctr">
              <a:spcBef>
                <a:spcPts val="600"/>
              </a:spcBef>
              <a:spcAft>
                <a:spcPts val="12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11 – Flowchart of GA</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11804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BD5EC-B3A2-0EBC-90B3-EE75C7BEE080}"/>
              </a:ext>
            </a:extLst>
          </p:cNvPr>
          <p:cNvSpPr>
            <a:spLocks noGrp="1"/>
          </p:cNvSpPr>
          <p:nvPr>
            <p:ph type="title"/>
          </p:nvPr>
        </p:nvSpPr>
        <p:spPr>
          <a:xfrm>
            <a:off x="1797666" y="47625"/>
            <a:ext cx="8596668" cy="1320800"/>
          </a:xfrm>
        </p:spPr>
        <p:txBody>
          <a:bodyPr>
            <a:normAutofit/>
          </a:bodyPr>
          <a:lstStyle/>
          <a:p>
            <a:pPr algn="ctr"/>
            <a:r>
              <a:rPr lang="en-US" sz="2400" b="1" dirty="0">
                <a:solidFill>
                  <a:schemeClr val="tx1"/>
                </a:solidFill>
                <a:effectLst/>
                <a:latin typeface="Times New Roman" panose="02020603050405020304" pitchFamily="18" charset="0"/>
                <a:ea typeface="Times New Roman" panose="02020603050405020304" pitchFamily="18" charset="0"/>
              </a:rPr>
              <a:t>Ant Colony Optimization (ACO)</a:t>
            </a:r>
            <a:endParaRPr lang="en-CA" sz="2400" b="1" dirty="0">
              <a:solidFill>
                <a:schemeClr val="tx1"/>
              </a:solidFill>
            </a:endParaRPr>
          </a:p>
        </p:txBody>
      </p:sp>
      <p:pic>
        <p:nvPicPr>
          <p:cNvPr id="4" name="Content Placeholder 3" descr="A diagram of steps to a new path&#10;&#10;Description automatically generated">
            <a:extLst>
              <a:ext uri="{FF2B5EF4-FFF2-40B4-BE49-F238E27FC236}">
                <a16:creationId xmlns:a16="http://schemas.microsoft.com/office/drawing/2014/main" id="{602307AB-9DDF-4E26-2864-155B335F7181}"/>
              </a:ext>
            </a:extLst>
          </p:cNvPr>
          <p:cNvPicPr>
            <a:picLocks noGrp="1" noChangeAspect="1"/>
          </p:cNvPicPr>
          <p:nvPr>
            <p:ph idx="1"/>
          </p:nvPr>
        </p:nvPicPr>
        <p:blipFill>
          <a:blip r:embed="rId2"/>
          <a:stretch>
            <a:fillRect/>
          </a:stretch>
        </p:blipFill>
        <p:spPr>
          <a:xfrm>
            <a:off x="1360502" y="825083"/>
            <a:ext cx="2046314" cy="5489319"/>
          </a:xfrm>
          <a:prstGeom prst="rect">
            <a:avLst/>
          </a:prstGeom>
        </p:spPr>
      </p:pic>
      <p:sp>
        <p:nvSpPr>
          <p:cNvPr id="6" name="TextBox 5">
            <a:extLst>
              <a:ext uri="{FF2B5EF4-FFF2-40B4-BE49-F238E27FC236}">
                <a16:creationId xmlns:a16="http://schemas.microsoft.com/office/drawing/2014/main" id="{A228C5C2-C6C2-63EA-D71C-540A0C1B4476}"/>
              </a:ext>
            </a:extLst>
          </p:cNvPr>
          <p:cNvSpPr txBox="1"/>
          <p:nvPr/>
        </p:nvSpPr>
        <p:spPr>
          <a:xfrm>
            <a:off x="3843980" y="1368425"/>
            <a:ext cx="7456824" cy="4425047"/>
          </a:xfrm>
          <a:prstGeom prst="rect">
            <a:avLst/>
          </a:prstGeom>
          <a:noFill/>
        </p:spPr>
        <p:txBody>
          <a:bodyPr wrap="square">
            <a:spAutoFit/>
          </a:bodyPr>
          <a:lstStyle/>
          <a:p>
            <a:pPr>
              <a:spcBef>
                <a:spcPts val="600"/>
              </a:spcBef>
              <a:spcAft>
                <a:spcPts val="600"/>
              </a:spcAft>
              <a:buNone/>
            </a:pPr>
            <a:r>
              <a:rPr lang="en-US" sz="1600" b="0" i="0" dirty="0">
                <a:effectLst/>
                <a:latin typeface="Times New Roman" panose="02020603050405020304" pitchFamily="18" charset="0"/>
                <a:cs typeface="Times New Roman" panose="02020603050405020304" pitchFamily="18" charset="0"/>
              </a:rPr>
              <a:t>Inspired by the natural behavior of ant colonies. </a:t>
            </a:r>
          </a:p>
          <a:p>
            <a:pPr rtl="0">
              <a:spcBef>
                <a:spcPts val="600"/>
              </a:spcBef>
              <a:spcAft>
                <a:spcPts val="600"/>
              </a:spcAft>
              <a:buNone/>
            </a:pPr>
            <a:r>
              <a:rPr lang="en-US" sz="1600" b="1" i="0" dirty="0">
                <a:effectLst/>
                <a:latin typeface="Times New Roman" panose="02020603050405020304" pitchFamily="18" charset="0"/>
                <a:cs typeface="Times New Roman" panose="02020603050405020304" pitchFamily="18" charset="0"/>
              </a:rPr>
              <a:t>Initialization</a:t>
            </a:r>
          </a:p>
          <a:p>
            <a:pPr rtl="0">
              <a:spcBef>
                <a:spcPts val="600"/>
              </a:spcBef>
              <a:spcAft>
                <a:spcPts val="600"/>
              </a:spcAft>
              <a:buNone/>
            </a:pPr>
            <a:r>
              <a:rPr lang="en-US" sz="1600" dirty="0">
                <a:latin typeface="Times New Roman" panose="02020603050405020304" pitchFamily="18" charset="0"/>
                <a:cs typeface="Times New Roman" panose="02020603050405020304" pitchFamily="18" charset="0"/>
              </a:rPr>
              <a:t>G</a:t>
            </a:r>
            <a:r>
              <a:rPr lang="en-US" sz="1600" b="0" i="0" u="none" strike="noStrike" dirty="0">
                <a:effectLst/>
                <a:latin typeface="Times New Roman" panose="02020603050405020304" pitchFamily="18" charset="0"/>
                <a:cs typeface="Times New Roman" panose="02020603050405020304" pitchFamily="18" charset="0"/>
              </a:rPr>
              <a:t>enerate an initial population of random individuals. </a:t>
            </a:r>
          </a:p>
          <a:p>
            <a:pPr>
              <a:spcBef>
                <a:spcPts val="600"/>
              </a:spcBef>
              <a:spcAft>
                <a:spcPts val="600"/>
              </a:spcAft>
              <a:buNone/>
            </a:pPr>
            <a:r>
              <a:rPr lang="en-US" sz="1600" b="1" i="0" dirty="0">
                <a:effectLst/>
                <a:latin typeface="Times New Roman" panose="02020603050405020304" pitchFamily="18" charset="0"/>
                <a:cs typeface="Times New Roman" panose="02020603050405020304" pitchFamily="18" charset="0"/>
              </a:rPr>
              <a:t>Solution Construction</a:t>
            </a:r>
          </a:p>
          <a:p>
            <a:pPr>
              <a:spcBef>
                <a:spcPts val="600"/>
              </a:spcBef>
              <a:spcAft>
                <a:spcPts val="600"/>
              </a:spcAft>
              <a:buNone/>
            </a:pPr>
            <a:r>
              <a:rPr lang="en-US" sz="1600" b="0" i="0" dirty="0">
                <a:effectLst/>
                <a:latin typeface="Times New Roman" panose="02020603050405020304" pitchFamily="18" charset="0"/>
                <a:cs typeface="Times New Roman" panose="02020603050405020304" pitchFamily="18" charset="0"/>
              </a:rPr>
              <a:t>Each ant makes decisions based on both pheromone levels and heuristic information. The algorithm explores various possible solutions while being guided by previous successful paths.</a:t>
            </a:r>
          </a:p>
          <a:p>
            <a:pPr>
              <a:spcBef>
                <a:spcPts val="600"/>
              </a:spcBef>
              <a:spcAft>
                <a:spcPts val="600"/>
              </a:spcAft>
              <a:buNone/>
            </a:pPr>
            <a:r>
              <a:rPr lang="en-US" sz="1600" b="1" i="0" dirty="0">
                <a:effectLst/>
                <a:latin typeface="Times New Roman" panose="02020603050405020304" pitchFamily="18" charset="0"/>
                <a:cs typeface="Times New Roman" panose="02020603050405020304" pitchFamily="18" charset="0"/>
              </a:rPr>
              <a:t>Pheromone Update</a:t>
            </a:r>
          </a:p>
          <a:p>
            <a:pPr>
              <a:spcBef>
                <a:spcPts val="600"/>
              </a:spcBef>
              <a:spcAft>
                <a:spcPts val="600"/>
              </a:spcAft>
              <a:buNone/>
            </a:pPr>
            <a:r>
              <a:rPr lang="en-US" sz="1600" b="0" i="0" dirty="0">
                <a:effectLst/>
                <a:latin typeface="Times New Roman" panose="02020603050405020304" pitchFamily="18" charset="0"/>
                <a:cs typeface="Times New Roman" panose="02020603050405020304" pitchFamily="18" charset="0"/>
              </a:rPr>
              <a:t>The pheromone trails are modified based on the quality of solutions found. Better solutions are more attractive for future iterations. </a:t>
            </a:r>
          </a:p>
          <a:p>
            <a:pPr>
              <a:spcBef>
                <a:spcPts val="600"/>
              </a:spcBef>
              <a:spcAft>
                <a:spcPts val="600"/>
              </a:spcAft>
              <a:buNone/>
            </a:pPr>
            <a:r>
              <a:rPr lang="en-US" sz="1600" b="1" dirty="0">
                <a:latin typeface="Times New Roman" panose="02020603050405020304" pitchFamily="18" charset="0"/>
                <a:ea typeface="Calibri" panose="020F0502020204030204" pitchFamily="34" charset="0"/>
                <a:cs typeface="Times New Roman" panose="02020603050405020304" pitchFamily="18" charset="0"/>
              </a:rPr>
              <a:t>Stopping Criterion</a:t>
            </a:r>
          </a:p>
          <a:p>
            <a:pPr>
              <a:spcBef>
                <a:spcPts val="600"/>
              </a:spcBef>
              <a:spcAft>
                <a:spcPts val="600"/>
              </a:spcAft>
              <a:buNone/>
            </a:pPr>
            <a:r>
              <a:rPr lang="en-US" sz="1600" dirty="0">
                <a:latin typeface="Times New Roman" panose="02020603050405020304" pitchFamily="18" charset="0"/>
                <a:ea typeface="Calibri" panose="020F0502020204030204" pitchFamily="34" charset="0"/>
                <a:cs typeface="Times New Roman" panose="02020603050405020304" pitchFamily="18" charset="0"/>
              </a:rPr>
              <a:t>Algorithm stops when the best solution is found or after a set number of iterations</a:t>
            </a:r>
            <a:endParaRPr lang="en-US" sz="1600" b="0" i="0" dirty="0">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3043814-876A-B3A7-7028-CF105F9BD430}"/>
              </a:ext>
            </a:extLst>
          </p:cNvPr>
          <p:cNvSpPr txBox="1"/>
          <p:nvPr/>
        </p:nvSpPr>
        <p:spPr>
          <a:xfrm>
            <a:off x="-664341" y="6314402"/>
            <a:ext cx="6096000" cy="276999"/>
          </a:xfrm>
          <a:prstGeom prst="rect">
            <a:avLst/>
          </a:prstGeom>
          <a:noFill/>
        </p:spPr>
        <p:txBody>
          <a:bodyPr wrap="square">
            <a:spAutoFit/>
          </a:bodyPr>
          <a:lstStyle/>
          <a:p>
            <a:pPr marL="0" marR="0" algn="ctr">
              <a:spcBef>
                <a:spcPts val="600"/>
              </a:spcBef>
              <a:spcAft>
                <a:spcPts val="12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12 – Flowchart of ACO</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3410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A8B58-631B-02D4-3156-A8824BB4BC08}"/>
              </a:ext>
            </a:extLst>
          </p:cNvPr>
          <p:cNvSpPr>
            <a:spLocks noGrp="1"/>
          </p:cNvSpPr>
          <p:nvPr>
            <p:ph type="title"/>
          </p:nvPr>
        </p:nvSpPr>
        <p:spPr>
          <a:xfrm>
            <a:off x="1797666" y="131239"/>
            <a:ext cx="8596668" cy="1320800"/>
          </a:xfrm>
        </p:spPr>
        <p:txBody>
          <a:bodyPr>
            <a:normAutofit/>
          </a:bodyPr>
          <a:lstStyle/>
          <a:p>
            <a:pPr algn="ct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Firefly Algorithm (FA)</a:t>
            </a:r>
            <a:endParaRPr lang="en-CA"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D053597-A716-55F1-8B0F-9EE55B38CAE6}"/>
              </a:ext>
            </a:extLst>
          </p:cNvPr>
          <p:cNvSpPr>
            <a:spLocks noGrp="1"/>
          </p:cNvSpPr>
          <p:nvPr>
            <p:ph idx="1"/>
          </p:nvPr>
        </p:nvSpPr>
        <p:spPr>
          <a:xfrm>
            <a:off x="4883764" y="1550874"/>
            <a:ext cx="6281986" cy="5175887"/>
          </a:xfrm>
        </p:spPr>
        <p:txBody>
          <a:bodyPr>
            <a:normAutofit/>
          </a:bodyPr>
          <a:lstStyle/>
          <a:p>
            <a:pPr>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Inspired by the behavior of fireflies.</a:t>
            </a:r>
          </a:p>
          <a:p>
            <a:pPr>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Fireflies communicate using flashes of light.</a:t>
            </a:r>
          </a:p>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Algorithm Process:</a:t>
            </a:r>
          </a:p>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Initialization</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Generate an initial population of fireflies.</a:t>
            </a:r>
          </a:p>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Fitness Evaluation</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Evaluate the fitness of each firefly using the objective function.</a:t>
            </a:r>
          </a:p>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Position Update</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Update positions of fireflies based on their light intensity (brightness).</a:t>
            </a:r>
          </a:p>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Stopping Criterion</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Algorithm stops when the best solution is found or after a set number of iterations.</a:t>
            </a:r>
          </a:p>
        </p:txBody>
      </p:sp>
      <p:sp>
        <p:nvSpPr>
          <p:cNvPr id="5" name="TextBox 4">
            <a:extLst>
              <a:ext uri="{FF2B5EF4-FFF2-40B4-BE49-F238E27FC236}">
                <a16:creationId xmlns:a16="http://schemas.microsoft.com/office/drawing/2014/main" id="{0AD29A08-76A7-D6DB-640F-82FFB10DA357}"/>
              </a:ext>
            </a:extLst>
          </p:cNvPr>
          <p:cNvSpPr txBox="1"/>
          <p:nvPr/>
        </p:nvSpPr>
        <p:spPr>
          <a:xfrm>
            <a:off x="1280227" y="6169342"/>
            <a:ext cx="3044122"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US" sz="1200" i="1" dirty="0">
                <a:latin typeface="Times New Roman" panose="02020603050405020304" pitchFamily="18" charset="0"/>
                <a:ea typeface="Calibri" panose="020F0502020204030204" pitchFamily="34" charset="0"/>
                <a:cs typeface="Times New Roman" panose="02020603050405020304" pitchFamily="18" charset="0"/>
              </a:rPr>
              <a:t>13 -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Flowchart of firefly algorithm</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descr="A diagram of a fireflies&#10;&#10;Description automatically generated">
            <a:extLst>
              <a:ext uri="{FF2B5EF4-FFF2-40B4-BE49-F238E27FC236}">
                <a16:creationId xmlns:a16="http://schemas.microsoft.com/office/drawing/2014/main" id="{BA569AED-24E2-45F2-89D3-33A38C8990DA}"/>
              </a:ext>
            </a:extLst>
          </p:cNvPr>
          <p:cNvPicPr>
            <a:picLocks noChangeAspect="1"/>
          </p:cNvPicPr>
          <p:nvPr/>
        </p:nvPicPr>
        <p:blipFill rotWithShape="1">
          <a:blip r:embed="rId2"/>
          <a:srcRect l="7275" t="1905" r="13744" b="2710"/>
          <a:stretch/>
        </p:blipFill>
        <p:spPr bwMode="auto">
          <a:xfrm>
            <a:off x="1622400" y="1115898"/>
            <a:ext cx="2359776" cy="505344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51214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003A0-599A-14C7-7DF0-99D71CB28416}"/>
              </a:ext>
            </a:extLst>
          </p:cNvPr>
          <p:cNvSpPr>
            <a:spLocks noGrp="1"/>
          </p:cNvSpPr>
          <p:nvPr>
            <p:ph type="title"/>
          </p:nvPr>
        </p:nvSpPr>
        <p:spPr>
          <a:xfrm>
            <a:off x="3757757" y="0"/>
            <a:ext cx="8596668" cy="1320800"/>
          </a:xfrm>
        </p:spPr>
        <p:txBody>
          <a:bodyPr>
            <a:normAutofit/>
          </a:bodyPr>
          <a:lstStyle/>
          <a:p>
            <a:r>
              <a:rPr lang="en-US" sz="2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Particle Swarm Optimization (PSO)</a:t>
            </a:r>
            <a:endParaRPr lang="en-CA" sz="2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39985A-0490-41F6-518A-135E9D653B09}"/>
              </a:ext>
            </a:extLst>
          </p:cNvPr>
          <p:cNvSpPr txBox="1"/>
          <p:nvPr/>
        </p:nvSpPr>
        <p:spPr>
          <a:xfrm>
            <a:off x="4963905" y="1320800"/>
            <a:ext cx="6485145" cy="4756150"/>
          </a:xfrm>
          <a:prstGeom prst="rect">
            <a:avLst/>
          </a:prstGeom>
          <a:noFill/>
        </p:spPr>
        <p:txBody>
          <a:bodyPr wrap="square">
            <a:spAutoFit/>
          </a:bodyPr>
          <a:lstStyle/>
          <a:p>
            <a:pPr defTabSz="457200">
              <a:lnSpc>
                <a:spcPct val="90000"/>
              </a:lnSpc>
              <a:spcBef>
                <a:spcPts val="1000"/>
              </a:spcBef>
              <a:buClr>
                <a:schemeClr val="accent1"/>
              </a:buClr>
              <a:buSzPct val="80000"/>
            </a:pPr>
            <a:r>
              <a:rPr lang="en-US" sz="1400" dirty="0">
                <a:latin typeface="Times New Roman" panose="02020603050405020304" pitchFamily="18" charset="0"/>
                <a:ea typeface="Calibri" panose="020F0502020204030204" pitchFamily="34" charset="0"/>
                <a:cs typeface="Times New Roman" panose="02020603050405020304" pitchFamily="18" charset="0"/>
              </a:rPr>
              <a:t>Inspired by natural behaviors like the coordinated movement of bird flocks.</a:t>
            </a:r>
          </a:p>
          <a:p>
            <a:pPr marL="342900" lvl="1" indent="-342900" defTabSz="457200">
              <a:lnSpc>
                <a:spcPct val="90000"/>
              </a:lnSpc>
              <a:spcBef>
                <a:spcPts val="1000"/>
              </a:spcBef>
              <a:buClr>
                <a:schemeClr val="accent1"/>
              </a:buClr>
              <a:buSzPct val="80000"/>
              <a:buFont typeface="Arial" panose="020B0604020202020204" pitchFamily="34" charset="0"/>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In PSO a group of potential solutions called particles.</a:t>
            </a:r>
          </a:p>
          <a:p>
            <a:pPr marL="342900" lvl="1" indent="-342900" defTabSz="457200">
              <a:lnSpc>
                <a:spcPct val="90000"/>
              </a:lnSpc>
              <a:spcBef>
                <a:spcPts val="1000"/>
              </a:spcBef>
              <a:buClr>
                <a:schemeClr val="accent1"/>
              </a:buClr>
              <a:buSzPct val="80000"/>
              <a:buFont typeface="Arial" panose="020B0604020202020204" pitchFamily="34" charset="0"/>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Each particle represented by a </a:t>
            </a:r>
            <a:r>
              <a:rPr lang="en-US" sz="1400" b="1" dirty="0">
                <a:latin typeface="Times New Roman" panose="02020603050405020304" pitchFamily="18" charset="0"/>
                <a:ea typeface="Calibri" panose="020F0502020204030204" pitchFamily="34" charset="0"/>
                <a:cs typeface="Times New Roman" panose="02020603050405020304" pitchFamily="18" charset="0"/>
              </a:rPr>
              <a:t>vector array </a:t>
            </a:r>
            <a:r>
              <a:rPr lang="en-US" sz="1400" dirty="0">
                <a:latin typeface="Times New Roman" panose="02020603050405020304" pitchFamily="18" charset="0"/>
                <a:ea typeface="Calibri" panose="020F0502020204030204" pitchFamily="34" charset="0"/>
                <a:cs typeface="Times New Roman" panose="02020603050405020304" pitchFamily="18" charset="0"/>
              </a:rPr>
              <a:t>of velocity and position.</a:t>
            </a:r>
          </a:p>
          <a:p>
            <a:pPr marL="342900" indent="-342900" defTabSz="457200">
              <a:lnSpc>
                <a:spcPct val="90000"/>
              </a:lnSpc>
              <a:spcBef>
                <a:spcPts val="1000"/>
              </a:spcBef>
              <a:buClr>
                <a:schemeClr val="accent1"/>
              </a:buClr>
              <a:buSzPct val="80000"/>
              <a:buFont typeface="Arial" panose="020B0604020202020204" pitchFamily="34" charset="0"/>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Particles share information with their neighbors and rely on past experiences to improve exploration and exploitation in the search space.</a:t>
            </a:r>
          </a:p>
          <a:p>
            <a:pPr defTabSz="457200">
              <a:lnSpc>
                <a:spcPct val="90000"/>
              </a:lnSpc>
              <a:spcBef>
                <a:spcPts val="1000"/>
              </a:spcBef>
              <a:buClr>
                <a:schemeClr val="accent1"/>
              </a:buClr>
              <a:buSzPct val="80000"/>
            </a:pPr>
            <a:r>
              <a:rPr lang="en-US" sz="1400" b="1" dirty="0">
                <a:latin typeface="Times New Roman" panose="02020603050405020304" pitchFamily="18" charset="0"/>
                <a:ea typeface="Calibri" panose="020F0502020204030204" pitchFamily="34" charset="0"/>
                <a:cs typeface="Times New Roman" panose="02020603050405020304" pitchFamily="18" charset="0"/>
              </a:rPr>
              <a:t>Algorithm Process:</a:t>
            </a:r>
          </a:p>
          <a:p>
            <a:pPr marL="285750" indent="-285750" defTabSz="457200">
              <a:lnSpc>
                <a:spcPct val="90000"/>
              </a:lnSpc>
              <a:spcBef>
                <a:spcPts val="1000"/>
              </a:spcBef>
              <a:buClr>
                <a:schemeClr val="accent1"/>
              </a:buClr>
              <a:buSzPct val="80000"/>
              <a:buFont typeface="Arial" panose="020B0604020202020204" pitchFamily="34" charset="0"/>
              <a:buChar char="•"/>
            </a:pPr>
            <a:r>
              <a:rPr lang="en-US" sz="1400" b="1" dirty="0">
                <a:latin typeface="Times New Roman" panose="02020603050405020304" pitchFamily="18" charset="0"/>
                <a:ea typeface="Calibri" panose="020F0502020204030204" pitchFamily="34" charset="0"/>
                <a:cs typeface="Times New Roman" panose="02020603050405020304" pitchFamily="18" charset="0"/>
              </a:rPr>
              <a:t>Initialization:</a:t>
            </a:r>
          </a:p>
          <a:p>
            <a:pPr marL="0" lvl="1" defTabSz="457200">
              <a:lnSpc>
                <a:spcPct val="90000"/>
              </a:lnSpc>
              <a:spcBef>
                <a:spcPts val="1000"/>
              </a:spcBef>
              <a:buClr>
                <a:schemeClr val="accent1"/>
              </a:buClr>
              <a:buSzPct val="80000"/>
            </a:pPr>
            <a:r>
              <a:rPr lang="en-US" sz="1400" dirty="0">
                <a:latin typeface="Times New Roman" panose="02020603050405020304" pitchFamily="18" charset="0"/>
                <a:ea typeface="Calibri" panose="020F0502020204030204" pitchFamily="34" charset="0"/>
                <a:cs typeface="Times New Roman" panose="02020603050405020304" pitchFamily="18" charset="0"/>
              </a:rPr>
              <a:t>Generate a random swarm of particles with initial positions and velocities.</a:t>
            </a:r>
          </a:p>
          <a:p>
            <a:pPr marL="285750" indent="-285750" defTabSz="457200">
              <a:lnSpc>
                <a:spcPct val="90000"/>
              </a:lnSpc>
              <a:spcBef>
                <a:spcPts val="1000"/>
              </a:spcBef>
              <a:buClr>
                <a:schemeClr val="accent1"/>
              </a:buClr>
              <a:buSzPct val="80000"/>
              <a:buFont typeface="Arial" panose="020B0604020202020204" pitchFamily="34" charset="0"/>
              <a:buChar char="•"/>
            </a:pPr>
            <a:r>
              <a:rPr lang="en-US" sz="1400" b="1" dirty="0">
                <a:latin typeface="Times New Roman" panose="02020603050405020304" pitchFamily="18" charset="0"/>
                <a:ea typeface="Calibri" panose="020F0502020204030204" pitchFamily="34" charset="0"/>
                <a:cs typeface="Times New Roman" panose="02020603050405020304" pitchFamily="18" charset="0"/>
              </a:rPr>
              <a:t>Fitness Evaluation:</a:t>
            </a:r>
          </a:p>
          <a:p>
            <a:pPr marL="0" lvl="1" defTabSz="457200">
              <a:lnSpc>
                <a:spcPct val="90000"/>
              </a:lnSpc>
              <a:spcBef>
                <a:spcPts val="1000"/>
              </a:spcBef>
              <a:buClr>
                <a:schemeClr val="accent1"/>
              </a:buClr>
              <a:buSzPct val="80000"/>
            </a:pPr>
            <a:r>
              <a:rPr lang="en-US" sz="1400" dirty="0">
                <a:latin typeface="Times New Roman" panose="02020603050405020304" pitchFamily="18" charset="0"/>
                <a:ea typeface="Calibri" panose="020F0502020204030204" pitchFamily="34" charset="0"/>
                <a:cs typeface="Times New Roman" panose="02020603050405020304" pitchFamily="18" charset="0"/>
              </a:rPr>
              <a:t>Evaluate the fitness of each particle using the objective function.</a:t>
            </a:r>
          </a:p>
          <a:p>
            <a:pPr marL="342900" indent="-342900" defTabSz="457200">
              <a:lnSpc>
                <a:spcPct val="90000"/>
              </a:lnSpc>
              <a:spcBef>
                <a:spcPts val="1000"/>
              </a:spcBef>
              <a:buClr>
                <a:schemeClr val="accent1"/>
              </a:buClr>
              <a:buSzPct val="80000"/>
              <a:buFont typeface="Arial" panose="020B0604020202020204" pitchFamily="34" charset="0"/>
              <a:buChar char="•"/>
            </a:pPr>
            <a:r>
              <a:rPr lang="en-US" sz="1400" b="1" dirty="0">
                <a:latin typeface="Times New Roman" panose="02020603050405020304" pitchFamily="18" charset="0"/>
                <a:ea typeface="Calibri" panose="020F0502020204030204" pitchFamily="34" charset="0"/>
                <a:cs typeface="Times New Roman" panose="02020603050405020304" pitchFamily="18" charset="0"/>
              </a:rPr>
              <a:t>Tracking Best Positions:</a:t>
            </a:r>
          </a:p>
          <a:p>
            <a:pPr marL="0" lvl="1" defTabSz="457200">
              <a:lnSpc>
                <a:spcPct val="90000"/>
              </a:lnSpc>
              <a:spcBef>
                <a:spcPts val="1000"/>
              </a:spcBef>
              <a:buClr>
                <a:schemeClr val="accent1"/>
              </a:buClr>
              <a:buSzPct val="80000"/>
            </a:pPr>
            <a:r>
              <a:rPr lang="en-US" sz="1400" dirty="0">
                <a:latin typeface="Times New Roman" panose="02020603050405020304" pitchFamily="18" charset="0"/>
                <a:ea typeface="Calibri" panose="020F0502020204030204" pitchFamily="34" charset="0"/>
                <a:cs typeface="Times New Roman" panose="02020603050405020304" pitchFamily="18" charset="0"/>
              </a:rPr>
              <a:t>Personal Best: Keep track of each particle's best position.</a:t>
            </a:r>
          </a:p>
          <a:p>
            <a:pPr marL="0" lvl="1" defTabSz="457200">
              <a:lnSpc>
                <a:spcPct val="90000"/>
              </a:lnSpc>
              <a:spcBef>
                <a:spcPts val="1000"/>
              </a:spcBef>
              <a:buClr>
                <a:schemeClr val="accent1"/>
              </a:buClr>
              <a:buSzPct val="80000"/>
            </a:pPr>
            <a:r>
              <a:rPr lang="en-US" sz="1400" dirty="0">
                <a:latin typeface="Times New Roman" panose="02020603050405020304" pitchFamily="18" charset="0"/>
                <a:ea typeface="Calibri" panose="020F0502020204030204" pitchFamily="34" charset="0"/>
                <a:cs typeface="Times New Roman" panose="02020603050405020304" pitchFamily="18" charset="0"/>
              </a:rPr>
              <a:t>Global Best: Identify the best position across the entire swarm.</a:t>
            </a:r>
          </a:p>
          <a:p>
            <a:pPr marL="342900" indent="-342900" defTabSz="457200">
              <a:lnSpc>
                <a:spcPct val="90000"/>
              </a:lnSpc>
              <a:spcBef>
                <a:spcPts val="1000"/>
              </a:spcBef>
              <a:buClr>
                <a:schemeClr val="accent1"/>
              </a:buClr>
              <a:buSzPct val="80000"/>
              <a:buFont typeface="Arial" panose="020B0604020202020204" pitchFamily="34" charset="0"/>
              <a:buChar char="•"/>
            </a:pPr>
            <a:r>
              <a:rPr lang="en-US" sz="1400" b="1" dirty="0">
                <a:latin typeface="Times New Roman" panose="02020603050405020304" pitchFamily="18" charset="0"/>
                <a:ea typeface="Calibri" panose="020F0502020204030204" pitchFamily="34" charset="0"/>
                <a:cs typeface="Times New Roman" panose="02020603050405020304" pitchFamily="18" charset="0"/>
              </a:rPr>
              <a:t>Velocity and Position Update</a:t>
            </a:r>
          </a:p>
          <a:p>
            <a:pPr marL="342900" indent="-342900" defTabSz="457200">
              <a:lnSpc>
                <a:spcPct val="90000"/>
              </a:lnSpc>
              <a:spcBef>
                <a:spcPts val="1000"/>
              </a:spcBef>
              <a:buClr>
                <a:schemeClr val="accent1"/>
              </a:buClr>
              <a:buSzPct val="80000"/>
              <a:buFont typeface="Arial" panose="020B0604020202020204" pitchFamily="34" charset="0"/>
              <a:buChar char="•"/>
            </a:pPr>
            <a:r>
              <a:rPr lang="en-US" sz="1400" b="1" dirty="0">
                <a:latin typeface="Times New Roman" panose="02020603050405020304" pitchFamily="18" charset="0"/>
                <a:ea typeface="Calibri" panose="020F0502020204030204" pitchFamily="34" charset="0"/>
                <a:cs typeface="Times New Roman" panose="02020603050405020304" pitchFamily="18" charset="0"/>
              </a:rPr>
              <a:t>Stopping Criterion</a:t>
            </a:r>
          </a:p>
        </p:txBody>
      </p:sp>
      <p:sp>
        <p:nvSpPr>
          <p:cNvPr id="3" name="TextBox 2">
            <a:extLst>
              <a:ext uri="{FF2B5EF4-FFF2-40B4-BE49-F238E27FC236}">
                <a16:creationId xmlns:a16="http://schemas.microsoft.com/office/drawing/2014/main" id="{075513FE-C9A4-329D-350D-63857DF0E5FC}"/>
              </a:ext>
            </a:extLst>
          </p:cNvPr>
          <p:cNvSpPr txBox="1"/>
          <p:nvPr/>
        </p:nvSpPr>
        <p:spPr>
          <a:xfrm>
            <a:off x="1510889" y="6172891"/>
            <a:ext cx="2625021"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US" sz="1200" i="1" dirty="0">
                <a:latin typeface="Times New Roman" panose="02020603050405020304" pitchFamily="18" charset="0"/>
                <a:ea typeface="Calibri" panose="020F0502020204030204" pitchFamily="34" charset="0"/>
                <a:cs typeface="Times New Roman" panose="02020603050405020304" pitchFamily="18" charset="0"/>
              </a:rPr>
              <a:t>14 -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Flowchart of PSO</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9" name="Picture 8" descr="A diagram of a process&#10;&#10;Description automatically generated">
            <a:extLst>
              <a:ext uri="{FF2B5EF4-FFF2-40B4-BE49-F238E27FC236}">
                <a16:creationId xmlns:a16="http://schemas.microsoft.com/office/drawing/2014/main" id="{1A6D8326-A682-BE3F-C5DC-811F493EA028}"/>
              </a:ext>
            </a:extLst>
          </p:cNvPr>
          <p:cNvPicPr>
            <a:picLocks noChangeAspect="1"/>
          </p:cNvPicPr>
          <p:nvPr/>
        </p:nvPicPr>
        <p:blipFill>
          <a:blip r:embed="rId2"/>
          <a:stretch>
            <a:fillRect/>
          </a:stretch>
        </p:blipFill>
        <p:spPr>
          <a:xfrm>
            <a:off x="1156581" y="1033684"/>
            <a:ext cx="3333639" cy="5139207"/>
          </a:xfrm>
          <a:prstGeom prst="rect">
            <a:avLst/>
          </a:prstGeom>
        </p:spPr>
      </p:pic>
    </p:spTree>
    <p:extLst>
      <p:ext uri="{BB962C8B-B14F-4D97-AF65-F5344CB8AC3E}">
        <p14:creationId xmlns:p14="http://schemas.microsoft.com/office/powerpoint/2010/main" val="1754605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3E82E-0610-42D7-0C40-99130C00317E}"/>
              </a:ext>
            </a:extLst>
          </p:cNvPr>
          <p:cNvSpPr>
            <a:spLocks noGrp="1"/>
          </p:cNvSpPr>
          <p:nvPr>
            <p:ph type="title"/>
          </p:nvPr>
        </p:nvSpPr>
        <p:spPr>
          <a:xfrm>
            <a:off x="838200" y="279400"/>
            <a:ext cx="10515600" cy="1325563"/>
          </a:xfrm>
        </p:spPr>
        <p:txBody>
          <a:bodyPr>
            <a:normAutofit/>
          </a:bodyPr>
          <a:lstStyle/>
          <a:p>
            <a:pPr algn="ct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Hybrid FA-PSO</a:t>
            </a:r>
            <a:endParaRPr lang="en-CA"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9DAD6B0-E285-5AF9-89B7-331881B87369}"/>
              </a:ext>
            </a:extLst>
          </p:cNvPr>
          <p:cNvSpPr>
            <a:spLocks noGrp="1"/>
          </p:cNvSpPr>
          <p:nvPr>
            <p:ph idx="1"/>
          </p:nvPr>
        </p:nvSpPr>
        <p:spPr>
          <a:xfrm>
            <a:off x="4629149" y="1463814"/>
            <a:ext cx="6515101" cy="5021261"/>
          </a:xfrm>
        </p:spPr>
        <p:txBody>
          <a:bodyPr>
            <a:normAutofit/>
          </a:bodyPr>
          <a:lstStyle/>
          <a:p>
            <a:pPr marL="0"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Combines the strengths of FA and PSO:</a:t>
            </a:r>
          </a:p>
          <a:p>
            <a:pPr>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FA excels at </a:t>
            </a:r>
            <a:r>
              <a:rPr lang="en-US" sz="1600" u="sng"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broad exploration</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and avoids premature convergence.</a:t>
            </a:r>
          </a:p>
          <a:p>
            <a:pPr>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PSO has a simpler implementation with fewer parameters and achieves faster convergence.</a:t>
            </a:r>
          </a:p>
          <a:p>
            <a:pPr marL="0" indent="0">
              <a:buNone/>
            </a:pPr>
            <a:endPar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Hybrid Approach:</a:t>
            </a:r>
          </a:p>
          <a:p>
            <a:pPr>
              <a:buFont typeface="+mj-lt"/>
              <a:buAutoNum type="arabicPeriod"/>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Exploration with FA</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lvl="1">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FA is used first to explore the search space thoroughly.</a:t>
            </a:r>
          </a:p>
          <a:p>
            <a:pPr lvl="1">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Helps prevent getting stuck in local optima.</a:t>
            </a:r>
          </a:p>
          <a:p>
            <a:pPr>
              <a:buFont typeface="+mj-lt"/>
              <a:buAutoNum type="arabicPeriod"/>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Refinement with PSO</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lvl="1">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Best solutions from FA are passed as the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initial population</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for PSO.</a:t>
            </a:r>
          </a:p>
          <a:p>
            <a:pPr lvl="1">
              <a:buFont typeface="Arial" panose="020B0604020202020204" pitchFamily="34" charset="0"/>
              <a:buChar char="•"/>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PSO refines these solutions using its </a:t>
            </a: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velocity-driven updates</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for efficient convergence.</a:t>
            </a:r>
          </a:p>
        </p:txBody>
      </p:sp>
      <p:pic>
        <p:nvPicPr>
          <p:cNvPr id="6" name="Picture 5">
            <a:extLst>
              <a:ext uri="{FF2B5EF4-FFF2-40B4-BE49-F238E27FC236}">
                <a16:creationId xmlns:a16="http://schemas.microsoft.com/office/drawing/2014/main" id="{45472B7F-890B-4CEE-1673-483195023DE9}"/>
              </a:ext>
            </a:extLst>
          </p:cNvPr>
          <p:cNvPicPr>
            <a:picLocks noChangeAspect="1"/>
          </p:cNvPicPr>
          <p:nvPr/>
        </p:nvPicPr>
        <p:blipFill>
          <a:blip r:embed="rId2"/>
          <a:srcRect t="4271" r="16125" b="2508"/>
          <a:stretch/>
        </p:blipFill>
        <p:spPr>
          <a:xfrm>
            <a:off x="1047750" y="1089660"/>
            <a:ext cx="2972645" cy="4678680"/>
          </a:xfrm>
          <a:prstGeom prst="rect">
            <a:avLst/>
          </a:prstGeom>
        </p:spPr>
      </p:pic>
      <p:sp>
        <p:nvSpPr>
          <p:cNvPr id="8" name="TextBox 7">
            <a:extLst>
              <a:ext uri="{FF2B5EF4-FFF2-40B4-BE49-F238E27FC236}">
                <a16:creationId xmlns:a16="http://schemas.microsoft.com/office/drawing/2014/main" id="{EDAB70BD-455E-D6C7-C15F-A46E6BEB457E}"/>
              </a:ext>
            </a:extLst>
          </p:cNvPr>
          <p:cNvSpPr txBox="1"/>
          <p:nvPr/>
        </p:nvSpPr>
        <p:spPr>
          <a:xfrm>
            <a:off x="1494894" y="5768340"/>
            <a:ext cx="2525501" cy="276999"/>
          </a:xfrm>
          <a:prstGeom prst="rect">
            <a:avLst/>
          </a:prstGeom>
          <a:noFill/>
        </p:spPr>
        <p:txBody>
          <a:bodyPr wrap="square">
            <a:spAutoFit/>
          </a:bodyPr>
          <a:lstStyle/>
          <a:p>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US" sz="1200" i="1" dirty="0">
                <a:latin typeface="Times New Roman" panose="02020603050405020304" pitchFamily="18" charset="0"/>
                <a:ea typeface="Calibri" panose="020F0502020204030204" pitchFamily="34" charset="0"/>
                <a:cs typeface="Times New Roman" panose="02020603050405020304" pitchFamily="18" charset="0"/>
              </a:rPr>
              <a:t>15 - </a:t>
            </a: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Flowchart of FA-PSO</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82520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47905-913C-6467-A250-00B946DD95DE}"/>
              </a:ext>
            </a:extLst>
          </p:cNvPr>
          <p:cNvSpPr>
            <a:spLocks noGrp="1"/>
          </p:cNvSpPr>
          <p:nvPr>
            <p:ph type="title"/>
          </p:nvPr>
        </p:nvSpPr>
        <p:spPr>
          <a:xfrm>
            <a:off x="1058694" y="-13074"/>
            <a:ext cx="10515600" cy="1325563"/>
          </a:xfrm>
        </p:spPr>
        <p:txBody>
          <a:bodyPr>
            <a:normAutofit/>
          </a:bodyPr>
          <a:lstStyle/>
          <a:p>
            <a:pPr algn="ctr"/>
            <a:r>
              <a:rPr lang="en-US" sz="2400" b="1" dirty="0">
                <a:solidFill>
                  <a:schemeClr val="tx1"/>
                </a:solidFill>
                <a:effectLst/>
                <a:latin typeface="Times New Roman" panose="02020603050405020304" pitchFamily="18" charset="0"/>
                <a:ea typeface="Times New Roman" panose="02020603050405020304" pitchFamily="18" charset="0"/>
              </a:rPr>
              <a:t>Genetic Algorithm Results</a:t>
            </a:r>
            <a:endParaRPr lang="en-CA" sz="2400" b="1" dirty="0">
              <a:solidFill>
                <a:schemeClr val="tx1"/>
              </a:solidFill>
            </a:endParaRPr>
          </a:p>
        </p:txBody>
      </p:sp>
      <p:graphicFrame>
        <p:nvGraphicFramePr>
          <p:cNvPr id="7" name="Content Placeholder 6">
            <a:extLst>
              <a:ext uri="{FF2B5EF4-FFF2-40B4-BE49-F238E27FC236}">
                <a16:creationId xmlns:a16="http://schemas.microsoft.com/office/drawing/2014/main" id="{EA2EBB9B-6C9F-DD3E-78D9-4BA56ED6EAD4}"/>
              </a:ext>
            </a:extLst>
          </p:cNvPr>
          <p:cNvGraphicFramePr>
            <a:graphicFrameLocks noGrp="1"/>
          </p:cNvGraphicFramePr>
          <p:nvPr>
            <p:ph idx="1"/>
            <p:extLst>
              <p:ext uri="{D42A27DB-BD31-4B8C-83A1-F6EECF244321}">
                <p14:modId xmlns:p14="http://schemas.microsoft.com/office/powerpoint/2010/main" val="4139023245"/>
              </p:ext>
            </p:extLst>
          </p:nvPr>
        </p:nvGraphicFramePr>
        <p:xfrm>
          <a:off x="960608" y="1065010"/>
          <a:ext cx="4914899" cy="1136904"/>
        </p:xfrm>
        <a:graphic>
          <a:graphicData uri="http://schemas.openxmlformats.org/drawingml/2006/table">
            <a:tbl>
              <a:tblPr>
                <a:tableStyleId>{5C22544A-7EE6-4342-B048-85BDC9FD1C3A}</a:tableStyleId>
              </a:tblPr>
              <a:tblGrid>
                <a:gridCol w="778752">
                  <a:extLst>
                    <a:ext uri="{9D8B030D-6E8A-4147-A177-3AD203B41FA5}">
                      <a16:colId xmlns:a16="http://schemas.microsoft.com/office/drawing/2014/main" val="2835171674"/>
                    </a:ext>
                  </a:extLst>
                </a:gridCol>
                <a:gridCol w="723875">
                  <a:extLst>
                    <a:ext uri="{9D8B030D-6E8A-4147-A177-3AD203B41FA5}">
                      <a16:colId xmlns:a16="http://schemas.microsoft.com/office/drawing/2014/main" val="2879943424"/>
                    </a:ext>
                  </a:extLst>
                </a:gridCol>
                <a:gridCol w="802888">
                  <a:extLst>
                    <a:ext uri="{9D8B030D-6E8A-4147-A177-3AD203B41FA5}">
                      <a16:colId xmlns:a16="http://schemas.microsoft.com/office/drawing/2014/main" val="3278405022"/>
                    </a:ext>
                  </a:extLst>
                </a:gridCol>
                <a:gridCol w="551985">
                  <a:extLst>
                    <a:ext uri="{9D8B030D-6E8A-4147-A177-3AD203B41FA5}">
                      <a16:colId xmlns:a16="http://schemas.microsoft.com/office/drawing/2014/main" val="1485145336"/>
                    </a:ext>
                  </a:extLst>
                </a:gridCol>
                <a:gridCol w="551985">
                  <a:extLst>
                    <a:ext uri="{9D8B030D-6E8A-4147-A177-3AD203B41FA5}">
                      <a16:colId xmlns:a16="http://schemas.microsoft.com/office/drawing/2014/main" val="2824491681"/>
                    </a:ext>
                  </a:extLst>
                </a:gridCol>
                <a:gridCol w="752707">
                  <a:extLst>
                    <a:ext uri="{9D8B030D-6E8A-4147-A177-3AD203B41FA5}">
                      <a16:colId xmlns:a16="http://schemas.microsoft.com/office/drawing/2014/main" val="3915915713"/>
                    </a:ext>
                  </a:extLst>
                </a:gridCol>
                <a:gridCol w="752707">
                  <a:extLst>
                    <a:ext uri="{9D8B030D-6E8A-4147-A177-3AD203B41FA5}">
                      <a16:colId xmlns:a16="http://schemas.microsoft.com/office/drawing/2014/main" val="2914187653"/>
                    </a:ext>
                  </a:extLst>
                </a:gridCol>
              </a:tblGrid>
              <a:tr h="62437">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Algorithm</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Best NPC ($)</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PV</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TT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No. BESS</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41384957"/>
                  </a:ext>
                </a:extLst>
              </a:tr>
              <a:tr h="122555">
                <a:tc rowSpan="3">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GA</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587,114</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1</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21719932"/>
                  </a:ext>
                </a:extLst>
              </a:tr>
              <a:tr h="111125">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586,114</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9119546"/>
                  </a:ext>
                </a:extLst>
              </a:tr>
              <a:tr h="10541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584,614</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2</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45783137"/>
                  </a:ext>
                </a:extLst>
              </a:tr>
            </a:tbl>
          </a:graphicData>
        </a:graphic>
      </p:graphicFrame>
      <p:graphicFrame>
        <p:nvGraphicFramePr>
          <p:cNvPr id="8" name="Table 7">
            <a:extLst>
              <a:ext uri="{FF2B5EF4-FFF2-40B4-BE49-F238E27FC236}">
                <a16:creationId xmlns:a16="http://schemas.microsoft.com/office/drawing/2014/main" id="{36D0B0B5-066C-F156-9440-B7FB6A426C4C}"/>
              </a:ext>
            </a:extLst>
          </p:cNvPr>
          <p:cNvGraphicFramePr>
            <a:graphicFrameLocks noGrp="1"/>
          </p:cNvGraphicFramePr>
          <p:nvPr>
            <p:extLst>
              <p:ext uri="{D42A27DB-BD31-4B8C-83A1-F6EECF244321}">
                <p14:modId xmlns:p14="http://schemas.microsoft.com/office/powerpoint/2010/main" val="2498975648"/>
              </p:ext>
            </p:extLst>
          </p:nvPr>
        </p:nvGraphicFramePr>
        <p:xfrm>
          <a:off x="1041567" y="3875979"/>
          <a:ext cx="4752975" cy="994918"/>
        </p:xfrm>
        <a:graphic>
          <a:graphicData uri="http://schemas.openxmlformats.org/drawingml/2006/table">
            <a:tbl>
              <a:tblPr>
                <a:tableStyleId>{5C22544A-7EE6-4342-B048-85BDC9FD1C3A}</a:tableStyleId>
              </a:tblPr>
              <a:tblGrid>
                <a:gridCol w="1064757">
                  <a:extLst>
                    <a:ext uri="{9D8B030D-6E8A-4147-A177-3AD203B41FA5}">
                      <a16:colId xmlns:a16="http://schemas.microsoft.com/office/drawing/2014/main" val="1904979768"/>
                    </a:ext>
                  </a:extLst>
                </a:gridCol>
                <a:gridCol w="970615">
                  <a:extLst>
                    <a:ext uri="{9D8B030D-6E8A-4147-A177-3AD203B41FA5}">
                      <a16:colId xmlns:a16="http://schemas.microsoft.com/office/drawing/2014/main" val="3321646642"/>
                    </a:ext>
                  </a:extLst>
                </a:gridCol>
                <a:gridCol w="970615">
                  <a:extLst>
                    <a:ext uri="{9D8B030D-6E8A-4147-A177-3AD203B41FA5}">
                      <a16:colId xmlns:a16="http://schemas.microsoft.com/office/drawing/2014/main" val="1936363574"/>
                    </a:ext>
                  </a:extLst>
                </a:gridCol>
                <a:gridCol w="970615">
                  <a:extLst>
                    <a:ext uri="{9D8B030D-6E8A-4147-A177-3AD203B41FA5}">
                      <a16:colId xmlns:a16="http://schemas.microsoft.com/office/drawing/2014/main" val="104017723"/>
                    </a:ext>
                  </a:extLst>
                </a:gridCol>
                <a:gridCol w="776373">
                  <a:extLst>
                    <a:ext uri="{9D8B030D-6E8A-4147-A177-3AD203B41FA5}">
                      <a16:colId xmlns:a16="http://schemas.microsoft.com/office/drawing/2014/main" val="3828197197"/>
                    </a:ext>
                  </a:extLst>
                </a:gridCol>
              </a:tblGrid>
              <a:tr h="330835">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Algorithm</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MAE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RMSE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11607186"/>
                  </a:ext>
                </a:extLst>
              </a:tr>
              <a:tr h="93980">
                <a:tc rowSpan="3">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GA</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0%</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5816.14</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48245.98</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0.99</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431632603"/>
                  </a:ext>
                </a:extLst>
              </a:tr>
              <a:tr h="88265">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12554.88</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65919.35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2.14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867107092"/>
                  </a:ext>
                </a:extLst>
              </a:tr>
              <a:tr h="65405">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12748.48</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61624.11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2.18</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830005260"/>
                  </a:ext>
                </a:extLst>
              </a:tr>
            </a:tbl>
          </a:graphicData>
        </a:graphic>
      </p:graphicFrame>
      <p:graphicFrame>
        <p:nvGraphicFramePr>
          <p:cNvPr id="9" name="Table 8">
            <a:extLst>
              <a:ext uri="{FF2B5EF4-FFF2-40B4-BE49-F238E27FC236}">
                <a16:creationId xmlns:a16="http://schemas.microsoft.com/office/drawing/2014/main" id="{419B4383-1F86-AAEF-E53C-6BF748275993}"/>
              </a:ext>
            </a:extLst>
          </p:cNvPr>
          <p:cNvGraphicFramePr>
            <a:graphicFrameLocks noGrp="1"/>
          </p:cNvGraphicFramePr>
          <p:nvPr>
            <p:extLst>
              <p:ext uri="{D42A27DB-BD31-4B8C-83A1-F6EECF244321}">
                <p14:modId xmlns:p14="http://schemas.microsoft.com/office/powerpoint/2010/main" val="2280513527"/>
              </p:ext>
            </p:extLst>
          </p:nvPr>
        </p:nvGraphicFramePr>
        <p:xfrm>
          <a:off x="960607" y="2471770"/>
          <a:ext cx="4914900" cy="1136904"/>
        </p:xfrm>
        <a:graphic>
          <a:graphicData uri="http://schemas.openxmlformats.org/drawingml/2006/table">
            <a:tbl>
              <a:tblPr>
                <a:tableStyleId>{5C22544A-7EE6-4342-B048-85BDC9FD1C3A}</a:tableStyleId>
              </a:tblPr>
              <a:tblGrid>
                <a:gridCol w="790784">
                  <a:extLst>
                    <a:ext uri="{9D8B030D-6E8A-4147-A177-3AD203B41FA5}">
                      <a16:colId xmlns:a16="http://schemas.microsoft.com/office/drawing/2014/main" val="3557360286"/>
                    </a:ext>
                  </a:extLst>
                </a:gridCol>
                <a:gridCol w="743876">
                  <a:extLst>
                    <a:ext uri="{9D8B030D-6E8A-4147-A177-3AD203B41FA5}">
                      <a16:colId xmlns:a16="http://schemas.microsoft.com/office/drawing/2014/main" val="2486531269"/>
                    </a:ext>
                  </a:extLst>
                </a:gridCol>
                <a:gridCol w="820004">
                  <a:extLst>
                    <a:ext uri="{9D8B030D-6E8A-4147-A177-3AD203B41FA5}">
                      <a16:colId xmlns:a16="http://schemas.microsoft.com/office/drawing/2014/main" val="1643480585"/>
                    </a:ext>
                  </a:extLst>
                </a:gridCol>
                <a:gridCol w="563753">
                  <a:extLst>
                    <a:ext uri="{9D8B030D-6E8A-4147-A177-3AD203B41FA5}">
                      <a16:colId xmlns:a16="http://schemas.microsoft.com/office/drawing/2014/main" val="1859233504"/>
                    </a:ext>
                  </a:extLst>
                </a:gridCol>
                <a:gridCol w="563753">
                  <a:extLst>
                    <a:ext uri="{9D8B030D-6E8A-4147-A177-3AD203B41FA5}">
                      <a16:colId xmlns:a16="http://schemas.microsoft.com/office/drawing/2014/main" val="3550058465"/>
                    </a:ext>
                  </a:extLst>
                </a:gridCol>
                <a:gridCol w="716365">
                  <a:extLst>
                    <a:ext uri="{9D8B030D-6E8A-4147-A177-3AD203B41FA5}">
                      <a16:colId xmlns:a16="http://schemas.microsoft.com/office/drawing/2014/main" val="4121113756"/>
                    </a:ext>
                  </a:extLst>
                </a:gridCol>
                <a:gridCol w="716365">
                  <a:extLst>
                    <a:ext uri="{9D8B030D-6E8A-4147-A177-3AD203B41FA5}">
                      <a16:colId xmlns:a16="http://schemas.microsoft.com/office/drawing/2014/main" val="977292639"/>
                    </a:ext>
                  </a:extLst>
                </a:gridCol>
              </a:tblGrid>
              <a:tr h="472695">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Algorithm</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LPSP</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Best NPC ($)</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PV</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TT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BESS</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54668771"/>
                  </a:ext>
                </a:extLst>
              </a:tr>
              <a:tr h="221234">
                <a:tc rowSpan="3">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GA</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779,683</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87615529"/>
                  </a:ext>
                </a:extLst>
              </a:tr>
              <a:tr h="221234">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778,683</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4141250"/>
                  </a:ext>
                </a:extLst>
              </a:tr>
              <a:tr h="221234">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777,183</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2</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31052123"/>
                  </a:ext>
                </a:extLst>
              </a:tr>
            </a:tbl>
          </a:graphicData>
        </a:graphic>
      </p:graphicFrame>
      <p:graphicFrame>
        <p:nvGraphicFramePr>
          <p:cNvPr id="10" name="Table 9">
            <a:extLst>
              <a:ext uri="{FF2B5EF4-FFF2-40B4-BE49-F238E27FC236}">
                <a16:creationId xmlns:a16="http://schemas.microsoft.com/office/drawing/2014/main" id="{4A7CE856-020C-047F-CFA8-AB9F664C4CFB}"/>
              </a:ext>
            </a:extLst>
          </p:cNvPr>
          <p:cNvGraphicFramePr>
            <a:graphicFrameLocks noGrp="1"/>
          </p:cNvGraphicFramePr>
          <p:nvPr>
            <p:extLst>
              <p:ext uri="{D42A27DB-BD31-4B8C-83A1-F6EECF244321}">
                <p14:modId xmlns:p14="http://schemas.microsoft.com/office/powerpoint/2010/main" val="621611141"/>
              </p:ext>
            </p:extLst>
          </p:nvPr>
        </p:nvGraphicFramePr>
        <p:xfrm>
          <a:off x="1041567" y="5134963"/>
          <a:ext cx="4752975" cy="994918"/>
        </p:xfrm>
        <a:graphic>
          <a:graphicData uri="http://schemas.openxmlformats.org/drawingml/2006/table">
            <a:tbl>
              <a:tblPr>
                <a:tableStyleId>{5C22544A-7EE6-4342-B048-85BDC9FD1C3A}</a:tableStyleId>
              </a:tblPr>
              <a:tblGrid>
                <a:gridCol w="1064757">
                  <a:extLst>
                    <a:ext uri="{9D8B030D-6E8A-4147-A177-3AD203B41FA5}">
                      <a16:colId xmlns:a16="http://schemas.microsoft.com/office/drawing/2014/main" val="2616099641"/>
                    </a:ext>
                  </a:extLst>
                </a:gridCol>
                <a:gridCol w="970615">
                  <a:extLst>
                    <a:ext uri="{9D8B030D-6E8A-4147-A177-3AD203B41FA5}">
                      <a16:colId xmlns:a16="http://schemas.microsoft.com/office/drawing/2014/main" val="1373606045"/>
                    </a:ext>
                  </a:extLst>
                </a:gridCol>
                <a:gridCol w="970615">
                  <a:extLst>
                    <a:ext uri="{9D8B030D-6E8A-4147-A177-3AD203B41FA5}">
                      <a16:colId xmlns:a16="http://schemas.microsoft.com/office/drawing/2014/main" val="3980817702"/>
                    </a:ext>
                  </a:extLst>
                </a:gridCol>
                <a:gridCol w="970615">
                  <a:extLst>
                    <a:ext uri="{9D8B030D-6E8A-4147-A177-3AD203B41FA5}">
                      <a16:colId xmlns:a16="http://schemas.microsoft.com/office/drawing/2014/main" val="1177753209"/>
                    </a:ext>
                  </a:extLst>
                </a:gridCol>
                <a:gridCol w="776373">
                  <a:extLst>
                    <a:ext uri="{9D8B030D-6E8A-4147-A177-3AD203B41FA5}">
                      <a16:colId xmlns:a16="http://schemas.microsoft.com/office/drawing/2014/main" val="143251368"/>
                    </a:ext>
                  </a:extLst>
                </a:gridCol>
              </a:tblGrid>
              <a:tr h="330835">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Algorithm</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MAE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RMSE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182463050"/>
                  </a:ext>
                </a:extLst>
              </a:tr>
              <a:tr h="99695">
                <a:tc rowSpan="3">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GA</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8159.99</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57699.91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0.01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69024795"/>
                  </a:ext>
                </a:extLst>
              </a:tr>
              <a:tr h="9398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38712.62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223157.99</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0.04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409099573"/>
                  </a:ext>
                </a:extLst>
              </a:tr>
              <a:tr h="88265">
                <a:tc vMerge="1">
                  <a:txBody>
                    <a:bodyPr/>
                    <a:lstStyle/>
                    <a:p>
                      <a:endParaRPr lang="en-CA"/>
                    </a:p>
                  </a:txBody>
                  <a:tcP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5%</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20218.95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118079.47</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0.02</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91551519"/>
                  </a:ext>
                </a:extLst>
              </a:tr>
            </a:tbl>
          </a:graphicData>
        </a:graphic>
      </p:graphicFrame>
      <p:graphicFrame>
        <p:nvGraphicFramePr>
          <p:cNvPr id="11" name="Chart 10">
            <a:extLst>
              <a:ext uri="{FF2B5EF4-FFF2-40B4-BE49-F238E27FC236}">
                <a16:creationId xmlns:a16="http://schemas.microsoft.com/office/drawing/2014/main" id="{C286698C-A440-3ACD-35C4-F37130BCF497}"/>
              </a:ext>
            </a:extLst>
          </p:cNvPr>
          <p:cNvGraphicFramePr/>
          <p:nvPr>
            <p:extLst>
              <p:ext uri="{D42A27DB-BD31-4B8C-83A1-F6EECF244321}">
                <p14:modId xmlns:p14="http://schemas.microsoft.com/office/powerpoint/2010/main" val="1405993710"/>
              </p:ext>
            </p:extLst>
          </p:nvPr>
        </p:nvGraphicFramePr>
        <p:xfrm>
          <a:off x="6168708" y="1808789"/>
          <a:ext cx="5112385" cy="3452495"/>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a:extLst>
              <a:ext uri="{FF2B5EF4-FFF2-40B4-BE49-F238E27FC236}">
                <a16:creationId xmlns:a16="http://schemas.microsoft.com/office/drawing/2014/main" id="{42C8458B-8779-FB3C-89A0-530D0B0EDB30}"/>
              </a:ext>
            </a:extLst>
          </p:cNvPr>
          <p:cNvSpPr txBox="1"/>
          <p:nvPr/>
        </p:nvSpPr>
        <p:spPr>
          <a:xfrm>
            <a:off x="870369" y="796301"/>
            <a:ext cx="6093994"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5 – Optimization results for GA –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83EBA310-817A-3450-B283-EA190CD5A9B0}"/>
              </a:ext>
            </a:extLst>
          </p:cNvPr>
          <p:cNvSpPr txBox="1"/>
          <p:nvPr/>
        </p:nvSpPr>
        <p:spPr>
          <a:xfrm>
            <a:off x="960607" y="3629629"/>
            <a:ext cx="6093994"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7 – Statistical analysis results for GA –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7F16BCB0-F57F-8F0C-DF11-7DFB270C9381}"/>
              </a:ext>
            </a:extLst>
          </p:cNvPr>
          <p:cNvSpPr txBox="1"/>
          <p:nvPr/>
        </p:nvSpPr>
        <p:spPr>
          <a:xfrm>
            <a:off x="-397129" y="2223873"/>
            <a:ext cx="6093994" cy="276999"/>
          </a:xfrm>
          <a:prstGeom prst="rect">
            <a:avLst/>
          </a:prstGeom>
          <a:noFill/>
        </p:spPr>
        <p:txBody>
          <a:bodyPr wrap="square">
            <a:spAutoFit/>
          </a:bodyPr>
          <a:lstStyle/>
          <a:p>
            <a:pPr marL="0" marR="0" algn="ctr">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6 - Optimization results for GA –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648E9EFF-9AF8-0468-81D0-BD72943D48DE}"/>
              </a:ext>
            </a:extLst>
          </p:cNvPr>
          <p:cNvSpPr txBox="1"/>
          <p:nvPr/>
        </p:nvSpPr>
        <p:spPr>
          <a:xfrm>
            <a:off x="-218487" y="4891852"/>
            <a:ext cx="6093994" cy="276999"/>
          </a:xfrm>
          <a:prstGeom prst="rect">
            <a:avLst/>
          </a:prstGeom>
          <a:noFill/>
        </p:spPr>
        <p:txBody>
          <a:bodyPr wrap="square">
            <a:spAutoFit/>
          </a:bodyPr>
          <a:lstStyle/>
          <a:p>
            <a:pPr marL="0" marR="0" algn="ctr">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8 - Statistical analysis results for GA –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3274DA8A-8F27-5F37-6D5D-DD2C11EAB27E}"/>
              </a:ext>
            </a:extLst>
          </p:cNvPr>
          <p:cNvSpPr txBox="1"/>
          <p:nvPr/>
        </p:nvSpPr>
        <p:spPr>
          <a:xfrm>
            <a:off x="7296895" y="5270733"/>
            <a:ext cx="2856010" cy="276999"/>
          </a:xfrm>
          <a:prstGeom prst="rect">
            <a:avLst/>
          </a:prstGeom>
          <a:noFill/>
        </p:spPr>
        <p:txBody>
          <a:bodyPr wrap="square">
            <a:spAutoFit/>
          </a:bodyPr>
          <a:lstStyle/>
          <a:p>
            <a:pPr marL="0" marR="0">
              <a:spcAft>
                <a:spcPts val="12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16 - Convergence curves for GA</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473209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0438E-2D26-5DE1-2DF4-A7C57EE6B9BB}"/>
              </a:ext>
            </a:extLst>
          </p:cNvPr>
          <p:cNvSpPr>
            <a:spLocks noGrp="1"/>
          </p:cNvSpPr>
          <p:nvPr>
            <p:ph type="title"/>
          </p:nvPr>
        </p:nvSpPr>
        <p:spPr/>
        <p:txBody>
          <a:bodyPr/>
          <a:lstStyle/>
          <a:p>
            <a:pPr algn="ctr"/>
            <a:r>
              <a:rPr lang="en-CA" sz="2400" b="1" dirty="0">
                <a:effectLst/>
                <a:latin typeface="Times New Roman" panose="02020603050405020304" pitchFamily="18" charset="0"/>
                <a:ea typeface="SimSun" panose="02010600030101010101" pitchFamily="2" charset="-122"/>
                <a:cs typeface="Times New Roman" panose="02020603050405020304" pitchFamily="18" charset="0"/>
              </a:rPr>
              <a:t>ACO Results</a:t>
            </a:r>
            <a:br>
              <a:rPr lang="en-CA" sz="1800" b="1" dirty="0">
                <a:effectLst/>
                <a:latin typeface="Arial" panose="020B0604020202020204" pitchFamily="34" charset="0"/>
                <a:cs typeface="Times New Roman" panose="02020603050405020304" pitchFamily="18" charset="0"/>
              </a:rPr>
            </a:br>
            <a:endParaRPr lang="en-CA" dirty="0"/>
          </a:p>
        </p:txBody>
      </p:sp>
      <p:graphicFrame>
        <p:nvGraphicFramePr>
          <p:cNvPr id="4" name="Content Placeholder 3">
            <a:extLst>
              <a:ext uri="{FF2B5EF4-FFF2-40B4-BE49-F238E27FC236}">
                <a16:creationId xmlns:a16="http://schemas.microsoft.com/office/drawing/2014/main" id="{D7FCE675-9258-65DE-9818-4245CB3519CA}"/>
              </a:ext>
            </a:extLst>
          </p:cNvPr>
          <p:cNvGraphicFramePr>
            <a:graphicFrameLocks noGrp="1"/>
          </p:cNvGraphicFramePr>
          <p:nvPr>
            <p:ph idx="1"/>
            <p:extLst>
              <p:ext uri="{D42A27DB-BD31-4B8C-83A1-F6EECF244321}">
                <p14:modId xmlns:p14="http://schemas.microsoft.com/office/powerpoint/2010/main" val="3576095334"/>
              </p:ext>
            </p:extLst>
          </p:nvPr>
        </p:nvGraphicFramePr>
        <p:xfrm>
          <a:off x="900385" y="1065961"/>
          <a:ext cx="4914899" cy="1136904"/>
        </p:xfrm>
        <a:graphic>
          <a:graphicData uri="http://schemas.openxmlformats.org/drawingml/2006/table">
            <a:tbl>
              <a:tblPr>
                <a:tableStyleId>{5C22544A-7EE6-4342-B048-85BDC9FD1C3A}</a:tableStyleId>
              </a:tblPr>
              <a:tblGrid>
                <a:gridCol w="820131">
                  <a:extLst>
                    <a:ext uri="{9D8B030D-6E8A-4147-A177-3AD203B41FA5}">
                      <a16:colId xmlns:a16="http://schemas.microsoft.com/office/drawing/2014/main" val="3510618476"/>
                    </a:ext>
                  </a:extLst>
                </a:gridCol>
                <a:gridCol w="682496">
                  <a:extLst>
                    <a:ext uri="{9D8B030D-6E8A-4147-A177-3AD203B41FA5}">
                      <a16:colId xmlns:a16="http://schemas.microsoft.com/office/drawing/2014/main" val="362524091"/>
                    </a:ext>
                  </a:extLst>
                </a:gridCol>
                <a:gridCol w="802888">
                  <a:extLst>
                    <a:ext uri="{9D8B030D-6E8A-4147-A177-3AD203B41FA5}">
                      <a16:colId xmlns:a16="http://schemas.microsoft.com/office/drawing/2014/main" val="712180561"/>
                    </a:ext>
                  </a:extLst>
                </a:gridCol>
                <a:gridCol w="551985">
                  <a:extLst>
                    <a:ext uri="{9D8B030D-6E8A-4147-A177-3AD203B41FA5}">
                      <a16:colId xmlns:a16="http://schemas.microsoft.com/office/drawing/2014/main" val="3147965266"/>
                    </a:ext>
                  </a:extLst>
                </a:gridCol>
                <a:gridCol w="551985">
                  <a:extLst>
                    <a:ext uri="{9D8B030D-6E8A-4147-A177-3AD203B41FA5}">
                      <a16:colId xmlns:a16="http://schemas.microsoft.com/office/drawing/2014/main" val="775332989"/>
                    </a:ext>
                  </a:extLst>
                </a:gridCol>
                <a:gridCol w="752707">
                  <a:extLst>
                    <a:ext uri="{9D8B030D-6E8A-4147-A177-3AD203B41FA5}">
                      <a16:colId xmlns:a16="http://schemas.microsoft.com/office/drawing/2014/main" val="2396011121"/>
                    </a:ext>
                  </a:extLst>
                </a:gridCol>
                <a:gridCol w="752707">
                  <a:extLst>
                    <a:ext uri="{9D8B030D-6E8A-4147-A177-3AD203B41FA5}">
                      <a16:colId xmlns:a16="http://schemas.microsoft.com/office/drawing/2014/main" val="4082079214"/>
                    </a:ext>
                  </a:extLst>
                </a:gridCol>
              </a:tblGrid>
              <a:tr h="336550">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Algorithm</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LPSP</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Best NPC ($)</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PV</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TT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BESS</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09283071"/>
                  </a:ext>
                </a:extLst>
              </a:tr>
              <a:tr h="99695">
                <a:tc rowSpan="3">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ACO</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823,411</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86</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67776932"/>
                  </a:ext>
                </a:extLst>
              </a:tr>
              <a:tr h="9398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605,085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94234961"/>
                  </a:ext>
                </a:extLst>
              </a:tr>
              <a:tr h="122555">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567,137</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3</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44285772"/>
                  </a:ext>
                </a:extLst>
              </a:tr>
            </a:tbl>
          </a:graphicData>
        </a:graphic>
      </p:graphicFrame>
      <p:graphicFrame>
        <p:nvGraphicFramePr>
          <p:cNvPr id="5" name="Table 4">
            <a:extLst>
              <a:ext uri="{FF2B5EF4-FFF2-40B4-BE49-F238E27FC236}">
                <a16:creationId xmlns:a16="http://schemas.microsoft.com/office/drawing/2014/main" id="{790EA85F-57CB-8F6E-3A9D-6D2D342C09A0}"/>
              </a:ext>
            </a:extLst>
          </p:cNvPr>
          <p:cNvGraphicFramePr>
            <a:graphicFrameLocks noGrp="1"/>
          </p:cNvGraphicFramePr>
          <p:nvPr>
            <p:extLst>
              <p:ext uri="{D42A27DB-BD31-4B8C-83A1-F6EECF244321}">
                <p14:modId xmlns:p14="http://schemas.microsoft.com/office/powerpoint/2010/main" val="3844028697"/>
              </p:ext>
            </p:extLst>
          </p:nvPr>
        </p:nvGraphicFramePr>
        <p:xfrm>
          <a:off x="981347" y="2480061"/>
          <a:ext cx="4752975" cy="994918"/>
        </p:xfrm>
        <a:graphic>
          <a:graphicData uri="http://schemas.openxmlformats.org/drawingml/2006/table">
            <a:tbl>
              <a:tblPr>
                <a:tableStyleId>{5C22544A-7EE6-4342-B048-85BDC9FD1C3A}</a:tableStyleId>
              </a:tblPr>
              <a:tblGrid>
                <a:gridCol w="1064757">
                  <a:extLst>
                    <a:ext uri="{9D8B030D-6E8A-4147-A177-3AD203B41FA5}">
                      <a16:colId xmlns:a16="http://schemas.microsoft.com/office/drawing/2014/main" val="3529677548"/>
                    </a:ext>
                  </a:extLst>
                </a:gridCol>
                <a:gridCol w="970615">
                  <a:extLst>
                    <a:ext uri="{9D8B030D-6E8A-4147-A177-3AD203B41FA5}">
                      <a16:colId xmlns:a16="http://schemas.microsoft.com/office/drawing/2014/main" val="346092574"/>
                    </a:ext>
                  </a:extLst>
                </a:gridCol>
                <a:gridCol w="970615">
                  <a:extLst>
                    <a:ext uri="{9D8B030D-6E8A-4147-A177-3AD203B41FA5}">
                      <a16:colId xmlns:a16="http://schemas.microsoft.com/office/drawing/2014/main" val="3742129301"/>
                    </a:ext>
                  </a:extLst>
                </a:gridCol>
                <a:gridCol w="970615">
                  <a:extLst>
                    <a:ext uri="{9D8B030D-6E8A-4147-A177-3AD203B41FA5}">
                      <a16:colId xmlns:a16="http://schemas.microsoft.com/office/drawing/2014/main" val="655262906"/>
                    </a:ext>
                  </a:extLst>
                </a:gridCol>
                <a:gridCol w="776373">
                  <a:extLst>
                    <a:ext uri="{9D8B030D-6E8A-4147-A177-3AD203B41FA5}">
                      <a16:colId xmlns:a16="http://schemas.microsoft.com/office/drawing/2014/main" val="3616627625"/>
                    </a:ext>
                  </a:extLst>
                </a:gridCol>
              </a:tblGrid>
              <a:tr h="330835">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Algorithm</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MAE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RMSE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75349441"/>
                  </a:ext>
                </a:extLst>
              </a:tr>
              <a:tr h="111125">
                <a:tc rowSpan="3">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ACO</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82627.90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181026.89</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10.03</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30139335"/>
                  </a:ext>
                </a:extLst>
              </a:tr>
              <a:tr h="88265">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109770.43</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239339.82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18.14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78678163"/>
                  </a:ext>
                </a:extLst>
              </a:tr>
              <a:tr h="18796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143289.77</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291022.64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25.26</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129833893"/>
                  </a:ext>
                </a:extLst>
              </a:tr>
            </a:tbl>
          </a:graphicData>
        </a:graphic>
      </p:graphicFrame>
      <p:graphicFrame>
        <p:nvGraphicFramePr>
          <p:cNvPr id="6" name="Table 5">
            <a:extLst>
              <a:ext uri="{FF2B5EF4-FFF2-40B4-BE49-F238E27FC236}">
                <a16:creationId xmlns:a16="http://schemas.microsoft.com/office/drawing/2014/main" id="{BA84B6EF-8431-9B9F-6596-E778C98EF513}"/>
              </a:ext>
            </a:extLst>
          </p:cNvPr>
          <p:cNvGraphicFramePr>
            <a:graphicFrameLocks noGrp="1"/>
          </p:cNvGraphicFramePr>
          <p:nvPr>
            <p:extLst>
              <p:ext uri="{D42A27DB-BD31-4B8C-83A1-F6EECF244321}">
                <p14:modId xmlns:p14="http://schemas.microsoft.com/office/powerpoint/2010/main" val="2983138983"/>
              </p:ext>
            </p:extLst>
          </p:nvPr>
        </p:nvGraphicFramePr>
        <p:xfrm>
          <a:off x="910181" y="3752223"/>
          <a:ext cx="4914900" cy="1149860"/>
        </p:xfrm>
        <a:graphic>
          <a:graphicData uri="http://schemas.openxmlformats.org/drawingml/2006/table">
            <a:tbl>
              <a:tblPr>
                <a:tableStyleId>{5C22544A-7EE6-4342-B048-85BDC9FD1C3A}</a:tableStyleId>
              </a:tblPr>
              <a:tblGrid>
                <a:gridCol w="714656">
                  <a:extLst>
                    <a:ext uri="{9D8B030D-6E8A-4147-A177-3AD203B41FA5}">
                      <a16:colId xmlns:a16="http://schemas.microsoft.com/office/drawing/2014/main" val="2869027336"/>
                    </a:ext>
                  </a:extLst>
                </a:gridCol>
                <a:gridCol w="820004">
                  <a:extLst>
                    <a:ext uri="{9D8B030D-6E8A-4147-A177-3AD203B41FA5}">
                      <a16:colId xmlns:a16="http://schemas.microsoft.com/office/drawing/2014/main" val="3011934127"/>
                    </a:ext>
                  </a:extLst>
                </a:gridCol>
                <a:gridCol w="820004">
                  <a:extLst>
                    <a:ext uri="{9D8B030D-6E8A-4147-A177-3AD203B41FA5}">
                      <a16:colId xmlns:a16="http://schemas.microsoft.com/office/drawing/2014/main" val="2739235800"/>
                    </a:ext>
                  </a:extLst>
                </a:gridCol>
                <a:gridCol w="563753">
                  <a:extLst>
                    <a:ext uri="{9D8B030D-6E8A-4147-A177-3AD203B41FA5}">
                      <a16:colId xmlns:a16="http://schemas.microsoft.com/office/drawing/2014/main" val="4278262339"/>
                    </a:ext>
                  </a:extLst>
                </a:gridCol>
                <a:gridCol w="563753">
                  <a:extLst>
                    <a:ext uri="{9D8B030D-6E8A-4147-A177-3AD203B41FA5}">
                      <a16:colId xmlns:a16="http://schemas.microsoft.com/office/drawing/2014/main" val="3152881974"/>
                    </a:ext>
                  </a:extLst>
                </a:gridCol>
                <a:gridCol w="716365">
                  <a:extLst>
                    <a:ext uri="{9D8B030D-6E8A-4147-A177-3AD203B41FA5}">
                      <a16:colId xmlns:a16="http://schemas.microsoft.com/office/drawing/2014/main" val="3208828355"/>
                    </a:ext>
                  </a:extLst>
                </a:gridCol>
                <a:gridCol w="716365">
                  <a:extLst>
                    <a:ext uri="{9D8B030D-6E8A-4147-A177-3AD203B41FA5}">
                      <a16:colId xmlns:a16="http://schemas.microsoft.com/office/drawing/2014/main" val="1358360561"/>
                    </a:ext>
                  </a:extLst>
                </a:gridCol>
              </a:tblGrid>
              <a:tr h="319405">
                <a:tc>
                  <a:txBody>
                    <a:bodyPr/>
                    <a:lstStyle/>
                    <a:p>
                      <a:pPr marL="0" marR="0" algn="ctr">
                        <a:lnSpc>
                          <a:spcPct val="150000"/>
                        </a:lnSpc>
                        <a:buNone/>
                      </a:pPr>
                      <a:r>
                        <a:rPr lang="en-US" sz="1100">
                          <a:effectLst/>
                        </a:rPr>
                        <a:t>Algorithm</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LPSP</a:t>
                      </a:r>
                      <a:endParaRPr lang="en-CA" sz="750" b="1" i="1">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Best NPC ($)</a:t>
                      </a:r>
                      <a:endParaRPr lang="en-CA" sz="750" b="1" i="1">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No. PV</a:t>
                      </a:r>
                      <a:endParaRPr lang="en-CA" sz="750" b="1" i="1">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No. WT</a:t>
                      </a:r>
                      <a:endParaRPr lang="en-CA" sz="750" b="1" i="1">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No. TT</a:t>
                      </a:r>
                      <a:endParaRPr lang="en-CA" sz="750" b="1" i="1">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No. BESS</a:t>
                      </a:r>
                      <a:endParaRPr lang="en-CA" sz="750" b="1" i="1">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505902892"/>
                  </a:ext>
                </a:extLst>
              </a:tr>
              <a:tr h="99695">
                <a:tc rowSpan="3">
                  <a:txBody>
                    <a:bodyPr/>
                    <a:lstStyle/>
                    <a:p>
                      <a:pPr marL="0" marR="0" algn="ctr">
                        <a:lnSpc>
                          <a:spcPct val="150000"/>
                        </a:lnSpc>
                        <a:buNone/>
                      </a:pPr>
                      <a:r>
                        <a:rPr lang="en-US" sz="1100">
                          <a:effectLst/>
                        </a:rPr>
                        <a:t>ACO</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0%</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1,003,180</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96</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1</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1</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2</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82945411"/>
                  </a:ext>
                </a:extLst>
              </a:tr>
              <a:tr h="71120">
                <a:tc vMerge="1">
                  <a:txBody>
                    <a:bodyPr/>
                    <a:lstStyle/>
                    <a:p>
                      <a:endParaRPr lang="en-CA"/>
                    </a:p>
                  </a:txBody>
                  <a:tcPr/>
                </a:tc>
                <a:tc>
                  <a:txBody>
                    <a:bodyPr/>
                    <a:lstStyle/>
                    <a:p>
                      <a:pPr marL="0" marR="0" algn="ctr">
                        <a:lnSpc>
                          <a:spcPct val="150000"/>
                        </a:lnSpc>
                        <a:buNone/>
                      </a:pPr>
                      <a:r>
                        <a:rPr lang="en-US" sz="1100">
                          <a:effectLst/>
                        </a:rPr>
                        <a:t>2%</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845,750</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53</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1</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1</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3</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385561877"/>
                  </a:ext>
                </a:extLst>
              </a:tr>
              <a:tr h="99695">
                <a:tc vMerge="1">
                  <a:txBody>
                    <a:bodyPr/>
                    <a:lstStyle/>
                    <a:p>
                      <a:endParaRPr lang="en-CA"/>
                    </a:p>
                  </a:txBody>
                  <a:tcPr/>
                </a:tc>
                <a:tc>
                  <a:txBody>
                    <a:bodyPr/>
                    <a:lstStyle/>
                    <a:p>
                      <a:pPr marL="0" marR="0" algn="ctr">
                        <a:lnSpc>
                          <a:spcPct val="150000"/>
                        </a:lnSpc>
                        <a:buNone/>
                      </a:pPr>
                      <a:r>
                        <a:rPr lang="en-US" sz="1100">
                          <a:effectLst/>
                        </a:rPr>
                        <a:t>5%</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724,220</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50</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1</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1</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rPr>
                        <a:t>2</a:t>
                      </a:r>
                      <a:endParaRPr lang="en-CA" sz="10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939400390"/>
                  </a:ext>
                </a:extLst>
              </a:tr>
            </a:tbl>
          </a:graphicData>
        </a:graphic>
      </p:graphicFrame>
      <p:graphicFrame>
        <p:nvGraphicFramePr>
          <p:cNvPr id="7" name="Table 6">
            <a:extLst>
              <a:ext uri="{FF2B5EF4-FFF2-40B4-BE49-F238E27FC236}">
                <a16:creationId xmlns:a16="http://schemas.microsoft.com/office/drawing/2014/main" id="{E8E13570-44EF-6962-0B07-2823AED52BEB}"/>
              </a:ext>
            </a:extLst>
          </p:cNvPr>
          <p:cNvGraphicFramePr>
            <a:graphicFrameLocks noGrp="1"/>
          </p:cNvGraphicFramePr>
          <p:nvPr>
            <p:extLst>
              <p:ext uri="{D42A27DB-BD31-4B8C-83A1-F6EECF244321}">
                <p14:modId xmlns:p14="http://schemas.microsoft.com/office/powerpoint/2010/main" val="2711546693"/>
              </p:ext>
            </p:extLst>
          </p:nvPr>
        </p:nvGraphicFramePr>
        <p:xfrm>
          <a:off x="991143" y="5179327"/>
          <a:ext cx="4752975" cy="1004635"/>
        </p:xfrm>
        <a:graphic>
          <a:graphicData uri="http://schemas.openxmlformats.org/drawingml/2006/table">
            <a:tbl>
              <a:tblPr>
                <a:tableStyleId>{5C22544A-7EE6-4342-B048-85BDC9FD1C3A}</a:tableStyleId>
              </a:tblPr>
              <a:tblGrid>
                <a:gridCol w="1064757">
                  <a:extLst>
                    <a:ext uri="{9D8B030D-6E8A-4147-A177-3AD203B41FA5}">
                      <a16:colId xmlns:a16="http://schemas.microsoft.com/office/drawing/2014/main" val="1936972034"/>
                    </a:ext>
                  </a:extLst>
                </a:gridCol>
                <a:gridCol w="970615">
                  <a:extLst>
                    <a:ext uri="{9D8B030D-6E8A-4147-A177-3AD203B41FA5}">
                      <a16:colId xmlns:a16="http://schemas.microsoft.com/office/drawing/2014/main" val="1277129598"/>
                    </a:ext>
                  </a:extLst>
                </a:gridCol>
                <a:gridCol w="970615">
                  <a:extLst>
                    <a:ext uri="{9D8B030D-6E8A-4147-A177-3AD203B41FA5}">
                      <a16:colId xmlns:a16="http://schemas.microsoft.com/office/drawing/2014/main" val="588767507"/>
                    </a:ext>
                  </a:extLst>
                </a:gridCol>
                <a:gridCol w="970615">
                  <a:extLst>
                    <a:ext uri="{9D8B030D-6E8A-4147-A177-3AD203B41FA5}">
                      <a16:colId xmlns:a16="http://schemas.microsoft.com/office/drawing/2014/main" val="836654114"/>
                    </a:ext>
                  </a:extLst>
                </a:gridCol>
                <a:gridCol w="776373">
                  <a:extLst>
                    <a:ext uri="{9D8B030D-6E8A-4147-A177-3AD203B41FA5}">
                      <a16:colId xmlns:a16="http://schemas.microsoft.com/office/drawing/2014/main" val="3775002422"/>
                    </a:ext>
                  </a:extLst>
                </a:gridCol>
              </a:tblGrid>
              <a:tr h="330835">
                <a:tc>
                  <a:txBody>
                    <a:bodyPr/>
                    <a:lstStyle/>
                    <a:p>
                      <a:pPr marL="0" marR="0" algn="ctr">
                        <a:lnSpc>
                          <a:spcPct val="150000"/>
                        </a:lnSpc>
                        <a:buNone/>
                      </a:pPr>
                      <a:r>
                        <a:rPr lang="en-US" sz="1100">
                          <a:effectLst/>
                        </a:rPr>
                        <a:t>Algorithm</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LPSP</a:t>
                      </a:r>
                      <a:endParaRPr lang="en-CA" sz="750" b="1" i="1">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dirty="0">
                          <a:effectLst/>
                        </a:rPr>
                        <a:t>MAE</a:t>
                      </a:r>
                      <a:endParaRPr lang="en-CA" sz="750" b="1" i="1" dirty="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RMSE</a:t>
                      </a:r>
                      <a:endParaRPr lang="en-CA" sz="750" b="1" i="1">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RE</a:t>
                      </a:r>
                      <a:endParaRPr lang="en-CA" sz="750" b="1" i="1">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2747180866"/>
                  </a:ext>
                </a:extLst>
              </a:tr>
              <a:tr h="65405">
                <a:tc rowSpan="3">
                  <a:txBody>
                    <a:bodyPr/>
                    <a:lstStyle/>
                    <a:p>
                      <a:pPr marL="0" marR="0" algn="ctr">
                        <a:lnSpc>
                          <a:spcPct val="150000"/>
                        </a:lnSpc>
                        <a:buNone/>
                      </a:pPr>
                      <a:r>
                        <a:rPr lang="en-US" sz="1100">
                          <a:effectLst/>
                        </a:rPr>
                        <a:t>ACO</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0%</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474580.11</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797863.72</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0.47</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800978128"/>
                  </a:ext>
                </a:extLst>
              </a:tr>
              <a:tr h="99695">
                <a:tc vMerge="1">
                  <a:txBody>
                    <a:bodyPr/>
                    <a:lstStyle/>
                    <a:p>
                      <a:endParaRPr lang="en-CA"/>
                    </a:p>
                  </a:txBody>
                  <a:tcPr/>
                </a:tc>
                <a:tc>
                  <a:txBody>
                    <a:bodyPr/>
                    <a:lstStyle/>
                    <a:p>
                      <a:pPr marL="0" marR="0" algn="ctr">
                        <a:lnSpc>
                          <a:spcPct val="150000"/>
                        </a:lnSpc>
                        <a:buNone/>
                      </a:pPr>
                      <a:r>
                        <a:rPr lang="en-US" sz="1100">
                          <a:effectLst/>
                        </a:rPr>
                        <a:t>2%</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272707.65</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611172.53</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rPr>
                        <a:t>0.32</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212435238"/>
                  </a:ext>
                </a:extLst>
              </a:tr>
              <a:tr h="71120">
                <a:tc vMerge="1">
                  <a:txBody>
                    <a:bodyPr/>
                    <a:lstStyle/>
                    <a:p>
                      <a:endParaRPr lang="en-CA"/>
                    </a:p>
                  </a:txBody>
                  <a:tcPr/>
                </a:tc>
                <a:tc>
                  <a:txBody>
                    <a:bodyPr/>
                    <a:lstStyle/>
                    <a:p>
                      <a:pPr marL="0" marR="0" algn="ctr">
                        <a:lnSpc>
                          <a:spcPct val="150000"/>
                        </a:lnSpc>
                        <a:buNone/>
                      </a:pPr>
                      <a:r>
                        <a:rPr lang="en-US" sz="1100">
                          <a:effectLst/>
                        </a:rPr>
                        <a:t>5%</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308281.34</a:t>
                      </a:r>
                      <a:endParaRPr lang="en-CA" sz="800">
                        <a:effectLst/>
                        <a:latin typeface="Times New Roman" panose="02020603050405020304" pitchFamily="18" charset="0"/>
                        <a:ea typeface="SimSun" panose="02010600030101010101" pitchFamily="2" charset="-122"/>
                      </a:endParaRPr>
                    </a:p>
                  </a:txBody>
                  <a:tcPr marL="68580" marR="68580" marT="0" marB="0" anchor="ctr"/>
                </a:tc>
                <a:tc>
                  <a:txBody>
                    <a:bodyPr/>
                    <a:lstStyle/>
                    <a:p>
                      <a:pPr marL="0" marR="0" algn="ctr">
                        <a:lnSpc>
                          <a:spcPct val="150000"/>
                        </a:lnSpc>
                        <a:buNone/>
                      </a:pPr>
                      <a:r>
                        <a:rPr lang="en-US" sz="1100">
                          <a:effectLst/>
                        </a:rPr>
                        <a:t>619301.38</a:t>
                      </a:r>
                      <a:endParaRPr lang="en-CA" sz="10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rPr>
                        <a:t>0.42</a:t>
                      </a:r>
                      <a:endParaRPr lang="en-CA" sz="10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63527341"/>
                  </a:ext>
                </a:extLst>
              </a:tr>
            </a:tbl>
          </a:graphicData>
        </a:graphic>
      </p:graphicFrame>
      <p:graphicFrame>
        <p:nvGraphicFramePr>
          <p:cNvPr id="8" name="Chart 7">
            <a:extLst>
              <a:ext uri="{FF2B5EF4-FFF2-40B4-BE49-F238E27FC236}">
                <a16:creationId xmlns:a16="http://schemas.microsoft.com/office/drawing/2014/main" id="{14EBBF22-6AB6-5D30-5E3C-EAF80EECEA86}"/>
              </a:ext>
            </a:extLst>
          </p:cNvPr>
          <p:cNvGraphicFramePr/>
          <p:nvPr>
            <p:extLst>
              <p:ext uri="{D42A27DB-BD31-4B8C-83A1-F6EECF244321}">
                <p14:modId xmlns:p14="http://schemas.microsoft.com/office/powerpoint/2010/main" val="2910112399"/>
              </p:ext>
            </p:extLst>
          </p:nvPr>
        </p:nvGraphicFramePr>
        <p:xfrm>
          <a:off x="6205855" y="1858249"/>
          <a:ext cx="5147945" cy="3378835"/>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8A6DD351-0FFC-F876-75DA-113E1185BA23}"/>
              </a:ext>
            </a:extLst>
          </p:cNvPr>
          <p:cNvSpPr txBox="1"/>
          <p:nvPr/>
        </p:nvSpPr>
        <p:spPr>
          <a:xfrm>
            <a:off x="838200" y="782534"/>
            <a:ext cx="3972405" cy="276999"/>
          </a:xfrm>
          <a:prstGeom prst="rect">
            <a:avLst/>
          </a:prstGeom>
          <a:noFill/>
        </p:spPr>
        <p:txBody>
          <a:bodyPr wrap="square">
            <a:spAutoFit/>
          </a:bodyPr>
          <a:lstStyle/>
          <a:p>
            <a:pPr marL="0" marR="0">
              <a:spcBef>
                <a:spcPts val="600"/>
              </a:spcBef>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9 - Optimization results for ACO –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F5B620F0-1D5F-DB17-ECB7-FD37A4BABFE7}"/>
              </a:ext>
            </a:extLst>
          </p:cNvPr>
          <p:cNvSpPr txBox="1"/>
          <p:nvPr/>
        </p:nvSpPr>
        <p:spPr>
          <a:xfrm>
            <a:off x="981347" y="2240279"/>
            <a:ext cx="4233112"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10 - Statistical analysis results for ACO –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BCDE6945-367A-369D-037B-DA9BA18C3B18}"/>
              </a:ext>
            </a:extLst>
          </p:cNvPr>
          <p:cNvSpPr txBox="1"/>
          <p:nvPr/>
        </p:nvSpPr>
        <p:spPr>
          <a:xfrm>
            <a:off x="838200" y="3511303"/>
            <a:ext cx="3780366"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11 - Optimization results for ACO –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9E0852AF-2F0A-2538-0ECA-283D52D65381}"/>
              </a:ext>
            </a:extLst>
          </p:cNvPr>
          <p:cNvSpPr txBox="1"/>
          <p:nvPr/>
        </p:nvSpPr>
        <p:spPr>
          <a:xfrm>
            <a:off x="919977" y="4952346"/>
            <a:ext cx="4026548"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12 - Statistical analysis results for ACO –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7C93A61A-98DC-285D-0BF5-1130B69612B0}"/>
              </a:ext>
            </a:extLst>
          </p:cNvPr>
          <p:cNvSpPr txBox="1"/>
          <p:nvPr/>
        </p:nvSpPr>
        <p:spPr>
          <a:xfrm>
            <a:off x="7471121" y="5266145"/>
            <a:ext cx="2617411" cy="276999"/>
          </a:xfrm>
          <a:prstGeom prst="rect">
            <a:avLst/>
          </a:prstGeom>
          <a:noFill/>
        </p:spPr>
        <p:txBody>
          <a:bodyPr wrap="square">
            <a:spAutoFit/>
          </a:bodyPr>
          <a:lstStyle/>
          <a:p>
            <a:pPr marL="0" marR="0">
              <a:spcAft>
                <a:spcPts val="12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17 - Convergence curves for GA</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24913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3AB07-47E6-B638-750B-4B389C8A6090}"/>
              </a:ext>
            </a:extLst>
          </p:cNvPr>
          <p:cNvSpPr>
            <a:spLocks noGrp="1"/>
          </p:cNvSpPr>
          <p:nvPr>
            <p:ph type="title"/>
          </p:nvPr>
        </p:nvSpPr>
        <p:spPr>
          <a:xfrm>
            <a:off x="838200" y="113809"/>
            <a:ext cx="10515600" cy="1325563"/>
          </a:xfrm>
        </p:spPr>
        <p:txBody>
          <a:bodyPr>
            <a:normAutofit/>
          </a:bodyPr>
          <a:lstStyle/>
          <a:p>
            <a:pPr algn="ctr"/>
            <a:r>
              <a:rPr lang="en-CA" sz="2400" b="1" dirty="0">
                <a:effectLst/>
                <a:latin typeface="Times New Roman" panose="02020603050405020304" pitchFamily="18" charset="0"/>
                <a:ea typeface="SimSun" panose="02010600030101010101" pitchFamily="2" charset="-122"/>
              </a:rPr>
              <a:t>FA results</a:t>
            </a:r>
            <a:endParaRPr lang="en-CA" sz="2400" b="1" dirty="0"/>
          </a:p>
        </p:txBody>
      </p:sp>
      <p:graphicFrame>
        <p:nvGraphicFramePr>
          <p:cNvPr id="4" name="Content Placeholder 3">
            <a:extLst>
              <a:ext uri="{FF2B5EF4-FFF2-40B4-BE49-F238E27FC236}">
                <a16:creationId xmlns:a16="http://schemas.microsoft.com/office/drawing/2014/main" id="{703B53F0-3693-F19B-BFE7-7755B245C91B}"/>
              </a:ext>
            </a:extLst>
          </p:cNvPr>
          <p:cNvGraphicFramePr>
            <a:graphicFrameLocks noGrp="1"/>
          </p:cNvGraphicFramePr>
          <p:nvPr>
            <p:ph idx="1"/>
            <p:extLst>
              <p:ext uri="{D42A27DB-BD31-4B8C-83A1-F6EECF244321}">
                <p14:modId xmlns:p14="http://schemas.microsoft.com/office/powerpoint/2010/main" val="3202326347"/>
              </p:ext>
            </p:extLst>
          </p:nvPr>
        </p:nvGraphicFramePr>
        <p:xfrm>
          <a:off x="677334" y="1117288"/>
          <a:ext cx="4914899" cy="1136904"/>
        </p:xfrm>
        <a:graphic>
          <a:graphicData uri="http://schemas.openxmlformats.org/drawingml/2006/table">
            <a:tbl>
              <a:tblPr>
                <a:tableStyleId>{5C22544A-7EE6-4342-B048-85BDC9FD1C3A}</a:tableStyleId>
              </a:tblPr>
              <a:tblGrid>
                <a:gridCol w="778487">
                  <a:extLst>
                    <a:ext uri="{9D8B030D-6E8A-4147-A177-3AD203B41FA5}">
                      <a16:colId xmlns:a16="http://schemas.microsoft.com/office/drawing/2014/main" val="2936207788"/>
                    </a:ext>
                  </a:extLst>
                </a:gridCol>
                <a:gridCol w="724140">
                  <a:extLst>
                    <a:ext uri="{9D8B030D-6E8A-4147-A177-3AD203B41FA5}">
                      <a16:colId xmlns:a16="http://schemas.microsoft.com/office/drawing/2014/main" val="1041909087"/>
                    </a:ext>
                  </a:extLst>
                </a:gridCol>
                <a:gridCol w="802888">
                  <a:extLst>
                    <a:ext uri="{9D8B030D-6E8A-4147-A177-3AD203B41FA5}">
                      <a16:colId xmlns:a16="http://schemas.microsoft.com/office/drawing/2014/main" val="2476202575"/>
                    </a:ext>
                  </a:extLst>
                </a:gridCol>
                <a:gridCol w="551985">
                  <a:extLst>
                    <a:ext uri="{9D8B030D-6E8A-4147-A177-3AD203B41FA5}">
                      <a16:colId xmlns:a16="http://schemas.microsoft.com/office/drawing/2014/main" val="557546963"/>
                    </a:ext>
                  </a:extLst>
                </a:gridCol>
                <a:gridCol w="551985">
                  <a:extLst>
                    <a:ext uri="{9D8B030D-6E8A-4147-A177-3AD203B41FA5}">
                      <a16:colId xmlns:a16="http://schemas.microsoft.com/office/drawing/2014/main" val="252246282"/>
                    </a:ext>
                  </a:extLst>
                </a:gridCol>
                <a:gridCol w="752707">
                  <a:extLst>
                    <a:ext uri="{9D8B030D-6E8A-4147-A177-3AD203B41FA5}">
                      <a16:colId xmlns:a16="http://schemas.microsoft.com/office/drawing/2014/main" val="1650385659"/>
                    </a:ext>
                  </a:extLst>
                </a:gridCol>
                <a:gridCol w="752707">
                  <a:extLst>
                    <a:ext uri="{9D8B030D-6E8A-4147-A177-3AD203B41FA5}">
                      <a16:colId xmlns:a16="http://schemas.microsoft.com/office/drawing/2014/main" val="1405888253"/>
                    </a:ext>
                  </a:extLst>
                </a:gridCol>
              </a:tblGrid>
              <a:tr h="336550">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Algorithm</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Best NPC ($)</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PV</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TT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BESS</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57172929"/>
                  </a:ext>
                </a:extLst>
              </a:tr>
              <a:tr h="205105">
                <a:tc rowSpan="3">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FA</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537,643</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599206505"/>
                  </a:ext>
                </a:extLst>
              </a:tr>
              <a:tr h="9398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536,643</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33214006"/>
                  </a:ext>
                </a:extLst>
              </a:tr>
              <a:tr h="16510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535,134</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2</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8170661"/>
                  </a:ext>
                </a:extLst>
              </a:tr>
            </a:tbl>
          </a:graphicData>
        </a:graphic>
      </p:graphicFrame>
      <p:graphicFrame>
        <p:nvGraphicFramePr>
          <p:cNvPr id="5" name="Table 4">
            <a:extLst>
              <a:ext uri="{FF2B5EF4-FFF2-40B4-BE49-F238E27FC236}">
                <a16:creationId xmlns:a16="http://schemas.microsoft.com/office/drawing/2014/main" id="{CF6EC648-D077-B3E8-B7E3-6D59E4F8798F}"/>
              </a:ext>
            </a:extLst>
          </p:cNvPr>
          <p:cNvGraphicFramePr>
            <a:graphicFrameLocks noGrp="1"/>
          </p:cNvGraphicFramePr>
          <p:nvPr>
            <p:extLst>
              <p:ext uri="{D42A27DB-BD31-4B8C-83A1-F6EECF244321}">
                <p14:modId xmlns:p14="http://schemas.microsoft.com/office/powerpoint/2010/main" val="4106703202"/>
              </p:ext>
            </p:extLst>
          </p:nvPr>
        </p:nvGraphicFramePr>
        <p:xfrm>
          <a:off x="758295" y="2558933"/>
          <a:ext cx="4752975" cy="994918"/>
        </p:xfrm>
        <a:graphic>
          <a:graphicData uri="http://schemas.openxmlformats.org/drawingml/2006/table">
            <a:tbl>
              <a:tblPr>
                <a:tableStyleId>{5C22544A-7EE6-4342-B048-85BDC9FD1C3A}</a:tableStyleId>
              </a:tblPr>
              <a:tblGrid>
                <a:gridCol w="1064757">
                  <a:extLst>
                    <a:ext uri="{9D8B030D-6E8A-4147-A177-3AD203B41FA5}">
                      <a16:colId xmlns:a16="http://schemas.microsoft.com/office/drawing/2014/main" val="4157535446"/>
                    </a:ext>
                  </a:extLst>
                </a:gridCol>
                <a:gridCol w="970615">
                  <a:extLst>
                    <a:ext uri="{9D8B030D-6E8A-4147-A177-3AD203B41FA5}">
                      <a16:colId xmlns:a16="http://schemas.microsoft.com/office/drawing/2014/main" val="708806332"/>
                    </a:ext>
                  </a:extLst>
                </a:gridCol>
                <a:gridCol w="970615">
                  <a:extLst>
                    <a:ext uri="{9D8B030D-6E8A-4147-A177-3AD203B41FA5}">
                      <a16:colId xmlns:a16="http://schemas.microsoft.com/office/drawing/2014/main" val="212347615"/>
                    </a:ext>
                  </a:extLst>
                </a:gridCol>
                <a:gridCol w="970615">
                  <a:extLst>
                    <a:ext uri="{9D8B030D-6E8A-4147-A177-3AD203B41FA5}">
                      <a16:colId xmlns:a16="http://schemas.microsoft.com/office/drawing/2014/main" val="2937534123"/>
                    </a:ext>
                  </a:extLst>
                </a:gridCol>
                <a:gridCol w="776373">
                  <a:extLst>
                    <a:ext uri="{9D8B030D-6E8A-4147-A177-3AD203B41FA5}">
                      <a16:colId xmlns:a16="http://schemas.microsoft.com/office/drawing/2014/main" val="1450772641"/>
                    </a:ext>
                  </a:extLst>
                </a:gridCol>
              </a:tblGrid>
              <a:tr h="330835">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Algorithm</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MAE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RMSE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47259200"/>
                  </a:ext>
                </a:extLst>
              </a:tr>
              <a:tr h="88265">
                <a:tc rowSpan="3">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FA</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108050.93</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206971.02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20.09</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51283125"/>
                  </a:ext>
                </a:extLst>
              </a:tr>
              <a:tr h="11684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66785.80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153036.90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12.44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33159432"/>
                  </a:ext>
                </a:extLst>
              </a:tr>
              <a:tr h="9398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85348.37</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161041.99</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15.94</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73102835"/>
                  </a:ext>
                </a:extLst>
              </a:tr>
            </a:tbl>
          </a:graphicData>
        </a:graphic>
      </p:graphicFrame>
      <p:graphicFrame>
        <p:nvGraphicFramePr>
          <p:cNvPr id="6" name="Table 5">
            <a:extLst>
              <a:ext uri="{FF2B5EF4-FFF2-40B4-BE49-F238E27FC236}">
                <a16:creationId xmlns:a16="http://schemas.microsoft.com/office/drawing/2014/main" id="{83851EBB-F5B0-F2C2-6625-A4CB50B899D2}"/>
              </a:ext>
            </a:extLst>
          </p:cNvPr>
          <p:cNvGraphicFramePr>
            <a:graphicFrameLocks noGrp="1"/>
          </p:cNvGraphicFramePr>
          <p:nvPr>
            <p:extLst>
              <p:ext uri="{D42A27DB-BD31-4B8C-83A1-F6EECF244321}">
                <p14:modId xmlns:p14="http://schemas.microsoft.com/office/powerpoint/2010/main" val="417584312"/>
              </p:ext>
            </p:extLst>
          </p:nvPr>
        </p:nvGraphicFramePr>
        <p:xfrm>
          <a:off x="677332" y="3858592"/>
          <a:ext cx="4914900" cy="1136904"/>
        </p:xfrm>
        <a:graphic>
          <a:graphicData uri="http://schemas.openxmlformats.org/drawingml/2006/table">
            <a:tbl>
              <a:tblPr>
                <a:tableStyleId>{5C22544A-7EE6-4342-B048-85BDC9FD1C3A}</a:tableStyleId>
              </a:tblPr>
              <a:tblGrid>
                <a:gridCol w="850679">
                  <a:extLst>
                    <a:ext uri="{9D8B030D-6E8A-4147-A177-3AD203B41FA5}">
                      <a16:colId xmlns:a16="http://schemas.microsoft.com/office/drawing/2014/main" val="2771176044"/>
                    </a:ext>
                  </a:extLst>
                </a:gridCol>
                <a:gridCol w="683981">
                  <a:extLst>
                    <a:ext uri="{9D8B030D-6E8A-4147-A177-3AD203B41FA5}">
                      <a16:colId xmlns:a16="http://schemas.microsoft.com/office/drawing/2014/main" val="1858612170"/>
                    </a:ext>
                  </a:extLst>
                </a:gridCol>
                <a:gridCol w="820004">
                  <a:extLst>
                    <a:ext uri="{9D8B030D-6E8A-4147-A177-3AD203B41FA5}">
                      <a16:colId xmlns:a16="http://schemas.microsoft.com/office/drawing/2014/main" val="301498167"/>
                    </a:ext>
                  </a:extLst>
                </a:gridCol>
                <a:gridCol w="563753">
                  <a:extLst>
                    <a:ext uri="{9D8B030D-6E8A-4147-A177-3AD203B41FA5}">
                      <a16:colId xmlns:a16="http://schemas.microsoft.com/office/drawing/2014/main" val="199560677"/>
                    </a:ext>
                  </a:extLst>
                </a:gridCol>
                <a:gridCol w="563753">
                  <a:extLst>
                    <a:ext uri="{9D8B030D-6E8A-4147-A177-3AD203B41FA5}">
                      <a16:colId xmlns:a16="http://schemas.microsoft.com/office/drawing/2014/main" val="2665241748"/>
                    </a:ext>
                  </a:extLst>
                </a:gridCol>
                <a:gridCol w="716365">
                  <a:extLst>
                    <a:ext uri="{9D8B030D-6E8A-4147-A177-3AD203B41FA5}">
                      <a16:colId xmlns:a16="http://schemas.microsoft.com/office/drawing/2014/main" val="3266058216"/>
                    </a:ext>
                  </a:extLst>
                </a:gridCol>
                <a:gridCol w="716365">
                  <a:extLst>
                    <a:ext uri="{9D8B030D-6E8A-4147-A177-3AD203B41FA5}">
                      <a16:colId xmlns:a16="http://schemas.microsoft.com/office/drawing/2014/main" val="3881655283"/>
                    </a:ext>
                  </a:extLst>
                </a:gridCol>
              </a:tblGrid>
              <a:tr h="319405">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Algorithm</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Best NPC ($)</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PV</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TT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BESS</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58689373"/>
                  </a:ext>
                </a:extLst>
              </a:tr>
              <a:tr h="71120">
                <a:tc rowSpan="3">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FA</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730,234</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28312453"/>
                  </a:ext>
                </a:extLst>
              </a:tr>
              <a:tr h="99695">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729,234</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594562823"/>
                  </a:ext>
                </a:extLst>
              </a:tr>
              <a:tr h="7112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727,734</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2</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76506687"/>
                  </a:ext>
                </a:extLst>
              </a:tr>
            </a:tbl>
          </a:graphicData>
        </a:graphic>
      </p:graphicFrame>
      <p:graphicFrame>
        <p:nvGraphicFramePr>
          <p:cNvPr id="7" name="Table 6">
            <a:extLst>
              <a:ext uri="{FF2B5EF4-FFF2-40B4-BE49-F238E27FC236}">
                <a16:creationId xmlns:a16="http://schemas.microsoft.com/office/drawing/2014/main" id="{3FA2C1D0-349A-43C3-F1A0-C5304D2979D7}"/>
              </a:ext>
            </a:extLst>
          </p:cNvPr>
          <p:cNvGraphicFramePr>
            <a:graphicFrameLocks noGrp="1"/>
          </p:cNvGraphicFramePr>
          <p:nvPr>
            <p:extLst>
              <p:ext uri="{D42A27DB-BD31-4B8C-83A1-F6EECF244321}">
                <p14:modId xmlns:p14="http://schemas.microsoft.com/office/powerpoint/2010/main" val="3096659525"/>
              </p:ext>
            </p:extLst>
          </p:nvPr>
        </p:nvGraphicFramePr>
        <p:xfrm>
          <a:off x="758295" y="5281556"/>
          <a:ext cx="4752975" cy="994918"/>
        </p:xfrm>
        <a:graphic>
          <a:graphicData uri="http://schemas.openxmlformats.org/drawingml/2006/table">
            <a:tbl>
              <a:tblPr>
                <a:tableStyleId>{5C22544A-7EE6-4342-B048-85BDC9FD1C3A}</a:tableStyleId>
              </a:tblPr>
              <a:tblGrid>
                <a:gridCol w="1064757">
                  <a:extLst>
                    <a:ext uri="{9D8B030D-6E8A-4147-A177-3AD203B41FA5}">
                      <a16:colId xmlns:a16="http://schemas.microsoft.com/office/drawing/2014/main" val="2003190642"/>
                    </a:ext>
                  </a:extLst>
                </a:gridCol>
                <a:gridCol w="970615">
                  <a:extLst>
                    <a:ext uri="{9D8B030D-6E8A-4147-A177-3AD203B41FA5}">
                      <a16:colId xmlns:a16="http://schemas.microsoft.com/office/drawing/2014/main" val="2493528335"/>
                    </a:ext>
                  </a:extLst>
                </a:gridCol>
                <a:gridCol w="970615">
                  <a:extLst>
                    <a:ext uri="{9D8B030D-6E8A-4147-A177-3AD203B41FA5}">
                      <a16:colId xmlns:a16="http://schemas.microsoft.com/office/drawing/2014/main" val="1276158492"/>
                    </a:ext>
                  </a:extLst>
                </a:gridCol>
                <a:gridCol w="970615">
                  <a:extLst>
                    <a:ext uri="{9D8B030D-6E8A-4147-A177-3AD203B41FA5}">
                      <a16:colId xmlns:a16="http://schemas.microsoft.com/office/drawing/2014/main" val="3944862709"/>
                    </a:ext>
                  </a:extLst>
                </a:gridCol>
                <a:gridCol w="776373">
                  <a:extLst>
                    <a:ext uri="{9D8B030D-6E8A-4147-A177-3AD203B41FA5}">
                      <a16:colId xmlns:a16="http://schemas.microsoft.com/office/drawing/2014/main" val="36791062"/>
                    </a:ext>
                  </a:extLst>
                </a:gridCol>
              </a:tblGrid>
              <a:tr h="330835">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Algorithm</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MAE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RMSE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970138428"/>
                  </a:ext>
                </a:extLst>
              </a:tr>
              <a:tr h="42545">
                <a:tc rowSpan="3">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FA</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104857.02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388417.18</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0.14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33175017"/>
                  </a:ext>
                </a:extLst>
              </a:tr>
              <a:tr h="7112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148890.99</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528102.88</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0.17</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99932866"/>
                  </a:ext>
                </a:extLst>
              </a:tr>
              <a:tr h="99695">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107258.72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406226.87</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0.14</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67426483"/>
                  </a:ext>
                </a:extLst>
              </a:tr>
            </a:tbl>
          </a:graphicData>
        </a:graphic>
      </p:graphicFrame>
      <p:graphicFrame>
        <p:nvGraphicFramePr>
          <p:cNvPr id="8" name="Chart 7">
            <a:extLst>
              <a:ext uri="{FF2B5EF4-FFF2-40B4-BE49-F238E27FC236}">
                <a16:creationId xmlns:a16="http://schemas.microsoft.com/office/drawing/2014/main" id="{05FC8686-0462-7A86-9B20-6E9E4EDB88E1}"/>
              </a:ext>
            </a:extLst>
          </p:cNvPr>
          <p:cNvGraphicFramePr/>
          <p:nvPr>
            <p:extLst>
              <p:ext uri="{D42A27DB-BD31-4B8C-83A1-F6EECF244321}">
                <p14:modId xmlns:p14="http://schemas.microsoft.com/office/powerpoint/2010/main" val="2207525613"/>
              </p:ext>
            </p:extLst>
          </p:nvPr>
        </p:nvGraphicFramePr>
        <p:xfrm>
          <a:off x="5968788" y="1625847"/>
          <a:ext cx="5464917" cy="3560145"/>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E55537E8-4380-CB9E-9CB0-B216B9BBE7AE}"/>
              </a:ext>
            </a:extLst>
          </p:cNvPr>
          <p:cNvSpPr txBox="1"/>
          <p:nvPr/>
        </p:nvSpPr>
        <p:spPr>
          <a:xfrm>
            <a:off x="632108" y="860829"/>
            <a:ext cx="4039603"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13 - Optimization results for FA –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F93507D2-DEB8-C0BD-9D3B-9AF54353EF95}"/>
              </a:ext>
            </a:extLst>
          </p:cNvPr>
          <p:cNvSpPr txBox="1"/>
          <p:nvPr/>
        </p:nvSpPr>
        <p:spPr>
          <a:xfrm>
            <a:off x="677332" y="2304538"/>
            <a:ext cx="4111792" cy="287222"/>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14 - Statistical analysis results for FA –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61AC5A7-C12F-B237-0122-BB25479BB1E5}"/>
              </a:ext>
            </a:extLst>
          </p:cNvPr>
          <p:cNvSpPr txBox="1"/>
          <p:nvPr/>
        </p:nvSpPr>
        <p:spPr>
          <a:xfrm>
            <a:off x="632108" y="3581593"/>
            <a:ext cx="3536477"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15 - Optimization results for FA –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E28594CF-0284-D669-D72E-BC6623721AA4}"/>
              </a:ext>
            </a:extLst>
          </p:cNvPr>
          <p:cNvSpPr txBox="1"/>
          <p:nvPr/>
        </p:nvSpPr>
        <p:spPr>
          <a:xfrm>
            <a:off x="677332" y="5047493"/>
            <a:ext cx="3867489"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16 - Statistical analysis results for FA –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A292100F-C1C8-4A5A-8C99-32A8C0CBB03B}"/>
              </a:ext>
            </a:extLst>
          </p:cNvPr>
          <p:cNvSpPr txBox="1"/>
          <p:nvPr/>
        </p:nvSpPr>
        <p:spPr>
          <a:xfrm>
            <a:off x="7540073" y="5185992"/>
            <a:ext cx="2650674" cy="276999"/>
          </a:xfrm>
          <a:prstGeom prst="rect">
            <a:avLst/>
          </a:prstGeom>
          <a:noFill/>
        </p:spPr>
        <p:txBody>
          <a:bodyPr wrap="square">
            <a:spAutoFit/>
          </a:bodyPr>
          <a:lstStyle/>
          <a:p>
            <a:pPr marL="0" marR="0">
              <a:spcAft>
                <a:spcPts val="12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18 - Convergence curves for FA</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9716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076D2-45DB-067F-96E2-F4FDD701341F}"/>
              </a:ext>
            </a:extLst>
          </p:cNvPr>
          <p:cNvSpPr>
            <a:spLocks noGrp="1"/>
          </p:cNvSpPr>
          <p:nvPr>
            <p:ph type="title"/>
          </p:nvPr>
        </p:nvSpPr>
        <p:spPr>
          <a:xfrm>
            <a:off x="919220" y="99447"/>
            <a:ext cx="10515600" cy="1325563"/>
          </a:xfrm>
        </p:spPr>
        <p:txBody>
          <a:bodyPr>
            <a:normAutofit/>
          </a:bodyPr>
          <a:lstStyle/>
          <a:p>
            <a:pPr algn="ctr"/>
            <a:r>
              <a:rPr lang="en-CA" sz="2400" b="1" dirty="0">
                <a:effectLst/>
                <a:latin typeface="Times New Roman" panose="02020603050405020304" pitchFamily="18" charset="0"/>
                <a:ea typeface="SimSun" panose="02010600030101010101" pitchFamily="2" charset="-122"/>
              </a:rPr>
              <a:t>PSO results</a:t>
            </a:r>
            <a:endParaRPr lang="en-CA" sz="2400" b="1" dirty="0"/>
          </a:p>
        </p:txBody>
      </p:sp>
      <p:graphicFrame>
        <p:nvGraphicFramePr>
          <p:cNvPr id="4" name="Content Placeholder 3">
            <a:extLst>
              <a:ext uri="{FF2B5EF4-FFF2-40B4-BE49-F238E27FC236}">
                <a16:creationId xmlns:a16="http://schemas.microsoft.com/office/drawing/2014/main" id="{8EEDE4EC-AA02-AA7D-0859-12F72C6CF6B9}"/>
              </a:ext>
            </a:extLst>
          </p:cNvPr>
          <p:cNvGraphicFramePr>
            <a:graphicFrameLocks noGrp="1"/>
          </p:cNvGraphicFramePr>
          <p:nvPr>
            <p:ph idx="1"/>
            <p:extLst>
              <p:ext uri="{D42A27DB-BD31-4B8C-83A1-F6EECF244321}">
                <p14:modId xmlns:p14="http://schemas.microsoft.com/office/powerpoint/2010/main" val="275539993"/>
              </p:ext>
            </p:extLst>
          </p:nvPr>
        </p:nvGraphicFramePr>
        <p:xfrm>
          <a:off x="870063" y="1259836"/>
          <a:ext cx="4914899" cy="1136904"/>
        </p:xfrm>
        <a:graphic>
          <a:graphicData uri="http://schemas.openxmlformats.org/drawingml/2006/table">
            <a:tbl>
              <a:tblPr>
                <a:tableStyleId>{5C22544A-7EE6-4342-B048-85BDC9FD1C3A}</a:tableStyleId>
              </a:tblPr>
              <a:tblGrid>
                <a:gridCol w="826390">
                  <a:extLst>
                    <a:ext uri="{9D8B030D-6E8A-4147-A177-3AD203B41FA5}">
                      <a16:colId xmlns:a16="http://schemas.microsoft.com/office/drawing/2014/main" val="3851118431"/>
                    </a:ext>
                  </a:extLst>
                </a:gridCol>
                <a:gridCol w="676237">
                  <a:extLst>
                    <a:ext uri="{9D8B030D-6E8A-4147-A177-3AD203B41FA5}">
                      <a16:colId xmlns:a16="http://schemas.microsoft.com/office/drawing/2014/main" val="3199418854"/>
                    </a:ext>
                  </a:extLst>
                </a:gridCol>
                <a:gridCol w="802888">
                  <a:extLst>
                    <a:ext uri="{9D8B030D-6E8A-4147-A177-3AD203B41FA5}">
                      <a16:colId xmlns:a16="http://schemas.microsoft.com/office/drawing/2014/main" val="2096536519"/>
                    </a:ext>
                  </a:extLst>
                </a:gridCol>
                <a:gridCol w="551985">
                  <a:extLst>
                    <a:ext uri="{9D8B030D-6E8A-4147-A177-3AD203B41FA5}">
                      <a16:colId xmlns:a16="http://schemas.microsoft.com/office/drawing/2014/main" val="3825922839"/>
                    </a:ext>
                  </a:extLst>
                </a:gridCol>
                <a:gridCol w="551985">
                  <a:extLst>
                    <a:ext uri="{9D8B030D-6E8A-4147-A177-3AD203B41FA5}">
                      <a16:colId xmlns:a16="http://schemas.microsoft.com/office/drawing/2014/main" val="284760686"/>
                    </a:ext>
                  </a:extLst>
                </a:gridCol>
                <a:gridCol w="752707">
                  <a:extLst>
                    <a:ext uri="{9D8B030D-6E8A-4147-A177-3AD203B41FA5}">
                      <a16:colId xmlns:a16="http://schemas.microsoft.com/office/drawing/2014/main" val="1042486992"/>
                    </a:ext>
                  </a:extLst>
                </a:gridCol>
                <a:gridCol w="752707">
                  <a:extLst>
                    <a:ext uri="{9D8B030D-6E8A-4147-A177-3AD203B41FA5}">
                      <a16:colId xmlns:a16="http://schemas.microsoft.com/office/drawing/2014/main" val="2748419086"/>
                    </a:ext>
                  </a:extLst>
                </a:gridCol>
              </a:tblGrid>
              <a:tr h="336550">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Algorithm</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LPSP</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Best NPC ($)</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PV</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No. TT</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BESS</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925837325"/>
                  </a:ext>
                </a:extLst>
              </a:tr>
              <a:tr h="193675">
                <a:tc rowSpan="3">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PSO</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520,139</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48</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19494091"/>
                  </a:ext>
                </a:extLst>
              </a:tr>
              <a:tr h="9398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487,353</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45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7</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66134251"/>
                  </a:ext>
                </a:extLst>
              </a:tr>
              <a:tr h="170815">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484,528</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44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8</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89172251"/>
                  </a:ext>
                </a:extLst>
              </a:tr>
            </a:tbl>
          </a:graphicData>
        </a:graphic>
      </p:graphicFrame>
      <p:graphicFrame>
        <p:nvGraphicFramePr>
          <p:cNvPr id="5" name="Table 4">
            <a:extLst>
              <a:ext uri="{FF2B5EF4-FFF2-40B4-BE49-F238E27FC236}">
                <a16:creationId xmlns:a16="http://schemas.microsoft.com/office/drawing/2014/main" id="{B867309A-580A-6F1E-40F6-F234C7BDDE78}"/>
              </a:ext>
            </a:extLst>
          </p:cNvPr>
          <p:cNvGraphicFramePr>
            <a:graphicFrameLocks noGrp="1"/>
          </p:cNvGraphicFramePr>
          <p:nvPr>
            <p:extLst>
              <p:ext uri="{D42A27DB-BD31-4B8C-83A1-F6EECF244321}">
                <p14:modId xmlns:p14="http://schemas.microsoft.com/office/powerpoint/2010/main" val="1705184388"/>
              </p:ext>
            </p:extLst>
          </p:nvPr>
        </p:nvGraphicFramePr>
        <p:xfrm>
          <a:off x="951024" y="2622095"/>
          <a:ext cx="4752975" cy="994918"/>
        </p:xfrm>
        <a:graphic>
          <a:graphicData uri="http://schemas.openxmlformats.org/drawingml/2006/table">
            <a:tbl>
              <a:tblPr>
                <a:tableStyleId>{5C22544A-7EE6-4342-B048-85BDC9FD1C3A}</a:tableStyleId>
              </a:tblPr>
              <a:tblGrid>
                <a:gridCol w="1064757">
                  <a:extLst>
                    <a:ext uri="{9D8B030D-6E8A-4147-A177-3AD203B41FA5}">
                      <a16:colId xmlns:a16="http://schemas.microsoft.com/office/drawing/2014/main" val="2644471904"/>
                    </a:ext>
                  </a:extLst>
                </a:gridCol>
                <a:gridCol w="970615">
                  <a:extLst>
                    <a:ext uri="{9D8B030D-6E8A-4147-A177-3AD203B41FA5}">
                      <a16:colId xmlns:a16="http://schemas.microsoft.com/office/drawing/2014/main" val="1380962423"/>
                    </a:ext>
                  </a:extLst>
                </a:gridCol>
                <a:gridCol w="970615">
                  <a:extLst>
                    <a:ext uri="{9D8B030D-6E8A-4147-A177-3AD203B41FA5}">
                      <a16:colId xmlns:a16="http://schemas.microsoft.com/office/drawing/2014/main" val="704453168"/>
                    </a:ext>
                  </a:extLst>
                </a:gridCol>
                <a:gridCol w="970615">
                  <a:extLst>
                    <a:ext uri="{9D8B030D-6E8A-4147-A177-3AD203B41FA5}">
                      <a16:colId xmlns:a16="http://schemas.microsoft.com/office/drawing/2014/main" val="2013177154"/>
                    </a:ext>
                  </a:extLst>
                </a:gridCol>
                <a:gridCol w="776373">
                  <a:extLst>
                    <a:ext uri="{9D8B030D-6E8A-4147-A177-3AD203B41FA5}">
                      <a16:colId xmlns:a16="http://schemas.microsoft.com/office/drawing/2014/main" val="1475530181"/>
                    </a:ext>
                  </a:extLst>
                </a:gridCol>
              </a:tblGrid>
              <a:tr h="330835">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Algorithm</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MAE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RMSE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74729616"/>
                  </a:ext>
                </a:extLst>
              </a:tr>
              <a:tr h="116840">
                <a:tc rowSpan="3">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PSO</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67971.39</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102102.10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0.13</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828324509"/>
                  </a:ext>
                </a:extLst>
              </a:tr>
              <a:tr h="111125">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10162.95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69833.38</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0.02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550890982"/>
                  </a:ext>
                </a:extLst>
              </a:tr>
              <a:tr h="10541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126128.95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187878.28</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0.26</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89127864"/>
                  </a:ext>
                </a:extLst>
              </a:tr>
            </a:tbl>
          </a:graphicData>
        </a:graphic>
      </p:graphicFrame>
      <p:graphicFrame>
        <p:nvGraphicFramePr>
          <p:cNvPr id="6" name="Table 5">
            <a:extLst>
              <a:ext uri="{FF2B5EF4-FFF2-40B4-BE49-F238E27FC236}">
                <a16:creationId xmlns:a16="http://schemas.microsoft.com/office/drawing/2014/main" id="{F1C02DDE-12B6-FC7B-D7EC-E2EB531A3789}"/>
              </a:ext>
            </a:extLst>
          </p:cNvPr>
          <p:cNvGraphicFramePr>
            <a:graphicFrameLocks noGrp="1"/>
          </p:cNvGraphicFramePr>
          <p:nvPr>
            <p:extLst>
              <p:ext uri="{D42A27DB-BD31-4B8C-83A1-F6EECF244321}">
                <p14:modId xmlns:p14="http://schemas.microsoft.com/office/powerpoint/2010/main" val="3424023600"/>
              </p:ext>
            </p:extLst>
          </p:nvPr>
        </p:nvGraphicFramePr>
        <p:xfrm>
          <a:off x="870061" y="3876514"/>
          <a:ext cx="4914900" cy="1136904"/>
        </p:xfrm>
        <a:graphic>
          <a:graphicData uri="http://schemas.openxmlformats.org/drawingml/2006/table">
            <a:tbl>
              <a:tblPr>
                <a:tableStyleId>{5C22544A-7EE6-4342-B048-85BDC9FD1C3A}</a:tableStyleId>
              </a:tblPr>
              <a:tblGrid>
                <a:gridCol w="826392">
                  <a:extLst>
                    <a:ext uri="{9D8B030D-6E8A-4147-A177-3AD203B41FA5}">
                      <a16:colId xmlns:a16="http://schemas.microsoft.com/office/drawing/2014/main" val="2455762754"/>
                    </a:ext>
                  </a:extLst>
                </a:gridCol>
                <a:gridCol w="708268">
                  <a:extLst>
                    <a:ext uri="{9D8B030D-6E8A-4147-A177-3AD203B41FA5}">
                      <a16:colId xmlns:a16="http://schemas.microsoft.com/office/drawing/2014/main" val="3077259269"/>
                    </a:ext>
                  </a:extLst>
                </a:gridCol>
                <a:gridCol w="820004">
                  <a:extLst>
                    <a:ext uri="{9D8B030D-6E8A-4147-A177-3AD203B41FA5}">
                      <a16:colId xmlns:a16="http://schemas.microsoft.com/office/drawing/2014/main" val="1928526563"/>
                    </a:ext>
                  </a:extLst>
                </a:gridCol>
                <a:gridCol w="563753">
                  <a:extLst>
                    <a:ext uri="{9D8B030D-6E8A-4147-A177-3AD203B41FA5}">
                      <a16:colId xmlns:a16="http://schemas.microsoft.com/office/drawing/2014/main" val="1936649634"/>
                    </a:ext>
                  </a:extLst>
                </a:gridCol>
                <a:gridCol w="563753">
                  <a:extLst>
                    <a:ext uri="{9D8B030D-6E8A-4147-A177-3AD203B41FA5}">
                      <a16:colId xmlns:a16="http://schemas.microsoft.com/office/drawing/2014/main" val="3241719111"/>
                    </a:ext>
                  </a:extLst>
                </a:gridCol>
                <a:gridCol w="716365">
                  <a:extLst>
                    <a:ext uri="{9D8B030D-6E8A-4147-A177-3AD203B41FA5}">
                      <a16:colId xmlns:a16="http://schemas.microsoft.com/office/drawing/2014/main" val="1280723049"/>
                    </a:ext>
                  </a:extLst>
                </a:gridCol>
                <a:gridCol w="716365">
                  <a:extLst>
                    <a:ext uri="{9D8B030D-6E8A-4147-A177-3AD203B41FA5}">
                      <a16:colId xmlns:a16="http://schemas.microsoft.com/office/drawing/2014/main" val="584311638"/>
                    </a:ext>
                  </a:extLst>
                </a:gridCol>
              </a:tblGrid>
              <a:tr h="319405">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Algorithm</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Best NPC ($)</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PV</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TT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No. BESS</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25659177"/>
                  </a:ext>
                </a:extLst>
              </a:tr>
              <a:tr h="105410">
                <a:tc rowSpan="3">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PSO</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704,596</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45519618"/>
                  </a:ext>
                </a:extLst>
              </a:tr>
              <a:tr h="10541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691,021</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566232292"/>
                  </a:ext>
                </a:extLst>
              </a:tr>
              <a:tr h="53975">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687,632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2</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082763625"/>
                  </a:ext>
                </a:extLst>
              </a:tr>
            </a:tbl>
          </a:graphicData>
        </a:graphic>
      </p:graphicFrame>
      <p:graphicFrame>
        <p:nvGraphicFramePr>
          <p:cNvPr id="7" name="Table 6">
            <a:extLst>
              <a:ext uri="{FF2B5EF4-FFF2-40B4-BE49-F238E27FC236}">
                <a16:creationId xmlns:a16="http://schemas.microsoft.com/office/drawing/2014/main" id="{F658286E-EFAA-C2B9-1B71-3FA9D5C19E41}"/>
              </a:ext>
            </a:extLst>
          </p:cNvPr>
          <p:cNvGraphicFramePr>
            <a:graphicFrameLocks noGrp="1"/>
          </p:cNvGraphicFramePr>
          <p:nvPr>
            <p:extLst>
              <p:ext uri="{D42A27DB-BD31-4B8C-83A1-F6EECF244321}">
                <p14:modId xmlns:p14="http://schemas.microsoft.com/office/powerpoint/2010/main" val="2090504504"/>
              </p:ext>
            </p:extLst>
          </p:nvPr>
        </p:nvGraphicFramePr>
        <p:xfrm>
          <a:off x="951023" y="5297160"/>
          <a:ext cx="4752975" cy="994918"/>
        </p:xfrm>
        <a:graphic>
          <a:graphicData uri="http://schemas.openxmlformats.org/drawingml/2006/table">
            <a:tbl>
              <a:tblPr>
                <a:tableStyleId>{5C22544A-7EE6-4342-B048-85BDC9FD1C3A}</a:tableStyleId>
              </a:tblPr>
              <a:tblGrid>
                <a:gridCol w="1064757">
                  <a:extLst>
                    <a:ext uri="{9D8B030D-6E8A-4147-A177-3AD203B41FA5}">
                      <a16:colId xmlns:a16="http://schemas.microsoft.com/office/drawing/2014/main" val="1637443773"/>
                    </a:ext>
                  </a:extLst>
                </a:gridCol>
                <a:gridCol w="970615">
                  <a:extLst>
                    <a:ext uri="{9D8B030D-6E8A-4147-A177-3AD203B41FA5}">
                      <a16:colId xmlns:a16="http://schemas.microsoft.com/office/drawing/2014/main" val="3405332233"/>
                    </a:ext>
                  </a:extLst>
                </a:gridCol>
                <a:gridCol w="970615">
                  <a:extLst>
                    <a:ext uri="{9D8B030D-6E8A-4147-A177-3AD203B41FA5}">
                      <a16:colId xmlns:a16="http://schemas.microsoft.com/office/drawing/2014/main" val="3541188643"/>
                    </a:ext>
                  </a:extLst>
                </a:gridCol>
                <a:gridCol w="970615">
                  <a:extLst>
                    <a:ext uri="{9D8B030D-6E8A-4147-A177-3AD203B41FA5}">
                      <a16:colId xmlns:a16="http://schemas.microsoft.com/office/drawing/2014/main" val="4167251183"/>
                    </a:ext>
                  </a:extLst>
                </a:gridCol>
                <a:gridCol w="776373">
                  <a:extLst>
                    <a:ext uri="{9D8B030D-6E8A-4147-A177-3AD203B41FA5}">
                      <a16:colId xmlns:a16="http://schemas.microsoft.com/office/drawing/2014/main" val="3519124883"/>
                    </a:ext>
                  </a:extLst>
                </a:gridCol>
              </a:tblGrid>
              <a:tr h="330835">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Algorithm</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MAE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RMSE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RE</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87007993"/>
                  </a:ext>
                </a:extLst>
              </a:tr>
              <a:tr h="71120">
                <a:tc rowSpan="3">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PSO</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2641.0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18674.69</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0.003</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18823290"/>
                  </a:ext>
                </a:extLst>
              </a:tr>
              <a:tr h="71120">
                <a:tc vMerge="1">
                  <a:txBody>
                    <a:bodyPr/>
                    <a:lstStyle/>
                    <a:p>
                      <a:endParaRPr lang="en-CA"/>
                    </a:p>
                  </a:txBody>
                  <a:tcP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24449.22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63919.55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0.035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50282694"/>
                  </a:ext>
                </a:extLst>
              </a:tr>
              <a:tr h="76835">
                <a:tc vMerge="1">
                  <a:txBody>
                    <a:bodyPr/>
                    <a:lstStyle/>
                    <a:p>
                      <a:endParaRPr lang="en-CA"/>
                    </a:p>
                  </a:txBody>
                  <a:tcP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5%</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10495.10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a:effectLst/>
                          <a:latin typeface="Times New Roman" panose="02020603050405020304" pitchFamily="18" charset="0"/>
                          <a:cs typeface="Times New Roman" panose="02020603050405020304" pitchFamily="18" charset="0"/>
                        </a:rPr>
                        <a:t>60962.51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lnSpc>
                          <a:spcPct val="150000"/>
                        </a:lnSpc>
                        <a:buNone/>
                      </a:pPr>
                      <a:r>
                        <a:rPr lang="en-US" sz="1100" dirty="0">
                          <a:effectLst/>
                          <a:latin typeface="Times New Roman" panose="02020603050405020304" pitchFamily="18" charset="0"/>
                          <a:cs typeface="Times New Roman" panose="02020603050405020304" pitchFamily="18" charset="0"/>
                        </a:rPr>
                        <a:t>0.01</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97688513"/>
                  </a:ext>
                </a:extLst>
              </a:tr>
            </a:tbl>
          </a:graphicData>
        </a:graphic>
      </p:graphicFrame>
      <p:graphicFrame>
        <p:nvGraphicFramePr>
          <p:cNvPr id="8" name="Chart 7">
            <a:extLst>
              <a:ext uri="{FF2B5EF4-FFF2-40B4-BE49-F238E27FC236}">
                <a16:creationId xmlns:a16="http://schemas.microsoft.com/office/drawing/2014/main" id="{E663BE5F-09FE-ADE9-0C50-82CB5388DE2B}"/>
              </a:ext>
            </a:extLst>
          </p:cNvPr>
          <p:cNvGraphicFramePr/>
          <p:nvPr>
            <p:extLst>
              <p:ext uri="{D42A27DB-BD31-4B8C-83A1-F6EECF244321}">
                <p14:modId xmlns:p14="http://schemas.microsoft.com/office/powerpoint/2010/main" val="4030140932"/>
              </p:ext>
            </p:extLst>
          </p:nvPr>
        </p:nvGraphicFramePr>
        <p:xfrm>
          <a:off x="6096000" y="1767424"/>
          <a:ext cx="5371257" cy="3597954"/>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26FA2BB0-B078-1263-48A0-AB6949A012BF}"/>
              </a:ext>
            </a:extLst>
          </p:cNvPr>
          <p:cNvSpPr txBox="1"/>
          <p:nvPr/>
        </p:nvSpPr>
        <p:spPr>
          <a:xfrm>
            <a:off x="870063" y="901816"/>
            <a:ext cx="3939283" cy="336118"/>
          </a:xfrm>
          <a:prstGeom prst="rect">
            <a:avLst/>
          </a:prstGeom>
          <a:noFill/>
        </p:spPr>
        <p:txBody>
          <a:bodyPr wrap="square">
            <a:spAutoFit/>
          </a:bodyPr>
          <a:lstStyle/>
          <a:p>
            <a:pPr marL="0" marR="0">
              <a:lnSpc>
                <a:spcPct val="150000"/>
              </a:lnSpc>
              <a:spcAft>
                <a:spcPts val="3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17 - Optimization results for PSO –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0D83E988-3633-4DC8-FCCC-7C6E9DB3E705}"/>
              </a:ext>
            </a:extLst>
          </p:cNvPr>
          <p:cNvSpPr txBox="1"/>
          <p:nvPr/>
        </p:nvSpPr>
        <p:spPr>
          <a:xfrm>
            <a:off x="870061" y="2329089"/>
            <a:ext cx="4220077" cy="336118"/>
          </a:xfrm>
          <a:prstGeom prst="rect">
            <a:avLst/>
          </a:prstGeom>
          <a:noFill/>
        </p:spPr>
        <p:txBody>
          <a:bodyPr wrap="square">
            <a:spAutoFit/>
          </a:bodyPr>
          <a:lstStyle/>
          <a:p>
            <a:pPr marL="0" marR="0">
              <a:lnSpc>
                <a:spcPct val="150000"/>
              </a:lnSpc>
              <a:spcAft>
                <a:spcPts val="3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18 - Statistical Analysis results for PSO –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59BD656-67A7-3A28-BF66-20CA884C2427}"/>
              </a:ext>
            </a:extLst>
          </p:cNvPr>
          <p:cNvSpPr txBox="1"/>
          <p:nvPr/>
        </p:nvSpPr>
        <p:spPr>
          <a:xfrm>
            <a:off x="870061" y="3566401"/>
            <a:ext cx="3625516" cy="336118"/>
          </a:xfrm>
          <a:prstGeom prst="rect">
            <a:avLst/>
          </a:prstGeom>
          <a:noFill/>
        </p:spPr>
        <p:txBody>
          <a:bodyPr wrap="square">
            <a:spAutoFit/>
          </a:bodyPr>
          <a:lstStyle/>
          <a:p>
            <a:pPr marL="0" marR="0">
              <a:lnSpc>
                <a:spcPct val="150000"/>
              </a:lnSpc>
              <a:spcBef>
                <a:spcPts val="1200"/>
              </a:spcBef>
              <a:spcAft>
                <a:spcPts val="3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19 - Optimization results for PSO –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0FA7E31E-A9DC-1A11-9354-D538CABAA38E}"/>
              </a:ext>
            </a:extLst>
          </p:cNvPr>
          <p:cNvSpPr txBox="1"/>
          <p:nvPr/>
        </p:nvSpPr>
        <p:spPr>
          <a:xfrm>
            <a:off x="870061" y="5000369"/>
            <a:ext cx="4147876" cy="336118"/>
          </a:xfrm>
          <a:prstGeom prst="rect">
            <a:avLst/>
          </a:prstGeom>
          <a:noFill/>
        </p:spPr>
        <p:txBody>
          <a:bodyPr wrap="square">
            <a:spAutoFit/>
          </a:bodyPr>
          <a:lstStyle/>
          <a:p>
            <a:pPr marL="0" marR="0">
              <a:lnSpc>
                <a:spcPct val="150000"/>
              </a:lnSpc>
              <a:spcBef>
                <a:spcPts val="600"/>
              </a:spcBef>
              <a:spcAft>
                <a:spcPts val="3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20 - Statistical Analysis results for PSO –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B34C87AB-2FA5-6EA7-93C2-DC73515563D9}"/>
              </a:ext>
            </a:extLst>
          </p:cNvPr>
          <p:cNvSpPr txBox="1"/>
          <p:nvPr/>
        </p:nvSpPr>
        <p:spPr>
          <a:xfrm>
            <a:off x="7339330" y="5365378"/>
            <a:ext cx="2884595" cy="276999"/>
          </a:xfrm>
          <a:prstGeom prst="rect">
            <a:avLst/>
          </a:prstGeom>
          <a:noFill/>
        </p:spPr>
        <p:txBody>
          <a:bodyPr wrap="square">
            <a:spAutoFit/>
          </a:bodyPr>
          <a:lstStyle/>
          <a:p>
            <a:pPr marL="0" marR="0">
              <a:spcAft>
                <a:spcPts val="12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19 - Convergence curves for PSO</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35646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ABC2C-3F23-B068-1283-B15C5DB858FB}"/>
              </a:ext>
            </a:extLst>
          </p:cNvPr>
          <p:cNvSpPr>
            <a:spLocks noGrp="1"/>
          </p:cNvSpPr>
          <p:nvPr>
            <p:ph type="title"/>
          </p:nvPr>
        </p:nvSpPr>
        <p:spPr>
          <a:xfrm>
            <a:off x="701398" y="221590"/>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Conclusion of four algorithms</a:t>
            </a:r>
            <a:endParaRPr lang="en-CA"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4EC75B-6992-A8DE-7CAF-AE15B2A43A3E}"/>
              </a:ext>
            </a:extLst>
          </p:cNvPr>
          <p:cNvSpPr>
            <a:spLocks noGrp="1"/>
          </p:cNvSpPr>
          <p:nvPr>
            <p:ph idx="1"/>
          </p:nvPr>
        </p:nvSpPr>
        <p:spPr>
          <a:xfrm>
            <a:off x="701399" y="1294872"/>
            <a:ext cx="5591118" cy="5057801"/>
          </a:xfrm>
        </p:spPr>
        <p:txBody>
          <a:bodyPr>
            <a:noAutofit/>
          </a:bodyPr>
          <a:lstStyle/>
          <a:p>
            <a:pPr>
              <a:lnSpc>
                <a:spcPct val="100000"/>
              </a:lnSpc>
              <a:spcBef>
                <a:spcPts val="0"/>
              </a:spcBef>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PSO consistently outperforms all other algorithms: </a:t>
            </a: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The lowest NPC for both Li-ion and Lead-acid batteries.</a:t>
            </a: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Converges faster with fewer system components.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0000"/>
              </a:lnSpc>
              <a:spcBef>
                <a:spcPts val="0"/>
              </a:spcBef>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FA appears as the second-best algorithm:</a:t>
            </a: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 strong balance between exploration and cost efficiency.</a:t>
            </a: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Occasionally showing higher deviations from the optimal solution.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0000"/>
              </a:lnSpc>
              <a:spcBef>
                <a:spcPts val="0"/>
              </a:spcBef>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GA is stable and reliable with both battery types </a:t>
            </a: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Unable to match the cost reductions of PSO and FA.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0000"/>
              </a:lnSpc>
              <a:spcBef>
                <a:spcPts val="0"/>
              </a:spcBef>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ACO is the least efficient algorithm: </a:t>
            </a:r>
          </a:p>
          <a:p>
            <a:pPr marR="0" lvl="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Significantly higher NPC values and struggles with convergence and accuracy.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0000"/>
              </a:lnSpc>
              <a:spcBef>
                <a:spcPts val="0"/>
              </a:spcBef>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More reliability is established with an LPSP of 0%, but at a higher cost. </a:t>
            </a:r>
          </a:p>
          <a:p>
            <a:pPr>
              <a:lnSpc>
                <a:spcPct val="100000"/>
              </a:lnSpc>
              <a:spcBef>
                <a:spcPts val="0"/>
              </a:spcBef>
              <a:defRP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LPSPs of 2% and 5% are also reasonable options for a balance between reliability and cost-effectiveness.</a:t>
            </a:r>
            <a:endParaRPr lang="en-CA"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CA" sz="1600" dirty="0">
              <a:latin typeface="Times New Roman" panose="02020603050405020304" pitchFamily="18" charset="0"/>
              <a:cs typeface="Times New Roman" panose="02020603050405020304" pitchFamily="18" charset="0"/>
            </a:endParaRPr>
          </a:p>
          <a:p>
            <a:endParaRPr lang="en-CA" sz="1600" dirty="0">
              <a:latin typeface="Times New Roman" panose="02020603050405020304" pitchFamily="18" charset="0"/>
              <a:cs typeface="Times New Roman" panose="02020603050405020304" pitchFamily="18" charset="0"/>
            </a:endParaRPr>
          </a:p>
        </p:txBody>
      </p:sp>
      <p:graphicFrame>
        <p:nvGraphicFramePr>
          <p:cNvPr id="4" name="Content Placeholder 6">
            <a:extLst>
              <a:ext uri="{FF2B5EF4-FFF2-40B4-BE49-F238E27FC236}">
                <a16:creationId xmlns:a16="http://schemas.microsoft.com/office/drawing/2014/main" id="{9231197F-6647-5F16-B810-20D83A1822CD}"/>
              </a:ext>
            </a:extLst>
          </p:cNvPr>
          <p:cNvGraphicFramePr>
            <a:graphicFrameLocks/>
          </p:cNvGraphicFramePr>
          <p:nvPr>
            <p:extLst>
              <p:ext uri="{D42A27DB-BD31-4B8C-83A1-F6EECF244321}">
                <p14:modId xmlns:p14="http://schemas.microsoft.com/office/powerpoint/2010/main" val="1320458335"/>
              </p:ext>
            </p:extLst>
          </p:nvPr>
        </p:nvGraphicFramePr>
        <p:xfrm>
          <a:off x="6580692" y="1739735"/>
          <a:ext cx="4773108" cy="3531560"/>
        </p:xfrm>
        <a:graphic>
          <a:graphicData uri="http://schemas.openxmlformats.org/drawingml/2006/table">
            <a:tbl>
              <a:tblPr firstRow="1" firstCol="1">
                <a:tableStyleId>{793D81CF-94F2-401A-BA57-92F5A7B2D0C5}</a:tableStyleId>
              </a:tblPr>
              <a:tblGrid>
                <a:gridCol w="814275">
                  <a:extLst>
                    <a:ext uri="{9D8B030D-6E8A-4147-A177-3AD203B41FA5}">
                      <a16:colId xmlns:a16="http://schemas.microsoft.com/office/drawing/2014/main" val="3895966309"/>
                    </a:ext>
                  </a:extLst>
                </a:gridCol>
                <a:gridCol w="445168">
                  <a:extLst>
                    <a:ext uri="{9D8B030D-6E8A-4147-A177-3AD203B41FA5}">
                      <a16:colId xmlns:a16="http://schemas.microsoft.com/office/drawing/2014/main" val="2362306156"/>
                    </a:ext>
                  </a:extLst>
                </a:gridCol>
                <a:gridCol w="1888958">
                  <a:extLst>
                    <a:ext uri="{9D8B030D-6E8A-4147-A177-3AD203B41FA5}">
                      <a16:colId xmlns:a16="http://schemas.microsoft.com/office/drawing/2014/main" val="909335085"/>
                    </a:ext>
                  </a:extLst>
                </a:gridCol>
                <a:gridCol w="1624707">
                  <a:extLst>
                    <a:ext uri="{9D8B030D-6E8A-4147-A177-3AD203B41FA5}">
                      <a16:colId xmlns:a16="http://schemas.microsoft.com/office/drawing/2014/main" val="3531045830"/>
                    </a:ext>
                  </a:extLst>
                </a:gridCol>
              </a:tblGrid>
              <a:tr h="370496">
                <a:tc>
                  <a:txBody>
                    <a:bodyPr/>
                    <a:lstStyle/>
                    <a:p>
                      <a:pPr marL="0" marR="0" algn="ctr"/>
                      <a:r>
                        <a:rPr lang="en-US" sz="1200" b="0" dirty="0">
                          <a:solidFill>
                            <a:schemeClr val="bg1"/>
                          </a:solidFill>
                          <a:effectLst/>
                        </a:rPr>
                        <a:t>Algorithm </a:t>
                      </a:r>
                      <a:endParaRPr lang="en-CA" sz="1200" b="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bg1"/>
                          </a:solidFill>
                          <a:effectLst/>
                        </a:rPr>
                        <a:t>LPSP</a:t>
                      </a:r>
                      <a:endParaRPr lang="en-CA" sz="1200" b="0" i="1"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bg1"/>
                          </a:solidFill>
                          <a:effectLst/>
                        </a:rPr>
                        <a:t>Best NPC ($) – Lead Acid Battery</a:t>
                      </a:r>
                      <a:endParaRPr lang="en-CA" sz="1200" b="0" i="1"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bg1"/>
                          </a:solidFill>
                          <a:effectLst/>
                        </a:rPr>
                        <a:t>Best NPC ($) – Li-ion Battery</a:t>
                      </a:r>
                      <a:endParaRPr lang="en-CA" sz="1200" b="0" i="1"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1724607623"/>
                  </a:ext>
                </a:extLst>
              </a:tr>
              <a:tr h="263422">
                <a:tc rowSpan="3">
                  <a:txBody>
                    <a:bodyPr/>
                    <a:lstStyle/>
                    <a:p>
                      <a:pPr marL="0" marR="0" algn="ctr"/>
                      <a:r>
                        <a:rPr lang="en-US" sz="1200" b="0" dirty="0">
                          <a:solidFill>
                            <a:schemeClr val="tx1"/>
                          </a:solidFill>
                          <a:effectLst/>
                        </a:rPr>
                        <a:t>GA</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a:solidFill>
                            <a:schemeClr val="tx1"/>
                          </a:solidFill>
                          <a:effectLst/>
                        </a:rPr>
                        <a:t>0%</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587,114</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779,683</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1009440907"/>
                  </a:ext>
                </a:extLst>
              </a:tr>
              <a:tr h="263422">
                <a:tc vMerge="1">
                  <a:txBody>
                    <a:bodyPr/>
                    <a:lstStyle/>
                    <a:p>
                      <a:endParaRPr lang="en-CA"/>
                    </a:p>
                  </a:txBody>
                  <a:tcPr/>
                </a:tc>
                <a:tc>
                  <a:txBody>
                    <a:bodyPr/>
                    <a:lstStyle/>
                    <a:p>
                      <a:pPr marL="0" marR="0" algn="ctr"/>
                      <a:r>
                        <a:rPr lang="en-US" sz="1200" b="0">
                          <a:solidFill>
                            <a:schemeClr val="tx1"/>
                          </a:solidFill>
                          <a:effectLst/>
                        </a:rPr>
                        <a:t>2%</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586,114</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778,683</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346780531"/>
                  </a:ext>
                </a:extLst>
              </a:tr>
              <a:tr h="263422">
                <a:tc vMerge="1">
                  <a:txBody>
                    <a:bodyPr/>
                    <a:lstStyle/>
                    <a:p>
                      <a:endParaRPr lang="en-CA"/>
                    </a:p>
                  </a:txBody>
                  <a:tcPr/>
                </a:tc>
                <a:tc>
                  <a:txBody>
                    <a:bodyPr/>
                    <a:lstStyle/>
                    <a:p>
                      <a:pPr marL="0" marR="0" algn="ctr"/>
                      <a:r>
                        <a:rPr lang="en-US" sz="1200" b="0">
                          <a:solidFill>
                            <a:schemeClr val="tx1"/>
                          </a:solidFill>
                          <a:effectLst/>
                        </a:rPr>
                        <a:t>5%</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584,614</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777,183</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3960645531"/>
                  </a:ext>
                </a:extLst>
              </a:tr>
              <a:tr h="263422">
                <a:tc rowSpan="3">
                  <a:txBody>
                    <a:bodyPr/>
                    <a:lstStyle/>
                    <a:p>
                      <a:pPr marL="0" marR="0" algn="ctr"/>
                      <a:r>
                        <a:rPr lang="en-US" sz="1200" b="0">
                          <a:solidFill>
                            <a:schemeClr val="tx1"/>
                          </a:solidFill>
                          <a:effectLst/>
                        </a:rPr>
                        <a:t>ACO</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a:solidFill>
                            <a:schemeClr val="tx1"/>
                          </a:solidFill>
                          <a:effectLst/>
                        </a:rPr>
                        <a:t>0%</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823,411</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1,003,180</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1236095366"/>
                  </a:ext>
                </a:extLst>
              </a:tr>
              <a:tr h="263422">
                <a:tc vMerge="1">
                  <a:txBody>
                    <a:bodyPr/>
                    <a:lstStyle/>
                    <a:p>
                      <a:endParaRPr lang="en-CA"/>
                    </a:p>
                  </a:txBody>
                  <a:tcPr/>
                </a:tc>
                <a:tc>
                  <a:txBody>
                    <a:bodyPr/>
                    <a:lstStyle/>
                    <a:p>
                      <a:pPr marL="0" marR="0" algn="ctr"/>
                      <a:r>
                        <a:rPr lang="en-US" sz="1200" b="0">
                          <a:solidFill>
                            <a:schemeClr val="tx1"/>
                          </a:solidFill>
                          <a:effectLst/>
                        </a:rPr>
                        <a:t>2%</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a:solidFill>
                            <a:schemeClr val="tx1"/>
                          </a:solidFill>
                          <a:effectLst/>
                        </a:rPr>
                        <a:t>605,085</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845,750</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1224442923"/>
                  </a:ext>
                </a:extLst>
              </a:tr>
              <a:tr h="263422">
                <a:tc vMerge="1">
                  <a:txBody>
                    <a:bodyPr/>
                    <a:lstStyle/>
                    <a:p>
                      <a:endParaRPr lang="en-CA"/>
                    </a:p>
                  </a:txBody>
                  <a:tcPr/>
                </a:tc>
                <a:tc>
                  <a:txBody>
                    <a:bodyPr/>
                    <a:lstStyle/>
                    <a:p>
                      <a:pPr marL="0" marR="0" algn="ctr"/>
                      <a:r>
                        <a:rPr lang="en-US" sz="1200" b="0">
                          <a:solidFill>
                            <a:schemeClr val="tx1"/>
                          </a:solidFill>
                          <a:effectLst/>
                        </a:rPr>
                        <a:t>5%</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a:solidFill>
                            <a:schemeClr val="tx1"/>
                          </a:solidFill>
                          <a:effectLst/>
                        </a:rPr>
                        <a:t>567,137</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724,220</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3970525130"/>
                  </a:ext>
                </a:extLst>
              </a:tr>
              <a:tr h="263422">
                <a:tc rowSpan="3">
                  <a:txBody>
                    <a:bodyPr/>
                    <a:lstStyle/>
                    <a:p>
                      <a:pPr marL="0" marR="0" algn="ctr"/>
                      <a:r>
                        <a:rPr lang="en-US" sz="1200" b="0">
                          <a:solidFill>
                            <a:schemeClr val="tx1"/>
                          </a:solidFill>
                          <a:effectLst/>
                        </a:rPr>
                        <a:t>FA</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a:solidFill>
                            <a:schemeClr val="tx1"/>
                          </a:solidFill>
                          <a:effectLst/>
                        </a:rPr>
                        <a:t>0%</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a:solidFill>
                            <a:schemeClr val="tx1"/>
                          </a:solidFill>
                          <a:effectLst/>
                        </a:rPr>
                        <a:t>537,643</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730,234</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556064717"/>
                  </a:ext>
                </a:extLst>
              </a:tr>
              <a:tr h="263422">
                <a:tc vMerge="1">
                  <a:txBody>
                    <a:bodyPr/>
                    <a:lstStyle/>
                    <a:p>
                      <a:endParaRPr lang="en-CA"/>
                    </a:p>
                  </a:txBody>
                  <a:tcPr/>
                </a:tc>
                <a:tc>
                  <a:txBody>
                    <a:bodyPr/>
                    <a:lstStyle/>
                    <a:p>
                      <a:pPr marL="0" marR="0" algn="ctr"/>
                      <a:r>
                        <a:rPr lang="en-US" sz="1200" b="0">
                          <a:solidFill>
                            <a:schemeClr val="tx1"/>
                          </a:solidFill>
                          <a:effectLst/>
                        </a:rPr>
                        <a:t>2%</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a:solidFill>
                            <a:schemeClr val="tx1"/>
                          </a:solidFill>
                          <a:effectLst/>
                        </a:rPr>
                        <a:t>536,643</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729,234</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2573162145"/>
                  </a:ext>
                </a:extLst>
              </a:tr>
              <a:tr h="263422">
                <a:tc vMerge="1">
                  <a:txBody>
                    <a:bodyPr/>
                    <a:lstStyle/>
                    <a:p>
                      <a:endParaRPr lang="en-CA"/>
                    </a:p>
                  </a:txBody>
                  <a:tcPr/>
                </a:tc>
                <a:tc>
                  <a:txBody>
                    <a:bodyPr/>
                    <a:lstStyle/>
                    <a:p>
                      <a:pPr marL="0" marR="0" algn="ctr"/>
                      <a:r>
                        <a:rPr lang="en-US" sz="1200" b="0">
                          <a:solidFill>
                            <a:schemeClr val="tx1"/>
                          </a:solidFill>
                          <a:effectLst/>
                        </a:rPr>
                        <a:t>5%</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535,134</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727,734</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163952024"/>
                  </a:ext>
                </a:extLst>
              </a:tr>
              <a:tr h="263422">
                <a:tc rowSpan="3">
                  <a:txBody>
                    <a:bodyPr/>
                    <a:lstStyle/>
                    <a:p>
                      <a:pPr marL="0" marR="0" algn="ctr"/>
                      <a:r>
                        <a:rPr lang="en-US" sz="1200" b="0">
                          <a:solidFill>
                            <a:schemeClr val="tx1"/>
                          </a:solidFill>
                          <a:effectLst/>
                        </a:rPr>
                        <a:t>PSO</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a:solidFill>
                            <a:schemeClr val="tx1"/>
                          </a:solidFill>
                          <a:effectLst/>
                        </a:rPr>
                        <a:t>0%</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a:solidFill>
                            <a:schemeClr val="tx1"/>
                          </a:solidFill>
                          <a:effectLst/>
                        </a:rPr>
                        <a:t>520,139</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704,596</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2813085533"/>
                  </a:ext>
                </a:extLst>
              </a:tr>
              <a:tr h="263422">
                <a:tc vMerge="1">
                  <a:txBody>
                    <a:bodyPr/>
                    <a:lstStyle/>
                    <a:p>
                      <a:endParaRPr lang="en-CA"/>
                    </a:p>
                  </a:txBody>
                  <a:tcPr/>
                </a:tc>
                <a:tc>
                  <a:txBody>
                    <a:bodyPr/>
                    <a:lstStyle/>
                    <a:p>
                      <a:pPr marL="0" marR="0" algn="ctr"/>
                      <a:r>
                        <a:rPr lang="en-US" sz="1200" b="0">
                          <a:solidFill>
                            <a:schemeClr val="tx1"/>
                          </a:solidFill>
                          <a:effectLst/>
                        </a:rPr>
                        <a:t>2%</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a:solidFill>
                            <a:schemeClr val="tx1"/>
                          </a:solidFill>
                          <a:effectLst/>
                        </a:rPr>
                        <a:t>487,353</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691,021</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2459560505"/>
                  </a:ext>
                </a:extLst>
              </a:tr>
              <a:tr h="263422">
                <a:tc vMerge="1">
                  <a:txBody>
                    <a:bodyPr/>
                    <a:lstStyle/>
                    <a:p>
                      <a:endParaRPr lang="en-CA"/>
                    </a:p>
                  </a:txBody>
                  <a:tcPr/>
                </a:tc>
                <a:tc>
                  <a:txBody>
                    <a:bodyPr/>
                    <a:lstStyle/>
                    <a:p>
                      <a:pPr marL="0" marR="0" algn="ctr"/>
                      <a:r>
                        <a:rPr lang="en-US" sz="1200" b="0">
                          <a:solidFill>
                            <a:schemeClr val="tx1"/>
                          </a:solidFill>
                          <a:effectLst/>
                        </a:rPr>
                        <a:t>5%</a:t>
                      </a:r>
                      <a:endParaRPr lang="en-CA" sz="12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484,528</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algn="ctr"/>
                      <a:r>
                        <a:rPr lang="en-US" sz="1200" b="0" dirty="0">
                          <a:solidFill>
                            <a:schemeClr val="tx1"/>
                          </a:solidFill>
                          <a:effectLst/>
                        </a:rPr>
                        <a:t>687,632</a:t>
                      </a:r>
                      <a:endParaRPr lang="en-CA" sz="12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extLst>
                  <a:ext uri="{0D108BD9-81ED-4DB2-BD59-A6C34878D82A}">
                    <a16:rowId xmlns:a16="http://schemas.microsoft.com/office/drawing/2014/main" val="2115698344"/>
                  </a:ext>
                </a:extLst>
              </a:tr>
            </a:tbl>
          </a:graphicData>
        </a:graphic>
      </p:graphicFrame>
      <p:sp>
        <p:nvSpPr>
          <p:cNvPr id="6" name="TextBox 5">
            <a:extLst>
              <a:ext uri="{FF2B5EF4-FFF2-40B4-BE49-F238E27FC236}">
                <a16:creationId xmlns:a16="http://schemas.microsoft.com/office/drawing/2014/main" id="{C0C79D27-B46D-E527-D11C-3ECE47769A0F}"/>
              </a:ext>
            </a:extLst>
          </p:cNvPr>
          <p:cNvSpPr txBox="1"/>
          <p:nvPr/>
        </p:nvSpPr>
        <p:spPr>
          <a:xfrm>
            <a:off x="6505883" y="1379094"/>
            <a:ext cx="2896602" cy="336118"/>
          </a:xfrm>
          <a:prstGeom prst="rect">
            <a:avLst/>
          </a:prstGeom>
          <a:noFill/>
        </p:spPr>
        <p:txBody>
          <a:bodyPr wrap="square">
            <a:spAutoFit/>
          </a:bodyPr>
          <a:lstStyle/>
          <a:p>
            <a:pPr marL="0" marR="0">
              <a:lnSpc>
                <a:spcPct val="150000"/>
              </a:lnSpc>
              <a:spcAft>
                <a:spcPts val="3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21 - Optimization results comparison</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3380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A7F1C-35A1-1158-3C9E-0FF995EA99D4}"/>
              </a:ext>
            </a:extLst>
          </p:cNvPr>
          <p:cNvSpPr>
            <a:spLocks noGrp="1"/>
          </p:cNvSpPr>
          <p:nvPr>
            <p:ph type="title"/>
          </p:nvPr>
        </p:nvSpPr>
        <p:spPr>
          <a:xfrm>
            <a:off x="838200" y="197643"/>
            <a:ext cx="10515600" cy="1325563"/>
          </a:xfrm>
        </p:spPr>
        <p:txBody>
          <a:bodyPr>
            <a:normAutofit/>
          </a:bodyPr>
          <a:lstStyle/>
          <a:p>
            <a:pPr algn="ctr"/>
            <a:r>
              <a:rPr lang="en-US" sz="2400" b="1" dirty="0">
                <a:effectLst/>
                <a:latin typeface="Times New Roman" panose="02020603050405020304" pitchFamily="18" charset="0"/>
                <a:ea typeface="SimSun" panose="02010600030101010101" pitchFamily="2" charset="-122"/>
                <a:cs typeface="Times New Roman" panose="02020603050405020304" pitchFamily="18" charset="0"/>
              </a:rPr>
              <a:t>Hybrid FA-PSO Optimization Results</a:t>
            </a:r>
            <a:endParaRPr lang="en-CA" sz="2400" dirty="0"/>
          </a:p>
        </p:txBody>
      </p:sp>
      <p:graphicFrame>
        <p:nvGraphicFramePr>
          <p:cNvPr id="4" name="Content Placeholder 3">
            <a:extLst>
              <a:ext uri="{FF2B5EF4-FFF2-40B4-BE49-F238E27FC236}">
                <a16:creationId xmlns:a16="http://schemas.microsoft.com/office/drawing/2014/main" id="{2D38417C-A304-244F-5F6C-913CE8968E8D}"/>
              </a:ext>
            </a:extLst>
          </p:cNvPr>
          <p:cNvGraphicFramePr>
            <a:graphicFrameLocks noGrp="1"/>
          </p:cNvGraphicFramePr>
          <p:nvPr>
            <p:ph idx="1"/>
            <p:extLst>
              <p:ext uri="{D42A27DB-BD31-4B8C-83A1-F6EECF244321}">
                <p14:modId xmlns:p14="http://schemas.microsoft.com/office/powerpoint/2010/main" val="964522044"/>
              </p:ext>
            </p:extLst>
          </p:nvPr>
        </p:nvGraphicFramePr>
        <p:xfrm>
          <a:off x="1453481" y="1523206"/>
          <a:ext cx="4286251" cy="830580"/>
        </p:xfrm>
        <a:graphic>
          <a:graphicData uri="http://schemas.openxmlformats.org/drawingml/2006/table">
            <a:tbl>
              <a:tblPr>
                <a:tableStyleId>{5C22544A-7EE6-4342-B048-85BDC9FD1C3A}</a:tableStyleId>
              </a:tblPr>
              <a:tblGrid>
                <a:gridCol w="854708">
                  <a:extLst>
                    <a:ext uri="{9D8B030D-6E8A-4147-A177-3AD203B41FA5}">
                      <a16:colId xmlns:a16="http://schemas.microsoft.com/office/drawing/2014/main" val="91589840"/>
                    </a:ext>
                  </a:extLst>
                </a:gridCol>
                <a:gridCol w="915078">
                  <a:extLst>
                    <a:ext uri="{9D8B030D-6E8A-4147-A177-3AD203B41FA5}">
                      <a16:colId xmlns:a16="http://schemas.microsoft.com/office/drawing/2014/main" val="2956874081"/>
                    </a:ext>
                  </a:extLst>
                </a:gridCol>
                <a:gridCol w="571924">
                  <a:extLst>
                    <a:ext uri="{9D8B030D-6E8A-4147-A177-3AD203B41FA5}">
                      <a16:colId xmlns:a16="http://schemas.microsoft.com/office/drawing/2014/main" val="3526408715"/>
                    </a:ext>
                  </a:extLst>
                </a:gridCol>
                <a:gridCol w="629116">
                  <a:extLst>
                    <a:ext uri="{9D8B030D-6E8A-4147-A177-3AD203B41FA5}">
                      <a16:colId xmlns:a16="http://schemas.microsoft.com/office/drawing/2014/main" val="3286426368"/>
                    </a:ext>
                  </a:extLst>
                </a:gridCol>
                <a:gridCol w="571924">
                  <a:extLst>
                    <a:ext uri="{9D8B030D-6E8A-4147-A177-3AD203B41FA5}">
                      <a16:colId xmlns:a16="http://schemas.microsoft.com/office/drawing/2014/main" val="3936469963"/>
                    </a:ext>
                  </a:extLst>
                </a:gridCol>
                <a:gridCol w="743501">
                  <a:extLst>
                    <a:ext uri="{9D8B030D-6E8A-4147-A177-3AD203B41FA5}">
                      <a16:colId xmlns:a16="http://schemas.microsoft.com/office/drawing/2014/main" val="1812082409"/>
                    </a:ext>
                  </a:extLst>
                </a:gridCol>
              </a:tblGrid>
              <a:tr h="277495">
                <a:tc>
                  <a:txBody>
                    <a:bodyPr/>
                    <a:lstStyle/>
                    <a:p>
                      <a:pPr marL="0" marR="0" algn="ctr">
                        <a:buNone/>
                      </a:pPr>
                      <a:r>
                        <a:rPr lang="en-US" sz="1100">
                          <a:effectLst/>
                          <a:latin typeface="Times New Roman" panose="02020603050405020304" pitchFamily="18" charset="0"/>
                          <a:cs typeface="Times New Roman" panose="02020603050405020304" pitchFamily="18" charset="0"/>
                        </a:rPr>
                        <a:t>BESS Type</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Best NPC ($)</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No. PV</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TT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BESS</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157640394"/>
                  </a:ext>
                </a:extLst>
              </a:tr>
              <a:tr h="273685">
                <a:tc>
                  <a:txBody>
                    <a:bodyPr/>
                    <a:lstStyle/>
                    <a:p>
                      <a:pPr marL="0" marR="0" algn="ctr">
                        <a:buNone/>
                      </a:pPr>
                      <a:r>
                        <a:rPr lang="en-US" sz="1100">
                          <a:effectLst/>
                          <a:latin typeface="Times New Roman" panose="02020603050405020304" pitchFamily="18" charset="0"/>
                          <a:cs typeface="Times New Roman" panose="02020603050405020304" pitchFamily="18" charset="0"/>
                        </a:rPr>
                        <a:t>Lead Acid</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460,874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50</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2</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20424688"/>
                  </a:ext>
                </a:extLst>
              </a:tr>
              <a:tr h="279400">
                <a:tc>
                  <a:txBody>
                    <a:bodyPr/>
                    <a:lstStyle/>
                    <a:p>
                      <a:pPr marL="0" marR="0" algn="ctr">
                        <a:buNone/>
                      </a:pPr>
                      <a:r>
                        <a:rPr lang="en-US" sz="1100">
                          <a:effectLst/>
                          <a:latin typeface="Times New Roman" panose="02020603050405020304" pitchFamily="18" charset="0"/>
                          <a:cs typeface="Times New Roman" panose="02020603050405020304" pitchFamily="18" charset="0"/>
                        </a:rPr>
                        <a:t>Li-ion</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653,630</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50</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2</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7399627"/>
                  </a:ext>
                </a:extLst>
              </a:tr>
            </a:tbl>
          </a:graphicData>
        </a:graphic>
      </p:graphicFrame>
      <p:graphicFrame>
        <p:nvGraphicFramePr>
          <p:cNvPr id="5" name="Table 4">
            <a:extLst>
              <a:ext uri="{FF2B5EF4-FFF2-40B4-BE49-F238E27FC236}">
                <a16:creationId xmlns:a16="http://schemas.microsoft.com/office/drawing/2014/main" id="{0CF9BEF1-A407-8806-779D-3BAE1B133ED8}"/>
              </a:ext>
            </a:extLst>
          </p:cNvPr>
          <p:cNvGraphicFramePr>
            <a:graphicFrameLocks noGrp="1"/>
          </p:cNvGraphicFramePr>
          <p:nvPr>
            <p:extLst>
              <p:ext uri="{D42A27DB-BD31-4B8C-83A1-F6EECF244321}">
                <p14:modId xmlns:p14="http://schemas.microsoft.com/office/powerpoint/2010/main" val="864138221"/>
              </p:ext>
            </p:extLst>
          </p:nvPr>
        </p:nvGraphicFramePr>
        <p:xfrm>
          <a:off x="6993691" y="1523206"/>
          <a:ext cx="3028950" cy="855345"/>
        </p:xfrm>
        <a:graphic>
          <a:graphicData uri="http://schemas.openxmlformats.org/drawingml/2006/table">
            <a:tbl>
              <a:tblPr>
                <a:tableStyleId>{5C22544A-7EE6-4342-B048-85BDC9FD1C3A}</a:tableStyleId>
              </a:tblPr>
              <a:tblGrid>
                <a:gridCol w="1052663">
                  <a:extLst>
                    <a:ext uri="{9D8B030D-6E8A-4147-A177-3AD203B41FA5}">
                      <a16:colId xmlns:a16="http://schemas.microsoft.com/office/drawing/2014/main" val="3791566349"/>
                    </a:ext>
                  </a:extLst>
                </a:gridCol>
                <a:gridCol w="714489">
                  <a:extLst>
                    <a:ext uri="{9D8B030D-6E8A-4147-A177-3AD203B41FA5}">
                      <a16:colId xmlns:a16="http://schemas.microsoft.com/office/drawing/2014/main" val="906173154"/>
                    </a:ext>
                  </a:extLst>
                </a:gridCol>
                <a:gridCol w="504719">
                  <a:extLst>
                    <a:ext uri="{9D8B030D-6E8A-4147-A177-3AD203B41FA5}">
                      <a16:colId xmlns:a16="http://schemas.microsoft.com/office/drawing/2014/main" val="2339923967"/>
                    </a:ext>
                  </a:extLst>
                </a:gridCol>
                <a:gridCol w="757079">
                  <a:extLst>
                    <a:ext uri="{9D8B030D-6E8A-4147-A177-3AD203B41FA5}">
                      <a16:colId xmlns:a16="http://schemas.microsoft.com/office/drawing/2014/main" val="1732602567"/>
                    </a:ext>
                  </a:extLst>
                </a:gridCol>
              </a:tblGrid>
              <a:tr h="296545">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BESS Type</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PSO</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FA</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FA-PSO</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60653694"/>
                  </a:ext>
                </a:extLst>
              </a:tr>
              <a:tr h="285115">
                <a:tc>
                  <a:txBody>
                    <a:bodyPr/>
                    <a:lstStyle/>
                    <a:p>
                      <a:pPr marL="0" marR="0" algn="ctr">
                        <a:buNone/>
                      </a:pPr>
                      <a:r>
                        <a:rPr lang="en-US" sz="1100">
                          <a:effectLst/>
                          <a:latin typeface="Times New Roman" panose="02020603050405020304" pitchFamily="18" charset="0"/>
                          <a:cs typeface="Times New Roman" panose="02020603050405020304" pitchFamily="18" charset="0"/>
                        </a:rPr>
                        <a:t>Lead Acid</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0.26</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15.94</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0.38</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78481688"/>
                  </a:ext>
                </a:extLst>
              </a:tr>
              <a:tr h="273685">
                <a:tc>
                  <a:txBody>
                    <a:bodyPr/>
                    <a:lstStyle/>
                    <a:p>
                      <a:pPr marL="0" marR="0" algn="ctr">
                        <a:buNone/>
                      </a:pPr>
                      <a:r>
                        <a:rPr lang="en-US" sz="1100">
                          <a:effectLst/>
                          <a:latin typeface="Times New Roman" panose="02020603050405020304" pitchFamily="18" charset="0"/>
                          <a:cs typeface="Times New Roman" panose="02020603050405020304" pitchFamily="18" charset="0"/>
                        </a:rPr>
                        <a:t>Li-ion</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0.14</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0.01</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0.46</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23446734"/>
                  </a:ext>
                </a:extLst>
              </a:tr>
            </a:tbl>
          </a:graphicData>
        </a:graphic>
      </p:graphicFrame>
      <p:graphicFrame>
        <p:nvGraphicFramePr>
          <p:cNvPr id="6" name="Chart 5">
            <a:extLst>
              <a:ext uri="{FF2B5EF4-FFF2-40B4-BE49-F238E27FC236}">
                <a16:creationId xmlns:a16="http://schemas.microsoft.com/office/drawing/2014/main" id="{CE59CA1F-1382-2516-E7EC-EBACC3D33CC5}"/>
              </a:ext>
            </a:extLst>
          </p:cNvPr>
          <p:cNvGraphicFramePr/>
          <p:nvPr>
            <p:extLst>
              <p:ext uri="{D42A27DB-BD31-4B8C-83A1-F6EECF244321}">
                <p14:modId xmlns:p14="http://schemas.microsoft.com/office/powerpoint/2010/main" val="3858328890"/>
              </p:ext>
            </p:extLst>
          </p:nvPr>
        </p:nvGraphicFramePr>
        <p:xfrm>
          <a:off x="6096000" y="2655153"/>
          <a:ext cx="4993005" cy="32537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7942F386-3441-297C-9564-29B090AD11E6}"/>
              </a:ext>
            </a:extLst>
          </p:cNvPr>
          <p:cNvGraphicFramePr/>
          <p:nvPr>
            <p:extLst>
              <p:ext uri="{D42A27DB-BD31-4B8C-83A1-F6EECF244321}">
                <p14:modId xmlns:p14="http://schemas.microsoft.com/office/powerpoint/2010/main" val="1534808400"/>
              </p:ext>
            </p:extLst>
          </p:nvPr>
        </p:nvGraphicFramePr>
        <p:xfrm>
          <a:off x="838200" y="2655153"/>
          <a:ext cx="5117432" cy="325374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CABE5941-BD01-5B11-993F-ED7AC21F6C9A}"/>
              </a:ext>
            </a:extLst>
          </p:cNvPr>
          <p:cNvSpPr txBox="1"/>
          <p:nvPr/>
        </p:nvSpPr>
        <p:spPr>
          <a:xfrm>
            <a:off x="1453481" y="1238032"/>
            <a:ext cx="3649579" cy="276999"/>
          </a:xfrm>
          <a:prstGeom prst="rect">
            <a:avLst/>
          </a:prstGeom>
          <a:noFill/>
        </p:spPr>
        <p:txBody>
          <a:bodyPr wrap="square">
            <a:spAutoFit/>
          </a:bodyPr>
          <a:lstStyle/>
          <a:p>
            <a:pPr marL="0" marR="0">
              <a:spcAft>
                <a:spcPts val="6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22 - Optimization Results for FA-PSO (LPSP 5%)</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28D9F777-B857-5A66-2E8D-78021358C73B}"/>
              </a:ext>
            </a:extLst>
          </p:cNvPr>
          <p:cNvSpPr txBox="1"/>
          <p:nvPr/>
        </p:nvSpPr>
        <p:spPr>
          <a:xfrm>
            <a:off x="6716964" y="1229857"/>
            <a:ext cx="3570372" cy="285174"/>
          </a:xfrm>
          <a:prstGeom prst="rect">
            <a:avLst/>
          </a:prstGeom>
          <a:noFill/>
        </p:spPr>
        <p:txBody>
          <a:bodyPr wrap="square">
            <a:spAutoFit/>
          </a:bodyPr>
          <a:lstStyle/>
          <a:p>
            <a:pPr marL="0" marR="0">
              <a:spcBef>
                <a:spcPts val="600"/>
              </a:spcBef>
              <a:spcAft>
                <a:spcPts val="6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23 - Statistical Analysis (RE) Comparison results</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1ADB6F1D-EB3B-DFEA-E2DF-F16D2D5B72C1}"/>
              </a:ext>
            </a:extLst>
          </p:cNvPr>
          <p:cNvSpPr txBox="1"/>
          <p:nvPr/>
        </p:nvSpPr>
        <p:spPr>
          <a:xfrm>
            <a:off x="5739732" y="5805437"/>
            <a:ext cx="6093994" cy="336118"/>
          </a:xfrm>
          <a:prstGeom prst="rect">
            <a:avLst/>
          </a:prstGeom>
          <a:noFill/>
        </p:spPr>
        <p:txBody>
          <a:bodyPr wrap="square">
            <a:spAutoFit/>
          </a:bodyPr>
          <a:lstStyle/>
          <a:p>
            <a:pPr marL="0" marR="0" algn="ctr">
              <a:lnSpc>
                <a:spcPct val="150000"/>
              </a:lnSpc>
              <a:spcBef>
                <a:spcPts val="300"/>
              </a:spcBef>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21 - Convergence curves comparison of hybrid FA-PSO for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297A7440-02FA-888A-D38D-8BA12E890C6C}"/>
              </a:ext>
            </a:extLst>
          </p:cNvPr>
          <p:cNvSpPr txBox="1"/>
          <p:nvPr/>
        </p:nvSpPr>
        <p:spPr>
          <a:xfrm>
            <a:off x="966465" y="5866032"/>
            <a:ext cx="5260281" cy="276999"/>
          </a:xfrm>
          <a:prstGeom prst="rect">
            <a:avLst/>
          </a:prstGeom>
          <a:noFill/>
        </p:spPr>
        <p:txBody>
          <a:bodyPr wrap="square">
            <a:spAutoFit/>
          </a:bodyPr>
          <a:lstStyle/>
          <a:p>
            <a:pPr marL="0" marR="0">
              <a:spcBef>
                <a:spcPts val="300"/>
              </a:spcBef>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20 - Convergence curves comparison of hybrid FA-PSO for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93203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42B2E-114A-5B74-614A-C132928FDA16}"/>
              </a:ext>
            </a:extLst>
          </p:cNvPr>
          <p:cNvSpPr>
            <a:spLocks noGrp="1"/>
          </p:cNvSpPr>
          <p:nvPr>
            <p:ph type="title"/>
          </p:nvPr>
        </p:nvSpPr>
        <p:spPr>
          <a:xfrm>
            <a:off x="838200" y="341366"/>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Homer Results Comparison</a:t>
            </a:r>
            <a:endParaRPr lang="en-CA" sz="24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82A481C8-BB41-1A3B-8B10-6033C9111DF3}"/>
              </a:ext>
            </a:extLst>
          </p:cNvPr>
          <p:cNvGraphicFramePr>
            <a:graphicFrameLocks noGrp="1"/>
          </p:cNvGraphicFramePr>
          <p:nvPr>
            <p:ph idx="1"/>
            <p:extLst>
              <p:ext uri="{D42A27DB-BD31-4B8C-83A1-F6EECF244321}">
                <p14:modId xmlns:p14="http://schemas.microsoft.com/office/powerpoint/2010/main" val="1839642474"/>
              </p:ext>
            </p:extLst>
          </p:nvPr>
        </p:nvGraphicFramePr>
        <p:xfrm>
          <a:off x="921089" y="1780517"/>
          <a:ext cx="4800601" cy="1448435"/>
        </p:xfrm>
        <a:graphic>
          <a:graphicData uri="http://schemas.openxmlformats.org/drawingml/2006/table">
            <a:tbl>
              <a:tblPr>
                <a:tableStyleId>{5C22544A-7EE6-4342-B048-85BDC9FD1C3A}</a:tableStyleId>
              </a:tblPr>
              <a:tblGrid>
                <a:gridCol w="787395">
                  <a:extLst>
                    <a:ext uri="{9D8B030D-6E8A-4147-A177-3AD203B41FA5}">
                      <a16:colId xmlns:a16="http://schemas.microsoft.com/office/drawing/2014/main" val="3252120214"/>
                    </a:ext>
                  </a:extLst>
                </a:gridCol>
                <a:gridCol w="742779">
                  <a:extLst>
                    <a:ext uri="{9D8B030D-6E8A-4147-A177-3AD203B41FA5}">
                      <a16:colId xmlns:a16="http://schemas.microsoft.com/office/drawing/2014/main" val="3831591426"/>
                    </a:ext>
                  </a:extLst>
                </a:gridCol>
                <a:gridCol w="817607">
                  <a:extLst>
                    <a:ext uri="{9D8B030D-6E8A-4147-A177-3AD203B41FA5}">
                      <a16:colId xmlns:a16="http://schemas.microsoft.com/office/drawing/2014/main" val="355298231"/>
                    </a:ext>
                  </a:extLst>
                </a:gridCol>
                <a:gridCol w="562105">
                  <a:extLst>
                    <a:ext uri="{9D8B030D-6E8A-4147-A177-3AD203B41FA5}">
                      <a16:colId xmlns:a16="http://schemas.microsoft.com/office/drawing/2014/main" val="2460051925"/>
                    </a:ext>
                  </a:extLst>
                </a:gridCol>
                <a:gridCol w="562105">
                  <a:extLst>
                    <a:ext uri="{9D8B030D-6E8A-4147-A177-3AD203B41FA5}">
                      <a16:colId xmlns:a16="http://schemas.microsoft.com/office/drawing/2014/main" val="2965574171"/>
                    </a:ext>
                  </a:extLst>
                </a:gridCol>
                <a:gridCol w="664305">
                  <a:extLst>
                    <a:ext uri="{9D8B030D-6E8A-4147-A177-3AD203B41FA5}">
                      <a16:colId xmlns:a16="http://schemas.microsoft.com/office/drawing/2014/main" val="3370558388"/>
                    </a:ext>
                  </a:extLst>
                </a:gridCol>
                <a:gridCol w="664305">
                  <a:extLst>
                    <a:ext uri="{9D8B030D-6E8A-4147-A177-3AD203B41FA5}">
                      <a16:colId xmlns:a16="http://schemas.microsoft.com/office/drawing/2014/main" val="1034978555"/>
                    </a:ext>
                  </a:extLst>
                </a:gridCol>
              </a:tblGrid>
              <a:tr h="405130">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Algorithm</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LPSP</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Best NPC ($)</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PV</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TT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BESS</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9122947"/>
                  </a:ext>
                </a:extLst>
              </a:tr>
              <a:tr h="267970">
                <a:tc>
                  <a:txBody>
                    <a:bodyPr/>
                    <a:lstStyle/>
                    <a:p>
                      <a:pPr marL="0" marR="0" algn="ctr">
                        <a:buNone/>
                      </a:pPr>
                      <a:r>
                        <a:rPr lang="en-US" sz="1100">
                          <a:effectLst/>
                          <a:latin typeface="Times New Roman" panose="02020603050405020304" pitchFamily="18" charset="0"/>
                          <a:cs typeface="Times New Roman" panose="02020603050405020304" pitchFamily="18" charset="0"/>
                        </a:rPr>
                        <a:t>HOMER</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1,688,996</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9</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8</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02878306"/>
                  </a:ext>
                </a:extLst>
              </a:tr>
              <a:tr h="273685">
                <a:tc rowSpan="3">
                  <a:txBody>
                    <a:bodyPr/>
                    <a:lstStyle/>
                    <a:p>
                      <a:pPr marL="0" marR="0" algn="ctr">
                        <a:buNone/>
                      </a:pPr>
                      <a:r>
                        <a:rPr lang="en-US" sz="1100">
                          <a:effectLst/>
                          <a:latin typeface="Times New Roman" panose="02020603050405020304" pitchFamily="18" charset="0"/>
                          <a:cs typeface="Times New Roman" panose="02020603050405020304" pitchFamily="18" charset="0"/>
                        </a:rPr>
                        <a:t>FA-PSO</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1,442,890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26</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8</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921864039"/>
                  </a:ext>
                </a:extLst>
              </a:tr>
              <a:tr h="245110">
                <a:tc vMerge="1">
                  <a:txBody>
                    <a:bodyPr/>
                    <a:lstStyle/>
                    <a:p>
                      <a:endParaRPr lang="en-CA"/>
                    </a:p>
                  </a:txBody>
                  <a:tcPr/>
                </a:tc>
                <a:tc>
                  <a:txBody>
                    <a:bodyPr/>
                    <a:lstStyle/>
                    <a:p>
                      <a:pPr marL="0" marR="0" algn="ctr">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30000"/>
                        </a:lnSpc>
                        <a:buNone/>
                      </a:pPr>
                      <a:r>
                        <a:rPr lang="en-US" sz="1100">
                          <a:effectLst/>
                          <a:latin typeface="Times New Roman" panose="02020603050405020304" pitchFamily="18" charset="0"/>
                          <a:cs typeface="Times New Roman" panose="02020603050405020304" pitchFamily="18" charset="0"/>
                        </a:rPr>
                        <a:t>1,376,780</a:t>
                      </a:r>
                      <a:endParaRPr lang="en-CA"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8</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7236004"/>
                  </a:ext>
                </a:extLst>
              </a:tr>
              <a:tr h="256540">
                <a:tc vMerge="1">
                  <a:txBody>
                    <a:bodyPr/>
                    <a:lstStyle/>
                    <a:p>
                      <a:endParaRPr lang="en-CA"/>
                    </a:p>
                  </a:txBody>
                  <a:tcP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1,328,700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7</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8</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503158866"/>
                  </a:ext>
                </a:extLst>
              </a:tr>
            </a:tbl>
          </a:graphicData>
        </a:graphic>
      </p:graphicFrame>
      <p:graphicFrame>
        <p:nvGraphicFramePr>
          <p:cNvPr id="5" name="Table 4">
            <a:extLst>
              <a:ext uri="{FF2B5EF4-FFF2-40B4-BE49-F238E27FC236}">
                <a16:creationId xmlns:a16="http://schemas.microsoft.com/office/drawing/2014/main" id="{19A2CF46-C1DA-6AEA-2B8A-23CA3C9C2ABD}"/>
              </a:ext>
            </a:extLst>
          </p:cNvPr>
          <p:cNvGraphicFramePr>
            <a:graphicFrameLocks noGrp="1"/>
          </p:cNvGraphicFramePr>
          <p:nvPr>
            <p:extLst>
              <p:ext uri="{D42A27DB-BD31-4B8C-83A1-F6EECF244321}">
                <p14:modId xmlns:p14="http://schemas.microsoft.com/office/powerpoint/2010/main" val="2662474614"/>
              </p:ext>
            </p:extLst>
          </p:nvPr>
        </p:nvGraphicFramePr>
        <p:xfrm>
          <a:off x="921089" y="3755502"/>
          <a:ext cx="4800600" cy="1545590"/>
        </p:xfrm>
        <a:graphic>
          <a:graphicData uri="http://schemas.openxmlformats.org/drawingml/2006/table">
            <a:tbl>
              <a:tblPr>
                <a:tableStyleId>{5C22544A-7EE6-4342-B048-85BDC9FD1C3A}</a:tableStyleId>
              </a:tblPr>
              <a:tblGrid>
                <a:gridCol w="838644">
                  <a:extLst>
                    <a:ext uri="{9D8B030D-6E8A-4147-A177-3AD203B41FA5}">
                      <a16:colId xmlns:a16="http://schemas.microsoft.com/office/drawing/2014/main" val="1649350957"/>
                    </a:ext>
                  </a:extLst>
                </a:gridCol>
                <a:gridCol w="657899">
                  <a:extLst>
                    <a:ext uri="{9D8B030D-6E8A-4147-A177-3AD203B41FA5}">
                      <a16:colId xmlns:a16="http://schemas.microsoft.com/office/drawing/2014/main" val="3664756095"/>
                    </a:ext>
                  </a:extLst>
                </a:gridCol>
                <a:gridCol w="799637">
                  <a:extLst>
                    <a:ext uri="{9D8B030D-6E8A-4147-A177-3AD203B41FA5}">
                      <a16:colId xmlns:a16="http://schemas.microsoft.com/office/drawing/2014/main" val="1814608448"/>
                    </a:ext>
                  </a:extLst>
                </a:gridCol>
                <a:gridCol w="599728">
                  <a:extLst>
                    <a:ext uri="{9D8B030D-6E8A-4147-A177-3AD203B41FA5}">
                      <a16:colId xmlns:a16="http://schemas.microsoft.com/office/drawing/2014/main" val="1159037870"/>
                    </a:ext>
                  </a:extLst>
                </a:gridCol>
                <a:gridCol w="599728">
                  <a:extLst>
                    <a:ext uri="{9D8B030D-6E8A-4147-A177-3AD203B41FA5}">
                      <a16:colId xmlns:a16="http://schemas.microsoft.com/office/drawing/2014/main" val="138544167"/>
                    </a:ext>
                  </a:extLst>
                </a:gridCol>
                <a:gridCol w="652482">
                  <a:extLst>
                    <a:ext uri="{9D8B030D-6E8A-4147-A177-3AD203B41FA5}">
                      <a16:colId xmlns:a16="http://schemas.microsoft.com/office/drawing/2014/main" val="2419259252"/>
                    </a:ext>
                  </a:extLst>
                </a:gridCol>
                <a:gridCol w="652482">
                  <a:extLst>
                    <a:ext uri="{9D8B030D-6E8A-4147-A177-3AD203B41FA5}">
                      <a16:colId xmlns:a16="http://schemas.microsoft.com/office/drawing/2014/main" val="2456822795"/>
                    </a:ext>
                  </a:extLst>
                </a:gridCol>
              </a:tblGrid>
              <a:tr h="405130">
                <a:tc>
                  <a:txBody>
                    <a:bodyPr/>
                    <a:lstStyle/>
                    <a:p>
                      <a:pPr marL="0" marR="0" algn="ctr">
                        <a:buNone/>
                      </a:pPr>
                      <a:r>
                        <a:rPr lang="en-US" sz="1100">
                          <a:effectLst/>
                          <a:latin typeface="Times New Roman" panose="02020603050405020304" pitchFamily="18" charset="0"/>
                          <a:cs typeface="Times New Roman" panose="02020603050405020304" pitchFamily="18" charset="0"/>
                        </a:rPr>
                        <a:t>Algorithm</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LPSP</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Best NPC ($)</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PV</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TT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BESS</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23729288"/>
                  </a:ext>
                </a:extLst>
              </a:tr>
              <a:tr h="313690">
                <a:tc>
                  <a:txBody>
                    <a:bodyPr/>
                    <a:lstStyle/>
                    <a:p>
                      <a:pPr marL="0" marR="0" algn="ctr">
                        <a:buNone/>
                      </a:pPr>
                      <a:r>
                        <a:rPr lang="en-US" sz="1100">
                          <a:effectLst/>
                          <a:latin typeface="Times New Roman" panose="02020603050405020304" pitchFamily="18" charset="0"/>
                          <a:cs typeface="Times New Roman" panose="02020603050405020304" pitchFamily="18" charset="0"/>
                        </a:rPr>
                        <a:t>HOMER</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1,153,678</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9</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43</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01992465"/>
                  </a:ext>
                </a:extLst>
              </a:tr>
              <a:tr h="267970">
                <a:tc rowSpan="3">
                  <a:txBody>
                    <a:bodyPr/>
                    <a:lstStyle/>
                    <a:p>
                      <a:pPr marL="0" marR="0" algn="ctr">
                        <a:buNone/>
                      </a:pPr>
                      <a:r>
                        <a:rPr lang="en-US" sz="1100">
                          <a:effectLst/>
                          <a:latin typeface="Times New Roman" panose="02020603050405020304" pitchFamily="18" charset="0"/>
                          <a:cs typeface="Times New Roman" panose="02020603050405020304" pitchFamily="18" charset="0"/>
                        </a:rPr>
                        <a:t>FA-PSO</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899,246</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8</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53</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543658561"/>
                  </a:ext>
                </a:extLst>
              </a:tr>
              <a:tr h="285115">
                <a:tc vMerge="1">
                  <a:txBody>
                    <a:bodyPr/>
                    <a:lstStyle/>
                    <a:p>
                      <a:endParaRPr lang="en-CA"/>
                    </a:p>
                  </a:txBody>
                  <a:tcPr/>
                </a:tc>
                <a:tc>
                  <a:txBody>
                    <a:bodyPr/>
                    <a:lstStyle/>
                    <a:p>
                      <a:pPr marL="0" marR="0" algn="ctr">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lnSpc>
                          <a:spcPct val="130000"/>
                        </a:lnSpc>
                        <a:buNone/>
                      </a:pPr>
                      <a:r>
                        <a:rPr lang="en-US" sz="1100">
                          <a:effectLst/>
                          <a:latin typeface="Times New Roman" panose="02020603050405020304" pitchFamily="18" charset="0"/>
                          <a:cs typeface="Times New Roman" panose="02020603050405020304" pitchFamily="18" charset="0"/>
                        </a:rPr>
                        <a:t>868,230</a:t>
                      </a:r>
                      <a:endParaRPr lang="en-CA" sz="1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40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085938412"/>
                  </a:ext>
                </a:extLst>
              </a:tr>
              <a:tr h="273685">
                <a:tc vMerge="1">
                  <a:txBody>
                    <a:bodyPr/>
                    <a:lstStyle/>
                    <a:p>
                      <a:endParaRPr lang="en-CA"/>
                    </a:p>
                  </a:txBody>
                  <a:tcP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826,160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8</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40</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171581930"/>
                  </a:ext>
                </a:extLst>
              </a:tr>
            </a:tbl>
          </a:graphicData>
        </a:graphic>
      </p:graphicFrame>
      <p:graphicFrame>
        <p:nvGraphicFramePr>
          <p:cNvPr id="6" name="Chart 5">
            <a:extLst>
              <a:ext uri="{FF2B5EF4-FFF2-40B4-BE49-F238E27FC236}">
                <a16:creationId xmlns:a16="http://schemas.microsoft.com/office/drawing/2014/main" id="{030E7CD6-9880-AD82-C1AC-E7966CC2FDC0}"/>
              </a:ext>
            </a:extLst>
          </p:cNvPr>
          <p:cNvGraphicFramePr/>
          <p:nvPr>
            <p:extLst>
              <p:ext uri="{D42A27DB-BD31-4B8C-83A1-F6EECF244321}">
                <p14:modId xmlns:p14="http://schemas.microsoft.com/office/powerpoint/2010/main" val="1443321378"/>
              </p:ext>
            </p:extLst>
          </p:nvPr>
        </p:nvGraphicFramePr>
        <p:xfrm>
          <a:off x="6471880" y="373799"/>
          <a:ext cx="4698503" cy="26207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7D76AE1B-C39E-D24C-3768-E1EF5EC35F72}"/>
              </a:ext>
            </a:extLst>
          </p:cNvPr>
          <p:cNvGraphicFramePr/>
          <p:nvPr>
            <p:extLst>
              <p:ext uri="{D42A27DB-BD31-4B8C-83A1-F6EECF244321}">
                <p14:modId xmlns:p14="http://schemas.microsoft.com/office/powerpoint/2010/main" val="3943881173"/>
              </p:ext>
            </p:extLst>
          </p:nvPr>
        </p:nvGraphicFramePr>
        <p:xfrm>
          <a:off x="6354445" y="3454336"/>
          <a:ext cx="4999355" cy="2806174"/>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3CCE4CB8-FB81-54A5-D00A-1BA55BF470AD}"/>
              </a:ext>
            </a:extLst>
          </p:cNvPr>
          <p:cNvSpPr txBox="1"/>
          <p:nvPr/>
        </p:nvSpPr>
        <p:spPr>
          <a:xfrm>
            <a:off x="663914" y="1437752"/>
            <a:ext cx="5314950" cy="276999"/>
          </a:xfrm>
          <a:prstGeom prst="rect">
            <a:avLst/>
          </a:prstGeom>
          <a:noFill/>
        </p:spPr>
        <p:txBody>
          <a:bodyPr wrap="square">
            <a:spAutoFit/>
          </a:bodyPr>
          <a:lstStyle/>
          <a:p>
            <a:pPr marL="0" marR="0">
              <a:spcBef>
                <a:spcPts val="600"/>
              </a:spcBef>
              <a:spcAft>
                <a:spcPts val="6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24 – Optimization results comparison of HOMER and FA-PSO,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90BFC0FF-1537-624B-06C6-C2CA4B803746}"/>
              </a:ext>
            </a:extLst>
          </p:cNvPr>
          <p:cNvSpPr txBox="1"/>
          <p:nvPr/>
        </p:nvSpPr>
        <p:spPr>
          <a:xfrm>
            <a:off x="663914" y="3456127"/>
            <a:ext cx="5520318" cy="276999"/>
          </a:xfrm>
          <a:prstGeom prst="rect">
            <a:avLst/>
          </a:prstGeom>
          <a:noFill/>
        </p:spPr>
        <p:txBody>
          <a:bodyPr wrap="square">
            <a:spAutoFit/>
          </a:bodyPr>
          <a:lstStyle/>
          <a:p>
            <a:pPr marL="0" marR="0">
              <a:spcBef>
                <a:spcPts val="1200"/>
              </a:spcBef>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25 - Optimization results comparison of HOMER and FA-PSO,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0D531E2F-1886-0667-0586-A7DB9239D81A}"/>
              </a:ext>
            </a:extLst>
          </p:cNvPr>
          <p:cNvSpPr txBox="1"/>
          <p:nvPr/>
        </p:nvSpPr>
        <p:spPr>
          <a:xfrm>
            <a:off x="6622307" y="2991703"/>
            <a:ext cx="4698503" cy="461665"/>
          </a:xfrm>
          <a:prstGeom prst="rect">
            <a:avLst/>
          </a:prstGeom>
          <a:noFill/>
        </p:spPr>
        <p:txBody>
          <a:bodyPr wrap="square">
            <a:spAutoFit/>
          </a:bodyPr>
          <a:lstStyle/>
          <a:p>
            <a:pPr marL="0" marR="0" algn="ctr">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22 – Convergence curves for hybrid FA-PSO using the search space of HOMER, Li-ion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80DF47D0-E655-D288-3D65-16B2A76F6D8B}"/>
              </a:ext>
            </a:extLst>
          </p:cNvPr>
          <p:cNvSpPr txBox="1"/>
          <p:nvPr/>
        </p:nvSpPr>
        <p:spPr>
          <a:xfrm>
            <a:off x="7040698" y="6245646"/>
            <a:ext cx="4280112" cy="466666"/>
          </a:xfrm>
          <a:prstGeom prst="rect">
            <a:avLst/>
          </a:prstGeom>
          <a:noFill/>
        </p:spPr>
        <p:txBody>
          <a:bodyPr wrap="square">
            <a:spAutoFit/>
          </a:bodyPr>
          <a:lstStyle/>
          <a:p>
            <a:pPr marL="0" marR="0" algn="ctr">
              <a:spcAft>
                <a:spcPts val="12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23 - Convergence curves for hybrid FA-PSO using the search space of HOMER, lead acid battery</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786687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D4883-E923-03FA-0DBF-BD203C3368AB}"/>
              </a:ext>
            </a:extLst>
          </p:cNvPr>
          <p:cNvSpPr>
            <a:spLocks noGrp="1"/>
          </p:cNvSpPr>
          <p:nvPr>
            <p:ph type="title"/>
          </p:nvPr>
        </p:nvSpPr>
        <p:spPr>
          <a:xfrm>
            <a:off x="1527881" y="108630"/>
            <a:ext cx="8596668" cy="1320800"/>
          </a:xfrm>
        </p:spPr>
        <p:txBody>
          <a:bodyPr>
            <a:normAutofit/>
          </a:bodyPr>
          <a:lstStyle/>
          <a:p>
            <a:pPr algn="ct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Validation</a:t>
            </a:r>
            <a:endParaRPr lang="en-CA"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3AB0C7F-1B20-5501-58E2-6E262C3D9BDE}"/>
              </a:ext>
            </a:extLst>
          </p:cNvPr>
          <p:cNvSpPr>
            <a:spLocks noGrp="1"/>
          </p:cNvSpPr>
          <p:nvPr>
            <p:ph idx="1"/>
          </p:nvPr>
        </p:nvSpPr>
        <p:spPr>
          <a:xfrm>
            <a:off x="1074778" y="1092654"/>
            <a:ext cx="10042443" cy="3880774"/>
          </a:xfrm>
        </p:spPr>
        <p:txBody>
          <a:bodyPr>
            <a:normAutofit/>
          </a:bodyPr>
          <a:lstStyle/>
          <a:p>
            <a:pPr marL="0" indent="0">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 order to validate our work, the proposed hybrid FA-PSO algorithm was applied to another site from paper [2] and obtained a better result.</a:t>
            </a:r>
          </a:p>
        </p:txBody>
      </p:sp>
      <p:pic>
        <p:nvPicPr>
          <p:cNvPr id="7" name="Picture 6">
            <a:extLst>
              <a:ext uri="{FF2B5EF4-FFF2-40B4-BE49-F238E27FC236}">
                <a16:creationId xmlns:a16="http://schemas.microsoft.com/office/drawing/2014/main" id="{6E6E1259-B288-C80C-7DAF-9AA384ED8C7E}"/>
              </a:ext>
            </a:extLst>
          </p:cNvPr>
          <p:cNvPicPr>
            <a:picLocks noChangeAspect="1"/>
          </p:cNvPicPr>
          <p:nvPr/>
        </p:nvPicPr>
        <p:blipFill>
          <a:blip r:embed="rId2"/>
          <a:stretch>
            <a:fillRect/>
          </a:stretch>
        </p:blipFill>
        <p:spPr>
          <a:xfrm>
            <a:off x="1534964" y="4553759"/>
            <a:ext cx="3397227" cy="1863119"/>
          </a:xfrm>
          <a:prstGeom prst="rect">
            <a:avLst/>
          </a:prstGeom>
        </p:spPr>
      </p:pic>
      <p:sp>
        <p:nvSpPr>
          <p:cNvPr id="11" name="TextBox 10">
            <a:extLst>
              <a:ext uri="{FF2B5EF4-FFF2-40B4-BE49-F238E27FC236}">
                <a16:creationId xmlns:a16="http://schemas.microsoft.com/office/drawing/2014/main" id="{18EE93AE-A8BE-DC3D-BD3B-0184263D3BE1}"/>
              </a:ext>
            </a:extLst>
          </p:cNvPr>
          <p:cNvSpPr txBox="1"/>
          <p:nvPr/>
        </p:nvSpPr>
        <p:spPr>
          <a:xfrm>
            <a:off x="1560552" y="6416878"/>
            <a:ext cx="3314700" cy="276999"/>
          </a:xfrm>
          <a:prstGeom prst="rect">
            <a:avLst/>
          </a:prstGeom>
          <a:noFill/>
        </p:spPr>
        <p:txBody>
          <a:bodyPr wrap="square">
            <a:spAutoFit/>
          </a:bodyPr>
          <a:lstStyle/>
          <a:p>
            <a:pPr algn="ctr"/>
            <a:r>
              <a:rPr lang="en-US" sz="1200" i="1" dirty="0">
                <a:effectLst/>
                <a:latin typeface="Times New Roman" panose="02020603050405020304" pitchFamily="18" charset="0"/>
                <a:ea typeface="Calibri" panose="020F0502020204030204" pitchFamily="34" charset="0"/>
                <a:cs typeface="Times New Roman" panose="02020603050405020304" pitchFamily="18" charset="0"/>
              </a:rPr>
              <a:t>Figure </a:t>
            </a:r>
            <a:r>
              <a:rPr lang="en-US" sz="1200" i="1" dirty="0">
                <a:latin typeface="Times New Roman" panose="02020603050405020304" pitchFamily="18" charset="0"/>
                <a:ea typeface="Calibri" panose="020F0502020204030204" pitchFamily="34" charset="0"/>
                <a:cs typeface="Times New Roman" panose="02020603050405020304" pitchFamily="18" charset="0"/>
              </a:rPr>
              <a:t>25 – </a:t>
            </a:r>
            <a:r>
              <a:rPr lang="en-US" sz="1200" b="0" i="1" u="none" strike="noStrike" baseline="0" dirty="0">
                <a:latin typeface="Times New Roman" panose="02020603050405020304" pitchFamily="18" charset="0"/>
                <a:cs typeface="Times New Roman" panose="02020603050405020304" pitchFamily="18" charset="0"/>
              </a:rPr>
              <a:t>Stand-alone micro-grid in Egypt, Sinai</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DAF958B3-12F9-5B2F-9B3B-881CB7918A53}"/>
              </a:ext>
            </a:extLst>
          </p:cNvPr>
          <p:cNvSpPr txBox="1"/>
          <p:nvPr/>
        </p:nvSpPr>
        <p:spPr>
          <a:xfrm>
            <a:off x="1058369" y="1618231"/>
            <a:ext cx="4350418" cy="468296"/>
          </a:xfrm>
          <a:prstGeom prst="rect">
            <a:avLst/>
          </a:prstGeom>
          <a:noFill/>
        </p:spPr>
        <p:txBody>
          <a:bodyPr wrap="square">
            <a:spAutoFit/>
          </a:bodyPr>
          <a:lstStyle/>
          <a:p>
            <a:r>
              <a:rPr lang="en-US" sz="1200" i="1" dirty="0">
                <a:latin typeface="Times New Roman" panose="02020603050405020304" pitchFamily="18" charset="0"/>
                <a:ea typeface="Calibri" panose="020F0502020204030204" pitchFamily="34" charset="0"/>
                <a:cs typeface="Times New Roman" panose="02020603050405020304" pitchFamily="18" charset="0"/>
              </a:rPr>
              <a:t>Table 26 - Comparison of optimization results for Standalone grid at Sinai in Egypt</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729DB0B-2BAC-DC6F-BC00-39D842846180}"/>
              </a:ext>
            </a:extLst>
          </p:cNvPr>
          <p:cNvGraphicFramePr>
            <a:graphicFrameLocks noGrp="1"/>
          </p:cNvGraphicFramePr>
          <p:nvPr>
            <p:extLst>
              <p:ext uri="{D42A27DB-BD31-4B8C-83A1-F6EECF244321}">
                <p14:modId xmlns:p14="http://schemas.microsoft.com/office/powerpoint/2010/main" val="3570143715"/>
              </p:ext>
            </p:extLst>
          </p:nvPr>
        </p:nvGraphicFramePr>
        <p:xfrm>
          <a:off x="1074778" y="2100973"/>
          <a:ext cx="4286249" cy="2200910"/>
        </p:xfrm>
        <a:graphic>
          <a:graphicData uri="http://schemas.openxmlformats.org/drawingml/2006/table">
            <a:tbl>
              <a:tblPr>
                <a:tableStyleId>{5C22544A-7EE6-4342-B048-85BDC9FD1C3A}</a:tableStyleId>
              </a:tblPr>
              <a:tblGrid>
                <a:gridCol w="720595">
                  <a:extLst>
                    <a:ext uri="{9D8B030D-6E8A-4147-A177-3AD203B41FA5}">
                      <a16:colId xmlns:a16="http://schemas.microsoft.com/office/drawing/2014/main" val="3751105953"/>
                    </a:ext>
                  </a:extLst>
                </a:gridCol>
                <a:gridCol w="826818">
                  <a:extLst>
                    <a:ext uri="{9D8B030D-6E8A-4147-A177-3AD203B41FA5}">
                      <a16:colId xmlns:a16="http://schemas.microsoft.com/office/drawing/2014/main" val="3697579541"/>
                    </a:ext>
                  </a:extLst>
                </a:gridCol>
                <a:gridCol w="826818">
                  <a:extLst>
                    <a:ext uri="{9D8B030D-6E8A-4147-A177-3AD203B41FA5}">
                      <a16:colId xmlns:a16="http://schemas.microsoft.com/office/drawing/2014/main" val="3335082620"/>
                    </a:ext>
                  </a:extLst>
                </a:gridCol>
                <a:gridCol w="568438">
                  <a:extLst>
                    <a:ext uri="{9D8B030D-6E8A-4147-A177-3AD203B41FA5}">
                      <a16:colId xmlns:a16="http://schemas.microsoft.com/office/drawing/2014/main" val="4286830767"/>
                    </a:ext>
                  </a:extLst>
                </a:gridCol>
                <a:gridCol w="671790">
                  <a:extLst>
                    <a:ext uri="{9D8B030D-6E8A-4147-A177-3AD203B41FA5}">
                      <a16:colId xmlns:a16="http://schemas.microsoft.com/office/drawing/2014/main" val="2762322971"/>
                    </a:ext>
                  </a:extLst>
                </a:gridCol>
                <a:gridCol w="671790">
                  <a:extLst>
                    <a:ext uri="{9D8B030D-6E8A-4147-A177-3AD203B41FA5}">
                      <a16:colId xmlns:a16="http://schemas.microsoft.com/office/drawing/2014/main" val="3737487858"/>
                    </a:ext>
                  </a:extLst>
                </a:gridCol>
              </a:tblGrid>
              <a:tr h="405130">
                <a:tc>
                  <a:txBody>
                    <a:bodyPr/>
                    <a:lstStyle/>
                    <a:p>
                      <a:pPr marL="0" marR="0" algn="ctr">
                        <a:buNone/>
                      </a:pPr>
                      <a:r>
                        <a:rPr lang="en-US" sz="1100">
                          <a:effectLst/>
                          <a:latin typeface="Times New Roman" panose="02020603050405020304" pitchFamily="18" charset="0"/>
                          <a:cs typeface="Times New Roman" panose="02020603050405020304" pitchFamily="18" charset="0"/>
                        </a:rPr>
                        <a:t>Algorithm</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LPSP</a:t>
                      </a:r>
                      <a:endParaRPr lang="en-CA" sz="750" b="1" i="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Best NPC ($)</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PV</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WT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No. BESS</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13310277"/>
                  </a:ext>
                </a:extLst>
              </a:tr>
              <a:tr h="405130">
                <a:tc>
                  <a:txBody>
                    <a:bodyPr/>
                    <a:lstStyle/>
                    <a:p>
                      <a:pPr marL="0" marR="0" algn="ctr">
                        <a:buNone/>
                      </a:pPr>
                      <a:r>
                        <a:rPr lang="en-US" sz="1100">
                          <a:effectLst/>
                          <a:latin typeface="Times New Roman" panose="02020603050405020304" pitchFamily="18" charset="0"/>
                          <a:cs typeface="Times New Roman" panose="02020603050405020304" pitchFamily="18" charset="0"/>
                        </a:rPr>
                        <a:t>HOMER</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175,605</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476</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10</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336</a:t>
                      </a:r>
                      <a:endParaRPr lang="en-CA" sz="750" b="1" i="1">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5502088"/>
                  </a:ext>
                </a:extLst>
              </a:tr>
              <a:tr h="256540">
                <a:tc rowSpan="3">
                  <a:txBody>
                    <a:bodyPr/>
                    <a:lstStyle/>
                    <a:p>
                      <a:pPr marL="0" marR="0" algn="ctr">
                        <a:buNone/>
                      </a:pPr>
                      <a:r>
                        <a:rPr lang="en-US" sz="1100">
                          <a:effectLst/>
                          <a:latin typeface="Times New Roman" panose="02020603050405020304" pitchFamily="18" charset="0"/>
                          <a:cs typeface="Times New Roman" panose="02020603050405020304" pitchFamily="18" charset="0"/>
                        </a:rPr>
                        <a:t>GWO</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CA" sz="1100">
                          <a:effectLst/>
                          <a:latin typeface="Times New Roman" panose="02020603050405020304" pitchFamily="18" charset="0"/>
                          <a:cs typeface="Times New Roman" panose="02020603050405020304" pitchFamily="18" charset="0"/>
                        </a:rPr>
                        <a:t>146,400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420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7</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336</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86162244"/>
                  </a:ext>
                </a:extLst>
              </a:tr>
              <a:tr h="222250">
                <a:tc vMerge="1">
                  <a:txBody>
                    <a:bodyPr/>
                    <a:lstStyle/>
                    <a:p>
                      <a:endParaRPr lang="en-CA"/>
                    </a:p>
                  </a:txBody>
                  <a:tcPr/>
                </a:tc>
                <a:tc>
                  <a:txBody>
                    <a:bodyPr/>
                    <a:lstStyle/>
                    <a:p>
                      <a:pPr marL="0" marR="0" algn="ctr">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CA" sz="1100">
                          <a:effectLst/>
                          <a:latin typeface="Times New Roman" panose="02020603050405020304" pitchFamily="18" charset="0"/>
                          <a:cs typeface="Times New Roman" panose="02020603050405020304" pitchFamily="18" charset="0"/>
                        </a:rPr>
                        <a:t>132,160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320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7</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320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555823641"/>
                  </a:ext>
                </a:extLst>
              </a:tr>
              <a:tr h="222250">
                <a:tc vMerge="1">
                  <a:txBody>
                    <a:bodyPr/>
                    <a:lstStyle/>
                    <a:p>
                      <a:endParaRPr lang="en-CA"/>
                    </a:p>
                  </a:txBody>
                  <a:tcP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CA" sz="1100">
                          <a:effectLst/>
                          <a:latin typeface="Times New Roman" panose="02020603050405020304" pitchFamily="18" charset="0"/>
                          <a:cs typeface="Times New Roman" panose="02020603050405020304" pitchFamily="18" charset="0"/>
                        </a:rPr>
                        <a:t>120,210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294</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352</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624819564"/>
                  </a:ext>
                </a:extLst>
              </a:tr>
              <a:tr h="239395">
                <a:tc rowSpan="3">
                  <a:txBody>
                    <a:bodyPr/>
                    <a:lstStyle/>
                    <a:p>
                      <a:pPr marL="0" marR="0" algn="ctr">
                        <a:buNone/>
                      </a:pPr>
                      <a:r>
                        <a:rPr lang="en-US" sz="1100">
                          <a:effectLst/>
                          <a:latin typeface="Times New Roman" panose="02020603050405020304" pitchFamily="18" charset="0"/>
                          <a:cs typeface="Times New Roman" panose="02020603050405020304" pitchFamily="18" charset="0"/>
                        </a:rPr>
                        <a:t>FA-PSO</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0%</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139,665</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337</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465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60461219"/>
                  </a:ext>
                </a:extLst>
              </a:tr>
              <a:tr h="227965">
                <a:tc vMerge="1">
                  <a:txBody>
                    <a:bodyPr/>
                    <a:lstStyle/>
                    <a:p>
                      <a:endParaRPr lang="en-CA"/>
                    </a:p>
                  </a:txBody>
                  <a:tcPr/>
                </a:tc>
                <a:tc>
                  <a:txBody>
                    <a:bodyPr/>
                    <a:lstStyle/>
                    <a:p>
                      <a:pPr marL="0" marR="0" algn="ctr">
                        <a:buNone/>
                      </a:pPr>
                      <a:r>
                        <a:rPr lang="en-US" sz="1100">
                          <a:effectLst/>
                          <a:latin typeface="Times New Roman" panose="02020603050405020304" pitchFamily="18" charset="0"/>
                          <a:cs typeface="Times New Roman" panose="02020603050405020304" pitchFamily="18" charset="0"/>
                        </a:rPr>
                        <a:t>2%</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125,679</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365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5</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300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09048956"/>
                  </a:ext>
                </a:extLst>
              </a:tr>
              <a:tr h="222250">
                <a:tc vMerge="1">
                  <a:txBody>
                    <a:bodyPr/>
                    <a:lstStyle/>
                    <a:p>
                      <a:endParaRPr lang="en-CA"/>
                    </a:p>
                  </a:txBody>
                  <a:tcP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5%</a:t>
                      </a:r>
                      <a:endParaRPr lang="en-CA" sz="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117,927</a:t>
                      </a:r>
                      <a:endParaRPr lang="en-CA" sz="8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300</a:t>
                      </a:r>
                      <a:endParaRPr lang="en-CA" sz="1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5</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300</a:t>
                      </a:r>
                      <a:endParaRPr lang="en-CA"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367964736"/>
                  </a:ext>
                </a:extLst>
              </a:tr>
            </a:tbl>
          </a:graphicData>
        </a:graphic>
      </p:graphicFrame>
      <p:graphicFrame>
        <p:nvGraphicFramePr>
          <p:cNvPr id="6" name="Chart 5">
            <a:extLst>
              <a:ext uri="{FF2B5EF4-FFF2-40B4-BE49-F238E27FC236}">
                <a16:creationId xmlns:a16="http://schemas.microsoft.com/office/drawing/2014/main" id="{3015AC24-B290-2EFC-07E9-B89F3ECCB3A8}"/>
              </a:ext>
            </a:extLst>
          </p:cNvPr>
          <p:cNvGraphicFramePr/>
          <p:nvPr>
            <p:extLst>
              <p:ext uri="{D42A27DB-BD31-4B8C-83A1-F6EECF244321}">
                <p14:modId xmlns:p14="http://schemas.microsoft.com/office/powerpoint/2010/main" val="3584294961"/>
              </p:ext>
            </p:extLst>
          </p:nvPr>
        </p:nvGraphicFramePr>
        <p:xfrm>
          <a:off x="5895221" y="1566621"/>
          <a:ext cx="5038725" cy="3269615"/>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5DE4561A-5A12-E8A3-2B5D-BAC9654D2018}"/>
              </a:ext>
            </a:extLst>
          </p:cNvPr>
          <p:cNvSpPr txBox="1"/>
          <p:nvPr/>
        </p:nvSpPr>
        <p:spPr>
          <a:xfrm>
            <a:off x="6409091" y="4889284"/>
            <a:ext cx="4010983" cy="461665"/>
          </a:xfrm>
          <a:prstGeom prst="rect">
            <a:avLst/>
          </a:prstGeom>
          <a:noFill/>
        </p:spPr>
        <p:txBody>
          <a:bodyPr wrap="square">
            <a:spAutoFit/>
          </a:bodyPr>
          <a:lstStyle/>
          <a:p>
            <a:pPr marL="0" marR="0" algn="ctr">
              <a:spcBef>
                <a:spcPts val="600"/>
              </a:spcBef>
              <a:spcAft>
                <a:spcPts val="12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Figure 24 - Convergence curves for FA-PSO applied to standalone PV/WT/BESS grid) at Sinai in Egypt, Sinai.</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95572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E951E-1653-FE64-D4E5-C4DD8FDF26DA}"/>
              </a:ext>
            </a:extLst>
          </p:cNvPr>
          <p:cNvSpPr>
            <a:spLocks noGrp="1"/>
          </p:cNvSpPr>
          <p:nvPr>
            <p:ph type="title"/>
          </p:nvPr>
        </p:nvSpPr>
        <p:spPr>
          <a:xfrm>
            <a:off x="1233237" y="367845"/>
            <a:ext cx="9725526" cy="874127"/>
          </a:xfrm>
        </p:spPr>
        <p:txBody>
          <a:bodyPr>
            <a:normAutofit/>
          </a:bodyPr>
          <a:lstStyle/>
          <a:p>
            <a:pPr algn="ctr"/>
            <a:r>
              <a:rPr lang="en-US" sz="2400" b="1" dirty="0">
                <a:effectLst/>
                <a:latin typeface="Times New Roman" panose="02020603050405020304" pitchFamily="18" charset="0"/>
                <a:ea typeface="SimSun" panose="02010600030101010101" pitchFamily="2" charset="-122"/>
                <a:cs typeface="Times New Roman" panose="02020603050405020304" pitchFamily="18" charset="0"/>
              </a:rPr>
              <a:t>Analysis of SOC, Charging and Discharging of Batteries</a:t>
            </a:r>
            <a:endParaRPr lang="en-CA" sz="2400" b="1" dirty="0">
              <a:latin typeface="Times New Roman" panose="02020603050405020304" pitchFamily="18" charset="0"/>
              <a:cs typeface="Times New Roman" panose="02020603050405020304" pitchFamily="18" charset="0"/>
            </a:endParaRPr>
          </a:p>
        </p:txBody>
      </p:sp>
      <p:graphicFrame>
        <p:nvGraphicFramePr>
          <p:cNvPr id="5" name="Chart 4">
            <a:extLst>
              <a:ext uri="{FF2B5EF4-FFF2-40B4-BE49-F238E27FC236}">
                <a16:creationId xmlns:a16="http://schemas.microsoft.com/office/drawing/2014/main" id="{413103C2-D071-7FB4-2986-EF48E5EC788B}"/>
              </a:ext>
            </a:extLst>
          </p:cNvPr>
          <p:cNvGraphicFramePr/>
          <p:nvPr>
            <p:extLst>
              <p:ext uri="{D42A27DB-BD31-4B8C-83A1-F6EECF244321}">
                <p14:modId xmlns:p14="http://schemas.microsoft.com/office/powerpoint/2010/main" val="407119874"/>
              </p:ext>
            </p:extLst>
          </p:nvPr>
        </p:nvGraphicFramePr>
        <p:xfrm>
          <a:off x="878171" y="1790307"/>
          <a:ext cx="5101523" cy="335668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11EAB54E-D40D-FC74-C4FF-FE645680F2E9}"/>
              </a:ext>
            </a:extLst>
          </p:cNvPr>
          <p:cNvGraphicFramePr/>
          <p:nvPr>
            <p:extLst>
              <p:ext uri="{D42A27DB-BD31-4B8C-83A1-F6EECF244321}">
                <p14:modId xmlns:p14="http://schemas.microsoft.com/office/powerpoint/2010/main" val="611805445"/>
              </p:ext>
            </p:extLst>
          </p:nvPr>
        </p:nvGraphicFramePr>
        <p:xfrm>
          <a:off x="5979694" y="1961673"/>
          <a:ext cx="5243229" cy="3185315"/>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5A9A7836-1D2F-2185-19D7-E02D14AE9193}"/>
              </a:ext>
            </a:extLst>
          </p:cNvPr>
          <p:cNvSpPr txBox="1"/>
          <p:nvPr/>
        </p:nvSpPr>
        <p:spPr>
          <a:xfrm>
            <a:off x="1950551" y="5132427"/>
            <a:ext cx="2956761"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cs typeface="Times New Roman" panose="02020603050405020304" pitchFamily="18" charset="0"/>
              </a:rPr>
              <a:t>Figure 26 - SOC over time for li-ion battery</a:t>
            </a:r>
            <a:endParaRPr lang="en-CA" sz="1200" i="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4DAE4EA-ED19-07B6-1C17-0F753634460E}"/>
              </a:ext>
            </a:extLst>
          </p:cNvPr>
          <p:cNvSpPr txBox="1"/>
          <p:nvPr/>
        </p:nvSpPr>
        <p:spPr>
          <a:xfrm>
            <a:off x="6978549" y="5146987"/>
            <a:ext cx="3245519" cy="276999"/>
          </a:xfrm>
          <a:prstGeom prst="rect">
            <a:avLst/>
          </a:prstGeom>
          <a:noFill/>
        </p:spPr>
        <p:txBody>
          <a:bodyPr wrap="square">
            <a:spAutoFit/>
          </a:bodyPr>
          <a:lstStyle/>
          <a:p>
            <a:pPr marL="0" marR="0">
              <a:spcAft>
                <a:spcPts val="1200"/>
              </a:spcAft>
            </a:pPr>
            <a:r>
              <a:rPr lang="en-US" sz="1200" i="1" dirty="0">
                <a:latin typeface="Times New Roman" panose="02020603050405020304" pitchFamily="18" charset="0"/>
                <a:cs typeface="Times New Roman" panose="02020603050405020304" pitchFamily="18" charset="0"/>
              </a:rPr>
              <a:t>Figure 27 - SOC over time for lead acid battery</a:t>
            </a:r>
            <a:endParaRPr lang="en-CA" sz="1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4192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37920F54-0342-1065-C5A6-CA297FF4B02F}"/>
              </a:ext>
            </a:extLst>
          </p:cNvPr>
          <p:cNvGraphicFramePr/>
          <p:nvPr>
            <p:extLst>
              <p:ext uri="{D42A27DB-BD31-4B8C-83A1-F6EECF244321}">
                <p14:modId xmlns:p14="http://schemas.microsoft.com/office/powerpoint/2010/main" val="1982912364"/>
              </p:ext>
            </p:extLst>
          </p:nvPr>
        </p:nvGraphicFramePr>
        <p:xfrm>
          <a:off x="6321195" y="2556560"/>
          <a:ext cx="5048248" cy="3048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6806DBF5-406A-4F9D-1294-F4A28324A0D0}"/>
              </a:ext>
            </a:extLst>
          </p:cNvPr>
          <p:cNvGraphicFramePr/>
          <p:nvPr>
            <p:extLst>
              <p:ext uri="{D42A27DB-BD31-4B8C-83A1-F6EECF244321}">
                <p14:modId xmlns:p14="http://schemas.microsoft.com/office/powerpoint/2010/main" val="1746993501"/>
              </p:ext>
            </p:extLst>
          </p:nvPr>
        </p:nvGraphicFramePr>
        <p:xfrm>
          <a:off x="822555" y="2541955"/>
          <a:ext cx="5048250" cy="30480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8B7DEB27-30A3-830E-DED5-B35E0B1E5B6E}"/>
              </a:ext>
            </a:extLst>
          </p:cNvPr>
          <p:cNvSpPr txBox="1"/>
          <p:nvPr/>
        </p:nvSpPr>
        <p:spPr>
          <a:xfrm>
            <a:off x="966735" y="645695"/>
            <a:ext cx="10258529" cy="1563890"/>
          </a:xfrm>
          <a:prstGeom prst="rect">
            <a:avLst/>
          </a:prstGeom>
          <a:noFill/>
        </p:spPr>
        <p:txBody>
          <a:bodyPr wrap="square">
            <a:spAutoFit/>
          </a:bodyPr>
          <a:lstStyle/>
          <a:p>
            <a:pPr marL="0" marR="0" algn="just">
              <a:lnSpc>
                <a:spcPct val="150000"/>
              </a:lnSpc>
              <a:spcAft>
                <a:spcPts val="300"/>
              </a:spcAft>
            </a:pPr>
            <a:r>
              <a:rPr lang="en-US" sz="1600" spc="-10" dirty="0">
                <a:effectLst/>
                <a:latin typeface="Times New Roman" panose="02020603050405020304" pitchFamily="18" charset="0"/>
                <a:ea typeface="Times New Roman" panose="02020603050405020304" pitchFamily="18" charset="0"/>
                <a:cs typeface="Times New Roman" panose="02020603050405020304" pitchFamily="18" charset="0"/>
              </a:rPr>
              <a:t>Li-ion batteries charge and discharge more frequently and with greater power fluctuations indicates their ability to be adapted for variable renewable energy and load conditions. </a:t>
            </a:r>
          </a:p>
          <a:p>
            <a:pPr marL="0" marR="0" algn="just">
              <a:lnSpc>
                <a:spcPct val="150000"/>
              </a:lnSpc>
              <a:spcAft>
                <a:spcPts val="300"/>
              </a:spcAft>
            </a:pPr>
            <a:r>
              <a:rPr lang="en-US" sz="1600" spc="-10" dirty="0">
                <a:effectLst/>
                <a:latin typeface="Times New Roman" panose="02020603050405020304" pitchFamily="18" charset="0"/>
                <a:ea typeface="Times New Roman" panose="02020603050405020304" pitchFamily="18" charset="0"/>
                <a:cs typeface="Times New Roman" panose="02020603050405020304" pitchFamily="18" charset="0"/>
              </a:rPr>
              <a:t>On the other hand, in lead acid batteries, charging and discharging are less frequent and operate at lower power levels but also suits a cost-sensitive scenario.</a:t>
            </a:r>
            <a:endParaRPr lang="en-CA" sz="1600" dirty="0">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408C3212-99CD-7BE1-4BD4-BCD3C107D223}"/>
              </a:ext>
            </a:extLst>
          </p:cNvPr>
          <p:cNvSpPr txBox="1"/>
          <p:nvPr/>
        </p:nvSpPr>
        <p:spPr>
          <a:xfrm>
            <a:off x="6835742" y="5628368"/>
            <a:ext cx="4019153" cy="276999"/>
          </a:xfrm>
          <a:prstGeom prst="rect">
            <a:avLst/>
          </a:prstGeom>
          <a:noFill/>
        </p:spPr>
        <p:txBody>
          <a:bodyPr wrap="square">
            <a:spAutoFit/>
          </a:bodyPr>
          <a:lstStyle/>
          <a:p>
            <a:pPr marL="0" marR="0">
              <a:spcAft>
                <a:spcPts val="1200"/>
              </a:spcAft>
            </a:pPr>
            <a:r>
              <a:rPr lang="en-US" sz="1200" i="1" dirty="0">
                <a:latin typeface="Times New Roman" panose="02020603050405020304" pitchFamily="18" charset="0"/>
                <a:cs typeface="Times New Roman" panose="02020603050405020304" pitchFamily="18" charset="0"/>
              </a:rPr>
              <a:t>Figure 29 - Charging and discharging power of li-ion battery</a:t>
            </a:r>
            <a:endParaRPr lang="en-CA" sz="1200" i="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B50DD94-BE99-1371-4C81-323A43F13AE4}"/>
              </a:ext>
            </a:extLst>
          </p:cNvPr>
          <p:cNvSpPr txBox="1"/>
          <p:nvPr/>
        </p:nvSpPr>
        <p:spPr>
          <a:xfrm>
            <a:off x="1206562" y="5628369"/>
            <a:ext cx="4280235" cy="276999"/>
          </a:xfrm>
          <a:prstGeom prst="rect">
            <a:avLst/>
          </a:prstGeom>
          <a:noFill/>
        </p:spPr>
        <p:txBody>
          <a:bodyPr wrap="square">
            <a:spAutoFit/>
          </a:bodyPr>
          <a:lstStyle/>
          <a:p>
            <a:pPr marL="0" marR="0">
              <a:spcAft>
                <a:spcPts val="800"/>
              </a:spcAft>
            </a:pPr>
            <a:r>
              <a:rPr lang="en-US" sz="1200" i="1" dirty="0">
                <a:latin typeface="Times New Roman" panose="02020603050405020304" pitchFamily="18" charset="0"/>
                <a:cs typeface="Times New Roman" panose="02020603050405020304" pitchFamily="18" charset="0"/>
              </a:rPr>
              <a:t>Figure 28 - Charging and discharging power of lead acid battery</a:t>
            </a:r>
            <a:endParaRPr lang="en-CA" sz="1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9851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6F67-33EF-C6F9-4978-C28917E31C38}"/>
              </a:ext>
            </a:extLst>
          </p:cNvPr>
          <p:cNvSpPr>
            <a:spLocks noGrp="1"/>
          </p:cNvSpPr>
          <p:nvPr>
            <p:ph type="title"/>
          </p:nvPr>
        </p:nvSpPr>
        <p:spPr>
          <a:xfrm>
            <a:off x="1797666" y="470808"/>
            <a:ext cx="8596668" cy="580570"/>
          </a:xfrm>
        </p:spPr>
        <p:txBody>
          <a:bodyPr/>
          <a:lstStyle/>
          <a:p>
            <a:pPr algn="ctr"/>
            <a:r>
              <a:rPr lang="en-US" sz="2400" b="1" dirty="0">
                <a:effectLst/>
                <a:latin typeface="Times New Roman" panose="02020603050405020304" pitchFamily="18" charset="0"/>
                <a:ea typeface="SimSun" panose="02010600030101010101" pitchFamily="2" charset="-122"/>
                <a:cs typeface="Times New Roman" panose="02020603050405020304" pitchFamily="18" charset="0"/>
              </a:rPr>
              <a:t>Hybrid</a:t>
            </a:r>
            <a:r>
              <a:rPr lang="en-US" sz="1800" b="1" dirty="0">
                <a:effectLst/>
                <a:latin typeface="Times New Roman" panose="02020603050405020304" pitchFamily="18" charset="0"/>
                <a:ea typeface="SimSun" panose="02010600030101010101" pitchFamily="2" charset="-122"/>
                <a:cs typeface="Times New Roman" panose="02020603050405020304" pitchFamily="18" charset="0"/>
              </a:rPr>
              <a:t> Methods Comparison</a:t>
            </a:r>
            <a:endParaRPr lang="en-CA" dirty="0"/>
          </a:p>
        </p:txBody>
      </p:sp>
      <p:graphicFrame>
        <p:nvGraphicFramePr>
          <p:cNvPr id="4" name="Content Placeholder 3">
            <a:extLst>
              <a:ext uri="{FF2B5EF4-FFF2-40B4-BE49-F238E27FC236}">
                <a16:creationId xmlns:a16="http://schemas.microsoft.com/office/drawing/2014/main" id="{F3CC7320-8DC3-B7AF-EC65-879B7350E6CD}"/>
              </a:ext>
            </a:extLst>
          </p:cNvPr>
          <p:cNvGraphicFramePr>
            <a:graphicFrameLocks noGrp="1"/>
          </p:cNvGraphicFramePr>
          <p:nvPr>
            <p:ph idx="1"/>
            <p:extLst>
              <p:ext uri="{D42A27DB-BD31-4B8C-83A1-F6EECF244321}">
                <p14:modId xmlns:p14="http://schemas.microsoft.com/office/powerpoint/2010/main" val="2151220927"/>
              </p:ext>
            </p:extLst>
          </p:nvPr>
        </p:nvGraphicFramePr>
        <p:xfrm>
          <a:off x="1942191" y="1369785"/>
          <a:ext cx="8307617" cy="4949371"/>
        </p:xfrm>
        <a:graphic>
          <a:graphicData uri="http://schemas.openxmlformats.org/drawingml/2006/table">
            <a:tbl>
              <a:tblPr firstRow="1" firstCol="1" bandRow="1">
                <a:tableStyleId>{5C22544A-7EE6-4342-B048-85BDC9FD1C3A}</a:tableStyleId>
              </a:tblPr>
              <a:tblGrid>
                <a:gridCol w="1475432">
                  <a:extLst>
                    <a:ext uri="{9D8B030D-6E8A-4147-A177-3AD203B41FA5}">
                      <a16:colId xmlns:a16="http://schemas.microsoft.com/office/drawing/2014/main" val="1843995821"/>
                    </a:ext>
                  </a:extLst>
                </a:gridCol>
                <a:gridCol w="1555186">
                  <a:extLst>
                    <a:ext uri="{9D8B030D-6E8A-4147-A177-3AD203B41FA5}">
                      <a16:colId xmlns:a16="http://schemas.microsoft.com/office/drawing/2014/main" val="264909037"/>
                    </a:ext>
                  </a:extLst>
                </a:gridCol>
                <a:gridCol w="1581770">
                  <a:extLst>
                    <a:ext uri="{9D8B030D-6E8A-4147-A177-3AD203B41FA5}">
                      <a16:colId xmlns:a16="http://schemas.microsoft.com/office/drawing/2014/main" val="878153463"/>
                    </a:ext>
                  </a:extLst>
                </a:gridCol>
                <a:gridCol w="1633278">
                  <a:extLst>
                    <a:ext uri="{9D8B030D-6E8A-4147-A177-3AD203B41FA5}">
                      <a16:colId xmlns:a16="http://schemas.microsoft.com/office/drawing/2014/main" val="4196545099"/>
                    </a:ext>
                  </a:extLst>
                </a:gridCol>
                <a:gridCol w="2061951">
                  <a:extLst>
                    <a:ext uri="{9D8B030D-6E8A-4147-A177-3AD203B41FA5}">
                      <a16:colId xmlns:a16="http://schemas.microsoft.com/office/drawing/2014/main" val="601486610"/>
                    </a:ext>
                  </a:extLst>
                </a:gridCol>
              </a:tblGrid>
              <a:tr h="444292">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Hybrid Approach</a:t>
                      </a:r>
                      <a:endParaRPr lang="en-CA"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Exploration</a:t>
                      </a:r>
                      <a:endParaRPr lang="en-CA"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Exploitation</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Convergence Speed</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Computational Efficiency</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extLst>
                  <a:ext uri="{0D108BD9-81ED-4DB2-BD59-A6C34878D82A}">
                    <a16:rowId xmlns:a16="http://schemas.microsoft.com/office/drawing/2014/main" val="506731620"/>
                  </a:ext>
                </a:extLst>
              </a:tr>
              <a:tr h="770201">
                <a:tc>
                  <a:txBody>
                    <a:bodyPr/>
                    <a:lstStyle/>
                    <a:p>
                      <a:pPr marL="0" marR="0" algn="ctr">
                        <a:buNone/>
                      </a:pPr>
                      <a:r>
                        <a:rPr lang="en-US" sz="1100">
                          <a:effectLst/>
                          <a:latin typeface="Times New Roman" panose="02020603050405020304" pitchFamily="18" charset="0"/>
                          <a:cs typeface="Times New Roman" panose="02020603050405020304" pitchFamily="18" charset="0"/>
                        </a:rPr>
                        <a:t>GA-ACO</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High (Both GA and ACO focus on exploration)</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Low (Neither has a strong local search mechanism)</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Slow (ACO’s pheromone reinforcement takes time)</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High (GA’s offspring generation + ACO’s pheromone updating)</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extLst>
                  <a:ext uri="{0D108BD9-81ED-4DB2-BD59-A6C34878D82A}">
                    <a16:rowId xmlns:a16="http://schemas.microsoft.com/office/drawing/2014/main" val="434606067"/>
                  </a:ext>
                </a:extLst>
              </a:tr>
              <a:tr h="751398">
                <a:tc>
                  <a:txBody>
                    <a:bodyPr/>
                    <a:lstStyle/>
                    <a:p>
                      <a:pPr marL="0" marR="0" algn="ctr">
                        <a:buNone/>
                      </a:pPr>
                      <a:r>
                        <a:rPr lang="en-US" sz="1100">
                          <a:effectLst/>
                          <a:latin typeface="Times New Roman" panose="02020603050405020304" pitchFamily="18" charset="0"/>
                          <a:cs typeface="Times New Roman" panose="02020603050405020304" pitchFamily="18" charset="0"/>
                        </a:rPr>
                        <a:t>GA-PSO</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Moderate (GA explores, PSO converges quickly)</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High (PSO ensures rapid refinement)</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Fast (PSO has strong convergence speed)</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Moderate (GA requires crossover/mutation, but PSO accelerates search)</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extLst>
                  <a:ext uri="{0D108BD9-81ED-4DB2-BD59-A6C34878D82A}">
                    <a16:rowId xmlns:a16="http://schemas.microsoft.com/office/drawing/2014/main" val="1318967799"/>
                  </a:ext>
                </a:extLst>
              </a:tr>
              <a:tr h="522461">
                <a:tc>
                  <a:txBody>
                    <a:bodyPr/>
                    <a:lstStyle/>
                    <a:p>
                      <a:pPr marL="0" marR="0" algn="ctr">
                        <a:buNone/>
                      </a:pPr>
                      <a:r>
                        <a:rPr lang="en-US" sz="1100">
                          <a:effectLst/>
                          <a:latin typeface="Times New Roman" panose="02020603050405020304" pitchFamily="18" charset="0"/>
                          <a:cs typeface="Times New Roman" panose="02020603050405020304" pitchFamily="18" charset="0"/>
                        </a:rPr>
                        <a:t>GA-FA</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High (GA explores, FA maintains diversity)</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Moderate (FA maintains diversity but lacks strong local search)</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Moderate (FA prevents stagnation but can be slow)</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Moderate (GA mutation adds computation, FA is the opposite)</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extLst>
                  <a:ext uri="{0D108BD9-81ED-4DB2-BD59-A6C34878D82A}">
                    <a16:rowId xmlns:a16="http://schemas.microsoft.com/office/drawing/2014/main" val="3098880502"/>
                  </a:ext>
                </a:extLst>
              </a:tr>
              <a:tr h="851677">
                <a:tc>
                  <a:txBody>
                    <a:bodyPr/>
                    <a:lstStyle/>
                    <a:p>
                      <a:pPr marL="0" marR="0" algn="ctr">
                        <a:buNone/>
                      </a:pPr>
                      <a:r>
                        <a:rPr lang="en-US" sz="1100">
                          <a:effectLst/>
                          <a:latin typeface="Times New Roman" panose="02020603050405020304" pitchFamily="18" charset="0"/>
                          <a:cs typeface="Times New Roman" panose="02020603050405020304" pitchFamily="18" charset="0"/>
                        </a:rPr>
                        <a:t>ACO-PSO</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Moderate (ACO explores, PSO converges)</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High (PSO ensures rapid convergence)</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Fast (PSO accelerates convergence)</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Moderate (ACO pheromone reinforcement adds computational overhead)</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extLst>
                  <a:ext uri="{0D108BD9-81ED-4DB2-BD59-A6C34878D82A}">
                    <a16:rowId xmlns:a16="http://schemas.microsoft.com/office/drawing/2014/main" val="63636378"/>
                  </a:ext>
                </a:extLst>
              </a:tr>
              <a:tr h="870479">
                <a:tc>
                  <a:txBody>
                    <a:bodyPr/>
                    <a:lstStyle/>
                    <a:p>
                      <a:pPr marL="0" marR="0" algn="ctr">
                        <a:buNone/>
                      </a:pPr>
                      <a:r>
                        <a:rPr lang="en-US" sz="1100">
                          <a:effectLst/>
                          <a:latin typeface="Times New Roman" panose="02020603050405020304" pitchFamily="18" charset="0"/>
                          <a:cs typeface="Times New Roman" panose="02020603050405020304" pitchFamily="18" charset="0"/>
                        </a:rPr>
                        <a:t>ACO-FA</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High (ACO explores, FA ensures diversity)</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Moderate (FA adds randomness but lacks strong local refinement)</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Slow (ACO slows down solution refinement)</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Moderate (ACO’s memory requirements and FA’s exploration)</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extLst>
                  <a:ext uri="{0D108BD9-81ED-4DB2-BD59-A6C34878D82A}">
                    <a16:rowId xmlns:a16="http://schemas.microsoft.com/office/drawing/2014/main" val="2600331920"/>
                  </a:ext>
                </a:extLst>
              </a:tr>
              <a:tr h="738863">
                <a:tc>
                  <a:txBody>
                    <a:bodyPr/>
                    <a:lstStyle/>
                    <a:p>
                      <a:pPr marL="0" marR="0" algn="ctr">
                        <a:buNone/>
                      </a:pPr>
                      <a:r>
                        <a:rPr lang="en-US" sz="1100">
                          <a:effectLst/>
                          <a:latin typeface="Times New Roman" panose="02020603050405020304" pitchFamily="18" charset="0"/>
                          <a:cs typeface="Times New Roman" panose="02020603050405020304" pitchFamily="18" charset="0"/>
                        </a:rPr>
                        <a:t>FA-PSO</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High (FA ensures diverse exploration)</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High (PSO quickly refines solutions)</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a:effectLst/>
                          <a:latin typeface="Times New Roman" panose="02020603050405020304" pitchFamily="18" charset="0"/>
                          <a:cs typeface="Times New Roman" panose="02020603050405020304" pitchFamily="18" charset="0"/>
                        </a:rPr>
                        <a:t>Fast (PSO has strong convergence speed)</a:t>
                      </a:r>
                      <a:endParaRPr lang="en-CA"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tc>
                  <a:txBody>
                    <a:bodyPr/>
                    <a:lstStyle/>
                    <a:p>
                      <a:pPr marL="0" marR="0" algn="ctr">
                        <a:buNone/>
                      </a:pPr>
                      <a:r>
                        <a:rPr lang="en-US" sz="1100" dirty="0">
                          <a:effectLst/>
                          <a:latin typeface="Times New Roman" panose="02020603050405020304" pitchFamily="18" charset="0"/>
                          <a:cs typeface="Times New Roman" panose="02020603050405020304" pitchFamily="18" charset="0"/>
                        </a:rPr>
                        <a:t>High (FA injects randomness, PSO ensures local refinement)</a:t>
                      </a:r>
                      <a:endParaRPr lang="en-CA"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9233" marR="59233" marT="0" marB="0" anchor="ctr"/>
                </a:tc>
                <a:extLst>
                  <a:ext uri="{0D108BD9-81ED-4DB2-BD59-A6C34878D82A}">
                    <a16:rowId xmlns:a16="http://schemas.microsoft.com/office/drawing/2014/main" val="803080814"/>
                  </a:ext>
                </a:extLst>
              </a:tr>
            </a:tbl>
          </a:graphicData>
        </a:graphic>
      </p:graphicFrame>
      <p:sp>
        <p:nvSpPr>
          <p:cNvPr id="6" name="TextBox 5">
            <a:extLst>
              <a:ext uri="{FF2B5EF4-FFF2-40B4-BE49-F238E27FC236}">
                <a16:creationId xmlns:a16="http://schemas.microsoft.com/office/drawing/2014/main" id="{3AE98B7B-D01B-E6AC-9D12-85DBDA26B59C}"/>
              </a:ext>
            </a:extLst>
          </p:cNvPr>
          <p:cNvSpPr txBox="1"/>
          <p:nvPr/>
        </p:nvSpPr>
        <p:spPr>
          <a:xfrm>
            <a:off x="3048680" y="1072082"/>
            <a:ext cx="6094638" cy="276999"/>
          </a:xfrm>
          <a:prstGeom prst="rect">
            <a:avLst/>
          </a:prstGeom>
          <a:noFill/>
        </p:spPr>
        <p:txBody>
          <a:bodyPr wrap="square">
            <a:spAutoFit/>
          </a:bodyPr>
          <a:lstStyle/>
          <a:p>
            <a:pPr marL="0" marR="0" algn="ctr">
              <a:spcAft>
                <a:spcPts val="800"/>
              </a:spcAft>
            </a:pPr>
            <a:r>
              <a:rPr lang="en-US" sz="1200" i="1" dirty="0">
                <a:latin typeface="Times New Roman" panose="02020603050405020304" pitchFamily="18" charset="0"/>
                <a:ea typeface="Calibri" panose="020F0502020204030204" pitchFamily="34" charset="0"/>
                <a:cs typeface="Times New Roman" panose="02020603050405020304" pitchFamily="18" charset="0"/>
              </a:rPr>
              <a:t>Table 27 - Comparison of different hybrid techniques</a:t>
            </a:r>
            <a:endParaRPr lang="en-CA" sz="1200" i="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030125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AD268-8DBF-6247-4562-4F0AD99DEABA}"/>
              </a:ext>
            </a:extLst>
          </p:cNvPr>
          <p:cNvSpPr>
            <a:spLocks noGrp="1"/>
          </p:cNvSpPr>
          <p:nvPr>
            <p:ph type="title"/>
          </p:nvPr>
        </p:nvSpPr>
        <p:spPr>
          <a:xfrm>
            <a:off x="838200" y="149226"/>
            <a:ext cx="10515600" cy="1325563"/>
          </a:xfrm>
        </p:spPr>
        <p:txBody>
          <a:bodyPr>
            <a:normAutofit/>
          </a:bodyPr>
          <a:lstStyle/>
          <a:p>
            <a:pPr algn="ctr"/>
            <a:r>
              <a:rPr lang="en-US" sz="2400" b="1" dirty="0">
                <a:solidFill>
                  <a:schemeClr val="tx1"/>
                </a:solidFill>
                <a:latin typeface="Times New Roman" panose="02020603050405020304" pitchFamily="18" charset="0"/>
                <a:cs typeface="Times New Roman" panose="02020603050405020304" pitchFamily="18" charset="0"/>
              </a:rPr>
              <a:t>Conclusions</a:t>
            </a:r>
            <a:endParaRPr lang="en-CA" sz="2400" b="1" dirty="0">
              <a:solidFill>
                <a:schemeClr val="tx1"/>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4B83CA40-5101-DE99-82DF-AB1E7D2B99E9}"/>
              </a:ext>
            </a:extLst>
          </p:cNvPr>
          <p:cNvSpPr>
            <a:spLocks noGrp="1"/>
          </p:cNvSpPr>
          <p:nvPr>
            <p:ph idx="1"/>
          </p:nvPr>
        </p:nvSpPr>
        <p:spPr>
          <a:xfrm>
            <a:off x="878871" y="1100705"/>
            <a:ext cx="10434258" cy="4525961"/>
          </a:xfrm>
        </p:spPr>
        <p:txBody>
          <a:bodyPr>
            <a:noAutofit/>
          </a:bodyPr>
          <a:lstStyle/>
          <a:p>
            <a:pPr>
              <a:spcAft>
                <a:spcPts val="600"/>
              </a:spcAft>
              <a:buFont typeface="Wingdings" panose="05000000000000000000" pitchFamily="2" charset="2"/>
              <a:buChar char="v"/>
            </a:pP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Standalone Hybrid Grid Design</a:t>
            </a: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lnSpc>
                <a:spcPct val="120000"/>
              </a:lnSpc>
              <a:spcAft>
                <a:spcPts val="600"/>
              </a:spcAft>
              <a:buNone/>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Presented the modeling and design of a standalone hybrid grid to balance the reliability and cost-effectiveness of renewable energy sources (RESs).</a:t>
            </a:r>
          </a:p>
          <a:p>
            <a:pPr>
              <a:spcAft>
                <a:spcPts val="600"/>
              </a:spcAft>
              <a:buFont typeface="Wingdings" panose="05000000000000000000" pitchFamily="2" charset="2"/>
              <a:buChar char="v"/>
            </a:pP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Different Types of Battery Energy Storage Systems (BESS)</a:t>
            </a: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spcAft>
                <a:spcPts val="600"/>
              </a:spcAft>
              <a:buNone/>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Investigated both Lead-Acid and Li-ion batteries:</a:t>
            </a:r>
          </a:p>
          <a:p>
            <a:pPr lvl="2">
              <a:spcAft>
                <a:spcPts val="600"/>
              </a:spcAft>
              <a:buFont typeface="Arial" panose="020B0604020202020204" pitchFamily="34" charset="0"/>
              <a:buChar char="•"/>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Lead-Acid for cost-minimization scenarios.</a:t>
            </a:r>
          </a:p>
          <a:p>
            <a:pPr lvl="2">
              <a:spcAft>
                <a:spcPts val="600"/>
              </a:spcAft>
              <a:buFont typeface="Arial" panose="020B0604020202020204" pitchFamily="34" charset="0"/>
              <a:buChar char="•"/>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Li-ion for efficiency and performance-focused systems.</a:t>
            </a:r>
          </a:p>
          <a:p>
            <a:pPr>
              <a:spcAft>
                <a:spcPts val="600"/>
              </a:spcAft>
              <a:buFont typeface="Wingdings" panose="05000000000000000000" pitchFamily="2" charset="2"/>
              <a:buChar char="v"/>
            </a:pP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Battery Degradation Consideration</a:t>
            </a: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spcAft>
                <a:spcPts val="600"/>
              </a:spcAft>
              <a:buNone/>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Integrated battery degradation constraints, a factor often ignored in the literature, to ensure realistic and reliable optimization.</a:t>
            </a:r>
          </a:p>
          <a:p>
            <a:pPr>
              <a:spcAft>
                <a:spcPts val="600"/>
              </a:spcAft>
              <a:buFont typeface="Wingdings" panose="05000000000000000000" pitchFamily="2" charset="2"/>
              <a:buChar char="v"/>
            </a:pP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Tidal Energy Integration</a:t>
            </a: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spcAft>
                <a:spcPts val="600"/>
              </a:spcAft>
              <a:buNone/>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Included </a:t>
            </a: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tidal energy</a:t>
            </a: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which is underrepresented in hybrid renewable energy management studies.</a:t>
            </a:r>
          </a:p>
          <a:p>
            <a:pPr>
              <a:spcAft>
                <a:spcPts val="600"/>
              </a:spcAft>
              <a:buFont typeface="Wingdings" panose="05000000000000000000" pitchFamily="2" charset="2"/>
              <a:buChar char="v"/>
            </a:pPr>
            <a:r>
              <a:rPr lang="en-US" sz="1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Hybrid FA-PSO Algorithm</a:t>
            </a: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spcAft>
                <a:spcPts val="600"/>
              </a:spcAft>
              <a:buNone/>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Developed a Hybrid Firefly Algorithm-Particle Swarm Optimization (FA-PSO):</a:t>
            </a:r>
          </a:p>
          <a:p>
            <a:pPr marL="914400" lvl="2" indent="0">
              <a:spcAft>
                <a:spcPts val="600"/>
              </a:spcAft>
              <a:buNone/>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Combines global exploration of FA and fast convergence of PSO.</a:t>
            </a:r>
          </a:p>
          <a:p>
            <a:pPr marL="914400" lvl="2" indent="0">
              <a:spcAft>
                <a:spcPts val="600"/>
              </a:spcAft>
              <a:buNone/>
            </a:pPr>
            <a:r>
              <a:rPr lang="en-US" sz="1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Outperformed standalone methods in the literature with better performance.</a:t>
            </a:r>
          </a:p>
        </p:txBody>
      </p:sp>
    </p:spTree>
    <p:extLst>
      <p:ext uri="{BB962C8B-B14F-4D97-AF65-F5344CB8AC3E}">
        <p14:creationId xmlns:p14="http://schemas.microsoft.com/office/powerpoint/2010/main" val="6926824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2E75A-364E-D9C4-E2C1-B34F79C58D25}"/>
              </a:ext>
            </a:extLst>
          </p:cNvPr>
          <p:cNvSpPr>
            <a:spLocks noGrp="1"/>
          </p:cNvSpPr>
          <p:nvPr>
            <p:ph type="title"/>
          </p:nvPr>
        </p:nvSpPr>
        <p:spPr/>
        <p:txBody>
          <a:bodyPr>
            <a:normAutofit/>
          </a:bodyPr>
          <a:lstStyle/>
          <a:p>
            <a:pPr algn="ct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Future Work</a:t>
            </a:r>
            <a:endParaRPr lang="en-CA"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D0C9D3-F6A1-5F11-0F96-282CDE567EF1}"/>
              </a:ext>
            </a:extLst>
          </p:cNvPr>
          <p:cNvSpPr>
            <a:spLocks noGrp="1"/>
          </p:cNvSpPr>
          <p:nvPr>
            <p:ph idx="1"/>
          </p:nvPr>
        </p:nvSpPr>
        <p:spPr>
          <a:xfrm>
            <a:off x="1197278" y="1570151"/>
            <a:ext cx="9797444" cy="3848325"/>
          </a:xfrm>
        </p:spPr>
        <p:txBody>
          <a:bodyPr>
            <a:normAutofit/>
          </a:bodyPr>
          <a:lstStyle/>
          <a:p>
            <a:pPr>
              <a:spcAft>
                <a:spcPts val="1200"/>
              </a:spcAft>
              <a:buFont typeface="+mj-lt"/>
              <a:buAutoNum type="arabicPeriod"/>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Adding another objective</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spcAft>
                <a:spcPts val="1200"/>
              </a:spcAft>
              <a:buNone/>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A third objective, reducing the pollutants, will be investigated.</a:t>
            </a:r>
            <a:endPar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spcAft>
                <a:spcPts val="1200"/>
              </a:spcAft>
              <a:buFont typeface="+mj-lt"/>
              <a:buAutoNum type="arabicPeriod"/>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RESS Combinations</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spcAft>
                <a:spcPts val="1200"/>
              </a:spcAft>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Evaluate scenarios with different renewable energy source (RESS) combinations for optimal grid performance.</a:t>
            </a:r>
          </a:p>
          <a:p>
            <a:pPr>
              <a:spcAft>
                <a:spcPts val="1200"/>
              </a:spcAft>
              <a:buFont typeface="+mj-lt"/>
              <a:buAutoNum type="arabicPeriod"/>
            </a:pPr>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Integration of Forecasting Techniques</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p>
          <a:p>
            <a:pPr marL="457200" lvl="1" indent="0">
              <a:spcAft>
                <a:spcPts val="1200"/>
              </a:spcAft>
              <a:buNone/>
            </a:pP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Incorporate forecasting methods into the optimization process to address uncertainties in energy generation and demand.</a:t>
            </a:r>
          </a:p>
        </p:txBody>
      </p:sp>
    </p:spTree>
    <p:extLst>
      <p:ext uri="{BB962C8B-B14F-4D97-AF65-F5344CB8AC3E}">
        <p14:creationId xmlns:p14="http://schemas.microsoft.com/office/powerpoint/2010/main" val="3651920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12E36-9284-A020-0EAF-7EAC62566F39}"/>
              </a:ext>
            </a:extLst>
          </p:cNvPr>
          <p:cNvSpPr>
            <a:spLocks noGrp="1"/>
          </p:cNvSpPr>
          <p:nvPr>
            <p:ph type="title"/>
          </p:nvPr>
        </p:nvSpPr>
        <p:spPr/>
        <p:txBody>
          <a:bodyPr>
            <a:normAutofit/>
          </a:bodyPr>
          <a:lstStyle/>
          <a:p>
            <a:pPr algn="ctr"/>
            <a:r>
              <a:rPr lang="en-US"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Published/Submitted Works and Achievements</a:t>
            </a:r>
            <a:endParaRPr lang="en-CA" sz="24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5C7435-4D42-4774-8B23-C81FFBC47571}"/>
              </a:ext>
            </a:extLst>
          </p:cNvPr>
          <p:cNvSpPr>
            <a:spLocks noGrp="1"/>
          </p:cNvSpPr>
          <p:nvPr>
            <p:ph idx="1"/>
          </p:nvPr>
        </p:nvSpPr>
        <p:spPr>
          <a:xfrm>
            <a:off x="887035" y="1617881"/>
            <a:ext cx="10417929" cy="4113448"/>
          </a:xfrm>
        </p:spPr>
        <p:txBody>
          <a:bodyPr>
            <a:normAutofit/>
          </a:bodyPr>
          <a:lstStyle/>
          <a:p>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Published Conference Paper: </a:t>
            </a:r>
          </a:p>
          <a:p>
            <a:pPr marL="0" indent="0">
              <a:buNone/>
            </a:pPr>
            <a:r>
              <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 Talebi and H. H. Aly, "</a:t>
            </a:r>
            <a:r>
              <a:rPr lang="en-CA" sz="1600" u="sng"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 Review of Battery Energy Storage System Optimization: Current State-Of- The-Art and Future Trends</a:t>
            </a:r>
            <a:r>
              <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2024 International Conference on Green Energy, Computing and Sustainable Technology (GECOST), Miri Sarawak, Malaysia, 2024, pp. 116-120.</a:t>
            </a:r>
          </a:p>
          <a:p>
            <a:r>
              <a:rPr lang="en-CA"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Submitted Conference paper: </a:t>
            </a:r>
          </a:p>
          <a:p>
            <a:pPr marL="0" indent="0">
              <a:buNone/>
            </a:pPr>
            <a:r>
              <a:rPr lang="en-US" sz="1600" i="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2025 IEEE Canadian Conference on Electrical and Computer Engineering (CCECE)</a:t>
            </a:r>
            <a:r>
              <a:rPr lang="en-CA" sz="1600" i="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CA"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r>
              <a:rPr lang="en-US" sz="1600" u="sng" kern="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Modeling, Design and Optimization of a Standalone PV/WT/Tidal/Storage-based Grid</a:t>
            </a:r>
            <a:r>
              <a:rPr lang="en-US" sz="1600" kern="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p>
            <a:r>
              <a:rPr lang="en-US" sz="1600" b="1" kern="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Submitted Journal Paper: </a:t>
            </a:r>
          </a:p>
          <a:p>
            <a:pPr marL="0" indent="0">
              <a:buNone/>
            </a:pPr>
            <a:r>
              <a:rPr lang="en-US" sz="1600" kern="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IEEE Journal, “</a:t>
            </a:r>
            <a:r>
              <a:rPr lang="en-CA"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Optimized Renewable Energy Integration: Advanced Modeling, Control and Design of a Standalone Microgrid Using Hybrid FA-PSO</a:t>
            </a: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p>
          <a:p>
            <a:r>
              <a:rPr lang="en-US" sz="16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Poster Presentation </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“Renewable Energy Integration through Multi-Objective Optimization” </a:t>
            </a: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the Nova Scotia Offshore Wind R&amp;D Forum, Net Zero Atlantic.</a:t>
            </a:r>
          </a:p>
          <a:p>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Won the first place for ECED 2024 Graduate Seminar Master’s 3MT Presentation.</a:t>
            </a:r>
            <a:endPar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422248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67A6E-309D-9D7A-BCD6-1AAFA7C5776A}"/>
              </a:ext>
            </a:extLst>
          </p:cNvPr>
          <p:cNvSpPr>
            <a:spLocks noGrp="1"/>
          </p:cNvSpPr>
          <p:nvPr>
            <p:ph type="title"/>
          </p:nvPr>
        </p:nvSpPr>
        <p:spPr>
          <a:xfrm>
            <a:off x="838200" y="316139"/>
            <a:ext cx="10515600" cy="1325563"/>
          </a:xfrm>
        </p:spPr>
        <p:txBody>
          <a:bodyPr>
            <a:normAutofit/>
          </a:bodyPr>
          <a:lstStyle/>
          <a:p>
            <a:pPr algn="ctr"/>
            <a:r>
              <a:rPr lang="en-US" sz="2400" b="1" dirty="0">
                <a:solidFill>
                  <a:schemeClr val="tx1"/>
                </a:solidFill>
                <a:latin typeface="Times New Roman" panose="02020603050405020304" pitchFamily="18" charset="0"/>
                <a:cs typeface="Times New Roman" panose="02020603050405020304" pitchFamily="18" charset="0"/>
              </a:rPr>
              <a:t>References</a:t>
            </a:r>
            <a:endParaRPr lang="en-CA" sz="24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711879-61B9-63EF-7995-07421763FC47}"/>
              </a:ext>
            </a:extLst>
          </p:cNvPr>
          <p:cNvSpPr>
            <a:spLocks noGrp="1"/>
          </p:cNvSpPr>
          <p:nvPr>
            <p:ph idx="1"/>
          </p:nvPr>
        </p:nvSpPr>
        <p:spPr>
          <a:xfrm>
            <a:off x="838200" y="1456846"/>
            <a:ext cx="10442422" cy="4074935"/>
          </a:xfrm>
        </p:spPr>
        <p:txBody>
          <a:bodyPr>
            <a:normAutofit/>
          </a:bodyPr>
          <a:lstStyle/>
          <a:p>
            <a:pPr marL="0" indent="0">
              <a:buNone/>
            </a:pP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 S. Talebi and H. H. Aly, "A Review of Battery Energy Storage System Optimization: Current State-Of-The-Art and Future Trends," </a:t>
            </a:r>
            <a:r>
              <a:rPr lang="en-US" sz="1600" i="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2024 International Conference on Green Energy, Computing and Sustainable Technology (GECOST)</a:t>
            </a: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Miri Sarawak, Malaysia, 2024, pp. 116-120.</a:t>
            </a:r>
            <a:endPar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2</a:t>
            </a: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 Emad, M.A. El-Hameed, A.A. El-</a:t>
            </a:r>
            <a:r>
              <a:rPr lang="en-US" sz="16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Fergany</a:t>
            </a: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“Optimal techno-economic design of hybrid PV/wind system comprising battery energy storage: Case study for a remote area”, Energy Conversion and Management, Volume 249, 2021.</a:t>
            </a:r>
          </a:p>
          <a:p>
            <a:pPr marL="0" indent="0">
              <a:buNone/>
            </a:pP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 M. S. Javed, T. Ma, J. </a:t>
            </a:r>
            <a:r>
              <a:rPr lang="en-US" sz="16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Jurasz</a:t>
            </a: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 Ahmed, J. </a:t>
            </a:r>
            <a:r>
              <a:rPr lang="en-US" sz="16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Mikulik</a:t>
            </a:r>
            <a:r>
              <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“Performance comparison of heuristic algorithms for optimization of hybrid off-grid renewable energy systems”, Energy, Volume 210, 2020</a:t>
            </a:r>
          </a:p>
          <a:p>
            <a:pPr marL="0" marR="0" lvl="0" indent="0" algn="just" rtl="0">
              <a:lnSpc>
                <a:spcPct val="110000"/>
              </a:lnSpc>
              <a:spcAft>
                <a:spcPts val="250"/>
              </a:spcAft>
              <a:buSzPts val="800"/>
              <a:buNone/>
              <a:tabLst>
                <a:tab pos="228600" algn="l"/>
              </a:tabLst>
            </a:pPr>
            <a:r>
              <a:rPr lang="en-CA"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[4] </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 </a:t>
            </a:r>
            <a:r>
              <a:rPr lang="en-US"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Ntube</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H. Li, “Stochastic multi-objective optimal sizing of battery energy storage system for a residential home”, Journal of Energy Storage, Volume 59, 2023.</a:t>
            </a:r>
            <a:endParaRPr lang="en-CA"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 </a:t>
            </a:r>
            <a:r>
              <a:rPr lang="en-CA" sz="16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Ayotunde</a:t>
            </a:r>
            <a:r>
              <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 Adeyemo, </a:t>
            </a:r>
            <a:r>
              <a:rPr lang="en-CA" sz="16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Olumuyiwa</a:t>
            </a:r>
            <a:r>
              <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 </a:t>
            </a:r>
            <a:r>
              <a:rPr lang="en-CA" sz="16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Amusan</a:t>
            </a:r>
            <a:r>
              <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“Modelling and multi-objective optimization of hybrid energy storage solution for photovoltaic powered off-grid net zero energy building,” Journal of Energy Storage, Volume 55, Part A, 2022, 105273</a:t>
            </a:r>
            <a:r>
              <a:rPr lang="en-CA"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endParaRPr lang="en-CA"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CA"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[6] </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V. Khare, C. J. Khare, M. A. Bhuiyan, “Design, optimization, and data analysis of solar-tidal hybrid renewable energy system for </a:t>
            </a:r>
            <a:r>
              <a:rPr lang="en-US" sz="16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Hurawalhi</a:t>
            </a:r>
            <a:r>
              <a:rPr lang="en-US"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Maldives”, Cleaner Energy Systems, 6, 2023.</a:t>
            </a:r>
            <a:endParaRPr lang="en-CA"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408199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Graphic 6" descr="Help">
            <a:extLst>
              <a:ext uri="{FF2B5EF4-FFF2-40B4-BE49-F238E27FC236}">
                <a16:creationId xmlns:a16="http://schemas.microsoft.com/office/drawing/2014/main" id="{D33DD24C-8927-4D10-343C-BD93C590B41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251" y="1545062"/>
            <a:ext cx="3856774" cy="3856774"/>
          </a:xfrm>
          <a:prstGeom prst="rect">
            <a:avLst/>
          </a:prstGeom>
        </p:spPr>
      </p:pic>
      <p:sp>
        <p:nvSpPr>
          <p:cNvPr id="3" name="Content Placeholder 2">
            <a:extLst>
              <a:ext uri="{FF2B5EF4-FFF2-40B4-BE49-F238E27FC236}">
                <a16:creationId xmlns:a16="http://schemas.microsoft.com/office/drawing/2014/main" id="{B75B9901-BB5F-0662-CC00-9924C36B28C8}"/>
              </a:ext>
            </a:extLst>
          </p:cNvPr>
          <p:cNvSpPr>
            <a:spLocks noGrp="1"/>
          </p:cNvSpPr>
          <p:nvPr>
            <p:ph idx="1"/>
          </p:nvPr>
        </p:nvSpPr>
        <p:spPr>
          <a:xfrm>
            <a:off x="7181725" y="2837329"/>
            <a:ext cx="4512988" cy="3317938"/>
          </a:xfrm>
        </p:spPr>
        <p:txBody>
          <a:bodyPr anchor="t">
            <a:normAutofit/>
          </a:bodyPr>
          <a:lstStyle/>
          <a:p>
            <a:pPr marL="0" indent="0" algn="ctr">
              <a:buNone/>
            </a:pPr>
            <a:r>
              <a:rPr lang="en-US" sz="2800" b="1">
                <a:solidFill>
                  <a:srgbClr val="FFFFFF"/>
                </a:solidFill>
                <a:latin typeface="Calibri" panose="020F0502020204030204" pitchFamily="34" charset="0"/>
                <a:ea typeface="Calibri" panose="020F0502020204030204" pitchFamily="34" charset="0"/>
                <a:cs typeface="Calibri" panose="020F0502020204030204" pitchFamily="34" charset="0"/>
              </a:rPr>
              <a:t>THANK YOU</a:t>
            </a:r>
            <a:endParaRPr lang="en-US" sz="2800" b="1" dirty="0">
              <a:solidFill>
                <a:srgbClr val="FFFFFF"/>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FB64AAD5-A37D-D758-3BFF-DD4823653553}"/>
              </a:ext>
            </a:extLst>
          </p:cNvPr>
          <p:cNvSpPr txBox="1"/>
          <p:nvPr/>
        </p:nvSpPr>
        <p:spPr>
          <a:xfrm>
            <a:off x="7181725" y="2837329"/>
            <a:ext cx="2424793" cy="954107"/>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Thank You Very Much!</a:t>
            </a:r>
            <a:endParaRPr lang="en-CA"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02524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11209</TotalTime>
  <Words>5115</Words>
  <Application>Microsoft Office PowerPoint</Application>
  <PresentationFormat>Widescreen</PresentationFormat>
  <Paragraphs>1156</Paragraphs>
  <Slides>39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Aptos</vt:lpstr>
      <vt:lpstr>Arial</vt:lpstr>
      <vt:lpstr>Calibri</vt:lpstr>
      <vt:lpstr>Calibri Light</vt:lpstr>
      <vt:lpstr>Cambria Math</vt:lpstr>
      <vt:lpstr>Symbol</vt:lpstr>
      <vt:lpstr>Times New Roman</vt:lpstr>
      <vt:lpstr>Wingdings</vt:lpstr>
      <vt:lpstr>Office 2013 - 2022 Theme</vt:lpstr>
      <vt:lpstr>OPTIMIZED RENEWABLE ENERGY INTEGRATION: ADVANCED MODELING, CONTROL AND DESIGN OF A STANDALONE MICROGRID</vt:lpstr>
      <vt:lpstr>Outline</vt:lpstr>
      <vt:lpstr>Transition to Renewable Energy Sources</vt:lpstr>
      <vt:lpstr>Available renewable energy sources in Nova Scotia</vt:lpstr>
      <vt:lpstr>Battery Energy Storage System Technologies</vt:lpstr>
      <vt:lpstr>Battery Degradation</vt:lpstr>
      <vt:lpstr>Optimization Methods in Literature</vt:lpstr>
      <vt:lpstr>Comparison with Literature</vt:lpstr>
      <vt:lpstr>Research Gaps</vt:lpstr>
      <vt:lpstr>Proposed System Design</vt:lpstr>
      <vt:lpstr>Modeling of Photovoltaic Panels</vt:lpstr>
      <vt:lpstr>Modeling of Wind and Tidal Turbines</vt:lpstr>
      <vt:lpstr>Modeling of Battery Energy Storage System</vt:lpstr>
      <vt:lpstr>Objective Functions</vt:lpstr>
      <vt:lpstr>Constraints</vt:lpstr>
      <vt:lpstr>Energy Management Strategy</vt:lpstr>
      <vt:lpstr>Parameter Values</vt:lpstr>
      <vt:lpstr>Which Method to Use?</vt:lpstr>
      <vt:lpstr>Genetic Algorithm (GA)</vt:lpstr>
      <vt:lpstr>Ant Colony Optimization (ACO)</vt:lpstr>
      <vt:lpstr>Firefly Algorithm (FA)</vt:lpstr>
      <vt:lpstr>Particle Swarm Optimization (PSO)</vt:lpstr>
      <vt:lpstr>Hybrid FA-PSO</vt:lpstr>
      <vt:lpstr>Genetic Algorithm Results</vt:lpstr>
      <vt:lpstr>ACO Results </vt:lpstr>
      <vt:lpstr>FA results</vt:lpstr>
      <vt:lpstr>PSO results</vt:lpstr>
      <vt:lpstr>Conclusion of four algorithms</vt:lpstr>
      <vt:lpstr>Hybrid FA-PSO Optimization Results</vt:lpstr>
      <vt:lpstr>Homer Results Comparison</vt:lpstr>
      <vt:lpstr>Validation</vt:lpstr>
      <vt:lpstr>Analysis of SOC, Charging and Discharging of Batteries</vt:lpstr>
      <vt:lpstr>PowerPoint Presentation</vt:lpstr>
      <vt:lpstr>Hybrid Methods Comparison</vt:lpstr>
      <vt:lpstr>Conclusions</vt:lpstr>
      <vt:lpstr>Future Work</vt:lpstr>
      <vt:lpstr>Published/Submitted Works and Achievements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 Talebi</dc:creator>
  <cp:lastModifiedBy>Shiva Talebi</cp:lastModifiedBy>
  <cp:revision>59</cp:revision>
  <dcterms:created xsi:type="dcterms:W3CDTF">2025-01-24T21:14:02Z</dcterms:created>
  <dcterms:modified xsi:type="dcterms:W3CDTF">2025-03-12T12:29:56Z</dcterms:modified>
</cp:coreProperties>
</file>